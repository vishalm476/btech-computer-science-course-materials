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02" r:id="rId20"/>
    <p:sldId id="303" r:id="rId21"/>
    <p:sldId id="304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05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2868E-F48D-4D1F-8902-F69696BE0800}" v="5" dt="2022-06-27T21:40:54.348"/>
    <p1510:client id="{26EF087E-F2AD-48BE-BD57-277E2AE5B44F}" v="6" dt="2022-06-28T11:12:06.083"/>
    <p1510:client id="{39FA80DE-19D5-4297-8F0A-72E4551D1751}" v="2" dt="2022-06-24T19:03:01.633"/>
    <p1510:client id="{6035B6DD-F3D8-428F-A728-738EB4C18558}" v="1" dt="2022-07-16T11:27:08.301"/>
    <p1510:client id="{88528CA4-438B-46C6-A703-AEA1CDA11E10}" v="1" dt="2022-07-16T18:57:50.220"/>
    <p1510:client id="{A1FAF983-BA9A-4843-9700-2A041F7595FA}" v="1" dt="2022-06-20T14:58:39.990"/>
    <p1510:client id="{BBF3EB71-5EE1-4924-8A3F-8E1CEAA6894E}" v="1" dt="2022-06-18T06:29:18.982"/>
    <p1510:client id="{D9923DBA-B0DC-4EB7-8293-2925FACAD54B}" v="1" dt="2022-06-27T19:10:56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RAJ(BTECH10087.21@bitmesra.ac.in)" userId="S::btech10087.21@bitmesra.ac.in::1f93d754-2fbc-4193-89e9-fa5346f46968" providerId="AD" clId="Web-{BBF3EB71-5EE1-4924-8A3F-8E1CEAA6894E}"/>
    <pc:docChg chg="modSld">
      <pc:chgData name="RISHAV RAJ(BTECH10087.21@bitmesra.ac.in)" userId="S::btech10087.21@bitmesra.ac.in::1f93d754-2fbc-4193-89e9-fa5346f46968" providerId="AD" clId="Web-{BBF3EB71-5EE1-4924-8A3F-8E1CEAA6894E}" dt="2022-06-18T06:29:18.982" v="0" actId="1076"/>
      <pc:docMkLst>
        <pc:docMk/>
      </pc:docMkLst>
      <pc:sldChg chg="modSp">
        <pc:chgData name="RISHAV RAJ(BTECH10087.21@bitmesra.ac.in)" userId="S::btech10087.21@bitmesra.ac.in::1f93d754-2fbc-4193-89e9-fa5346f46968" providerId="AD" clId="Web-{BBF3EB71-5EE1-4924-8A3F-8E1CEAA6894E}" dt="2022-06-18T06:29:18.982" v="0" actId="1076"/>
        <pc:sldMkLst>
          <pc:docMk/>
          <pc:sldMk cId="922621547" sldId="267"/>
        </pc:sldMkLst>
        <pc:inkChg chg="mod">
          <ac:chgData name="RISHAV RAJ(BTECH10087.21@bitmesra.ac.in)" userId="S::btech10087.21@bitmesra.ac.in::1f93d754-2fbc-4193-89e9-fa5346f46968" providerId="AD" clId="Web-{BBF3EB71-5EE1-4924-8A3F-8E1CEAA6894E}" dt="2022-06-18T06:29:18.982" v="0" actId="1076"/>
          <ac:inkMkLst>
            <pc:docMk/>
            <pc:sldMk cId="922621547" sldId="267"/>
            <ac:inkMk id="4" creationId="{00000000-0000-0000-0000-000000000000}"/>
          </ac:inkMkLst>
        </pc:inkChg>
      </pc:sldChg>
    </pc:docChg>
  </pc:docChgLst>
  <pc:docChgLst>
    <pc:chgData name="SOUNAK BANERJEE(BTECH10083.21@bitmesra.ac.in)" userId="S::btech10083.21@bitmesra.ac.in::7a132670-bcad-4953-9df8-37ec69aacd25" providerId="AD" clId="Web-{39FA80DE-19D5-4297-8F0A-72E4551D1751}"/>
    <pc:docChg chg="modSld">
      <pc:chgData name="SOUNAK BANERJEE(BTECH10083.21@bitmesra.ac.in)" userId="S::btech10083.21@bitmesra.ac.in::7a132670-bcad-4953-9df8-37ec69aacd25" providerId="AD" clId="Web-{39FA80DE-19D5-4297-8F0A-72E4551D1751}" dt="2022-06-24T19:03:01.633" v="1" actId="1076"/>
      <pc:docMkLst>
        <pc:docMk/>
      </pc:docMkLst>
      <pc:sldChg chg="addSp">
        <pc:chgData name="SOUNAK BANERJEE(BTECH10083.21@bitmesra.ac.in)" userId="S::btech10083.21@bitmesra.ac.in::7a132670-bcad-4953-9df8-37ec69aacd25" providerId="AD" clId="Web-{39FA80DE-19D5-4297-8F0A-72E4551D1751}" dt="2022-06-24T17:59:03.351" v="0"/>
        <pc:sldMkLst>
          <pc:docMk/>
          <pc:sldMk cId="2214201415" sldId="272"/>
        </pc:sldMkLst>
        <pc:spChg chg="add">
          <ac:chgData name="SOUNAK BANERJEE(BTECH10083.21@bitmesra.ac.in)" userId="S::btech10083.21@bitmesra.ac.in::7a132670-bcad-4953-9df8-37ec69aacd25" providerId="AD" clId="Web-{39FA80DE-19D5-4297-8F0A-72E4551D1751}" dt="2022-06-24T17:59:03.351" v="0"/>
          <ac:spMkLst>
            <pc:docMk/>
            <pc:sldMk cId="2214201415" sldId="272"/>
            <ac:spMk id="6" creationId="{B4C9F828-F820-26D2-FC2B-A290223524B3}"/>
          </ac:spMkLst>
        </pc:spChg>
      </pc:sldChg>
      <pc:sldChg chg="modSp">
        <pc:chgData name="SOUNAK BANERJEE(BTECH10083.21@bitmesra.ac.in)" userId="S::btech10083.21@bitmesra.ac.in::7a132670-bcad-4953-9df8-37ec69aacd25" providerId="AD" clId="Web-{39FA80DE-19D5-4297-8F0A-72E4551D1751}" dt="2022-06-24T19:03:01.633" v="1" actId="1076"/>
        <pc:sldMkLst>
          <pc:docMk/>
          <pc:sldMk cId="4023039053" sldId="281"/>
        </pc:sldMkLst>
        <pc:spChg chg="mod">
          <ac:chgData name="SOUNAK BANERJEE(BTECH10083.21@bitmesra.ac.in)" userId="S::btech10083.21@bitmesra.ac.in::7a132670-bcad-4953-9df8-37ec69aacd25" providerId="AD" clId="Web-{39FA80DE-19D5-4297-8F0A-72E4551D1751}" dt="2022-06-24T19:03:01.633" v="1" actId="1076"/>
          <ac:spMkLst>
            <pc:docMk/>
            <pc:sldMk cId="4023039053" sldId="281"/>
            <ac:spMk id="2" creationId="{00000000-0000-0000-0000-000000000000}"/>
          </ac:spMkLst>
        </pc:spChg>
      </pc:sldChg>
    </pc:docChg>
  </pc:docChgLst>
  <pc:docChgLst>
    <pc:chgData name="RAGHUNANDAN GUPTA(BTECH10021.21@bitmesra.ac.in)" userId="S::btech10021.21@bitmesra.ac.in::356602b6-4f1d-413c-8e2d-4dab3878389d" providerId="AD" clId="Web-{20C2868E-F48D-4D1F-8902-F69696BE0800}"/>
    <pc:docChg chg="addSld modSld">
      <pc:chgData name="RAGHUNANDAN GUPTA(BTECH10021.21@bitmesra.ac.in)" userId="S::btech10021.21@bitmesra.ac.in::356602b6-4f1d-413c-8e2d-4dab3878389d" providerId="AD" clId="Web-{20C2868E-F48D-4D1F-8902-F69696BE0800}" dt="2022-06-27T21:40:54.348" v="4"/>
      <pc:docMkLst>
        <pc:docMk/>
      </pc:docMkLst>
      <pc:sldChg chg="addSp">
        <pc:chgData name="RAGHUNANDAN GUPTA(BTECH10021.21@bitmesra.ac.in)" userId="S::btech10021.21@bitmesra.ac.in::356602b6-4f1d-413c-8e2d-4dab3878389d" providerId="AD" clId="Web-{20C2868E-F48D-4D1F-8902-F69696BE0800}" dt="2022-06-27T21:40:40.129" v="3"/>
        <pc:sldMkLst>
          <pc:docMk/>
          <pc:sldMk cId="4023039053" sldId="281"/>
        </pc:sldMkLst>
        <pc:spChg chg="add">
          <ac:chgData name="RAGHUNANDAN GUPTA(BTECH10021.21@bitmesra.ac.in)" userId="S::btech10021.21@bitmesra.ac.in::356602b6-4f1d-413c-8e2d-4dab3878389d" providerId="AD" clId="Web-{20C2868E-F48D-4D1F-8902-F69696BE0800}" dt="2022-06-27T21:40:40.129" v="3"/>
          <ac:spMkLst>
            <pc:docMk/>
            <pc:sldMk cId="4023039053" sldId="281"/>
            <ac:spMk id="5" creationId="{4807CB28-EAAF-3D87-0AE4-E1D308D1B5AC}"/>
          </ac:spMkLst>
        </pc:spChg>
      </pc:sldChg>
      <pc:sldChg chg="new">
        <pc:chgData name="RAGHUNANDAN GUPTA(BTECH10021.21@bitmesra.ac.in)" userId="S::btech10021.21@bitmesra.ac.in::356602b6-4f1d-413c-8e2d-4dab3878389d" providerId="AD" clId="Web-{20C2868E-F48D-4D1F-8902-F69696BE0800}" dt="2022-06-27T21:40:18.722" v="0"/>
        <pc:sldMkLst>
          <pc:docMk/>
          <pc:sldMk cId="3391162091" sldId="302"/>
        </pc:sldMkLst>
      </pc:sldChg>
      <pc:sldChg chg="new">
        <pc:chgData name="RAGHUNANDAN GUPTA(BTECH10021.21@bitmesra.ac.in)" userId="S::btech10021.21@bitmesra.ac.in::356602b6-4f1d-413c-8e2d-4dab3878389d" providerId="AD" clId="Web-{20C2868E-F48D-4D1F-8902-F69696BE0800}" dt="2022-06-27T21:40:20.254" v="1"/>
        <pc:sldMkLst>
          <pc:docMk/>
          <pc:sldMk cId="742351793" sldId="303"/>
        </pc:sldMkLst>
      </pc:sldChg>
      <pc:sldChg chg="new">
        <pc:chgData name="RAGHUNANDAN GUPTA(BTECH10021.21@bitmesra.ac.in)" userId="S::btech10021.21@bitmesra.ac.in::356602b6-4f1d-413c-8e2d-4dab3878389d" providerId="AD" clId="Web-{20C2868E-F48D-4D1F-8902-F69696BE0800}" dt="2022-06-27T21:40:20.800" v="2"/>
        <pc:sldMkLst>
          <pc:docMk/>
          <pc:sldMk cId="2352802275" sldId="304"/>
        </pc:sldMkLst>
      </pc:sldChg>
      <pc:sldChg chg="new">
        <pc:chgData name="RAGHUNANDAN GUPTA(BTECH10021.21@bitmesra.ac.in)" userId="S::btech10021.21@bitmesra.ac.in::356602b6-4f1d-413c-8e2d-4dab3878389d" providerId="AD" clId="Web-{20C2868E-F48D-4D1F-8902-F69696BE0800}" dt="2022-06-27T21:40:54.348" v="4"/>
        <pc:sldMkLst>
          <pc:docMk/>
          <pc:sldMk cId="2038448187" sldId="305"/>
        </pc:sldMkLst>
      </pc:sldChg>
    </pc:docChg>
  </pc:docChgLst>
  <pc:docChgLst>
    <pc:chgData name="SARANG DUTTA(BTECH10596.21@bitmesra.ac.in)" userId="S::btech10596.21@bitmesra.ac.in::8c5fe9e5-e58a-4585-8d69-3d19bbebf3d1" providerId="AD" clId="Web-{26EF087E-F2AD-48BE-BD57-277E2AE5B44F}"/>
    <pc:docChg chg="modSld">
      <pc:chgData name="SARANG DUTTA(BTECH10596.21@bitmesra.ac.in)" userId="S::btech10596.21@bitmesra.ac.in::8c5fe9e5-e58a-4585-8d69-3d19bbebf3d1" providerId="AD" clId="Web-{26EF087E-F2AD-48BE-BD57-277E2AE5B44F}" dt="2022-06-28T11:12:06.083" v="5" actId="1076"/>
      <pc:docMkLst>
        <pc:docMk/>
      </pc:docMkLst>
      <pc:sldChg chg="modSp">
        <pc:chgData name="SARANG DUTTA(BTECH10596.21@bitmesra.ac.in)" userId="S::btech10596.21@bitmesra.ac.in::8c5fe9e5-e58a-4585-8d69-3d19bbebf3d1" providerId="AD" clId="Web-{26EF087E-F2AD-48BE-BD57-277E2AE5B44F}" dt="2022-06-28T11:10:36.113" v="1" actId="14100"/>
        <pc:sldMkLst>
          <pc:docMk/>
          <pc:sldMk cId="2872221023" sldId="266"/>
        </pc:sldMkLst>
        <pc:spChg chg="mod">
          <ac:chgData name="SARANG DUTTA(BTECH10596.21@bitmesra.ac.in)" userId="S::btech10596.21@bitmesra.ac.in::8c5fe9e5-e58a-4585-8d69-3d19bbebf3d1" providerId="AD" clId="Web-{26EF087E-F2AD-48BE-BD57-277E2AE5B44F}" dt="2022-06-28T11:10:31.879" v="0" actId="14100"/>
          <ac:spMkLst>
            <pc:docMk/>
            <pc:sldMk cId="2872221023" sldId="266"/>
            <ac:spMk id="2" creationId="{00000000-0000-0000-0000-000000000000}"/>
          </ac:spMkLst>
        </pc:spChg>
        <pc:spChg chg="mod">
          <ac:chgData name="SARANG DUTTA(BTECH10596.21@bitmesra.ac.in)" userId="S::btech10596.21@bitmesra.ac.in::8c5fe9e5-e58a-4585-8d69-3d19bbebf3d1" providerId="AD" clId="Web-{26EF087E-F2AD-48BE-BD57-277E2AE5B44F}" dt="2022-06-28T11:10:36.113" v="1" actId="14100"/>
          <ac:spMkLst>
            <pc:docMk/>
            <pc:sldMk cId="2872221023" sldId="266"/>
            <ac:spMk id="3" creationId="{00000000-0000-0000-0000-000000000000}"/>
          </ac:spMkLst>
        </pc:spChg>
      </pc:sldChg>
      <pc:sldChg chg="addSp modSp">
        <pc:chgData name="SARANG DUTTA(BTECH10596.21@bitmesra.ac.in)" userId="S::btech10596.21@bitmesra.ac.in::8c5fe9e5-e58a-4585-8d69-3d19bbebf3d1" providerId="AD" clId="Web-{26EF087E-F2AD-48BE-BD57-277E2AE5B44F}" dt="2022-06-28T11:11:23.051" v="4" actId="1076"/>
        <pc:sldMkLst>
          <pc:docMk/>
          <pc:sldMk cId="92883147" sldId="270"/>
        </pc:sldMkLst>
        <pc:spChg chg="mod">
          <ac:chgData name="SARANG DUTTA(BTECH10596.21@bitmesra.ac.in)" userId="S::btech10596.21@bitmesra.ac.in::8c5fe9e5-e58a-4585-8d69-3d19bbebf3d1" providerId="AD" clId="Web-{26EF087E-F2AD-48BE-BD57-277E2AE5B44F}" dt="2022-06-28T11:11:23.051" v="4" actId="1076"/>
          <ac:spMkLst>
            <pc:docMk/>
            <pc:sldMk cId="92883147" sldId="270"/>
            <ac:spMk id="2" creationId="{00000000-0000-0000-0000-000000000000}"/>
          </ac:spMkLst>
        </pc:spChg>
        <pc:spChg chg="mod">
          <ac:chgData name="SARANG DUTTA(BTECH10596.21@bitmesra.ac.in)" userId="S::btech10596.21@bitmesra.ac.in::8c5fe9e5-e58a-4585-8d69-3d19bbebf3d1" providerId="AD" clId="Web-{26EF087E-F2AD-48BE-BD57-277E2AE5B44F}" dt="2022-06-28T11:11:16.848" v="3" actId="14100"/>
          <ac:spMkLst>
            <pc:docMk/>
            <pc:sldMk cId="92883147" sldId="270"/>
            <ac:spMk id="3" creationId="{00000000-0000-0000-0000-000000000000}"/>
          </ac:spMkLst>
        </pc:spChg>
        <pc:spChg chg="add">
          <ac:chgData name="SARANG DUTTA(BTECH10596.21@bitmesra.ac.in)" userId="S::btech10596.21@bitmesra.ac.in::8c5fe9e5-e58a-4585-8d69-3d19bbebf3d1" providerId="AD" clId="Web-{26EF087E-F2AD-48BE-BD57-277E2AE5B44F}" dt="2022-06-28T11:11:11.457" v="2"/>
          <ac:spMkLst>
            <pc:docMk/>
            <pc:sldMk cId="92883147" sldId="270"/>
            <ac:spMk id="5" creationId="{9E710673-E2B7-EDCC-A5FF-7979C7254992}"/>
          </ac:spMkLst>
        </pc:spChg>
      </pc:sldChg>
      <pc:sldChg chg="modSp">
        <pc:chgData name="SARANG DUTTA(BTECH10596.21@bitmesra.ac.in)" userId="S::btech10596.21@bitmesra.ac.in::8c5fe9e5-e58a-4585-8d69-3d19bbebf3d1" providerId="AD" clId="Web-{26EF087E-F2AD-48BE-BD57-277E2AE5B44F}" dt="2022-06-28T11:12:06.083" v="5" actId="1076"/>
        <pc:sldMkLst>
          <pc:docMk/>
          <pc:sldMk cId="2780212862" sldId="275"/>
        </pc:sldMkLst>
        <pc:spChg chg="mod">
          <ac:chgData name="SARANG DUTTA(BTECH10596.21@bitmesra.ac.in)" userId="S::btech10596.21@bitmesra.ac.in::8c5fe9e5-e58a-4585-8d69-3d19bbebf3d1" providerId="AD" clId="Web-{26EF087E-F2AD-48BE-BD57-277E2AE5B44F}" dt="2022-06-28T11:12:06.083" v="5" actId="1076"/>
          <ac:spMkLst>
            <pc:docMk/>
            <pc:sldMk cId="2780212862" sldId="275"/>
            <ac:spMk id="2" creationId="{00000000-0000-0000-0000-000000000000}"/>
          </ac:spMkLst>
        </pc:spChg>
      </pc:sldChg>
    </pc:docChg>
  </pc:docChgLst>
  <pc:docChgLst>
    <pc:chgData name="HARSH ANAND(BTECH10272.21@bitmesra.ac.in)" userId="S::btech10272.21@bitmesra.ac.in::6b888bff-e047-426e-9ea2-7be1349db1ea" providerId="AD" clId="Web-{A1FAF983-BA9A-4843-9700-2A041F7595FA}"/>
    <pc:docChg chg="delSld">
      <pc:chgData name="HARSH ANAND(BTECH10272.21@bitmesra.ac.in)" userId="S::btech10272.21@bitmesra.ac.in::6b888bff-e047-426e-9ea2-7be1349db1ea" providerId="AD" clId="Web-{A1FAF983-BA9A-4843-9700-2A041F7595FA}" dt="2022-06-20T14:58:39.990" v="0"/>
      <pc:docMkLst>
        <pc:docMk/>
      </pc:docMkLst>
      <pc:sldChg chg="del">
        <pc:chgData name="HARSH ANAND(BTECH10272.21@bitmesra.ac.in)" userId="S::btech10272.21@bitmesra.ac.in::6b888bff-e047-426e-9ea2-7be1349db1ea" providerId="AD" clId="Web-{A1FAF983-BA9A-4843-9700-2A041F7595FA}" dt="2022-06-20T14:58:39.990" v="0"/>
        <pc:sldMkLst>
          <pc:docMk/>
          <pc:sldMk cId="2018606957" sldId="262"/>
        </pc:sldMkLst>
      </pc:sldChg>
    </pc:docChg>
  </pc:docChgLst>
  <pc:docChgLst>
    <pc:chgData name="SHASHANK RAJ(BTECH10075.21@bitmesra.ac.in)" userId="S::btech10075.21@bitmesra.ac.in::4394414f-117d-4fba-a891-4020d3b7b1e2" providerId="AD" clId="Web-{D9923DBA-B0DC-4EB7-8293-2925FACAD54B}"/>
    <pc:docChg chg="modSld">
      <pc:chgData name="SHASHANK RAJ(BTECH10075.21@bitmesra.ac.in)" userId="S::btech10075.21@bitmesra.ac.in::4394414f-117d-4fba-a891-4020d3b7b1e2" providerId="AD" clId="Web-{D9923DBA-B0DC-4EB7-8293-2925FACAD54B}" dt="2022-06-27T19:10:56.144" v="0" actId="1076"/>
      <pc:docMkLst>
        <pc:docMk/>
      </pc:docMkLst>
      <pc:sldChg chg="modSp">
        <pc:chgData name="SHASHANK RAJ(BTECH10075.21@bitmesra.ac.in)" userId="S::btech10075.21@bitmesra.ac.in::4394414f-117d-4fba-a891-4020d3b7b1e2" providerId="AD" clId="Web-{D9923DBA-B0DC-4EB7-8293-2925FACAD54B}" dt="2022-06-27T19:10:56.144" v="0" actId="1076"/>
        <pc:sldMkLst>
          <pc:docMk/>
          <pc:sldMk cId="1690487103" sldId="258"/>
        </pc:sldMkLst>
        <pc:picChg chg="mod">
          <ac:chgData name="SHASHANK RAJ(BTECH10075.21@bitmesra.ac.in)" userId="S::btech10075.21@bitmesra.ac.in::4394414f-117d-4fba-a891-4020d3b7b1e2" providerId="AD" clId="Web-{D9923DBA-B0DC-4EB7-8293-2925FACAD54B}" dt="2022-06-27T19:10:56.144" v="0" actId="1076"/>
          <ac:picMkLst>
            <pc:docMk/>
            <pc:sldMk cId="1690487103" sldId="258"/>
            <ac:picMk id="4" creationId="{00000000-0000-0000-0000-000000000000}"/>
          </ac:picMkLst>
        </pc:picChg>
      </pc:sldChg>
    </pc:docChg>
  </pc:docChgLst>
  <pc:docChgLst>
    <pc:chgData name="ARYA SHRESHTH(BTECH10093.21@bitmesra.ac.in)" userId="S::btech10093.21@bitmesra.ac.in::6073f004-678f-4052-bfd1-fbff8faddfa8" providerId="AD" clId="Web-{88528CA4-438B-46C6-A703-AEA1CDA11E10}"/>
    <pc:docChg chg="modSld">
      <pc:chgData name="ARYA SHRESHTH(BTECH10093.21@bitmesra.ac.in)" userId="S::btech10093.21@bitmesra.ac.in::6073f004-678f-4052-bfd1-fbff8faddfa8" providerId="AD" clId="Web-{88528CA4-438B-46C6-A703-AEA1CDA11E10}" dt="2022-07-16T18:57:50.220" v="0" actId="1076"/>
      <pc:docMkLst>
        <pc:docMk/>
      </pc:docMkLst>
      <pc:sldChg chg="modSp">
        <pc:chgData name="ARYA SHRESHTH(BTECH10093.21@bitmesra.ac.in)" userId="S::btech10093.21@bitmesra.ac.in::6073f004-678f-4052-bfd1-fbff8faddfa8" providerId="AD" clId="Web-{88528CA4-438B-46C6-A703-AEA1CDA11E10}" dt="2022-07-16T18:57:50.220" v="0" actId="1076"/>
        <pc:sldMkLst>
          <pc:docMk/>
          <pc:sldMk cId="1521629203" sldId="265"/>
        </pc:sldMkLst>
        <pc:picChg chg="mod">
          <ac:chgData name="ARYA SHRESHTH(BTECH10093.21@bitmesra.ac.in)" userId="S::btech10093.21@bitmesra.ac.in::6073f004-678f-4052-bfd1-fbff8faddfa8" providerId="AD" clId="Web-{88528CA4-438B-46C6-A703-AEA1CDA11E10}" dt="2022-07-16T18:57:50.220" v="0" actId="1076"/>
          <ac:picMkLst>
            <pc:docMk/>
            <pc:sldMk cId="1521629203" sldId="265"/>
            <ac:picMk id="4" creationId="{00000000-0000-0000-0000-000000000000}"/>
          </ac:picMkLst>
        </pc:picChg>
      </pc:sldChg>
    </pc:docChg>
  </pc:docChgLst>
  <pc:docChgLst>
    <pc:chgData name="KODURI VENKATA SAI SUBRAHMANYA SAAKETH(BTECH10194.21@bitmesra.ac.in)" userId="S::btech10194.21@bitmesra.ac.in::ff23357b-8e2e-4bcb-ae81-a38df6987f4d" providerId="AD" clId="Web-{6035B6DD-F3D8-428F-A728-738EB4C18558}"/>
    <pc:docChg chg="modSld">
      <pc:chgData name="KODURI VENKATA SAI SUBRAHMANYA SAAKETH(BTECH10194.21@bitmesra.ac.in)" userId="S::btech10194.21@bitmesra.ac.in::ff23357b-8e2e-4bcb-ae81-a38df6987f4d" providerId="AD" clId="Web-{6035B6DD-F3D8-428F-A728-738EB4C18558}" dt="2022-07-16T11:27:08.301" v="0"/>
      <pc:docMkLst>
        <pc:docMk/>
      </pc:docMkLst>
      <pc:sldChg chg="addSp">
        <pc:chgData name="KODURI VENKATA SAI SUBRAHMANYA SAAKETH(BTECH10194.21@bitmesra.ac.in)" userId="S::btech10194.21@bitmesra.ac.in::ff23357b-8e2e-4bcb-ae81-a38df6987f4d" providerId="AD" clId="Web-{6035B6DD-F3D8-428F-A728-738EB4C18558}" dt="2022-07-16T11:27:08.301" v="0"/>
        <pc:sldMkLst>
          <pc:docMk/>
          <pc:sldMk cId="1442349969" sldId="271"/>
        </pc:sldMkLst>
        <pc:spChg chg="add">
          <ac:chgData name="KODURI VENKATA SAI SUBRAHMANYA SAAKETH(BTECH10194.21@bitmesra.ac.in)" userId="S::btech10194.21@bitmesra.ac.in::ff23357b-8e2e-4bcb-ae81-a38df6987f4d" providerId="AD" clId="Web-{6035B6DD-F3D8-428F-A728-738EB4C18558}" dt="2022-07-16T11:27:08.301" v="0"/>
          <ac:spMkLst>
            <pc:docMk/>
            <pc:sldMk cId="1442349969" sldId="271"/>
            <ac:spMk id="5" creationId="{3963000A-9833-2228-E09D-3A6045FBD73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7:07:50.7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3668 1931 32 0,'0'0'103'0,"0"0"-25"0,0 3 4 0,0-3-15 0,0 0-7 0,0 0-8 0,0 0 0 16,0 0-9-16,-1 5 1 0,1-5-7 0,0 0-10 15,0 0 0-15,0 0 3 0,0 0 8 0,0 0-11 16,0 0 5-16,5 3-5 0,-5-3 11 15,0 0 2-15,14-3 7 0,-5-1-10 0,3 0-2 0,-2 0 2 16,2-1-9-16,1-2 9 0,4 0 0 0,-3 0 3 16,3-3 0-1,-2 0 9-15,0 1 4 0,-2-1 2 0,-2 0 5 16,2 0 12-16,-4 1 5 0,0 0 8 0,0-2 0 16,-4 2 14-16,2 1 7 0,-6 1 7 0,4-1 7 15,-4 4-6-15,2-3-4 0,-2 0-9 0,-1 2-10 16,0-1-12-16,-1 0-4 0,-2 0-10 0,2 1-6 15,-4 1-11-15,1 0-6 0,-1 0-7 0,-7 2-9 16,1 2-7-16,-2 1 0 0,-6 6-2 0,-10 0-5 0,-1 5 1 16,-4 4-2-16,-2 1-3 0,-11 13-2 0,-2 1-5 0,3 2 1 15,1 5-1-15,-7 1 1 0,-11 21 2 0,19-17-3 16,3 3 3-16,-14 24 3 0,19-24-2 0,9-2 1 16,-1 0 0-16,8-1 0 0,7-10 6 0,4-3-5 15,2 2 11-15,4 1-7 0,4-7-1 0,4 2 0 16,5-5 1-1,8-3 0-15,8-1 4 0,0-3 3 0,5-2-3 16,4-5-1-16,3-2-1 0,14-3 2 0,-12-3-3 16,0-3 4-16,-2-3-5 0,0 0-3 0,-3-2-5 15,-6 0 7-15,-1 0 13 0,-10 2 14 0,-4 1 12 16,-2 1 25-16,-2-4 19 0,-1 4 11 16,-4 3 6-16,2-3 7 0,-7 3-4 0,7-2-3 15,-3-1-8-15,-4 3-10 0,0 0-18 0,5-4-20 0,-5 4-19 0,0 0-29 16,-1-6-39-16,1 6-41 0,-4-5-44 0,-1 4-44 15,5 1-50-15,-13-4-55 0,8 1-48 0,-3 2-268 16,3-2-631-16,-4-1 279 0</inkml:trace>
  <inkml:trace contextRef="#ctx0" brushRef="#br0" timeOffset="600.88">3990 2201 2 0,'-1'-3'352'0,"1"3"-19"16,0-6-17-16,0 6-27 0,1-4-24 0,-1 4-28 15,3-4-27-15,-3 4-22 0,0 0-18 0,0 0-25 16,0 0-23-16,0 0-36 0,0 0-17 15,0 0-6-15,2 12-6 0,-2 0-5 0,1-1-11 16,-1 7-3-16,0 1-2 0,3 10-2 0,-4-2-6 0,1 2 0 0,-2 0-3 16,0 2-2-16,1-1 3 0,2-3-5 0,-1 2-3 15,-1-3 4-15,3-7-4 0,-1 0-2 0,5-1-4 16,-1-4 5-16,-3-5 0 0,2 2-6 0,0-5 9 16,2 2 11-16,-2-4 19 0,1 0 23 0,3-3 20 15,2-2 5-15,3-3 4 0,-3-3-13 0,8-4 2 16,-5-2-12-16,2-3-14 15,4-4 2-15,-2-2-12 0,3 0-6 0,-4-4-3 16,-2 4-1-16,1-2-6 0,-2-1-7 16,1 3-1-16,-5 6 13 0,-3-1 8 0,2 1-4 15,-2 1 4-15,-2 2 2 0,0 2 1 0,0-1 7 16,-3 4 4-16,3-2-5 0,-4 7-3 0,5-3-1 0,-4-1-8 16,2 4-5-16,-2 1-6 0,-1 2-7 0,0-6-6 15,0 6-5-15,3-4-14 0,-3 4-13 0,1-3-21 0,-1 3-23 16,0 0-26-16,0 0 3 0,0 0 5 0,0 0 1 15,-8 20 16 1,7-8 1-16,-4 5 8 0,0 0 0 0,1 0 15 0,-1 7-1 0,2-3 1 0,-1-2 5 0,3 6-5 16,-3-5 9-16,4-4-2 0,0 1 6 0,4-1 5 15,0 0 1-15,0-4-1 0,1-2 7 0,4-1 1 16,6 3 6 0,2-3-2-16,6-4-13 0,6-2-32 0,1-2-49 15,0-3-65-15,4-2-67 0,-1-5-101 0,-4-2-297 16,2-3-673-16,-3-1 297 0</inkml:trace>
  <inkml:trace contextRef="#ctx0" brushRef="#br0" timeOffset="1303.76">4680 2269 305 0,'0'-4'378'15,"0"4"-11"-15,4-8-3 0,-4 4-12 0,0 4-20 16,1-2-29-1,-1 2-27-15,0-5-36 0,0 5-20 0,0 0-26 16,2-5-23-16,-2 5-22 0,0 0-40 0,0 0-15 16,0 0-15-16,0 0-8 0,1 16-10 0,0-3-5 0,-1-1-12 15,3 3 4-15,-3 2 1 0,2 10-15 0,-7-8 7 16,5 6-12-16,-1-4 2 0,-3-3-11 0,4 1-15 16,0 1 9-16,0-4-16 0,-2-1 0 15,0-6-4-15,1 1-4 0,1-4 5 0,0 2 3 0,0-5 13 0,3 1 16 16,-3-4 29-16,0 3 15 0,0-3-9 0,7-7-7 15,2-3-4-15,0 0-9 0,0-4-1 0,2-2-4 16,6-6-7-16,1 2-12 0,-1-4 5 0,-2 2-3 16,-2 6-3-16,3-5 7 0,-5 9-17 0,-1 3-5 15,-3 2 5-15,-1 1 2 0,-3 2-10 0,1-1 10 16,1 2-15-16,0 1-7 16,-5 2-4-16,0 0-4 0,14 5 1 0,-10 0 3 15,4 2 3-15,-3 3-5 0,0 2 1 16,0 5 3-16,3-3-9 0,-5 3 18 0,3 3 3 15,2 4 2-15,-6-7-20 0,2 2 1 0,1-1 0 16,-1-4-5-16,-3-2 2 0,2-3 4 0,-2-1 3 0,3-2-2 16,-3 0 6-16,-1-1 7 0,1-3 15 0,2 0 45 15,-3-2 16-15,0 0-3 0,0 0-13 0,10-8-4 0,-3-1-7 16,-1 0-2-16,4-2-7 0,-2-3-5 0,1-2-3 16,1 1 0-16,2-1-8 0,-5 7-7 0,5-5 5 15,-7 3-1-15,3 3-3 0,-2-1-5 0,-1 4-3 16,0 0 2-16,-1 0-8 0,0 0-2 0,0 0 1 15,-1 4-7-15,1 0-14 0,-4 1-3 0,13 2-21 16,-5 1-7-16,2 1-32 16,0 3-22-16,-1 0-21 0,4 4-44 0,-2-4-41 15,5 7-41-15,-5-8-50 0,-2 4-63 0,-2-3-210 16,-1 2-625-16,1-5 277 0</inkml:trace>
  <inkml:trace contextRef="#ctx0" brushRef="#br0" timeOffset="2174.94">5411 2301 156 0,'0'0'311'0,"0"-4"-26"0,0 4-27 16,0 0-22-16,0 0-30 0,0 0-18 0,0 0-26 15,0 0-10-15,0 0-21 0,0 0-12 0,4 12-13 0,-4-7-13 16,0 6-6-16,0-1-10 0,0 3-5 0,3 3-4 15,-3 1-9-15,2 0-4 0,-2 1-9 0,0 1 0 16,1-3-3-16,2 0-5 0,-2-4-4 0,2 0-5 16,-2-2 2-16,2 2 3 0,-2-6-8 0,0 2-4 15,-1-3 3-15,3-1 13 0,-2-1 40 0,2-1 18 16,-3-2 15-16,6 0-5 16,3-4 2-16,-1-2 0 0,2-2-2 0,0-1-11 15,1-4-9-15,1 0-10 0,1-1-6 0,-2-2-7 16,3 1-11-16,-1 0 3 0,-3 3-9 0,3-1-8 15,-7 4-1-15,2 1-1 0,-3 2-7 0,3-4-1 16,-3 5-8-16,-5 3-3 0,5-1-10 0,-5 3-15 16,0 0-3-16,9-4-10 0,-9 4 4 0,0 0-3 15,14 11 5-15,-6-5-2 0,0 1-2 0,-1 2 1 0,2 3 4 0,4-4-2 16,0 4 1-16,-3 2 8 0,5-2-1 0,-1-2 8 16,1 0-4-16,0-3-7 0,1 0-7 15,-3-2-4-15,0-4-5 0,2 0-2 0,-2-3-15 16,5-3-1-16,2 0-1 0,-7-4 3 0,4-1 10 15,-5 2-1-15,1-6 8 0,-1-1 0 0,-2-4 3 16,4-5 1-16,-3 0 2 16,-3 2-2-16,2-4 6 0,-5 3 2 0,1-6-1 15,-3 10 4-15,3-7-4 0,-4-1 13 0,2 9 10 16,1-2 7-16,-4-2 16 0,3 4-6 0,-3 1 5 16,2-1 3-16,-3 1 2 0,1 0 15 0,2 2-3 15,-2-1 6-15,0 4-17 0,2-6 2 0,-3 8 3 16,1 0-3-16,-1-1 3 0,4 3-4 0,-4 1 4 15,3 0 6-15,-2 2 4 0,-1 3-15 0,0-4 0 0,0 2 6 16,0 4-6-16,1-5 4 0,-1 5-1 0,4-4-2 0,-4 4-2 16,0 0 5-16,0-4-10 0,0 4-5 0,0 0-3 15,0 0-2-15,1-4-6 0,-1 4 1 16,0 0-1-16,0 0-5 0,0 0-2 0,0 0 5 16,0 0-7-16,0 0-2 0,0 0-6 0,0 0-8 15,0 0-3-15,0 0-11 16,0 0-16-16,0 0-23 0,0 0 8 0,0 0 0 15,-1 19 4-15,1-9 5 0,-5 6 1 0,5 4 15 16,-4 5-4-16,3 2 17 0,-3 1-7 0,0-2 8 16,4 4 0-16,0 2 1 0,1-1 8 0,-2 3 0 15,2-5 9-15,2 0-5 0,-2 0 4 0,3 0-3 16,0-4 19-16,2-4-14 0,-3-4 1 0,-2 1-5 16,3-1 5-16,0-4 3 0,-3-1-14 0,2 0 9 0,-2-4 2 15,0 2 0-15,3-3 5 0,-1 0-7 0,-1 0 2 0,3-1 5 16,-5-2-5-16,4 1 0 0,-1 0 2 0,0-3 1 15,0 3 2-15,2-3 6 0,0 1 9 0,1 1-14 16,1-4 5-16,1 3 0 0,1-2-24 0,3-1-23 16,5-1-44-16,2-3-63 0,-2-3-89 15,7-3-132-15,-6-1-280 0,6-6-693 0,-2-4 307 0</inkml:trace>
  <inkml:trace contextRef="#ctx0" brushRef="#br0" timeOffset="3261.41">6556 2276 11 0,'-1'-5'304'0,"-1"0"-11"16,0-2-18-16,-2 2-19 0,1 0-9 0,-4-5-27 16,4 7-18-16,0-2-20 0,0 1-16 0,-1 0-22 15,-1 0-17-15,0 3-12 0,5 1-16 0,-18 6-12 16,9 1-7-16,-5 3-8 0,1 0 29 0,-5 5-5 15,-1 4-13-15,3 1-22 0,3-4 12 0,-1 9-8 16,3-8-11-16,1 5-15 16,5-3 4-16,0-3 5 0,0 1-13 0,5-2-2 15,-1-4-6-15,1 0 3 0,1-4 0 0,2-1-5 16,0-1 11-16,1-1 13 0,0-2 14 0,4-2-2 16,-8 0-1-16,18-6 8 0,-7 0 15 0,-1 0-7 15,1-4 10-15,2-2-19 0,0 0 9 0,0-2-12 16,0 0 2-16,-4-3-14 0,2 0-3 0,-3 1-3 15,1 1-2-15,0 6 10 0,-4-1 3 0,-1 3-4 0,-3 1 4 16,3 2-5-16,-4-1-8 0,4 0-9 0,-4 5-7 16,5-5-13-16,-5 5-18 0,4-4-18 0,-4 4 9 0,0 0-3 15,0 0 4-15,16 14-3 0,-9-7-14 16,2 0-6-16,0 2-12 0,2 2 4 0,2 2-10 16,-2-7-7-16,2 6 6 0,1-2-16 0,0-1 18 15,-1-2 4-15,-3-1-2 16,3-2 8-16,-3 2 1 0,2-5 3 0,-2-1 0 15,0-1 2-15,-2-2 7 0,1-6-16 0,1 3 30 0,-1-4 13 16,-1-1 3-16,1-4 16 0,-2-2 5 0,-2-1 10 16,2-7 4-16,2-4-11 0,-4 0 15 0,0-4 0 15,1 0-14-15,0 2 15 0,1-3-8 0,-2 2 4 16,0 1 5-16,3 5 2 0,-5 7 16 0,-1 2 3 16,-1 4 5-16,2 4-2 0,-3 1-14 15,1 1-5-15,3 2-9 0,-4 0-36 0,0 2-15 16,0 3-21-16,0 0 0 0,0 0 6 0,1 12-9 0,-1 4 15 0,-1 7-3 0,-4 4 5 15,-3 5 10-15,4 3-7 0,-1 14 10 0,1 0-10 16,3-14 10-16,-1 12 5 0,2-13 0 0,0-4 2 16,2 0-3-16,-2-1 1 0,0-9-1 0,0-3-3 15,0-5 6-15,0 1 6 0,1-2-15 0,-1-4 18 16,2-1 2-16,-2-1 1 0,0-1 5 0,1-1-13 16,0 1 21-16,-1-4 3 0,-2 3 2 0,2-3-34 15,0 0-38-15,0 0-53 0,6-13-43 0,-5 7-45 31,2-5-52-31,-2 2-67 0,1-5-101 0,1-4-201 16,0 1-653-16,2-2 289 0</inkml:trace>
  <inkml:trace contextRef="#ctx0" brushRef="#br0" timeOffset="3439.37">6735 2259 180 0,'-4'0'290'0,"4"0"-2"0,0 0-3 16,-4 6-16-16,4-6-32 0,0 0-20 0,0 0-31 16,25-6-7-16,-8 4-24 0,13 1-37 0,1-3-55 15,0 3-53-15,4-6-47 0,-2 5-65 0,7-3-108 16,-5-2-145-16,0-1-384 0,-2 0 169 0</inkml:trace>
  <inkml:trace contextRef="#ctx0" brushRef="#br0" timeOffset="3740.04">7281 2192 168 0,'0'0'386'0,"0"0"6"15,0 0-16-15,0 0-15 0,0 0-26 0,0 0-33 16,0 0-27-16,0 0-24 0,0 0-28 0,0 0-24 15,0 0-18-15,-6 4-29 0,6-4-14 0,0 0-16 16,0 7-18-16,2 0-10 0,-2 0-11 0,1 3-4 16,-1 0-6-16,0 4-14 0,3 3 4 0,-1-5-14 15,-2-2 7 1,0 3-13-16,0-2 1 0,1 2-5 0,1-2-2 16,-1-1-33-16,0 0-10 0,-1-5-24 0,0 1-22 15,2 0-21-15,0-4-15 0,-2-2-4 0,0 7-1 16,0-7-16-16,0 0-67 0,0 0-89 0,0 0-90 15,0 0-204-15,-6-24-604 0,3 12 267 0</inkml:trace>
  <inkml:trace contextRef="#ctx0" brushRef="#br0" timeOffset="3909.28">7311 2013 324 0,'0'-4'396'0,"0"4"-16"0,0-4-12 15,0 4-15-15,0-5-29 0,0 5-25 0,0-5-26 0,0 5-29 16,0 0-25-16,0 0-28 0,0 0-23 0,0 0-21 15,4-3-37-15,-4 3-49 0,0 0-49 0,13 9-48 0,-8-5-49 16,-3 4-47-16,5 0-46 0,-2 1-76 0,0 0-277 16,-5 0-575-16,4 0 254 0</inkml:trace>
  <inkml:trace contextRef="#ctx0" brushRef="#br0" timeOffset="4239.95">7475 2147 273 0,'0'0'275'0,"0"0"-29"15,0 0-25-15,0 0-12 0,-3 11-4 0,5-7-13 0,0 1-11 16,1 5-11-16,2 1-15 0,-2-1-16 0,1 7-13 16,-1-1-13-16,3 2-17 0,-2-2-3 0,1-1-9 15,0-4-10-15,0 5 1 0,-1-6-11 0,0 0-6 16,-3-3-7-16,2-2-4 0,-2 0-6 0,2-1 30 15,-3-4 31-15,5 7 38 0,-4-4 27 0,3-2 31 16,-4-1 34-16,0 0 28 0,0 0 10 0,0 0-24 16,9-8-32-16,-4 3-17 0,3-5-20 0,-2 0-16 15,7-4-19 1,-1-2-13-16,4-9-9 0,-3 6-14 0,6-2-13 16,-6 7-12-16,0-2-9 0,-1 0-12 0,1 1-18 15,-1 2-29-15,-3 3-36 0,1 1-42 0,0 2-52 0,-1-1-52 16,2 3-51-16,1 0-43 0,-2 4-37 0,4 1-46 0,-1 1-55 15,-4 4-363-15,2-3-825 16,0 1 365-16</inkml:trace>
  <inkml:trace contextRef="#ctx0" brushRef="#br0" timeOffset="4563.68">7848 2352 200 0,'-2'1'305'0,"2"-1"5"16,-3 3-7-16,3-3 0 0,0 0-23 0,0 0-20 15,0 0-25-15,0 0-30 0,16-1-24 0,-5-3-9 16,5-3-22-16,1 1-13 0,1-3-15 0,2 0-22 16,-4-1-2-16,7-4-16 0,-2-3-15 0,1-1-27 15,0 1 8-15,-7 3-8 0,2-6-5 0,-3 8-1 16,-4-2 0 0,-4 4-4-16,0 0 16 0,-1 3-2 0,-2 1 6 0,-1-2-10 15,-2 3-4-15,-5 2-5 0,-2-3-6 16,-3 3-1-16,-4 1-9 0,-4 4-1 0,-2 2-4 0,-6 4-7 15,-2 4 1-15,3 2-1 0,5 3 3 0,-3 0 0 16,3 3 2-16,3 3-17 0,5 1 18 0,6-1 3 16,6-2 2-16,8 4 1 0,6-4 5 0,10 0 0 15,6-3-5-15,17-3-44 0,4 0-75 0,3-4-99 16,3-8-151-16,2-6-237 0,0-6-640 0,-7-6 285 16</inkml:trace>
  <inkml:trace contextRef="#ctx0" brushRef="#br0" timeOffset="5496.74">9427 1945 125 0,'-1'-4'242'0,"1"-2"-7"0,0 2-4 0,0 4-9 16,0-7-10-16,0 7-15 0,0-5-23 0,0 5-17 15,-4-2-21-15,4 2-15 16,0 0-19-16,0 0-6 0,0 0-14 0,0 0-9 16,-1 14-8-16,1-4-6 0,1 5-6 0,-1-1-9 15,4 4 0-15,-4 3-6 0,1 5 1 0,-1 2-11 16,0-2 7-16,0 0-7 0,1 1 1 0,-2 0-5 16,4-2 1-16,-3-6-5 0,0 0 3 0,0 0-5 15,1-2 3-15,0-6-25 0,-2-2-23 0,2 3-28 16,-1-5-25-16,0 0-25 0,0-2-12 0,2 0 4 0,-2-5-28 0,1 1-72 15,-1-1-145-15,0 0-386 0,0 0 171 16</inkml:trace>
  <inkml:trace contextRef="#ctx0" brushRef="#br0" timeOffset="5881.51">9283 1893 166 0,'0'0'253'0,"-4"-5"-25"0,4 5-21 0,0 0-31 16,-4-3-11-16,4 3-24 0,0 0-10 0,0 0-14 0,0 0-19 16,22 13-7-16,-12-6-7 0,8 3-6 0,5 6-14 15,3 2-2-15,-1 1-6 0,0 1-5 0,1 4-8 16,1-2-3-16,0 2-3 0,-3 2-4 0,-2-1 0 15,-4 3-5-15,0-2-3 0,-5 0-4 0,-2 2 2 16,-6-3-7-16,-2 3-1 0,-5-3 1 0,-3 0 0 16,-5-7 1-16,-4 4 0 0,-5-2-3 0,-4 1 1 0,0-4 1 0,-7-3-1 15,2 0 1-15,-1-2-2 0,2-1 3 16,-2-3-3-16,2 1 3 0,7-3-3 0,0-2 2 16,1 1-5-16,5-4 0 0,4 5 0 0,-2-5-7 15,7-1 7-15,0 1-11 0,-4-1-16 0,9 0-42 16,0 0-45-16,0 0-38 0,18-12-33 0,-2 3-18 15,13 1-155-15,2-2-376 16,1-3 167-16</inkml:trace>
  <inkml:trace contextRef="#ctx0" brushRef="#br0" timeOffset="6130.56">9904 2314 94 0,'5'-4'337'15,"0"1"6"-15,-1 1 0 0,-4 2-6 0,5-8 4 16,-5 8-15-16,4-7-12 0,-4 7-29 0,1-2-23 0,-1 2-29 15,0 0-31-15,4-3-19 0,-4 3-26 0,0 0-18 16,0 0-20-16,0 0-35 0,0 0-22 0,0 0-6 16,4 11-7-16,-4-5 1 0,1 5-13 0,2 0 5 15,-2 0-7-15,-1 2-3 0,0 2 1 0,0 2-6 16,0-3 1-16,2-2-29 0,1 2-4 0,-3-3-28 16,0-2-12-16,1 2-16 0,-2-5-22 0,1 1-22 0,1 1-21 0,2-3-16 15,-3-1-1-15,0-4-14 0,0 0-57 0,0 0-78 16,0 0-233-16,-18-11-567 0,13 4 252 0</inkml:trace>
  <inkml:trace contextRef="#ctx0" brushRef="#br0" timeOffset="6261.27">9875 2063 189 0,'0'-5'281'0,"0"5"-28"0,-3-5-30 15,3 5-21-15,3-2-23 0,-3 2-19 0,0 0-23 16,0 0-30-16,0 0-35 0,12 7-47 0,-7-2-44 15,3 1-43-15,1 2-67 0,1-3-141 0,-2-1-292 16,1 2 129-16</inkml:trace>
  <inkml:trace contextRef="#ctx0" brushRef="#br0" timeOffset="6628.64">10349 2120 236 0,'0'0'225'0,"0"0"-11"16,0 0-19-16,-9 6-19 0,2-2-13 0,0 1-15 15,-2 0-8-15,2 2-14 0,-5 1-14 0,0 4-12 16,-2 5-9-16,0-5-10 0,0 2-6 0,2 1-8 16,-1-1-6-16,1 3-6 0,4-7-7 0,3 6-3 15,0-7-4-15,1 5-5 0,4-2-2 0,0 0-3 16,0 0-1-1,5-1-1-15,-1 0-2 0,5 3-1 0,-1-5-4 16,6 2-1-16,0-2-2 0,2-1-3 0,0-1 0 16,0-2-3-16,0 4-1 0,-2-6-1 0,-4 1 0 15,1 1-4-15,-2-1 1 0,-4 0-7 0,2-1 0 16,-2 1-6-16,-4-2 3 0,-1 4 3 0,-1-2-5 16,-4 1 6-16,-5 0-5 0,-1 2-3 0,-8-2-10 15,0 0-7-15,0 0-15 0,-2-1-20 0,1-1-22 0,-1-2-25 16,4 0-28-16,-2-2-29 0,3 0-37 0,2-2-125 0,4-1-350 0,2 0 156 15</inkml:trace>
  <inkml:trace contextRef="#ctx0" brushRef="#br0" timeOffset="6907.19">10712 1951 335 0,'0'-5'342'0,"1"0"-38"0,-1 1-33 16,0 4-24-1,0 0-32-15,1-5-28 0,-1 5-19 0,0 0-19 0,0 0-15 16,4 19-14-16,-3-7-6 0,2 5-16 16,-2 10-9-16,2 0-10 0,-3 6-3 0,0 1-11 15,-2 12 0-15,1-13-9 0,1 0-2 0,-2 1-4 16,0-2-5-16,1-4-5 0,1-4-3 0,-1 1-15 0,-1-6-20 0,1-5-10 15,0 0-23-15,0-3-16 0,-3-2-19 0,2-1-13 16,0-2 0-16,-3-5-30 0,5-1-43 0,-9 0-51 16,9 0-51-16,-13-3-136 0,7-6-422 0,-3 3 187 15</inkml:trace>
  <inkml:trace contextRef="#ctx0" brushRef="#br0" timeOffset="7123.41">10512 2270 205 0,'0'0'210'0,"-4"-2"-15"0,4 2 1 16,0 0-7-16,0 0-17 0,0 0-8 0,0 0-3 15,0 0 1-15,0 0-6 0,34 1-10 0,-13 0-13 16,10-2-13-16,1-2-10 0,1 2-13 0,-2-5-6 16,0 3-15-16,-3-1 3 0,-7 3-16 0,2 1-2 15,-1-2-12-15,-4 0-15 0,-5-1-19 0,-2 3-23 0,-3-2-22 0,-8 2-17 16,11 0-24-16,-11 0-21 0,0 0-32 0,0 0-41 15,0 0-35-15,0 0-159 0,-26-6-386 0,14 5 170 16</inkml:trace>
  <inkml:trace contextRef="#ctx0" brushRef="#br0" timeOffset="7656.3">11073 2172 203 0,'0'0'267'0,"9"0"-22"0,-9 0-25 16,4 2-17-1,2-1-21-15,1 1-20 0,0 1-16 0,0 1-15 16,-1-2-13-16,2 8-11 0,-1-4-11 0,0 5-8 0,1 3-7 16,-2-4-12-16,3 4-3 0,-7-4-7 0,2 5-5 15,-2-3-7-15,0 1-3 0,-2-1-5 0,0-1-3 16,0-1-4-16,-2 0 0 0,0-2-3 0,-2 0-6 15,2 0 1-15,1-1 4 0,-2-2-7 0,0-3-1 16,3 2 6-16,0-4 3 0,-2 6 14 0,2-6 15 0,-1 4 25 16,1-4-2-16,0 0-10 0,0 0-10 0,7-14-7 15,1 7-13 1,0-5-3-16,6 0-7 0,4-8 1 0,-2 6-2 16,7-3-2-16,-1-1-5 0,-3 6-3 15,-2-2-5-15,1 2 3 0,-2 4-6 0,1-3-6 16,-1 1 9-16,-3 1-4 0,1 1 4 0,-5 3-6 15,0 0 11-15,-4 2-9 0,2-1 3 0,-1 3 1 0,-1 0-6 16,-4-2-8-16,-1 3 2 0,0 0-6 0,12 0 2 16,-11 4 0-16,-1-4 3 0,5 9-2 0,-1 0-3 15,-3 1 3-15,2-1 9 0,1 1-10 0,-3 2-1 16,0 1 4-16,-1 0 0 0,3-2 0 0,-3 1 1 16,0 2-1-16,0-3 3 0,0-2-4 0,-3-2 5 15,3-1-6-15,-1 2 1 0,1-3 5 0,0 0-4 0,0 1 3 16,0-2 1-16,0-4 2 0,0 5-5 15,-1-3 11-15,1-2-3 0,0 0-1 0,0 0 0 0,0 0-30 0,0 0-47 16,0 0-39-16,-9-10-40 0,1 3-30 0,4 0-53 16,2-5-57-16,-6 0-192 0,4-3-517 0,0-1 229 15</inkml:trace>
  <inkml:trace contextRef="#ctx0" brushRef="#br0" timeOffset="7808.71">11413 2072 90 0,'0'-7'291'0,"-1"2"12"15,1 2-11-15,1-2-9 0,-1 1-11 0,0 0-17 16,0 4-24-16,0-6-28 0,0 2-19 0,0 4-15 0,5-4-20 16,-5 4-15-16,5-4-26 0,2 4-45 15,-7 0-53-15,7-2-53 0,1 3-61 0,-8-1-72 16,9 5-78-16,-3-4-156 0,-1 2-445 0,3 1 197 0</inkml:trace>
  <inkml:trace contextRef="#ctx0" brushRef="#br0" timeOffset="8328.62">11602 2404 200 0,'0'0'275'16,"-1"3"5"-16,1-3-2 0,0 0-1 0,0 0-33 15,0 0-21-15,0 0-8 0,16-9-21 0,-8 2-17 0,5-4-20 0,1 0-8 16,0 0-18-16,1-9-11 0,5-1-11 0,-5-1-11 16,3-2-10-16,-4-3-10 0,4 3-1 0,-3-5-17 15,3 0-5-15,-4-4-7 0,1 1-6 0,-1-2 9 16,-1 2 3-16,-3 2 25 0,2 2-3 0,-6 3 19 16,2 7 14-16,-7 1 5 15,3 5 5-15,-3 2 10 0,3 3-6 0,0-1-10 0,-4 1-12 0,0 5-14 16,1-2-20-16,-1 4-35 0,3-5-37 0,-3 5-25 15,0 0 1-15,0 0 5 0,-8 23 0 0,3-6 1 16,-3 9 6-16,2 2-3 0,-3 3 9 0,4-1-8 16,-1 3 10-16,-1-2 0 0,7 1 9 0,-5 4-4 15,5-4 3-15,0 0 5 0,1-5-6 0,4 2 6 16,3-9 1-16,-4-3 1 0,1-6 13 16,0 0-13-16,4-1 8 0,-4 0-1 0,3-3 6 15,-2 0 9-15,6-2 9 0,-2-4 8 0,-2 0 13 16,-2-1 1-16,6-2 1 0,-6-1 0 0,3 2 1 15,0-5-3-15,0 1-8 0,-1-2-4 0,-3-3-3 16,0 0-7-16,0 2-5 0,-1 0-11 0,-2 0-6 16,-1 1-29-16,-1 2-13 0,0-6-28 0,-2 6-31 15,-2-5-26-15,-3 4-26 0,-4 0-12 0,0 3-17 0,-2 0-16 0,0-1-27 16,3 4-29-16,-4 0-37 0,2-1-51 16,2 2-255-16,1 1-631 0,9-2 278 0</inkml:trace>
  <inkml:trace contextRef="#ctx0" brushRef="#br0" timeOffset="9260.44">12268 2167 76 0,'3'-4'411'0,"-3"1"-40"0,2 1-27 0,-2 2-41 16,1-3-28-16,-1 3-34 0,7-4-34 0,-7 4-13 15,0 0-31-15,0 0-14 0,0 0-17 0,0 16-11 0,-3-6-4 16,2 6-16-16,0 0-9 0,-2 2-13 0,1 1-3 16,0 1-11-16,1-3-3 0,-2 0-2 0,2-5-5 15,0 0-11-15,1-5-1 0,1 3-12 0,0-5 2 0,-1 0-1 16,0 0-6-16,0-1 11 0,0-4 7 0,4 3-4 16,-4-3-1-16,0 0-3 0,21-8-5 15,-10 1-5-15,-1 1 4 0,-1-2-10 0,4-1 2 0,1-2-3 0,-5 2 13 16,3 2-17-16,-2-3-5 0,0 5 1 15,-1-4-4-15,1 5-1 0,-2-5-2 0,-3 4-2 16,2 2 0-16,-1 1-6 0,-2-2 0 0,2 1-6 16,-6 3-10-1,10 0 4-15,2 3-9 0,-5 1 3 0,4 1-4 16,0 3-3-16,1-2-4 0,3 0-5 0,3 3 1 0,-3-4-6 16,2 5-6-16,-2-3 1 0,-2-4 1 0,0 1-4 15,1-1 4-15,-3 0-5 0,3-2 10 0,-2-3 2 16,0 0 7-16,-3-3 2 0,1-4 9 0,-1 1-6 15,1-2 11-15,-3-1 9 0,1-4 16 0,0 0 22 16,-1 1 17-16,-3-3 4 0,4-10 7 0,-3 10 6 16,1-7-4-16,-2-1-4 0,4-3-2 0,-3 4-6 15,0-3-1-15,-1 7-3 0,2 2 2 0,-3 3 21 0,2 3 5 0,-4 2-6 16,2 0-4-16,-2 5-5 0,-1-1-16 0,3 2-16 16,-3 0-23-16,1 1-40 0,-1 3-5 0,0 0 11 15,0 0 4-15,2 14 1 0,-2-6 2 16,0 5 1-16,0-1 11 0,0 7-4 0,-1-2 5 0,1 8 1 15,1 0-2-15,-2-1-10 0,2-8-7 0,-1 5-4 16,0-3-5 0,2 0-11-16,-2-2-4 0,0-5 4 0,-2-1-5 15,2-1 5-15,-1-4 10 0,2 2-3 0,-2-2 4 16,1-1 7-16,-5-1 6 0,5-3 4 0,0 0 5 16,-13-2-3-16,3 0 4 0,1-5 1 0,0 2 4 15,-5-3 0-15,1 0 1 0,-2 0-4 0,3 2 7 16,2-1-2-16,0 1 1 0,1-2 3 0,1 4 13 15,1 1-3-15,2 0 6 0,5 3 17 0,-8-4-5 0,7 1-2 0,1 3-8 16,0-5 1-16,6 0-10 0,2 3 13 0,4-1-12 16,7-1 0-16,2-1-3 0,7 0-1 15,7 2 2-15,-2-2-1 0,4 5-3 0,-1-4-1 16,0-1 5-16,-1 2-3 0,1 0 7 0,-4-4-5 16,-2 3-3-16,-10 1 7 0,2 0 15 0,-6-1 25 15,-2 2 3-15,-3-1 14 0,0 1 16 0,-3 1 7 0,-2-1 3 0,-1 2-1 16,-5 0 3-16,9-2-22 0,-9 2-8 0,9-1-8 15,-9 1-17-15,5 0-2 0,-5 0-9 0,0 0-14 16,4 3 0-16,-4-3-5 0,4 5-3 0,-4 0 0 16,1 2 3-16,2 1-2 0,-6 2-1 0,3-3 2 15,3 5 0-15,-2 2 1 0,-1-2-5 0,0-1-16 16,1 1-8-16,2-1-16 16,-2 0-15-16,-1-5-12 0,0 5-24 0,0-5-13 15,0 2-15-15,0-4-4 0,0 1 5 0,3-3 9 16,-3-2-24-16,0 0-54 0,0 0-56 0,0 0-26 15,-12-19-225-15,7 10-532 0,1-1 235 16</inkml:trace>
  <inkml:trace contextRef="#ctx0" brushRef="#br0" timeOffset="9376.34">13180 1957 146 0,'3'-8'290'16,"-3"-2"-5"-16,0 5-5 0,1-2-17 0,-1 3-19 16,0-1-26-16,0 1-24 0,0 0-20 0,0 4-29 15,0-4-33-15,0 4-34 0,0 0-27 0,9 0-40 16,-9 0-40-16,5 7-43 0,0-3-55 0,2 2-57 15,-2 1-163-15,1-1-375 0,3 2 166 0</inkml:trace>
  <inkml:trace contextRef="#ctx0" brushRef="#br0" timeOffset="9729.76">13525 2057 63 0,'0'0'229'0,"0"0"-16"0,0 0-19 0,-12 7-13 16,6-4-22-16,-1 2-9 0,-1 0-21 0,-1 2-10 16,1 0-14-16,-2 3-6 0,-1 2-9 0,2-4-8 15,1 6-9-15,-2-1-4 0,5 2-7 0,-2-4 17 16,6-1-7-16,-3 2 2 0,3-2-1 0,1 1 5 16,4-6 0-16,1 3 2 0,0 1 4 0,5-4-10 15,-1 2-1-15,4-5-4 0,-3-1-3 0,3-2 4 16,1 0-8-16,0 0 3 0,3-8 3 0,-6 4-1 0,1-1 3 0,-1-1-8 15,-1-7-9-15,-2 6-3 0,4-5-6 16,-7 3-2 0,2-6-8-16,-3 3-1 0,0-2-3 0,-4 1-1 15,0 0-3-15,-4-1-4 0,3 4-3 0,-3-2-12 0,-1 5-6 0,-3-1-19 16,-2 2-13-16,1 2-19 16,-1 0-24-16,-1 1-41 0,-1 0-34 0,-1 4-46 0,7-1-57 15,-2 1-230-15,8 0-521 0,0 0 231 0</inkml:trace>
  <inkml:trace contextRef="#ctx0" brushRef="#br0" timeOffset="10030.52">13744 2089 214 0,'0'0'227'15,"2"3"-18"-15,-2-3-25 0,0 0 4 0,-1 7-14 16,-2-4-15-16,3-3-19 0,-2 10-11 0,1-3-11 0,-3-2-16 15,3 8-6-15,-2-3-9 0,-1 1-6 0,2-2-8 16,-1 1-5 0,2-3-9-16,0 0-2 0,-2-2-5 0,3 0 20 15,0-3 28-15,0-2 34 0,0 0 29 0,0 0-10 16,6 6-3-16,-6-6 3 0,16-11-1 0,-9 7-11 16,4-1 1-16,0-3-8 0,-1 3-6 0,1 0-11 15,-1-2-13-15,-1 2-10 0,-3 1-14 0,1 2-8 16,0-1-7-16,-2 0-20 0,0 1 4 0,3 2-7 15,-8 0-24-15,14 2-41 0,-4 3-37 0,1 0-46 0,-5 2-38 0,4 0-59 16,-2 3-74-16,1 3-106 0,-3-5-206 16,1-2-636-16,-2-4 281 0</inkml:trace>
  <inkml:trace contextRef="#ctx0" brushRef="#br0" timeOffset="11179.11">14666 1683 135 0,'0'-7'222'16,"0"7"-8"-16,-1-6-14 16,1 6-14-16,0-4-26 0,-2 1-11 0,2 3-8 15,0 0-25-15,0 0-10 0,0-4-21 0,0 4-16 16,0 0-9-16,0 0-13 0,0 0-6 0,0 17-4 16,0-3-4-16,-4 4-2 0,1 12 6 0,-1 1-7 15,-3 17 7-15,-1 2-1 0,-1 5 1 0,0 1-2 16,-2 0 0-16,0 2 0 0,4 2 4 0,-1-2-10 15,2-2 4-15,4-5-4 0,2-5-4 0,-1-12 3 0,2 0-5 16,2-3-2-16,-3-4-1 0,-1-1-2 0,1-7-1 16,-2-4 0-16,1-1-2 0,0-4-2 0,1 2 18 15,-1-7 11-15,-2 3 14 0,3-4 12 0,-3-1 8 16,0 0-3-16,-5-1-8 0,-1 1-6 0,0-3-6 16,-1-4 4-16,-4 2-1 0,2 2 11 0,-3-5-16 15,3 3-2-15,1-6-10 16,-1 6 0-16,2 0-3 0,-1-1-9 0,4-1 1 15,1 1-4-15,6 3-1 0,-9-4-3 0,9 4-2 16,-8-3-5-16,8 3-9 0,-3-1-27 0,3 1-20 16,-6-1-31-16,6 1-61 0,-2-6-70 0,2 6-68 15,0 0-221-15,9-12-535 0,0 5 236 0</inkml:trace>
  <inkml:trace contextRef="#ctx0" brushRef="#br0" timeOffset="11548.81">14403 2202 28 0,'-10'3'223'0,"10"-3"-11"16,-6 1-13-16,6-1-4 0,0 0-11 0,0 0-9 15,0 0-12-15,0 0-22 0,0 0-11 0,0 0-14 16,0 0-7-16,24 3-12 0,5-6-12 0,-1-2-10 16,4 2-3-16,4 1-10 0,2 2-4 0,-2-3-9 0,2 1-4 15,-2 0-5-15,-8 2-1 0,-6-1-9 16,-1 1 2-16,-6-3-6 0,-5 6 4 0,0-5-14 15,-1 1-4-15,-5 0-3 0,3 1-9 0,-7 0-6 0,0 0-13 16,0 0-16-16,0 0-18 0,0 0-11 0,0 0-24 0,-32 2-10 16,19 0-12-16,3-1-29 0,-2 1-28 15,2 0-146-15,2-1-337 0,8-1 149 0</inkml:trace>
  <inkml:trace contextRef="#ctx0" brushRef="#br0" timeOffset="12251.3">15028 2155 151 0,'0'0'350'0,"0"0"-26"0,0 0-26 0,0 0-28 16,5-5-30-16,-5 5-27 0,0 0-26 0,0 0-22 0,0 0-21 15,0 0-12-15,0 0-13 0,7 10-15 0,-5-3-6 16,-1 3-13-16,1 2 3 0,0 0-19 0,-2 0-4 15,1 6-6-15,1-3-2 0,-1 3-9 0,0-8-6 0,2 4-3 16,-3-4-2-16,1-1-3 0,0-3-3 0,2 1 1 16,-3-2-5-16,1 0-2 0,-1-5 4 15,3 6 3-15,-3-6 27 16,0 0 4-16,9 0 5 0,-9 0 4 0,11-6-26 16,-2 0-1-16,1-1 0 0,1-3-5 0,0-1-4 15,1 0-9-15,0-5 4 0,1 1-6 0,1 3-6 16,-2 0 0-16,-3 1-1 0,-3 2 4 0,2 2-6 15,-4 2-4-15,0 0-1 0,-1 3-3 0,1-4-4 16,-4 6-2-16,5-4-20 0,-5 4-9 0,4-1-19 16,-4 1-2-16,0 0 5 0,0 0 0 0,10 9 8 0,-6-5-3 15,0 4-4-15,5-1-4 0,0 0-12 0,6 5-12 16,-5-3-12-16,7 2-10 0,-3-2-5 0,2 1-3 16,1-5 0-16,1 0 5 0,-1 4-1 0,-3-9 5 15,-1 3 8-15,0-4 10 0,0-1 7 0,0-1 7 16,4-6 10-16,-4 1 10 0,-2-1 25 0,-1 0 28 15,-1-1 16-15,1 0 24 0,-2 0 20 0,-1-1 13 0,0-3 15 0,2 3 9 16,-4 2 16-16,-1 0-3 0,4 1 15 0,-7 4-10 16,3-2 1-16,1 1-18 0,-4 3-7 0,0-1-21 15,2-1-5-15,-3 4-11 0,0-3-14 0,0 3-34 16,0 0-26-16,0 0 3 0,0 0-5 0,0 0 4 16,0 19-2-16,-3-8 1 0,2 1 1 0,-4 3 5 15,1 2-1-15,2 1 3 16,-5 1-3-16,6-1 2 0,-3 1-1 0,-1-2-1 15,5-5 11-15,-4 0-13 0,4-3 0 0,-3-1-4 16,3-1-4-16,-2-2 6 0,2 0 5 16,2-1 21-16,-2-1 27 0,0-3 27 0,0 0 2 15,7 1-7-15,-7-1-6 0,10-7-11 0,-1 1-10 0,1-1-9 0,2-1 6 16,-3-1-8-16,5-1-4 0,0 0 2 0,-2 3-8 16,-1 0-3-16,-1 1-6 0,2-3 0 0,-1 4-6 15,1-2 2-15,-2 2-4 0,0 1-2 0,2 3-22 16,1-1-29-16,6-1-32 0,-8 1-33 0,2 0-35 15,1 6-49-15,4-1-41 0,0-1-74 0,0 0-325 16,-7 1-689-16,7-3 305 0</inkml:trace>
  <inkml:trace contextRef="#ctx0" brushRef="#br0" timeOffset="13207.34">16119 2209 235 0,'0'0'237'16,"0"0"-17"-16,0 0-19 0,0 0-19 0,-2-6-21 0,2 6-15 0,0 0-15 15,0 0-16-15,15-1-13 0,-15 1-11 0,19 1-22 16,-12-1-18-16,7-1-12 16,-3 0-10-16,3-2-6 0,-4 1-7 0,7 2-3 15,-3-4-2-15,5 1-2 0,-6-2 0 0,-1 1 1 16,-1-1 0-16,-2-1-8 0,0 1 6 0,1-2-1 15,-1 1 6-15,-4 1 2 0,0-3 0 0,-1 5 10 0,0 1 6 0,0-5 2 0,-2 4-1 16,-2 3-5-16,-1-4-6 0,1 4-1 0,-9-4-4 16,3 4 1-16,-4 0-6 0,-4 3 4 0,-4-2-6 15,-3 3 1-15,1 1-3 0,2 4-2 0,-4-1 3 0,1-1-7 16,5 3 2-16,-2-1-1 0,4 1-1 0,0 1 0 16,4 0 2-16,0 3-1 0,1-4 3 0,4 2-1 15,-2-2-2 1,7-2 4-16,3 4-2 0,3-5 5 0,3 2-4 15,6-1 2-15,5 0 3 0,0-4-6 0,8 1 1 16,4-1 0-16,1-4-1 0,3-4-1 0,1 1 2 16,0-3-1-16,-2-2-1 0,-1-2 1 0,3-3-1 0,-6-1 8 15,-2-5-11-15,-4 2 6 0,2-2 7 0,-7-3 9 16,0-4 8-16,-3 2 17 0,-3-2 19 0,-4 0 19 16,-1 0 18-16,5 1 29 0,-10 6 15 0,1-7-8 0,2 8 16 15,-5 1 13-15,3 5 16 0,-2 1-12 0,-2 1-4 16,2 2-13-16,-3 1-16 0,1 3-16 15,0-1-16-15,-1 1-12 0,0 0-27 0,0 4-41 16,0-4-38-16,0 4-38 0,0 0-9 0,0 0 3 0,0 0 4 16,-1 19 7-16,-2-5 5 0,2 1 7 0,-3 4 3 15,-1 6-2 1,3-1 5-16,-1 2 9 0,3-1-3 0,-1 1 11 16,-2 1 2-16,3-3 1 0,3-3 1 0,-3-1-1 15,0-2 3-15,0-2 5 0,0-2-1 0,-3-4-3 16,3 1-7-16,0-3 0 0,0 0-9 0,0-3-1 15,3 0 7-15,-3-5-1 0,0 8 5 0,0-8 8 16,-3 5 2-16,3-5 6 0,0 0-7 0,-13 0 0 16,13 0-3-16,-23-6-1 0,9-1 12 0,-1 1-9 0,-1-3-4 0,-1 3 0 15,-1 0 5-15,2-4-5 0,3 5 4 0,1 0-4 16,2 1 8-16,1 0-7 0,1 0 11 0,3 2-10 16,5 2-6-16,-6-4 2 0,6 4-5 15,-3-6-22-15,3 6-2 0,9-5-2 16,3 1 0-16,8 1-9 0,7-4-6 0,5 3-1 15,-2 0-5-15,6 0 5 0,-1-1 4 16,3 1 7-16,-1 0 2 0,0 0 5 0,-4-1-1 0,-2 0 6 16,1 0 4-16,-1 2 1 0,-11-1 7 0,-1 3 9 15,-1-2 10-15,-7-2 23 0,-3 4 15 0,0 1 17 0,-4-2 4 16,2 2 4-16,-6 0 6 0,0 0-11 0,14-2-13 16,-14 2 0-16,7 0 3 0,-7 0-14 0,0 0-7 15,6 0-6-15,-6 0-14 0,0 0-11 0,3 4 6 16,-3-4-4-16,2 7 2 0,-4 0 15 0,2-3-25 15,2 5 14-15,-2 0-3 0,-2 4 3 0,2-6-1 16,-2 3-6-16,2 2 3 0,0 0 4 0,2 0 3 16,-2-3-4-16,2-1-7 0,-2 1-19 0,-2-2-9 15,4-2-18-15,-2 0-17 0,0 0-12 16,0-2-8-16,-2 2-6 0,2-5-7 0,0 5 11 16,0-5-35-16,0 0-64 0,0 0-55 0,-7-15-49 0,2 7-176 0,1-2-505 0,2-1 224 15</inkml:trace>
  <inkml:trace contextRef="#ctx0" brushRef="#br0" timeOffset="13360.55">17041 1962 158 0,'0'-8'312'0,"0"3"-3"0,-2-2-19 15,2 1-22-15,-1 2-21 16,0-1-11-16,1 5-22 0,0-5-19 0,0 5-25 16,0-5-24-16,0 5-46 0,4-4-44 0,3 4-41 15,-2 0-42-15,6 0-36 0,-1 1-44 0,1 2-44 16,2-1-56-16,1 2-154 0,-1 0-389 0,5 1 172 15</inkml:trace>
  <inkml:trace contextRef="#ctx0" brushRef="#br0" timeOffset="13724.28">17487 2031 114 0,'-7'3'178'0,"1"-3"-21"0,-2 4-11 15,-1 0-11-15,0 2-23 16,-3 1-7-16,4 1-8 0,-4-1-12 0,1 3-6 16,-2 1-15-16,3 2 8 0,1-1-13 0,0 1-4 15,1-4 11-15,4 5 3 0,-2 1-2 0,5-5-1 16,-2 1-5-16,3-1 10 0,3 2-4 0,2-3 4 16,1-1-2-16,3 1 5 0,0-3-12 0,8 3 0 15,0-6-6-15,3 0-5 0,-1-3-5 0,0-1-1 16,4 1 8-16,-2-5 0 0,-1 0 7 0,-1-4-3 0,-1-1 4 15,0-2 1-15,-1 0-8 0,-3-2-7 0,0-1-2 16,-3 0-7-16,-3 1-2 0,1-3 4 0,-4 1-5 16,-1 1-4-16,-4 2-3 0,-2-3-7 0,-3 5 4 15,0 0-15-15,-5 1-2 0,-4 0-9 0,-4 1 0 16,-1 1-2-16,-3 0-8 0,3 4-9 0,-2-1-19 16,2 3-20-16,0 0-30 0,0 4-23 0,1 0-30 0,7 1-40 0,-1-2-31 31,2 3-180-31,5-1-424 0,2-1 187 0</inkml:trace>
  <inkml:trace contextRef="#ctx0" brushRef="#br0" timeOffset="14125.25">17823 2021 173 0,'5'-2'284'16,"-5"2"-18"-16,0 0-34 0,0 0-22 0,0 0-27 16,0 0-20-16,0 0-22 0,4 6-8 0,-4-6-18 0,0 9-8 0,-2-4-13 15,0 2-7-15,1 2-8 0,-2 1-9 0,2 5-6 16,-3-3-6-16,1 2-5 0,-2 3-3 0,3-5-7 16,-1-2-2-16,2 0-1 0,1-3-6 0,-4 0 0 15,4-2-1-15,-1 2-1 0,1-7 7 0,-3 7 45 16,3-7 42-16,0 0-1 0,0 0-10 0,0 0-11 15,21-11-8 1,-12 4 1-16,2-1-8 0,2-2-2 0,2-4-13 16,0 4 3-16,2 0-12 0,-3-2-6 0,5 3-7 15,-10 1-3-15,0 0-2 0,3 2-5 0,-2 0 0 16,-5 2-3-16,0 2-13 0,-1-1-8 0,2 1-5 16,1 1-1-16,-7 1-9 0,10 6-12 0,-5-4 4 15,3 6-5-15,-2 0-7 0,2 2-5 0,1 0-17 16,1 7-7-16,0-4-30 0,2 4-37 0,-1-1-44 0,-1 1-67 0,4-5-87 15,-6-2-251-15,1-4-608 0,0-2 268 0</inkml:trace>
  <inkml:trace contextRef="#ctx0" brushRef="#br0" timeOffset="16916.41">19039 1632 224 0,'2'-2'218'0,"0"-1"-22"0,-2 3-15 0,1-4-18 15,-1 4-16-15,0 0-24 0,0 0-18 0,0 0-15 16,0 0-7-16,0 0-13 0,-16 16-4 0,-5 6-7 0,-2 2-11 0,-11 17-4 16,-2 1-1-16,-4 4-7 0,-2 2 0 0,-10 20-4 15,14-22-7-15,3 3 2 0,-2 1-5 0,10-1 4 16,4-2-2-16,5-1-2 0,4-12 2 0,12 0-2 15,-2-2 11-15,4 2-4 0,6-5-1 0,6 0 1 16,7 0-5-16,10-5-15 0,5-5-42 0,17-2-80 16,11-2-97-1,-2-10-116-15,7-3-352 0,-3-7 156 0</inkml:trace>
  <inkml:trace contextRef="#ctx0" brushRef="#br0" timeOffset="17563.32">19637 1944 64 0,'0'0'134'0,"0"0"-23"0,-6-2-7 0,6 2-9 15,0 0-5-15,0 0-13 0,0 0-2 0,0 0-8 16,0 0-3-16,15-3-11 0,-2 3-2 0,-2-3-10 15,2 1 4-15,5-5-10 0,0 4 7 0,-3-2-17 16,6-1 3-16,-3 0-11 0,-2 0 3 0,1-2-1 16,-4 3-1-1,0 1-2-15,-3-3 2 0,-1 1 12 0,-4 2-1 16,0 0 2-16,-3 0 3 0,0 0 0 0,-4 1-9 16,2 3-3-16,-11-4-2 0,-1 4-2 0,-7 3 3 15,-8 1-8-15,1 5 0 0,-4-1-6 0,-2 5 8 16,0 0-9-16,0 2 3 0,2 2 4 0,-1-1-1 15,3 1 2-15,0 4 1 0,2-2-2 0,8-1 1 16,-1 2-16-16,10-5 17 0,-3-1-6 0,8 3 4 0,4 2-2 0,4-4 11 16,6 2-5-16,10 0 0 0,8-1 2 0,3-2-16 15,6-3-35-15,15 1-51 0,3-7-64 0,-4-1-117 16,3-1-285-16,-3-1 127 0</inkml:trace>
  <inkml:trace contextRef="#ctx0" brushRef="#br0" timeOffset="17964.05">20327 1824 224 0,'0'0'256'0,"0"-4"-24"15,0 4-24-15,-2-3-25 0,2 3-20 0,0 0-24 16,0 0-16-16,0 0-7 0,0 0-18 0,-7 13-13 15,5-3-3-15,-1 5-9 0,-1-1-11 16,3 6 2-16,-3-2-10 0,0 6-6 0,2 1 0 16,-2-5-5-16,0 5-6 15,2-7 2-15,-5 1-9 0,5-2-16 0,-1 0-12 16,-1-3-15-16,-1-2-13 0,2-3-11 0,0 3-20 16,0-8-15-16,1 6-8 0,-2-5-14 0,0-5-36 15,4 0-189-15,-12 0-347 0,12 0 154 0</inkml:trace>
  <inkml:trace contextRef="#ctx0" brushRef="#br0" timeOffset="18302.77">20179 1838 93 0,'0'0'210'0,"-4"-3"-24"0,4 3-17 0,0 0-22 0,0 0-12 15,0 0-15-15,21 3-16 0,-7 1-3 0,4 2-9 16,12 5-13-16,2-1-8 0,-4 2-4 0,4 5-8 16,0-2-11-16,1 3 2 0,-2 0-10 0,-5-1 2 15,-5 1-9-15,2 0 0 0,-6 1-6 0,-6-5-8 16,-3 2-5-16,-3 1-4 0,-5-1 3 0,-1 1-6 16,-7 0-4-16,-7-2 0 0,2-2 7 0,-10 3-2 15,0 1 10-15,-5-3-5 0,1-1 7 0,-1-2-1 0,0 2 4 0,-1-7-6 16,0 2 5-16,8-1 2 0,3-4-1 0,0 0-5 15,6 1 2-15,1 0-2 0,2-3 0 0,3 1-3 16,-1-2-2 0,4 2 3-16,3-2-6 0,0 0-8 0,0 0-23 15,0 0-31-15,0 0-26 0,28-11-43 0,-11 8-74 16,-4-2-112-16,8-4-330 0,-1 2 146 0</inkml:trace>
  <inkml:trace contextRef="#ctx0" brushRef="#br0" timeOffset="18790.68">21007 1891 226 0,'0'0'269'0,"-3"-3"-28"0,3 3-26 0,0 0-16 16,-1-4-32-16,1 4-20 0,0 0-17 0,0 0-9 0,-2 12-14 0,2-2-9 16,-2-1-14-16,-2 3-6 0,3 2-9 0,2 4-5 15,-1-1-9-15,-1 3 0 0,1-2-5 0,0-1-4 16,0 0-7-16,-2-1-5 0,-1 2 2 0,3-1-6 16,0-3 0-16,0-3-5 0,0 2 1 0,0-5-6 15,0 2-2-15,3-5-1 0,-6 2-5 0,3-3 4 16,0 0-1-1,0 2 17-15,0-6 22 0,0 0 29 0,0 0 16 16,0 5 27-16,0-5-4 0,0 0-10 0,0 0-13 16,-13-17-8-16,8 7-12 0,0-1 0 0,1-4-6 0,-1 1-1 0,0-13-9 15,1 3 1-15,4-3 5 0,0-6-9 0,2 4-4 16,0 1 4-16,3-3-4 0,0 5 6 0,-2-1 0 16,3 10 5-16,-2 0-1 0,-1 1 4 0,1 5-9 15,-1 0-6-15,4 1-8 16,-4 2-4-16,5-1-5 0,1 1-7 15,5 1-3-15,3 0-6 0,1 0-15 0,1 2-23 16,9 5-40-16,1-3-25 0,-7 6-17 0,6 1-32 0,-7 1-30 16,-1 0-23-16,-1 3-31 0,0-1-32 0,-2 2-37 15,0 0-297-15,-2-1-629 0,-7-3 278 0</inkml:trace>
  <inkml:trace contextRef="#ctx0" brushRef="#br0" timeOffset="19004">20989 2013 244 0,'-5'1'269'16,"1"2"-16"-16,4-3-21 0,0 0-19 0,0 0-20 15,0 0-21-15,14 2-17 0,4-4-11 0,4-1-19 16,10 2-35-16,2 0-38 0,3-3-44 0,4 1-42 15,-2 0-50-15,0-3-60 0,-3 1-171 0,5-1-341 16,-7-3 151-16</inkml:trace>
  <inkml:trace contextRef="#ctx0" brushRef="#br0" timeOffset="19320.47">21471 1569 74 0,'-4'-2'245'0,"4"2"-23"0,0 0-31 15,0 0-20-15,0 0-21 0,15 10-13 0,-6-1-13 0,9 12-12 0,1 2-7 16,6 5-4-1,5 14-3-15,2 2-5 0,-5 3-9 0,-3 3-1 16,-2 0-3-16,-5 1-4 0,-7 2-6 0,-2-5-10 16,-10 1-3-16,-1-1-5 0,-4-11 6 0,-6 6-15 15,-6-10-1-15,-8 7 0 0,-10-6-5 0,-5-1-1 16,-5-7-9-16,-4 1-22 0,-7-7-48 0,-26 7-64 16,28-12-90-16,-11-4-191 0,4-5-421 0,-3-6 186 15</inkml:trace>
  <inkml:trace contextRef="#ctx0" brushRef="#br0" timeOffset="22199.92">4252 4647 56 0,'0'-7'282'0,"0"0"-12"0,0-2-7 0,-2 2-11 16,4 1-7-16,-2 1-5 0,0 1-16 0,0-2-10 15,0 3-24-15,0 3-22 0,-2-7-18 0,4 5-20 16,-2 2-15-16,0 0-14 0,0 0-17 0,0 0-8 16,0 0-8-16,0 19-8 0,0-1-3 0,-5 10-6 15,2 1-9-15,2 6 1 0,-4 11-8 16,0 2-2-16,0 0-3 0,1-4-4 0,0-8-1 0,-1 0-5 16,0-1 3-16,1-2-5 0,-1-1-1 15,3-1-2-15,-1-5 0 0,-2 0 0 0,4-10-1 16,-2 1-2-16,3-5 2 0,-1 0-2 0,1-5-3 15,-2 0 7-15,1-3-5 0,0 3 1 0,1-3 11 16,0-2-7-16,-2 2 8 0,2-4 20 0,0 7 13 0,0-7 7 16,0 0 5-16,0 0 6 0,0 0-42 0,0 0-39 15,0 0-35-15,-2-20-27 0,2 7-24 16,0 1-33-16,0-5-41 0,1-7-45 0,3-5-47 16,0-5-275-16,1 0-575 0,5-12 255 0</inkml:trace>
  <inkml:trace contextRef="#ctx0" brushRef="#br0" timeOffset="22404.27">4253 4475 89 0,'-3'-2'251'0,"-1"-5"-9"0,1 4 0 0,1-1-5 16,-1 2-9-16,3 2-7 0,-4-5-18 0,3 2-12 16,1 3-17-16,0 0-22 0,-1-6-15 0,1 6-16 15,11-3-15-15,-2 2-5 0,8-2-12 0,2 1-7 16,9 0-12-16,4 2-14 0,1 0-12 0,4 0-34 15,-5 0-28-15,-3 3-27 0,1-1-30 0,-11 3-32 16,3-2-38-16,-4 1-34 0,-4 0-55 0,-4 1-141 16,0-2-404-16,-5 3 179 0</inkml:trace>
  <inkml:trace contextRef="#ctx0" brushRef="#br0" timeOffset="22773.77">4247 4971 143 0,'-4'3'225'0,"-1"-2"-7"0,1 2-5 15,4-3-7-15,-6 5-14 0,3-4-5 0,3-1-6 16,0 0-17-16,0 0-26 0,0 0-11 0,0 0-14 16,0 0-10-16,22-1-7 0,-3-3-12 0,13-1-6 15,0 0-9-15,5-2-9 0,17-1-4 0,-16 1-5 16,1 2-6-16,-1 1-4 0,0-2-3 0,-6 2-8 16,-5 1-1-16,-9 2-2 0,-3 0-3 15,-2-2-4-15,-3 3-2 0,-1-1-7 0,-3 1-6 16,1-1-10-16,-7 1-2 0,6 0-9 0,-6 0-1 0,0 0-14 15,0 0-24-15,-19 7-22 0,8-4-24 0,-1-1-8 16,0 1-24-16,2 0-46 0,0-1-198 0,1 0-409 16,0-1 180-16</inkml:trace>
  <inkml:trace contextRef="#ctx0" brushRef="#br0" timeOffset="23612.92">5199 4697 60 0,'4'-4'193'0,"2"2"-16"0,-2 0-14 0,4 1-16 16,-2 1-12-16,2-2-15 0,2 2-12 0,0 2-15 16,3-2-12-16,-2 1-4 0,1 5-7 0,-1 1-5 15,1-2-6-15,-3 5 1 0,5 2-6 0,-6-2-5 0,2 4 2 16,-4 2-5-16,-1 1 0 0,-2 1-3 16,-2-1 2-16,-2 1-5 0,-6-1-4 0,-3 7 3 15,1-6-7-15,-2 0-2 0,-2-4-1 0,0 3 0 16,1-2 2-16,-1-3-2 0,2 2 4 0,1-7 0 15,1 1 3-15,3-4 3 0,1 3 1 16,-1-3 10-16,2 0-1 0,-1-1 7 0,2 1 17 0,-1-2 31 16,4-2 23-16,-2 3 20 0,2-3-18 0,0 0-16 15,2-14-12-15,2 7-3 0,4-3-16 0,2-2-7 16,0-4-9-16,0 0-7 0,7-6-8 0,-2 1 0 16,2 0-12-16,0 0 0 0,-1 2-6 0,-3 3 0 15,-2 2-4-15,1 3-5 0,-6-1-1 0,3 5-3 16,-1-4 3-16,-3 5 3 0,0 1 3 0,-1-2-2 15,1 4-6-15,-4 1-5 0,3-1 6 0,-1-1-4 16,-3 4-10-16,1-2-5 0,-1 2-15 0,4-2-12 16,-4 2 0-16,0 0 5 0,-1 11-3 0,-2-2 5 15,3 1 0-15,-1 2 16 0,-2 3-12 0,3 2 1 16,-1-2 13-16,1 2-12 0,1-1 5 0,2-4-2 16,-2 2 2-16,4-1 1 0,2 0-15 0,-1-2-10 15,0-1-31-15,2-1-26 0,0-1-37 0,-1-1-47 16,3-2-60-16,1-3-96 0,-2-2-180 0,2-1-547 15,-2-3 242-15</inkml:trace>
  <inkml:trace contextRef="#ctx0" brushRef="#br0" timeOffset="23851.91">5604 4635 78 0,'0'0'189'16,"0"0"-9"-16,0 0-3 0,10 14-6 0,-3-8-9 16,-1 5-9-16,8 3-7 0,-2 3-10 0,3 6-11 15,-1 0-9-15,1 2-9 0,-1 2-12 0,-1-1-9 16,-3 3-6-16,-1 2-8 0,-3-3-3 0,-2 1-4 16,-4-3-9-16,-4 2-27 0,-2 0-17 0,-5-3-24 15,-7 0-40-15,-1-3-55 0,-3-2-73 0,-2-4-146 16,-3-2-353-16,0-3 157 0</inkml:trace>
  <inkml:trace contextRef="#ctx0" brushRef="#br0" timeOffset="24212.74">5238 4538 90 0,'-4'0'216'0,"0"-2"-17"0,-4 2-18 0,8 0-17 15,-14 9-9-15,0 1-16 0,1 2-9 0,-6 8-8 16,1 4-9-16,-4 5 1 0,-3 11-11 0,-3 2-5 16,3 2-11-16,0-1-8 0,7 1-4 0,4-10-9 15,5-1-4-15,1 1-6 0,-2-2-2 0,10-3 5 16,5 0 0-16,3-2-7 0,1-1-3 0,9-2-6 16,3-4-21-16,8-3-45 0,4-5-86 0,8-5-301 15,15-3-443-15,-5-3 197 0</inkml:trace>
  <inkml:trace contextRef="#ctx0" brushRef="#br0" timeOffset="24835.02">6164 4916 135 0,'0'0'270'0,"0"0"-5"16,0 0-9-16,0 0-9 0,0 0-15 0,-7-3-13 16,7 3-22-16,0 0-17 0,0 0-16 0,0 0-18 15,0 0-9-15,0 0-16 0,22-4-14 0,-8 2-16 16,4-1-25-16,1 1-36 0,3 1-47 0,-2-1-57 16,1 1-55-16,1-3-62 0,-5 1-218 0,3 1-443 15,-6 0 196-15</inkml:trace>
  <inkml:trace contextRef="#ctx0" brushRef="#br0" timeOffset="24982.07">6185 5058 107 0,'-3'3'197'0,"-1"-1"4"0,0 1-8 0,4-3 4 16,0 0-4-16,11 4-20 0,2-5-15 0,9 1-18 15,10-3-40-15,1-2-65 0,2 1-87 0,-1-3-105 16,1-2-91-16,-1 2-268 0,-2-4 119 0</inkml:trace>
  <inkml:trace contextRef="#ctx0" brushRef="#br0" timeOffset="27364.1">23708 1915 261 0,'2'-5'265'0,"-1"0"-8"0,0-2-6 0,1 5-13 16,-1-1-19-16,-1 3-19 0,2-7-23 0,-2 7-15 15,2-2-27-15,-2 2-17 0,0 0-22 0,0 0-8 16,0 0-15-16,0 0-5 0,-11 19-8 0,1-2-1 16,-9 4-8-16,0 2-1 0,-2 1-9 15,-2 1-1-15,0-2-3 0,5 5-3 0,-7-3-2 0,2 4-5 16,0-7-4-16,4 5 4 0,0-3-2 0,-2-1-8 16,3-1 5-16,4-6-11 0,0 1-25 15,0-4-24-15,1 1-29 0,-3-1-33 0,4-2-27 0,-3-1-43 16,3-6-57-16,1 1-177 0,-1-2-437 15,5-3 194-15</inkml:trace>
  <inkml:trace contextRef="#ctx0" brushRef="#br0" timeOffset="27569.94">23310 1962 46 0,'0'-8'308'0,"0"2"-26"0,1 0-27 0,-1 0-29 0,1 1-24 16,-1 1-28-16,0 4-18 0,0 0-15 15,0 0-22-15,11 12-9 0,-3 0-12 0,-3 3-11 16,7 7-5-16,3 2-13 0,-1 2 6 0,6 1-19 16,-1 5 3-16,8 8-4 0,1 0-18 0,-5-12-22 15,-2 1-31-15,11 7-34 0,-10-9-38 0,6-2-52 16,-9-5-80-16,4-2-137 0,-10-3-386 0,5-8 171 16</inkml:trace>
  <inkml:trace contextRef="#ctx0" brushRef="#br0" timeOffset="28004.54">24180 2196 1 0,'0'0'189'0,"0"0"-11"0,-8 0-7 0,8 0-12 16,0 0-11-16,0 0-16 0,0 0-12 0,0 0-18 16,0 0-2-16,40-2-15 0,-20 2-7 0,11-1-12 15,1 0-6-15,1 0-8 0,3 2-4 0,2-5-9 16,1 4-2-16,0 1-9 0,1-1 1 0,-6 2-6 16,-3-1-12-16,0 0-9 0,-11-2-19 15,-6 2 3-15,-2-2-18 0,-1 1 3 0,-6 0 1 16,-5 0-24-16,5-3-10 0,-5 3-15 0,0 0-20 0,0 0-7 15,-21-8-9-15,9 8-93 0,-1-1-223 0,-1-3 99 16</inkml:trace>
  <inkml:trace contextRef="#ctx0" brushRef="#br0" timeOffset="28316.24">24630 2022 169 0,'0'0'267'0,"-3"-5"-25"16,3 5-19-16,0 0-23 0,0-4-22 0,0 4-22 15,0 0-17-15,0 0-13 0,0 0-16 16,17 6 0-16,-12-1-9 0,5 5-10 0,0-2-6 16,4 3-2-16,4 9-10 0,-5-6-3 0,2 8-7 15,1 0-4-15,-1 2-1 0,-1 0-6 0,-1 0-5 16,-3 0-7-16,-1 0-1 0,-4-5-5 0,1-1-6 15,-2 1-2-15,-4-2-7 0,-1-5-4 0,1 0-7 16,-5 0-6-16,1-2 2 0,-2 0-2 0,-3-3 1 16,1 0-3-16,-6 1 0 0,4-4-11 0,-4-1-10 15,0-3-17-15,0 2-13 0,1-4-24 0,0 0-36 16,3 1-50-16,0-4-55 0,1-2-157 0,1 0-405 16,6 0 179-16</inkml:trace>
  <inkml:trace contextRef="#ctx0" brushRef="#br0" timeOffset="28697.43">25179 2072 61 0,'0'0'245'0,"12"-2"-24"0,-12 2-22 0,10 4-13 16,-2-1-12-16,0 1-13 0,4 1-12 15,1 1-14-15,0 4-11 0,-1 6-7 0,4-4-10 16,-5 3-10-16,8 4-8 0,-8-2-6 0,1 5-8 0,-4-5-5 16,-3 2-10-16,-1 1-4 0,-3-3-7 15,2 2-2-15,-3-1-6 0,-3-2-2 0,-1-4-3 16,-1 3 4-16,1-6 4 0,-1 2 3 0,-1-5-2 16,0 1 1-16,-1-2 4 0,-1-2 2 0,3 1 15 15,-3-3 18-15,2 0 7 0,6-1 8 0,-9-2 6 16,4-5 12-16,-1 2-3 0,5-3-10 0,-2-3-1 15,2 1-1-15,0-4-6 0,6-1-9 0,2-4-5 16,3-6-16-16,2 3-5 0,3-6-3 0,2 5-9 16,0 0-5-16,3-1-1 0,-2 7-14 0,-3 2-7 15,-3 1-13-15,2 2-42 0,-5 4-14 0,1-1-37 16,0 4-50-16,-1 0-45 0,0 3-46 0,1-3-68 16,0 7-310-16,1-4-652 0,-11 2 288 0</inkml:trace>
  <inkml:trace contextRef="#ctx0" brushRef="#br0" timeOffset="28876">25552 2348 221 0,'0'0'440'16,"-2"4"-23"-16,2-4-20 0,0 0-34 0,0 0-50 15,0 0-32-15,0 0-50 0,0 0-50 0,0 0-54 16,0 0-53-16,19-10-70 0,-14 7-72 0,5 0-84 15,-2 1-127-15,1-3-146 0,1-3-461 0,-2 1 203 16</inkml:trace>
  <inkml:trace contextRef="#ctx0" brushRef="#br0" timeOffset="29270.86">25819 2120 327 0,'0'0'357'16,"0"0"-27"-16,0 0-35 0,0-4-44 0,0 4-18 0,0 0-22 15,0 0-22-15,0 0-22 0,0 0-20 16,12 8-10-16,-7-2-19 0,0 2-2 0,5 4-14 16,-2 2-11-16,0-1-5 0,1 4-11 0,-2-1-1 15,1 1-10-15,-3 2-6 0,0 0-3 0,2-4-6 16,-2 2-9-16,-3-5-3 0,1 0-4 0,1 1 2 15,-2-5-10-15,-1 1-9 0,1-2 10 0,-2-2-5 16,1-1 4-16,0-1-1 0,1 2 28 0,-1-3 42 16,-1-2 26-16,2 3 34 0,-2-3 29 0,4 2 20 15,-4-2-23-15,5-7-19 0,0 1-17 0,1-3-15 16,1 0-16-16,0-6-9 0,4 0-11 0,-1-1-13 16,6-4-8-16,0-4-13 0,-3 7-12 0,5-2-7 15,-5 4-4-15,-2 1-8 0,-2 3-17 0,4-2-4 16,-5 4-16-16,-2 1-20 0,0-2-8 0,1 5-30 15,-2 2-27-15,0-3-37 0,0 3-57 0,0-2-41 16,3 3-35-16,-8 2-32 0,13 2-54 0,-6 1-355 16,-7-3-764-16,8 3 338 0</inkml:trace>
  <inkml:trace contextRef="#ctx0" brushRef="#br0" timeOffset="29477.6">26309 2372 76 0,'0'0'442'15,"-3"5"-2"-15,3-5-10 0,0 0-22 0,-1 4-38 16,1-4-39-16,0 0-26 0,0 0-37 0,0 0-52 16,0 0-95-16,0 0-124 0,0 0-141 0,0 0-400 15,0 0-588-15,0 0 260 0</inkml:trace>
  <inkml:trace contextRef="#ctx0" brushRef="#br0" timeOffset="32409.76">7535 4661 34 0,'1'-9'171'0,"1"-1"-2"0,0 5-5 0,-1-2-1 16,-1 0-3-16,4 0-5 0,-4 4-7 0,1-2-7 15,2 1-10-15,-3 4-11 0,0-5-15 0,1 2-13 16,-1 3-11-16,0 0-15 0,0 0 0 0,0 0-13 15,0 0-5-15,-5 17-4 0,0 0-4 0,1 7-6 16,3 3-2-16,-6 2-1 0,4 2-3 0,-4 2-2 16,0 0-1-16,2 1-3 0,-1-1 0 0,3 1-1 15,0-4-2-15,0 1-1 0,-1-3-3 0,1-5 0 16,0-3 1-16,1-2-3 0,0-1 1 0,1 0 0 16,-1-5-3-16,0-2-1 0,1 0 2 0,-2-3-2 15,2 3 1-15,-1-5-4 0,0 2 0 0,1-2-1 16,-2-1 4-16,2 1-2 0,0-4-2 0,1-1 1 15,-3 5-4-15,-2-4-22 0,5-1-14 0,-7 0-17 0,7 0-25 16,-12-4-17-16,6 1-33 0,-1-5-44 16,0 2-175-16,2-4-372 0,-2 1 165 0</inkml:trace>
  <inkml:trace contextRef="#ctx0" brushRef="#br0" timeOffset="32767.34">7382 4499 191 0,'-3'-4'221'0,"-1"0"-20"0,3 0-19 0,1 4-18 16,-4-4-20-16,4 4-13 0,0 0-15 16,9-5-11-16,-9 5-12 0,18 4-9 0,-5-3-9 15,3 7-6-15,3 0-5 0,2-1-6 0,6 5 1 0,-1 5-5 16,0 0-7-16,-3 1-4 0,-1 1-2 0,-3 3-1 15,-1 0 9-15,-3 2-4 0,1-1-4 0,-5 0-1 16,-5-5-4-16,-2 0-1 0,-2 0-3 16,-4 0 9-16,-3-1 4 0,-3 2 4 0,-3-2 1 15,-3-3 2-15,-5 6-1 0,2-8-6 0,-2-1-5 0,-4 3 1 16,0-2-3-16,5-4 0 0,-1-2-5 16,2 2-1-16,5-1-2 0,1-2-4 0,1-3-2 15,1 2-3-15,4-1-1 0,-1-3 0 0,0 3 0 16,3-1-6-16,3-2-7 0,-10 2-5 0,10-2-8 0,0 0-14 15,0 0-23-15,0 0-32 0,22-2-39 16,-10 0-51-16,7-4-72 0,-6 2-187 0,6-1-458 0,0 1 203 16</inkml:trace>
  <inkml:trace contextRef="#ctx0" brushRef="#br0" timeOffset="34825.74">8555 4604 83 0,'2'-5'228'15,"-1"2"-9"-15,-1 3-8 0,3-5-9 0,-3 5-15 0,1-2-11 16,-1 2-21-16,3-4-15 0,-3 4-17 0,0 0-14 16,0 0-14-16,0 0-11 0,0 0-9 0,0 0-2 15,-8 14-6-15,3-4-3 0,-5 6 0 16,-4 8-7-16,-1-2-4 0,-4 4-4 0,3 1-4 0,-2 1-3 15,0 0-5-15,-1-1-3 0,-2 4-1 0,2-2-2 16,3-2-4-16,-3-1-1 0,3-1-1 0,1-1-4 16,1-2 1-16,2-7-2 0,3 1-3 15,-2-3-2-15,6-3-21 0,-3-1-19 0,3 0-27 16,1-3-24-16,-1-1-25 0,0-1-6 0,4-2-5 0,-2 1-42 16,3-3-226-16,0 0-410 0,0 0 181 0</inkml:trace>
  <inkml:trace contextRef="#ctx0" brushRef="#br0" timeOffset="35106.08">8229 4734 110 0,'-3'-7'301'0,"3"1"-10"16,3-1-5-16,-6 1-10 0,3 3-12 0,3-2-31 15,-3 5-24-15,0-4-26 0,0 4-22 0,0-5-20 16,0 5-14-16,0 0-6 0,0 0-22 0,6 15-7 15,3-4-11-15,0 4-6 0,3 2-6 0,3 5-2 16,2 3-1-16,3 0-7 0,-2 1-3 0,0-1-8 16,2 2 0-16,-1-2-4 0,3-3-6 0,1 1-3 15,-4-1-2-15,2 1-1 0,-2-5-6 0,-5-4 2 16,1-2-2-16,-2-1-22 0,-4-2-19 0,-3-1-17 16,2-2-18-16,-4-2-14 0,1 2-7 0,-1-4-5 15,-1 1-1-15,0-1 2 0,-3-2-18 0,3 3-61 16,-3-3-67-16,0 0-247 0,0 0-505 0,0 0 225 15</inkml:trace>
  <inkml:trace contextRef="#ctx0" brushRef="#br0" timeOffset="40064.37">9225 4485 139 0,'3'-2'209'0,"0"-1"-15"0,-1 1-9 15,1-3-8-15,-3 5-12 0,4-5-8 0,-2 3-7 16,-2 2-8-16,5-5-9 0,-4 3-2 0,-1 2-15 16,0 0-11-16,2-3-10 0,-2 3-11 0,0 0-12 15,0 0-7-15,0 0-4 0,0 0-13 0,0 0-1 16,0 0-9-16,0 0-4 0,-8 17-2 0,-5-6-5 16,3 2 0-16,-5 3-3 0,-7 4-1 0,4 0-4 15,3-5 2-15,-4 4-2 0,-2 0-2 0,7-5 0 16,-1 0-5-16,-1 2 1 0,1-2-1 0,2 0-1 15,1-4 1-15,0 2-3 0,4-5-1 0,1 3 0 16,2-6-3-16,2 0 3 0,-2 0-1 0,1 1-1 16,1-4 2-16,3-1 14 0,-3 5 6 0,0-4 5 0,3-1 3 15,-2 4 1-15,2-4 3 0,-3 4-3 16,3-4-2-16,0 0-6 0,0 0-6 0,0 0 3 16,5 4-6-16,-1-1-1 0,1-1-3 0,1 1 0 15,5 2-2-15,1 0-4 0,0-1 2 0,7 4-4 16,-5 1 2-16,4 0-3 0,6 2 1 0,-4-2-4 15,-1 0 1-15,0 0 0 0,-1 0 1 0,0-1 1 16,-4 1-1-16,-2-2 1 0,0-1-2 0,-2 1 4 16,0-2-18-16,-2-1-16 0,-3 0-20 0,0-1-28 15,-1 0-21-15,1 0-28 0,-1-1 0 0,-3 2-5 16,-1-4-12-16,-1 5-19 0,1-5-47 0,-4 3-181 16,-5-1-418-16,9-2 185 0</inkml:trace>
  <inkml:trace contextRef="#ctx0" brushRef="#br0" timeOffset="40287.61">8904 5000 253 0,'-3'3'243'0,"3"-3"-29"0,-4 2-17 0,4-2-19 16,0 0-8-16,9 2-5 0,1 1-9 0,3 2-16 15,7-3-9-15,10 1-16 0,-1 1-11 0,7 1-10 16,-3-2-10-16,2 2-28 0,1-1-43 0,0 0-53 16,-1 0-54-16,2-1-78 0,-5-3-163 0,-1 2-362 15,-2-2 160-15</inkml:trace>
  <inkml:trace contextRef="#ctx0" brushRef="#br0" timeOffset="40841.61">9571 4625 124 0,'5'-4'226'16,"1"-1"-24"-16,-1 2-18 0,5 1-16 0,-1 0-19 15,3 0-9-15,-2 2-19 0,3 2-8 0,-2 2-12 16,-3-1-5-16,5 4-8 0,-4 0-3 0,0 1-7 16,-2 1-9-16,3 5-2 0,-3-2-4 0,-5 1-3 15,5 3-4-15,-5 0-3 0,-2 1-7 0,0-1-2 16,-2-1 0-16,-5 1-3 0,5-1-1 0,-6 2-5 15,-1-3 3-15,4-3-2 0,-3-2 1 0,2 0 5 16,2-1-1-16,-2-2 3 0,1 0 5 0,1-2 2 16,3 0 7-16,-2-2 17 0,1 1 24 0,2-3 28 15,-4 4 37-15,4-4 14 0,0 0-19 0,0 0-17 16,5-14-25-16,-1 2-10 0,3-1-11 0,3-4-11 16,7-3-10-16,1-3-7 0,-4 2-7 0,5-1-7 15,-1 2-20-15,0-1 11 0,-5 7 2 0,-3 1-12 16,2 0-5-16,-5 5 1 0,0 0-8 0,-2 4-1 15,0 0-9-15,-1-1-2 0,0 3-26 0,-2 0-27 16,-2 2-5-16,0 0-2 0,9 0 5 0,-5 4 3 16,0 5 2-16,-2-1-1 0,2 4 1 0,1 0 6 0,1 3 8 15,2 2 1-15,-4-1-1 0,5-1-20 16,-4 0-20-16,5-1-24 0,-2 2-27 0,-2-2-31 16,4 0-35-16,-2-5-60 0,-3 1-83 0,-1-7-195 15,4 1-561-15,-3-3 249 0</inkml:trace>
  <inkml:trace contextRef="#ctx0" brushRef="#br0" timeOffset="41115.01">10059 4345 6 0,'0'0'227'0,"2"-3"-27"0,-2 3-17 0,0 0-6 16,13 9-13-16,-5 1-6 0,4 3-5 0,2 7-12 16,4 7-7-16,-1 2-2 0,2 17-7 0,-2 0 3 0,-3 5-9 15,-4-2-4-15,-1 6-13 0,-3-2-9 16,-3 1-6-16,-5-3-8 0,-1-4-6 0,-5-2-9 16,-1-8-2-16,-5-6-6 0,0 3-3 0,-13 4-7 15,-3-1 1-15,-6-4-7 0,-4-4-14 0,-3-2-29 16,-6-3-43-16,-5 0-49 0,-2-6-69 0,-4 0-283 15,-5-3-485-15,0-7 214 0</inkml:trace>
  <inkml:trace contextRef="#ctx0" brushRef="#br0" timeOffset="41576.61">8309 4398 43 0,'0'0'176'0,"-12"2"-14"0,3 0-12 0,-2 4-6 0,-4 7-5 16,-3 7-8-16,-1 5-5 0,-3 6-2 15,-1 17-9-15,0 0 3 0,-13 27-1 0,15-19-3 0,-1 0-7 16,6 3-5-16,3 0-5 0,4-4-7 0,6-1-1 16,7-4 0-16,6 0-2 0,8-7-7 0,7-1-5 15,9-3-4-15,8-4-7 0,9-4-3 16,9-3-18-16,31 0-62 0,2-7-103 0,-28-13-308 16,31 0-464-16,-33-10 206 0</inkml:trace>
  <inkml:trace contextRef="#ctx0" brushRef="#br0" timeOffset="42743.7">13380 4350 112 0,'0'-8'244'0,"0"1"-7"0,0 2-10 0,0-1-12 16,-2 0-13-16,2 1-12 0,0 1-14 0,2 1-17 16,-2 3-15-16,0-6-19 0,0 6-15 0,2-4-15 0,-2 4-14 15,0 0-12-15,0 0-4 0,-2 15-5 16,0-3-15-16,1 4-2 0,-2 9-2 0,-1 2-1 15,4-1-4-15,-6 3-5 0,1 0-2 0,0 3-4 16,4-1 1-16,-2-2-4 0,1-1 2 0,-1-2 0 0,2-5-4 16,1-2-5-16,-5-1 0 0,4-8-2 15,1 4 0-15,-2-4 2 0,1-3-5 0,1-2 2 16,0 1 19-16,1-2 28 0,-1 1 27 0,0-5 42 16,-1 5 41-16,1-5 19 0,0 0-28 0,0 0-13 15,-5-13-9-15,2 3-18 0,1-7-15 0,-2 0-14 16,1-8-10-16,1-4-19 0,0 1-9 0,2-5-2 0,2-2-14 15,-1-2-15-15,4-11-16 0,-1 1-8 16,1 12 2-16,2 1-7 0,0-2-11 0,0 3 33 16,2 3-14-16,-3 1-3 0,0 3 1 0,1 6-1 0,0 2 13 15,1 1-18-15,2 1 2 0,-2 0-1 0,1 5-1 16,5 0-3-16,-1-1 3 0,0 2-1 0,3 4-2 16,2 2-25-16,-1 0-27 0,2 4-31 15,-3 1-28-15,6 5-22 0,-3 0-21 0,0 3-21 16,7 6-16-16,-2 1-15 0,2-2-34 0,-7 1-50 0,-5-3-186 15,1-1-525-15,-2 0 234 0</inkml:trace>
  <inkml:trace contextRef="#ctx0" brushRef="#br0" timeOffset="43033.46">13377 4487 169 0,'-3'2'194'0,"3"-2"-9"0,-4 3-8 16,4-3-8-16,-2 4-15 0,2-4-11 0,0 0-12 16,0 0-12-16,0 0-8 0,0 0-11 0,23-1-11 15,-5-2-8-15,1 0-4 0,12-3-8 16,6 3-7-16,0-2-9 0,15-4-5 0,-12 6-3 0,11-1-7 15,-11 1-2-15,-2 0-13 0,-3-1-17 0,-1 1-20 16,-6 3-21-16,2-3-18 0,-11 3-33 0,-3 0-18 16,-3-1-36-16,-5 0-39 0,-4 1-99 0,-2-2-302 15,-2 2 134-15</inkml:trace>
  <inkml:trace contextRef="#ctx0" brushRef="#br0" timeOffset="43563.36">14447 4178 166 0,'0'0'176'0,"5"-4"-19"0,-5 4-14 16,10 0-17-16,0 0-10 0,-1 1-16 16,1 2-7-16,4-1-6 0,3 3-4 0,2 2-7 15,-1 2-3-15,-3 1-6 0,-1-3-2 0,-1 5-2 16,-2-4-10-16,0 6-6 0,-5-4-2 0,0 2-2 0,-4 0-3 15,1 6-2-15,-5-6-1 0,0 5-3 16,-3 0 0-16,-3-3-3 0,-2 2 3 0,-2-1-5 16,1 0-1-16,-5-2 2 0,6-2 3 0,-4 0 2 15,0 0-4-15,5-4 0 0,4-3-3 0,-4 3 0 16,5-3 0-16,-1 1-5 0,1-4-2 0,0 3-3 0,-1-1 6 16,5-3 6-16,-2 1-4 0,2-1 5 15,0 0 2-15,0 0 6 0,16 0 2 0,-4 0-3 16,2 0-6-16,4-1 6 0,-2-3-12 0,3 4 5 15,2-3-6-15,1 2-7 0,-1 0 3 0,1-3-4 16,0 1-3-16,-3 3-2 0,3 0 1 0,-4-1-3 0,-5 1 0 16,-1-1-4-16,0-1-5 0,-7 2-9 15,4-1-10-15,-3 1-15 0,-1-2-35 0,-1 0-56 16,-1-1-42-16,-3 3-29 0,1-6-191 0,-1 1-418 16,-2-1 185-16</inkml:trace>
  <inkml:trace contextRef="#ctx0" brushRef="#br0" timeOffset="43825.2">14928 4096 233 0,'3'-3'211'0,"-3"3"-20"0,0 0-20 0,5-1-16 16,-5 1-14-16,9 4-16 0,1 3-17 0,3 4-5 15,1 2-3-15,-1 1-3 0,6 7-6 0,-5 0-9 16,0 3-4-16,-1 3-7 0,-2-3-5 0,-2 6-6 16,-5-2-4-16,-3 3-3 0,-3-2-2 0,-3 0-6 0,-7 1-18 15,1 1-11-15,-6-5-11 0,-2 0-13 16,-8 1-16-16,0-5-23 0,-1 0-24 0,-4-4-35 16,-1-4-62-16,-4-2-151 0,0-3-345 0,1-2 152 15</inkml:trace>
  <inkml:trace contextRef="#ctx0" brushRef="#br0" timeOffset="44142.97">14417 4050 13 0,'-1'-4'191'0,"1"4"-21"0,0 0-19 16,-8 0-14-16,8 0-19 0,-10 10-8 0,2 0-12 15,-2 5 0-15,-6 10-1 0,1 3-2 0,-2 4-8 16,-4 11-6-16,3 1-9 0,-1 2 3 0,10-12-7 16,-7 11-3-16,9-11-2 0,2 0-5 0,1 3 1 15,4-3 10-15,4-1-6 0,1-3 3 0,7 1 0 16,3-2-4-16,5-3-2 0,2-4-4 0,8 0-8 15,-1-4-3-15,7-6-3 0,-1-1-28 0,14 1-39 16,2-1-57-16,4-7-74 0,-16-2-217 0,0 0-403 16,2-4 179-16</inkml:trace>
  <inkml:trace contextRef="#ctx0" brushRef="#br0" timeOffset="44440.64">15666 4410 109 0,'0'0'352'0,"0"0"-22"0,0 0-35 16,0 0-30-16,0 0-31 0,0 0-24 16,16-8-21-16,-5 6-22 0,1-1-21 0,4-1-34 15,3 2-38-15,0-1-46 0,1 3-47 0,-2-4-52 16,3 1-53-16,-1 0-74 0,-2-1-153 0,0 1-378 16,-4 3 167-16</inkml:trace>
  <inkml:trace contextRef="#ctx0" brushRef="#br0" timeOffset="44577.11">15734 4512 36 0,'-10'9'177'0,"5"-4"-2"0,0 0 2 0,3 2 7 15,0-4 7-15,6 2-2 0,1-1-12 0,8-4-16 16,5 5-18-16,14-5-16 0,-3 1-51 16,6-1-73-16,2-1-99 0,-2-4-191 0,-2 0-311 15,2-5 138-15</inkml:trace>
  <inkml:trace contextRef="#ctx0" brushRef="#br0" timeOffset="45227.51">16886 4112 207 0,'0'-5'243'0,"0"3"-16"0,0 2-9 15,0-9-12-15,1 6-18 0,-1 3-18 16,0-5-19-16,0 5-16 0,0 0-15 0,3-3-19 16,-3 3-8-16,0 0-12 0,0 0-8 0,1 13-8 15,4-2-1-15,-4 4-6 0,2 3 5 0,-2 8-5 0,-1 3-5 16,-1 0-2-16,-2 2-8 0,2 1-2 0,-4-1-2 15,0 1-4-15,1 2-1 0,-1 0-6 16,1-4 4-16,3-2-5 0,-2 1-2 0,3-3-1 16,-1-9-2-16,1 1-1 0,-3-2 0 0,2-1-6 15,1-3-7-15,0-2-20 0,-3-3-23 0,1-1-11 16,2 1-11-16,-1-3-13 0,1 1-5 0,-3-1-1 16,3-1 8-16,0-3-10 0,-5 4-38 0,5-4-34 15,0 0-49-15,-19-10-144 0,14 6-373 0,-1-3 165 16</inkml:trace>
  <inkml:trace contextRef="#ctx0" brushRef="#br0" timeOffset="45578.62">16895 3897 135 0,'0'0'217'0,"0"-5"-29"16,1 2-20-16,-1 3-18 0,8-4-17 0,-3 3-12 15,3 2-13-15,3 3-11 0,3 0-9 0,4 3-7 0,5 3-7 16,4 4 4-16,1 1-9 0,0 3-1 0,0 3-4 16,-1 0-21-16,1 5-2 0,-2 0-2 15,-7 0-8-15,-1 2-4 0,-4-4 3 0,-4 0-5 16,-3 3-5-16,-5-10-1 0,-2 0 4 0,-4 2-7 15,-5-4 5-15,-3 0 3 0,-8 4-6 0,-5-5 7 0,-6-2-3 16,0 0-1-16,-2-2 1 0,4-3-6 16,-2 1 1-16,-1-3-2 0,3-3 0 0,-2 2-2 15,8 1-2-15,4-3 1 0,1-2-3 0,4 1-1 16,1 1 0-16,6-2-10 0,-1 1-23 0,2-1-31 16,6 0-43-16,0 0-49 0,0 0-202 0,0 0-380 0,23-10 169 15</inkml:trace>
  <inkml:trace contextRef="#ctx0" brushRef="#br0" timeOffset="46099.01">18096 3999 64 0,'-6'8'155'0,"-1"1"-14"16,-5 7-2-16,0-1-7 0,-4 9-9 0,-1-2-13 16,-5 3-3-16,3 0-9 0,1 2-13 0,-4-1-6 0,3 1-8 15,1-2-4-15,2 0-4 0,0-2-11 16,1-1-1-16,5-5-3 0,-2 0-17 0,1 2-18 16,2-6-10-16,0 1-10 0,0-5-47 0,3 1-22 15,-2-4-26-15,-1 0-131 0,-1-3-251 0,2-1 112 16</inkml:trace>
  <inkml:trace contextRef="#ctx0" brushRef="#br0" timeOffset="46322.06">17809 4079 129 0,'1'-3'270'0,"-1"0"-30"0,1-2-27 0,-1 5-24 16,0 0-19-16,0 0-17 0,0 0-20 15,9 8-11-15,-2 1-11 0,-1 4-7 0,5 2-13 16,4 9 0-16,0 1-7 0,2-3-8 0,0 7-5 16,2-4-7-16,-1 3-4 0,4-1-2 0,-2 1-9 0,4 0 2 15,-5-3-30-15,0-1-18 0,-1-2-38 16,0-2-39-16,-6-7-51 0,4-3-60 0,-5-2-171 16,-2-1-386-16,1-2 172 0</inkml:trace>
  <inkml:trace contextRef="#ctx0" brushRef="#br0" timeOffset="46808.2">18809 3959 259 0,'1'-3'245'0,"-1"3"-26"16,4-4-22-16,-4 4-19 0,0 0-23 0,0-4-18 15,0 4-13-15,0 0-11 0,0 0-15 0,-5 12-10 16,-2-8-8-16,0 6-10 0,-1 0-4 0,-3 5-6 15,-7 4-8-15,-1 1-3 0,0 1-5 0,-3-2-4 16,-1 5-1-16,0-4-4 0,0 0 0 0,0 1 0 16,-1-4-4-16,2 0 1 0,8-3-4 0,1-4-5 15,2-1-1-15,2-4-4 0,1 4 0 0,2-5-4 16,2 1 0-16,1-2 2 0,-1 1-1 0,2-2 3 16,2-2-5-16,-4 4-2 0,3 0 4 0,1-4 22 0,5 7 9 15,-1-4 6-15,3 2-2 0,2 1-7 16,2-1-1-16,0 2-5 0,4 3-2 0,2-3-8 15,0 3 0-15,0-2-2 0,0 3-3 0,2 1 2 16,-1-2-2-16,0 2-4 0,5 3 1 0,-8-5-16 16,2 3-12-16,-2-2-25 0,1-2-31 0,-4 3-41 15,-2-4-38-15,1 2-36 0,-3-3-58 0,-3-2-173 16,-1-1-443-16,-2-3 196 0</inkml:trace>
  <inkml:trace contextRef="#ctx0" brushRef="#br0" timeOffset="47022.06">18474 4547 30 0,'-6'3'216'0,"6"-3"-20"0,0 0-22 15,-1 5-6-15,1-5 3 0,7 6 0 0,2 0-17 0,2 0-10 16,4 5-15-16,3-3-15 0,6 2-10 0,2 1-9 15,0-1-8-15,1 0-23 0,1-1-48 16,-3 0-48-16,-2-5-69 0,-2 0-216 0,0 3-344 16,-2-5 153-16</inkml:trace>
  <inkml:trace contextRef="#ctx0" brushRef="#br0" timeOffset="47633.43">19125 4081 46 0,'-1'-4'277'0,"1"4"-22"0,0 0-22 16,0 0-22-16,6-6-24 0,-2 3-18 0,5 3-17 15,1-1-18-15,0 2-14 0,2-1-12 0,-1 3-11 16,-1 1-11-16,4 0-10 0,-3 2-8 0,1 2-7 15,-3 1-2-15,4 1-5 0,-4 1-7 0,0 3-1 16,-4-2-7-16,0 2-2 0,-1 3-4 0,-4 0-2 16,-1-1-1-16,-2 1-3 0,-3-2-2 0,-4 2-3 15,0-1-4-15,-1 1 4 0,-2-3-3 0,-1 0 3 16,1-3 3-16,0 1 1 0,2-4-2 0,2 0 1 16,-3-2 0-16,5 0 1 0,1-2-5 0,2-1 10 15,0 1-4-15,-1-1-8 0,1-2 6 0,4-1 16 16,-5 4 12-16,5-4 3 0,0 4 8 0,0-4 1 15,0 0 3-15,0 0-4 0,0 0-12 0,17-2-4 16,-6 1-6-16,2 0 2 0,5-3-9 0,2 3-4 16,0-3 0-16,1 1-6 0,7 0-6 0,-6-1-2 15,-3 1-5-15,4 0 7 0,-4 3-2 0,-6 0-6 0,1 0 2 16,-1-1-1-16,-4-2-2 0,-3 3-7 16,2-1 18-16,-3 1-12 0,-5 0 0 0,7-2 2 15,-7 2-9-15,7-2 6 0,-7 2-2 0,0 0-14 16,5-2-17-16,-5 2-12 0,0 0-16 0,0 0-19 15,0 0-23-15,9-1-23 0,-9 1-85 0,0-4-70 0,0 4-248 16,0-6-562-16,1 5 249 0</inkml:trace>
  <inkml:trace contextRef="#ctx0" brushRef="#br0" timeOffset="47957.14">19636 3813 140 0,'0'0'197'0,"0"0"-21"0,0 0-22 0,0 0-11 15,0 0-7-15,13 16-10 0,-3 0-2 16,-2 2-9-16,7 8-5 0,0 6 3 0,3 11-7 15,0 6 3-15,-3 2 0 0,2-1-5 0,-3 4-9 0,-6 3-7 16,-2-3-2-16,-3 1-5 0,-6 2-6 16,-6-2-2-16,-1 0-5 0,-5-4-7 0,-6-2-5 15,-6-5-4-15,-1-1-2 0,-6-6-5 0,-6-1-15 16,-3-5-25-16,-7-2-39 0,-3-4-36 0,-3-3-53 16,4-5-74-16,-7-2-204 0,-4-6-434 0,2-5 192 15</inkml:trace>
  <inkml:trace contextRef="#ctx0" brushRef="#br0" timeOffset="48527.45">17701 3817 50 0,'4'-4'306'0,"-3"1"-18"0,-1 3-29 0,0 0-25 15,0 0-28-15,3-3-23 0,-3 3-18 0,0 0-21 16,0 0-19-16,-6 13-12 0,-1 1-11 0,-6 10-14 0,-6 7-9 16,-9 18-7-16,-13 21-2 0,-2 5-26 0,12-21-4 15,-9 20-4-15,15-21 1 0,1 3-4 16,7 0-2-16,2 3 3 0,10-3-3 0,6 1-3 15,8-2 6-15,13-7-2 0,10 1 0 0,12-8 2 16,25 13-7-16,-15-24-38 0,30 7-74 0,6-15-122 16,-33-8-236-16,2-5-479 0,1-5 212 0</inkml:trace>
  <inkml:trace contextRef="#ctx0" brushRef="#br0" timeOffset="60422.86">4905 6682 70 0,'0'0'153'0,"-1"-3"-16"0,1 3 5 16,0-5-3-16,0 5-4 0,1-4-1 0,-1 4-5 16,0-5-6-16,0 5-5 0,-4-5-7 0,4 5-4 15,-1-6-6-15,1 6-12 0,0 0-2 0,0 0-14 16,0-4-11-16,0 4-6 0,0 0-5 0,0 0-15 15,0 0-3-15,0 0-5 0,0 0 1 0,-2 13-8 16,-1-2-8-16,0 1 7 0,1 7-5 0,-3 8-1 16,-1 2 0-16,0 3-2 0,-1 2-2 0,1 11 2 15,3-10-3-15,-4-1-2 0,5 0 7 0,-1-3-5 16,3 1-5-16,-4-2 1 0,2-2 4 0,2-3-6 16,-3-5-3-16,2-2 4 0,1 0 0 0,1-5 2 15,-2 0-1-15,0-1-1 0,-1-5-2 0,2 2 4 16,0-2-1-16,2-4 3 0,-2 2-2 0,0-1 0 15,0-1 3-15,1 1 3 0,-1-4 6 0,0 0 7 16,-1 6-2-16,1-6-3 0,0 0-9 0,0 0-26 16,0 0-27-16,-11-7-24 0,9 1-27 0,-1 1-29 15,-2-4-35-15,1-3-179 0,1 5-363 0,0-6 160 16</inkml:trace>
  <inkml:trace contextRef="#ctx0" brushRef="#br0" timeOffset="60805.75">4796 6555 28 0,'0'0'137'0,"6"-2"-17"0,-1 0-7 15,-5 2-13-15,14 2-8 0,-4-1-8 16,4 1-12-16,-1 3-10 0,6-2-11 0,-1 4 0 16,1 0 1-16,1 0-11 0,-2 5-4 0,3-2-5 0,2 5 2 15,-8-1 1-15,0 0-10 0,-3 1 0 0,-3 2-9 16,1-3 5-16,-7 3-2 0,-2-5 11 0,-2 3 6 16,-3 2 10-16,-5 0 9 0,-1-3-7 15,-8 6 7-15,1-7 4 0,-6 3-2 0,-1-1 6 0,-2-2-8 16,3 0-2-16,4-4-8 0,0-1 5 0,2 0-5 15,0 0-7-15,5-3 1 0,-1-1-5 0,3 3-6 16,1-5-5-16,3 1-1 0,-2-1-20 0,6 0-17 16,-2 1-12-16,0-1-6 0,1 1-5 0,3-3-23 15,0 0-40-15,0 0-82 0,17-3-96 0,-7 2-302 16,-1-3 134-16</inkml:trace>
  <inkml:trace contextRef="#ctx0" brushRef="#br0" timeOffset="61696.44">5857 6691 108 0,'0'0'187'16,"0"0"-9"-16,3-4-17 0,-3 4-10 0,0 0-15 0,0 0-16 16,1-3-13-16,-1 3-12 0,0 0-12 0,0 0-9 15,0 0-10-15,-8 12 4 0,6-5-6 0,-7 3-4 16,-3 5-7-16,2 2 1 0,-8 3-10 0,0 3 3 15,0 2-4-15,-1 1-7 0,4 1-1 0,-3-3-3 16,4 3-3-16,-1-3-2 0,0 0 2 0,3-2-6 16,2-5-1-16,2 0-2 0,0-1 1 0,2-1-2 15,1-5-10-15,1-1-10 0,0-1-16 0,0-1-30 16,3-3-17-16,-3 1-13 0,0-2-25 0,4-3-63 16,0 0-112-16,-5 1-303 0,5-1 134 0</inkml:trace>
  <inkml:trace contextRef="#ctx0" brushRef="#br0" timeOffset="62011.12">5563 6724 82 0,'0'-3'290'0,"-2"-1"-23"0,2 4-22 0,0-6-23 16,0 6-25-16,-2-3-23 0,2 3-20 0,0 0-17 15,0 0-16-15,0 0-6 0,8 14-17 0,-2-4-13 16,2 5-7-16,1 0-7 0,1 4-11 0,11 3-4 16,-6 3-1-16,3-1-7 0,1 1-5 0,5 0 1 15,-3 0-7-15,2-2-4 0,0 1 0 0,1-2-8 16,-6-2 1-16,5-2-4 0,-4 0 1 0,-3-4 0 16,-1-2-2-16,-1-1-3 0,-5-1 0 0,1-3-3 15,-2-1-3-15,-3-1-5 0,0-2-6 0,1 1-1 16,-3-1-6-16,-1-1-8 0,-2-2-11 0,4 3-9 15,-4-3-25-15,0 0-31 0,0 0-42 0,0 0-32 16,0 0-61-16,-20-3-144 0,15 1-398 0,-2-1 177 16</inkml:trace>
  <inkml:trace contextRef="#ctx0" brushRef="#br0" timeOffset="96601.93">6244 6867 92 0,'0'0'186'0,"0"0"-2"0,-1-2-10 0,1 2-5 16,0 0-10-16,0 0-5 0,0 0-8 0,-3-5-8 15,3 5-6-15,0 0-10 0,0 0-13 0,0 0-6 16,0 0-8-16,0 0-9 0,0 0-4 0,0 0-6 15,0 0-8-15,0 0-6 0,0 0-5 0,0 0-5 16,0 0-3-16,0 0-6 0,0 0-6 0,0 0 3 16,0 0-6-16,0 0-4 0,0 0-8 0,0 0 2 15,0 0-4-15,0 0 2 0,0 0 4 0,0 0-4 16,0 0-3-16,0 0 1 0,0 0-2 0,0 0 4 16,0 0-1-16,0 0 0 0,0 0-1 0,0 0 1 15,0 0-3-15,0 0-3 0,0 0-1 0,0 0-3 16,0 0-1-16,9-1 0 0,-1 0-2 0,5-1-2 15,2 1-1-15,6-1 1 0,-2-1-2 0,9 2 3 16,1 1-4-16,-7-3 0 0,6 3-1 0,0 0 1 16,0-2 1-16,-6 2-4 0,-1-2 0 0,-2 2 2 15,-3 0-3-15,-2-1 2 0,-3-1-15 0,-4 1-8 16,1 0-9-16,-2 0-20 0,-6 1-11 0,0 0-9 16,0 0-15-16,0 0-11 0,-14 7-21 0,3-4-9 0,-7 3-13 15,0 0-11-15,-1-3-12 0,2 2-167 16,-2 1-356-16,0-1 157 0</inkml:trace>
  <inkml:trace contextRef="#ctx0" brushRef="#br0" timeOffset="96975.57">6248 7017 117 0,'0'0'173'0,"0"0"-7"0,-9 1-12 16,9-1-13-16,0 0-8 0,0 0-8 0,0 0-17 15,0 0-11-15,0 0 1 0,0 0-11 0,0 0-5 16,27-2-4-16,-8 1-9 0,2-1-10 0,7-2-4 15,0 0-5-15,1 1-9 0,2-3 3 0,-3 2 2 16,5 0 1-16,-6 0-7 0,4 2-3 0,-4-1-4 16,-8 1 0-16,-2 0 0 0,-6-1-4 0,-1 1 6 15,0 2 7-15,-5 0 3 0,0-3 1 0,1 3 1 16,-6 0-2-16,7 0-2 0,-7 0-8 0,0 0-16 16,0 0-12-16,0 0-18 0,0 0-17 0,-19 3-21 0,6-2-22 15,2 2-10-15,0-2-41 0,0-2-30 0,1 4-186 16,1-1-366-16,1 1 162 0</inkml:trace>
  <inkml:trace contextRef="#ctx0" brushRef="#br0" timeOffset="97568.45">7209 6777 73 0,'-1'-3'221'15,"-2"-1"-9"-15,-1 0-10 0,2 0-15 0,-2-1-11 16,-1 2-9-16,0-1-15 0,-3 2-17 0,-1 1-10 16,0-3-13-16,0 1-12 0,-2 3-10 0,-2 0-11 15,-1 3-8-15,1 1-8 0,-5 1-12 0,2 3-1 16,-1 2-10-16,0 1-1 0,1-1-5 0,2 4-3 16,0-2-3-16,1 5-1 0,-1-1-6 0,5 0 1 15,0 1-1-15,0-3-4 0,4 0-1 0,1-3-1 16,3 1 2-16,-2-2 2 0,3-4-2 0,3 2 2 15,-3-1 6-15,1-2 4 0,3-1 10 0,1-3 11 16,4 1 7-16,1-4-1 0,2-1-2 0,3-4 5 16,0 2 1-16,2-5 6 0,-3-1 4 0,0-1-2 15,-2-1-2-15,0 0 0 0,1-4-3 0,-3 3-2 16,1 4 7-16,-4 0 2 0,1 1 11 0,-3 2 8 16,0 0-16-16,-1 1-11 0,0 2-11 0,-3 2-7 15,3-1 5-15,-4 3-24 0,5-7-15 0,-5 7-17 16,0 0 6-16,0 0-2 0,0 0-2 0,10 12 5 15,-7-5-5-15,-2 3 5 0,4 2 2 0,-1 0-1 16,1 1-4-16,-1-2 5 0,5 2-8 0,-4-1-4 16,1-2-19-16,2 0-9 0,-1-1-15 0,-1-1-16 15,-2-2-21-15,1-2-21 0,1 0-21 0,-1-1-27 16,1 1-30-16,2-4-34 0,-8 0-48 0,11-7-190 16,-8 3-498-16,1 0 221 0</inkml:trace>
  <inkml:trace contextRef="#ctx0" brushRef="#br0" timeOffset="97850.22">7357 6568 238 0,'0'-3'277'15,"0"3"-28"-15,0-4-27 0,0 4-23 0,0 0-25 16,3-3-16-16,-3 3-16 0,0 0-22 0,10 7-12 15,-1 2-3-15,0 4-5 0,4 2-1 0,3 7-4 16,3 4-4-16,-2-1-6 0,-3 2-8 0,-1 2-1 16,-2-3-4-16,-2 3-6 0,-1 2-6 0,0 2 5 15,-8 0-17-15,-4-5 1 0,-2 1-4 0,-5-2 8 16,-5 2-25-16,-5-3-10 0,-2-1-20 0,-7-1-23 16,-10 5-35-16,-10-5-50 0,0 1-59 0,-2-7-101 15,-7-4-145-15,-1-5-447 0,-3 0 198 0</inkml:trace>
  <inkml:trace contextRef="#ctx0" brushRef="#br0" timeOffset="98403.43">5641 6478 142 0,'-4'-4'176'0,"4"4"-12"16,-1-3-10-16,1 3-17 0,0 0-12 0,0 0-15 16,0 0-12-16,0 0-8 0,-14 8-14 0,6-1-5 15,-6 6-7-15,1 1-6 0,-6 10-7 0,-1 2 2 16,-2 4-1-16,-7 13-1 0,-1 5-3 0,-3-1 5 16,4 5-5-16,-1 1 2 0,6-2-1 0,3-2-4 15,4-3 8-15,4-1 1 0,5-13-2 0,6 0 11 16,2 0-9-16,4-1-3 0,6-4 1 0,5-1-6 15,4-2 2-15,8-5-1 0,5 1-5 0,15 1-6 16,7-7-9-16,1 1-21 0,1-4-47 0,7-6-54 16,1-2-69-16,-3-4-219 0,7 1-415 0,-4-4 184 15</inkml:trace>
  <inkml:trace contextRef="#ctx0" brushRef="#br0" timeOffset="99183.38">8060 6867 28 0,'0'0'169'0,"0"0"-9"16,0 0-12-16,0 0-6 0,0 0-7 0,0 0-13 15,0 0-6-15,0 0-5 0,0 0-4 0,0 0-4 16,-9 0-5-16,9 0-3 0,0 0-1 0,0 0-3 16,0 0-2-16,0 0-5 0,0 0-3 0,0-6 4 15,0 6-12-15,0 0-5 0,0 0-4 0,0 0-2 16,0 0-3-16,0 0-7 0,0 0-5 0,0 0-7 16,0 0-1-16,15 0 2 0,-3 0-11 0,-2 0-2 15,5-1-5-15,5 0-1 0,0 0-3 0,3-2-2 16,5 2 1-16,-6-1-2 0,6 0-2 0,-5 2 0 15,-2-1 0-15,-1 1 0 0,-3-3-3 0,-2 3-2 16,-4 0-1-16,0 0-2 0,0-2-2 0,-4 1 3 16,-1 1-2-16,-6 0-9 0,10 0-13 0,-10 0-23 0,5-2-33 15,-5 2-42-15,0 0-43 0,0 0-45 16,0 0-176-16,0 0-410 0,-19-2 181 0</inkml:trace>
  <inkml:trace contextRef="#ctx0" brushRef="#br0" timeOffset="99563.61">8023 7017 67 0,'-4'3'182'0,"4"-3"0"0,0 0-11 0,0 0-9 16,0 0-17-16,0 0-6 0,0 0-13 0,0 0-4 16,0 0-9-16,17 0-8 0,-8-2-7 0,4 2-11 15,6-2-8-15,1 1-11 0,9-1 0 0,0 2-14 16,-1-2-3-16,1 1-4 0,-2 1-5 0,1 0-1 15,-7 0-6-15,-2 0-4 0,-3-1-3 0,-2 1-5 16,-2 1 1-16,-1-1-6 0,-2 0 1 0,-2 0-2 16,-1 0-5-16,-6 0 2 0,9 0-5 0,-9 0-10 15,6 1-5-15,-6-1-18 0,0 0-25 0,0 0-37 16,0 0-59-16,0 0-200 0,-19 5-374 0,13-5 166 16</inkml:trace>
  <inkml:trace contextRef="#ctx0" brushRef="#br0" timeOffset="104266.43">9826 6609 118 0,'0'0'112'0,"0"-7"0"15,0 4 0-15,0 3 5 0,0-6-19 0,0 2 5 16,0 4 4-16,0-6-13 0,0 6 11 0,0-5-7 16,0 5 1-16,0-5-6 0,0 5-3 0,1-3-3 15,-1 3-5-15,2-6-9 0,-2 6 0 0,0 0-18 16,0 0-3-16,0 0-10 0,0 0-13 0,0 0 2 16,0 0-11-16,0 0-1 0,-3 18-2 0,2-5-7 15,-2 3 5-15,-1 5-6 0,2 4 0 0,-1 2-2 16,-1-1-2-16,3 2 4 0,-1 3 1 0,-2-2-4 15,4 2 0-15,-2-4 1 0,1 1-4 0,0-2 6 16,-3-5-3-16,4-3-6 0,-1-2 9 0,1 1-2 16,-4-4-4-16,4-2 2 0,-1 1 1 0,-3-2 0 15,4-3-1-15,0 0-1 0,0 1 1 0,0-5-5 16,-1 3 2-16,-2 0 4 0,3-1 1 0,0-3-2 16,0-2 1-16,-1 6 1 0,1-6-3 0,-3 4 3 15,3-4-4-15,-1 4 1 0,1-4 5 0,0 0-2 16,0 0 0-16,0 4-5 0,0-4 0 0,0 0-24 15,0 0-29-15,0 0-24 0,-10-7-18 0,7 3-15 16,2-1-21-16,-3 1-29 0,0-5-116 0,2-1-297 16,-1 1 133-16</inkml:trace>
  <inkml:trace contextRef="#ctx0" brushRef="#br0" timeOffset="104700.96">9715 6549 11 0,'-3'-4'187'0,"2"1"-7"16,1-1-15-16,-3 0-21 0,3 4 0 15,-1-5-13-15,-1 2-20 0,2 3-10 0,2-5-7 0,-2 5-9 16,1-4-10-16,3 2-10 0,-4 2-7 0,9-2-3 15,0 2-10-15,0 2-5 0,4 0-3 0,2 1-6 16,2-1 0-16,2 5 2 0,8 1-3 0,-2 1-5 16,-7 0 3-16,7 4-6 0,-5-1 2 0,-5 0-3 15,7 3-2-15,-9 0 0 0,2-1-2 0,-2 0-7 16,-3 3 6-16,-1-5-7 0,-2 3 0 16,-5-3-4-16,-4 2 3 0,-2-2-2 0,-4 3-1 0,-2-2 9 15,-4 1-2-15,-9 2-2 0,1-1 2 0,-1 1 6 16,-3-3-8-16,1 2 5 0,6-6-2 0,1 0 2 15,-3-2 0-15,1 3-1 0,5-5 0 0,2 1 0 16,0 0-3-16,4-4-2 0,0 2 0 0,4-1-2 16,-3-1-3-16,6 0 5 0,-5-1 0 0,7-1-5 15,-5 2-5-15,5-2 5 0,0 0-10 0,0 0-12 16,0 0-26-16,0 0-29 0,17 0-43 0,-17 0-47 16,14-2-157-16,-5-2-346 0,0 0 153 0</inkml:trace>
  <inkml:trace contextRef="#ctx0" brushRef="#br0" timeOffset="107151.68">10949 6633 114 0,'4'-4'136'0,"-4"4"4"15,4-2-1-15,-4 2-4 0,2-3 1 0,-2 3 0 16,3-3-5-16,-3 3-12 0,3-2-10 0,-3 2-8 16,0 0-11-16,0 0-12 0,0 0-7 0,0 0-9 15,0 0-6-15,0 0-8 0,0 0-7 0,-8 10-1 16,3-3-6-16,-5 2-2 0,-3 1-4 0,-1 5-3 16,-8 3 2-16,5 0-5 0,-2 0-3 0,0 3-2 15,5-1-1-15,-4 3-3 0,-1-1 3 0,6-3-2 16,2-2 3-16,-1 2-6 0,1-2 1 0,-2-4-2 15,4 3-12-15,-1-3-18 0,1-1-20 0,0-3-20 0,1 0-17 16,2 0-31-16,-2-2-37 0,2-3-146 16,-2-3-314-16,4 1 138 0</inkml:trace>
  <inkml:trace contextRef="#ctx0" brushRef="#br0" timeOffset="107371.4">10607 6728 23 0,'0'-5'238'0,"0"0"-12"16,1 2-10-16,-1 3-16 0,0-5-25 0,0 5-18 0,0-4-18 16,0 4-14-16,5-2-18 0,-5 2-9 0,0 0-9 15,12 6-12-15,-6-1-7 0,4 1-9 0,0 1-4 16,5 4-1-16,1 0-2 0,0 3-9 16,4 3-3-16,-1 1-2 0,0 0-3 0,-1 2-5 0,1-1 1 15,-1 0-3-15,4 1-16 0,-4-3-27 0,-3-2-28 16,-2-3-24-16,4-1-30 0,-6 2-36 0,0-5-219 15,-3 0-378-15,0-3 167 0</inkml:trace>
  <inkml:trace contextRef="#ctx0" brushRef="#br0" timeOffset="107966.3">11522 6583 189 0,'0'0'181'0,"2"-2"-11"0,-2 2-10 0,0 0-18 16,0 0-20-16,1-3-8 0,-1 3-11 0,0 0-16 15,0 0-15-15,0 0-1 0,0 0-10 0,0 0-7 16,0 0-6-16,0 0-5 0,-11 14-5 0,6-7 0 15,-3 1-7-15,-2 0-4 0,-4 4-2 0,1 1-3 16,-5 0-4-16,4 1 1 0,-8 3 5 0,6-2-6 16,2-1-6-16,-1 1 1 0,0-3-1 0,0 2-3 0,4 1-2 15,-1-2 0-15,6-1 2 0,-2-3-5 16,2-1 0-16,-1 1 1 0,5-1-4 0,-2-4 2 16,0 2 2-16,3-1-3 0,1 1 3 0,-3-2 3 15,6 1 7-15,-2-2-2 0,4 2 5 0,-1-1-1 0,4 3 0 16,-2 0-2-16,5-3-4 0,0 0-1 15,-1 6 1-15,3-5-1 0,1 4-2 0,2-1 3 16,0 1-5-16,0-1 1 0,-1 1 1 0,1 2-3 16,-2-2 1-16,1-1 0 0,-3-2 2 0,-3 2-6 0,1-1 2 15,-1-2 3-15,0 0-2 0,2 1 2 0,-5-3-2 16,-1 1-12-16,-1-1-24 0,0 0-18 0,-2 1-19 16,1-2-28-16,-3-2-2 0,2 3-31 15,-2-3-161-15,0 0-314 0,-9 3 139 0</inkml:trace>
  <inkml:trace contextRef="#ctx0" brushRef="#br0" timeOffset="108273.79">11220 7113 64 0,'0'0'144'16,"0"0"-12"-16,0 0-9 0,14 0-18 0,-9 2-12 15,-1 0-8-15,5 2-11 0,0 0-3 0,0 3-6 16,1 0-5-16,3 3-5 0,5 0-4 0,0-1-3 15,5 5-3-15,2-1-7 0,1-1-4 0,-7-1 2 16,5 0-15-16,-2-2-42 0,2-2-55 0,-7-2-133 16,-2-2-224-16,2 0 100 0</inkml:trace>
  <inkml:trace contextRef="#ctx0" brushRef="#br0" timeOffset="109036.35">12071 6694 132 0,'-4'-5'228'0,"-1"0"-19"0,3 0-12 0,-1 2-15 15,-2 1-18-15,1-1-17 0,-1 2-18 16,0-2-14-16,5 3-14 0,-17 3-9 0,7-1-12 16,-3 4-9-16,-1 0-5 0,-2 4-10 0,2 0-6 15,-4 2-3-15,2 0-5 0,1 3-4 0,2-1-4 0,-1 3-3 16,4-2-1-16,0 3-5 0,0-3 1 15,3 2-2-15,1-1-2 0,3 0-1 0,2-4-4 16,-2-5 0-16,5 2 0 0,-1-2 4 0,0-3-2 16,2 1 4-16,1-3 1 0,1 1-1 0,6-6 1 0,-2 2 6 15,1-4 3-15,3-2-2 0,1 0 0 0,-1-1-2 16,1-1-6-16,-1-4-2 0,2 1 3 16,-3 3-6-16,0 1-1 0,-1 2 0 0,-2-2-4 0,-1 4 0 15,-1-1 3-15,-2 2 0 0,0-1-4 0,-1 0-3 16,0 3-1-16,1-2-3 0,-1 2 0 0,-4 1-3 15,9 1-1-15,-3-1-2 0,1 4-6 0,0-1-9 16,2 2-23-16,0 0-20 0,2 0-29 16,1 1-30-16,-2-2-45 0,3 1-59 0,-4-3-146 0,4 2-398 15,-2-3 176-15</inkml:trace>
  <inkml:trace contextRef="#ctx0" brushRef="#br0" timeOffset="109304.51">12276 6555 28 0,'0'0'228'0,"1"-4"-23"0,-1 4-23 0,0 0-18 16,0 0-19-16,13 5-16 0,-7 0-10 0,3 2-6 15,5 6-9-15,-4 1 4 0,8 7-8 0,-4 1-4 16,4 5-5-16,-5-1-9 0,1 4-3 0,-4 3-7 15,-2 1-3-15,-3 0-1 0,-1 2-7 0,-4-4-6 16,-4 2-2-16,-1 0-6 0,-5-3 1 0,-3 1-8 16,-9-1-4-16,-2-4-20 0,-12 6-17 0,-7-3-31 15,-1-5-46-15,-4-2-50 0,-1-3-82 0,-6-9-139 16,0 0-376-16,-2-7 166 0</inkml:trace>
  <inkml:trace contextRef="#ctx0" brushRef="#br0" timeOffset="109814.9">10548 6517 91 0,'0'0'139'16,"-15"0"-14"-16,6 5-16 0,-3 2-14 0,-2 3 0 15,-1 6-11-15,-2 7-6 0,-1 1-12 0,-1 7 1 16,-1 10 2-16,-2 3-8 0,5 2 9 15,6 3 3-15,-1 3-6 0,8-3 0 0,4-2-2 0,3-12-5 16,3 1-7-16,7-2-3 0,1-1-1 0,8-3-6 16,0-2 4-16,16 5-7 0,3-2 1 15,5-7-4-15,1-4-16 0,7-6-36 0,1-3-59 16,-1-2-67-16,3-8-131 0,4 1-295 0,-3-5 130 0</inkml:trace>
  <inkml:trace contextRef="#ctx0" brushRef="#br0" timeOffset="110388.66">12902 6865 92 0,'0'0'219'0,"0"0"-4"16,0 0-10-16,0 0-10 0,-5-4-8 15,5 4-13-15,0 0-9 0,0 0-13 0,0 0-13 16,0 0-8-16,0 0-18 0,0 0-10 0,0 0-11 0,0 0-7 16,28-2-11-16,-12 3-6 0,6-2-8 15,-2 0-4-15,11-1-4 0,0 2-8 0,1-1-7 16,-3 0-2-16,1 0-4 0,-4 1-5 0,-4 0-1 16,-3 0-2-16,-1 1-3 0,-5-1-2 0,0 0 3 0,-3 0-6 15,-2 0-1-15,-3 0-2 0,-5 0 1 0,8-1-6 16,-8 1-15-16,0 0-18 0,8-1-33 15,-8 1-30-15,0 0-43 0,0 0-43 0,0 0-64 0,0 0-126 16,0 0-396-16,0 0 175 0</inkml:trace>
  <inkml:trace contextRef="#ctx0" brushRef="#br0" timeOffset="111365.84">13961 6570 39 0,'-1'-6'172'0,"1"6"-9"16,-3-5 4-16,3 5-7 0,-2-6-6 0,2 2 1 15,0 4-5-15,0-7-5 0,0 7-2 16,-2-5-9-16,2 5-8 0,0-5-10 0,0 5-15 0,0-3-10 16,0 3-20-16,0 0 4 0,0 0-10 0,0 0-9 15,0 0-10-15,0 0-6 0,0 0-5 0,0 0-4 16,0 0-6-16,-1 20-2 0,1-8-3 0,-1 5-2 16,-3 3-2-16,2 6-2 0,0 0 2 0,-3 0-3 15,3 3-1-15,-1 0 0 0,2-2-2 0,-1 3 2 16,2-1-1-16,-1 0-2 0,1-5-1 0,1 2-1 15,-2-8 4-15,2-1-7 0,-1-1 6 0,0-3-5 16,0-2 1-16,-1-1-3 0,2 1 2 0,-1-4-1 16,-1-3 1-16,1 3 3 0,0-3-2 0,1 1 0 15,-1-5-1-15,0 6 3 0,0-2-1 0,0-4 2 16,-1 3 5-16,1-3 7 0,0 0 1 0,0 0 0 16,0 0-7-16,0 0-29 0,0 0-17 0,0 0-25 15,-6-11-23-15,3 5-21 0,2 1-31 0,-2-2-12 16,3-3-32-16,0 1-180 0,0 1-384 0,0-4 169 15</inkml:trace>
  <inkml:trace contextRef="#ctx0" brushRef="#br0" timeOffset="111766.62">13887 6464 140 0,'-1'-7'204'16,"-2"0"-16"-16,3 2-8 0,-1 0-12 0,0-2-16 0,-2 5-7 15,3 2-12-15,0-6-14 0,0 2-17 16,0 4-8-16,3-5-13 0,-3 5-9 0,6-2-6 16,0 1-4-16,2 1-13 0,1 0-2 0,5 1-3 15,-1 1-5-15,3 3-7 0,4 1 2 0,5 0 0 0,3 4-5 16,-1 1 3-16,0 1-5 0,-3 3-2 0,4 0 1 15,-7 2-8-15,-1 2 2 0,-3-1-6 16,-4-3 1-16,-1 2-2 0,-2-2 4 0,-2-1-8 16,-3 2-1-16,-5-5 1 0,0 1 1 0,-1 0 1 0,-5-2 3 15,-6 2 1-15,-3 0 2 0,-3 1-2 16,-9-1-2-16,0-1 3 0,-1 0-1 0,0-4 0 16,-3 3-1-16,3-4 1 0,7-1-1 0,0 1-2 15,-1 0 0-15,3-1-1 0,1-2-1 0,7 0-1 0,1-1-3 16,1 2-23-16,1-4-19 0,4 3-14 0,-1-2-8 15,5-1-31-15,0 0-43 0,0 0-66 0,0 0-155 16,28-1-380-16,-15-2 169 0</inkml:trace>
  <inkml:trace contextRef="#ctx0" brushRef="#br0" timeOffset="114530">15031 6559 120 0,'0'0'214'16,"0"0"-11"-16,0-5-20 0,0 5-13 0,0 0-17 15,0 0-20-15,0 0-19 0,0 0-7 0,0 0-17 16,0 0-8-16,0 0-10 0,0 0-4 0,0 0-6 16,-13 16-6-16,4-8-9 0,3 3-7 0,-5 4 2 15,1 2-8-15,-4 0-4 0,1 3-4 0,-2 1 1 16,-1 0-1-16,1 1-5 0,6-5 4 0,0 0-8 15,-1 1 2-15,2-4 1 0,-1 1-3 0,1-1-22 16,-1 3-28-16,1-7-33 0,1 1-21 0,1-1-30 16,2-4-52-16,1-2-122 0,0 3-314 15,0-6 140-15</inkml:trace>
  <inkml:trace contextRef="#ctx0" brushRef="#br0" timeOffset="114770.5">14800 6603 80 0,'-1'-3'279'0,"-1"1"-26"0,2 2-21 15,-1-5-26-15,1 5-25 0,0 0-21 0,-3-4-17 16,3 4-14-16,0 0-13 0,0 0-15 0,11 13-13 16,-4-5-8-16,-1 2-8 0,3 3-3 0,1 2-8 15,1 0-6-15,-1 1-8 0,4 5-3 0,-4-3-1 16,0-1-3-16,3 7-5 0,-3-6-2 0,3 3-16 15,-4-4-20-15,0-3-36 0,0 1-28 0,-3 0-30 16,1-3-42-16,-2-1-57 0,-1-5-142 0,-3 1-365 16,-1 0 162-16</inkml:trace>
  <inkml:trace contextRef="#ctx0" brushRef="#br0" timeOffset="116912.93">15553 6499 44 0,'2'-4'177'16,"1"0"-9"-16,-3 4 0 0,4-5 1 0,-4 2-9 0,0 3-10 15,4-4-7-15,-4 4-10 0,1-5-6 0,-1 5-10 16,2-3-6-16,-2 3-9 0,0 0-9 0,0-4-13 16,0 4-10-16,0 0-9 0,0 0-10 0,0 0-7 15,0 0-5-15,-16 10-2 0,7-3-6 0,-5 4 0 16,-2 2-8-16,-7 4-1 0,1 1 3 0,0 0-5 16,1 2-4-16,0-1-3 0,3 0 0 0,3-5 1 15,2 1-6-15,-3-1 1 0,5-1 5 0,2-1-8 16,-1-3 1-16,4 1-3 0,-1-1 2 0,-2-1-2 15,5-3 1-15,-1 1 0 0,2-2-2 0,0-2 5 16,0 3 0-16,3-5 15 0,-2 4 2 0,1-1 9 16,1-3 5-16,0 0 6 0,-3 2 3 0,3-2 3 15,0 0 0-15,0 0-1 0,-1 5-2 0,1-5-8 16,0 0-4-16,0 0 3 0,0 0-12 0,6 2-1 16,-6-2-8-16,9 3 1 0,-3-2-1 0,1 1-10 15,2 2 3-15,2 2 8 0,5 1-12 0,0 0 0 16,1 2-2-16,-1 1 2 0,4 0-1 0,-1-1-3 15,2 8 3-15,0-2-1 0,-4-4 1 0,-2 1-1 16,0-4 1-16,-4 1-4 0,0-3-1 0,-1 1 4 16,-1-1-2-16,-5-4-1 0,2 3 2 0,-1-3-3 15,-1 2 4-15,0-1 1 0,0-3 10 0,0 3 7 16,-4-3 6-16,2 2 12 0,-2-2-2 0,4 3 19 16,-4-3-20-16,5 1-1 0,-5-1-10 0,0 0 2 15,0 0-3-15,0 0 1 0,4 3-7 0,-4-3 1 16,0 0-2-16,0 0-5 0,0 0-10 0,0 0-5 15,0 0-7-15,0 0-9 0,0 0-29 0,0 0-34 16,5-9-24-16,-5 9-19 0,3-5-20 0,-2 2-32 16,-1-1-33-16,4-3-41 0,-4 2-188 0,1 0-474 15,2-2 211-15</inkml:trace>
  <inkml:trace contextRef="#ctx0" brushRef="#br0" timeOffset="117363.2">15912 6640 163 0,'0'0'205'0,"-2"-4"-17"0,2 4-14 15,-3-2-18-15,3 2-22 0,-6-1-8 0,6 1-15 16,-14 3-11-16,5 1-10 0,-3 1-10 0,1 0-5 16,-2 2-12-16,-1 1-3 0,1 1-6 0,-1-1-9 15,-2 2-2-15,3 1-7 0,0 1 1 0,3-5-4 16,1 3-5-16,0-3 1 0,1 2-3 0,3-3-8 16,1-1 2-16,0 1-1 0,1-1-1 0,0-1-2 15,2 0 2-15,1-4 3 0,0 4 3 0,0-4 7 16,7 2 6-16,-7-2 7 0,13-2 7 0,-5-1-1 15,3 1 7-15,0-1-1 0,0-2-2 0,3 0-3 16,-1 0-3-16,-2-2-1 0,2 4 3 0,-4-1-1 16,4-2-4-16,-3 1-1 0,2 3-6 0,-2 0-2 15,0 0-5-15,-3-1-3 0,1 2-1 0,0 2-1 16,2-2 0-16,-1 2-3 0,3 2 1 0,-5-3-9 16,3 4-2-16,-2-1-10 0,-1-1-14 0,3 1-16 15,-4 0-24-15,1 1-18 0,-1-1-22 0,-1-1-25 0,0 0-30 16,1 0-26-16,1 1-43 0,-2-3-171 15,-5 0-419-15,0 0 186 0</inkml:trace>
  <inkml:trace contextRef="#ctx0" brushRef="#br0" timeOffset="117616.02">16080 6478 56 0,'0'0'231'0,"1"-7"-25"0,-1 7-23 16,0 0-25-16,0 0-13 0,0 0-9 0,9 15-4 16,-3-7-9-16,3 2-4 0,-1 6-9 0,5 7 4 15,-2 1-4-15,2 4-8 0,-1-1-2 0,-2 4-7 16,-1-2-12-16,-3-1-1 0,-2 2-7 0,2 1-8 16,-6 1-1-16,-5-1-9 0,0 0-2 0,-4-4-4 15,-3 2-7-15,-1-2-3 0,-8-5-25 0,-3 2-26 16,-12-5-35-16,-10 7-57 0,-4-8-70 0,-6-3-226 15,6-4-432-15,-2-3 191 0</inkml:trace>
  <inkml:trace contextRef="#ctx0" brushRef="#br0" timeOffset="118302.59">14776 6350 22 0,'0'0'203'0,"0"0"-19"0,0 0-19 0,-5-2-16 16,5 2-19-16,0 0-12 0,-11 6-12 0,2 3-11 15,-3 3-9-15,-7 8-6 0,-3 1-4 0,0 8 1 16,-8 8-6-16,3 1-5 0,0 3-2 0,-1 0-8 16,4 1-5-16,1 0-1 0,6 2-5 0,3-12 1 15,4 4 15-15,6-2 1 0,0-1 0 0,4-1-1 16,5-2 0-16,1-3 2 0,4-2 1 16,5 1 2-16,3-3 8 0,5 0 0 0,5-5-2 0,0-3-3 15,3-1-8-15,0-2-3 0,-2-2-5 0,-1 2-9 16,-9-7-5-16,-1 2 1 0,-4-5-8 0,-2 1-1 15,-2 1-2-15,-3-3 3 0,0 1-10 0,-2-1-3 16,-1 1-1-16,1 0-1 0,-5-2 2 0,7 0-3 16,-4 2-2-16,-3-2 1 0,5 0-10 0,-5 0-15 15,0 0-28-15,0 0-51 0,0 0-90 0,0 0-318 16,4-8-537-16,-3 6 238 0</inkml:trace>
  <inkml:trace contextRef="#ctx0" brushRef="#br0" timeOffset="120268.32">8780 8393 75 0,'0'0'139'0,"0"0"-4"0,0 0-9 16,0 0-10-16,-4-3-9 0,4 3-2 0,0 0-10 0,0 0-2 15,0 0-9-15,0 0-8 0,0 0-3 0,0 0-7 16,0 0-2-16,0 0-1 0,0 0-1 0,0 0-1 15,0 0 6-15,0 0-2 0,0 0 3 0,0 0-2 16,0 0-3-16,0 0-5 0,0 0-6 0,0 0-6 16,11-7-5-16,1 5-1 0,-1-3-5 0,4 3-4 15,2-3-4-15,6 1-2 0,4-3-1 0,1 5-6 16,1-5-1-16,-7 4 0 0,-1-1-1 0,5 1-3 16,-4-1 0-16,-8 1-2 0,0 2-1 0,-1 0-1 15,-4-1-4-15,1 4 0 0,-2-4-12 0,-3 2-13 16,-5 0-5-16,8 0-3 0,-8 0-5 0,0 0-12 15,0 0-22-15,0 0-20 0,-18 13-18 0,9-10-11 16,-4 0-13-16,0-1-34 0,-1 5-97 0,0 0-281 16,0-5 125-16</inkml:trace>
  <inkml:trace contextRef="#ctx0" brushRef="#br0" timeOffset="120612.32">8764 8596 98 0,'-4'1'169'0,"4"-1"-5"15,-7 2-10-15,7-2-17 0,-5 2-9 0,5-2-13 16,0 0-12-16,0 0-9 0,0 0-6 0,23-2-8 15,-9 0-8-15,6-2-7 0,8 1-10 0,0-1-6 16,4-2-3-16,0 0-4 0,3 0-2 0,-1 0-2 16,6-1-5-16,-2 2 1 0,-3 1-6 0,-6 3-6 15,0-1 1-15,-8 2-3 0,-3-1-5 0,1-1 2 16,-8 2-3-16,2 0 0 0,-4 0-4 0,-2 0-3 16,-1 0-9-16,-6 0-4 0,10 2-3 0,-10-2-12 15,0 3-20-15,0-3-12 0,0 0-27 0,-10 5-24 16,6-3-45-16,4-2-103 0,-9 2-272 0,5-2 120 15</inkml:trace>
  <inkml:trace contextRef="#ctx0" brushRef="#br0" timeOffset="122947.34">10543 8307 65 0,'1'-6'213'0,"-1"3"-6"16,2-2-7-16,-2-2-12 0,2 4-11 0,-2 0-14 15,0 3-16-15,0-6-15 0,0 6-17 16,4-4-15-16,-4 4-13 0,0 0-7 0,0-3-7 0,0 3-13 16,0 0-6-16,0 0-9 0,0 0-6 0,1 16 1 15,-2-6-4-15,1 3-4 0,-4 4-1 0,2 1-6 16,-1 2-4-16,0 7 1 0,1-2-2 0,-1 3-5 16,-1-4 2-16,3 3 1 0,-3-6-4 0,2-1-5 15,0-1 1-15,0-2 1 0,-1 0-3 0,1-4 1 16,1-1-3-16,-1-3 5 0,1-1-3 0,1-1-1 15,0 0 10-15,0-2 18 0,-1-3 23 0,-1 2 33 16,2 1 21-16,0-5 23 0,0 0 9 0,0 0-13 16,0 0-10-16,-6-11-12 0,3-4-13 0,0 5-10 15,-3-9 8-15,-1-4-26 0,3-2-9 0,1-4-6 16,0 0-7-16,0-3-10 0,2 2 3 0,1-3-3 16,0-1-4-16,2 1-9 0,1 1 6 0,-1 3-7 15,1 0 1-15,1 3 16 0,0 8-14 0,-1-1 6 16,1 5-4-16,0 3-4 0,-1 0-3 0,1 0-3 15,-1 2 5-15,4 1-10 0,0 1 2 0,1-1-8 16,2 2-1-16,3 2-1 0,5-1-9 0,1 1-10 16,-1 3-25-16,5 1-19 0,5 3-20 0,-6 3-22 15,-1-2-26-15,-1 3-18 0,5 3-22 0,-6-1-21 0,-2 1-27 16,-3-1-18-16,0 1-51 0,-6-3-183 16,1 0-505-16,-7 1 224 0</inkml:trace>
  <inkml:trace contextRef="#ctx0" brushRef="#br0" timeOffset="123313.18">10485 8424 66 0,'0'0'232'0,"-5"2"-14"0,5-2-8 0,-4 1-11 0,4-1-10 16,0 0-14-16,0 0-11 0,-5 2-9 0,5-2-13 16,0 0-13-16,0 0-6 0,0 0-11 0,0 0-12 15,0 0-11-15,0 0-10 0,22-5-8 0,-9 5-10 16,7-6-5-16,0 2-2 0,10-2-6 0,6 0-5 16,-3 0-8-16,4 2-4 0,0-1 0 0,0 1-5 15,0 0-1-15,-1 1-3 0,-5-2 0 0,-2 4-5 16,-10 0 0-16,1 0-4 0,-8-2 2 0,1 2-5 15,-3 1-2-15,-3 0 2 0,2 0 0 0,-4-1-7 16,-5 1-1-16,10 0-7 0,-10 0-9 0,6 0-11 16,-6 0-6-16,0 0-6 0,0 0-16 0,0 0-29 15,0 0-22-15,-15 8-23 0,12-6-28 0,0 1-43 0,-1-1-166 16,4-2-394-16,-7 1 174 0</inkml:trace>
  <inkml:trace contextRef="#ctx0" brushRef="#br0" timeOffset="123847.34">11625 8308 210 0,'0'-2'226'0,"0"2"1"0,0-8-8 0,-2 4-8 15,2 4-18-15,-2-8-8 0,2 7-18 0,0 1-13 16,-4-6-18-16,3 3-14 0,1 3-7 0,0 0-22 15,-12 0-9-15,12 0-12 0,-17 5-6 0,4 0-9 16,-2 3-4-16,-2-1-6 0,2 5-4 0,-3-1-5 16,5 2-3-16,-5-1-4 0,8 4-5 0,-7 0-1 15,7-2-1-15,1-5-4 0,2 1-3 0,2 1-1 16,1-3 3-16,0 1-5 0,1-4 1 0,1-1 1 16,0 1-2-16,6-2 8 0,-4 1-5 0,0-4 6 15,9 2 1-15,-2-3 3 0,4-2 6 0,-1-2 4 16,4 0-3-16,-1 0 6 0,0-5-6 0,2 3 2 15,-2 0-3-15,-2-1-2 0,0 1-6 0,-2 1-3 16,2 0-3-16,-4 3-3 0,-1-1 3 0,0 2-2 16,-2-2-8-16,2 0-1 0,-2 2-2 0,0 0 8 15,1 1-12-15,-5 1-1 0,12 0 2 0,-5 1-2 16,1 1-4-16,-1 0-1 0,3 1-10 0,0 1-10 16,-1 1-20-16,1 0-21 0,4-2-33 0,4 6-40 15,-9-4-34-15,5 0-39 0,-1 2-251 0,-3-5-500 0,-2 1 221 16</inkml:trace>
  <inkml:trace contextRef="#ctx0" brushRef="#br0" timeOffset="124101.47">11807 8204 79 0,'1'-3'216'0,"-1"3"-23"0,3-4-14 15,-3 4-24-15,0 0-18 0,10 2-10 0,-4 1-14 16,3 2-14-16,3 1-7 0,-2 1 6 0,5 2-10 16,-1 5-3-16,0 0-7 0,-1 3-5 0,1 3-2 15,-1 4-5-15,-3 2-2 0,-2 1-5 0,-4 3-6 16,-4-1-3-16,-4 2-4 0,-4 0-1 0,-3 1-5 16,-2-3-7-16,-8-1-21 0,-3-1-20 0,0-3-27 15,-6-3-25-15,-3 1-37 0,-4-5-64 0,-9-2-171 16,10-5-360-16,-2-3 160 0</inkml:trace>
  <inkml:trace contextRef="#ctx0" brushRef="#br0" timeOffset="124479.79">11370 8090 130 0,'0'0'205'0,"0"0"-21"0,-3-6-19 0,3 6-16 0,0 0-13 15,0 0-20-15,0 0-13 0,-14 9-12 0,4-2-11 16,-5 6-12-16,-6 4-4 0,-1 4-1 0,3 5-6 16,-5 1-10-16,-3 14 6 0,0 0-10 0,3 3 4 15,1 0-4-15,10-11-6 0,2 1 1 0,3 2 1 16,4-5-7-16,4 1 2 0,4-1 0 0,4-4-1 16,8-1 0-16,6-1-2 0,7-1 1 0,17-2-1 15,7-4-41-15,-2-5-83 0,4-9-260 0,-3-4-382 16,-12 0 169-16</inkml:trace>
  <inkml:trace contextRef="#ctx0" brushRef="#br0" timeOffset="128531.21">12748 8451 116 0,'-5'0'159'15,"5"0"-14"-15,-5 2-5 0,5-2-14 0,-7 0-4 0,7 0-10 16,0 0-8-16,0 0-2 0,0 0-10 16,0 0-6-16,-7 0-4 0,7 0-4 0,0 0-2 15,0 0-4-15,0 0-4 0,0 0-3 0,19-5-3 0,-15 4-5 16,1 0-8-16,-5 1-3 0,9-3-2 0,-9 3-4 16,9 0-5-16,-5-1-3 0,-4 1 0 15,0 0-9-15,6-1 2 0,-6 1-2 0,4-2-4 16,-4 2-1-16,4-3-3 0,-4 3-3 0,0 0 1 0,0 0 4 15,0 0 1-15,0 0 0 0,4 0-1 0,-4 0-1 16,0 0-1-16,0 0-4 0,0 0 1 0,0 0-2 16,0 0 3-16,0 0-4 0,0 0 1 0,0 0 1 15,0 0-1-15,0 0 3 0,0 0 0 0,0 0-2 16,0 0 5-16,0 0 0 0,0 0-1 0,0 0-3 16,0 0-1-16,0 0 2 0,0 0-4 0,0 0 3 15,0 0-3-15,0 0-1 0,6 5-6 0,-6-5 5 16,0 0 1-16,0 0-1 0,0 0 0 0,0 0-2 15,0 0 0-15,0 0 0 0,0 0 3 0,16-5 1 16,-6 5-2-16,8-3 1 0,2 1-2 0,9-4-2 16,5 1 0-16,0 3-2 0,2-3 1 0,1 3 3 15,-2-1-2-15,0 2-3 0,-3-1 1 0,-2 2 1 16,-10-3-1-16,3 3-2 0,-4 0 3 0,-6 2-4 0,-4-4 2 16,4 4-1-16,-7-5 0 0,1 4 3 15,-2-1-8-15,1 2-1 0,-6-2 3 0,5 1-3 16,-5-1-2-16,0 0 5 0,0 0 0 0,0 0-4 15,0 0-15-15,0 0-9 0,0 0-7 0,0 0-18 0,-20 3-10 16,15-1-18-16,-1 0-26 0,4-1-20 0,2-1-23 16,0 0-185-16,0 0-366 0,0 0 162 15</inkml:trace>
  <inkml:trace contextRef="#ctx0" brushRef="#br0" timeOffset="129045.85">13930 8219 252 0,'0'-4'277'0,"0"4"-15"0,2-7-18 16,-2 7-18-16,2-2-23 0,0-1-20 0,-2 3-18 15,1-4-20-15,-1 4-19 0,0 0-18 0,0 0-9 16,0 0-12-16,0 0-10 0,0 0-10 0,5 12-9 16,-5-4 4-16,1 2-14 0,-1 3-6 0,0 3-5 15,0 2-4-15,0 2-2 0,-2 4-2 0,0 3-6 16,-1-1 2-16,0-3-5 0,0-2-4 0,1-2 1 16,1-2-2-16,-2 0 0 0,2 0-5 0,-2-5 3 15,2-3-4-15,-2 1 0 0,2-3 2 0,1-1-1 16,-1-1 0-16,0-1 7 0,-2-1 16 0,3-3 21 15,0 5 33-15,0-1 34 0,0-4 34 0,0 0 2 0,0 0-16 16,0 0-12-16,-9-16-17 0,5 4-10 16,-1-4 1-16,0-2 4 0,0-11-6 0,4 3-9 15,-3-1-5-15,1-3-4 0,7-1-8 0,-1-2-8 0,-1 1-7 16,2 0-1-16,2 1-6 0,-2-1-4 0,4 3-12 16,-3 4 13-16,4 2-13 0,-4 6-3 0,0-1-4 15,2 4-4-15,-2 4-3 0,1-1-10 16,2 0 6-16,-2 4-3 0,4-4-4 0,0 3-1 0,5-4-7 15,1 6-4-15,2-1-23 0,-1 3-27 0,3 2-33 16,-2 0-28-16,5 2-23 0,4 4-27 16,-7 1-24-16,-1-1-21 0,1 4-24 0,-4 3-22 15,-2-3-15-15,-5 0-43 0,0-1-258 0,-2 3-616 0,-5-5 273 16</inkml:trace>
  <inkml:trace contextRef="#ctx0" brushRef="#br0" timeOffset="129510.48">13906 8373 112 0,'-5'2'267'0,"1"1"-15"0,4-3-9 16,-4 1-11-16,4-1-14 0,-6 2-14 0,6-2-13 15,0 0-21-15,-4 4-17 0,4-4-18 0,0 0-12 16,0 0-12-16,0 0-11 0,0 0-10 0,-2 1-11 16,2-1-8-16,0 0-4 0,0 0-8 0,0 0-7 15,0 0-2-15,0 0-7 0,0 0-8 0,0 0 0 16,0 0-5-16,0 0-2 0,0 0-5 0,0 0-3 16,-3 4 2-16,3-4 1 0,0 0-6 0,0 0-4 15,0 0 13-15,0 0-9 0,0 0-2 0,0 0 4 16,0 0-6-16,0 0 2 0,0 0-1 0,0 0 1 15,0 0-4-15,0 0 9 0,0 0-13 0,0 0-1 0,14 0-1 16,-2 0-1-16,7-3 2 0,0-1-1 16,12 2-3-16,-1-3 4 0,4 2 7 0,2 0-11 15,3-3 0-15,-2 3-3 0,0-1 1 0,1 1 4 16,-2 0-3-16,-3-1 1 0,-1 3-2 0,-2-1 3 0,-10-1-1 16,-2-1-1-16,-5 2 0 0,-2 2-1 0,-3 0 1 15,-2-3-7-15,1 3-14 0,-7 0-13 0,9 0-20 16,-9 0-22-16,0 0-22 0,0 0-16 15,0 0-7-15,0 0-16 0,-23-4-25 0,15 4 2 0,0 2-31 16,1-2-201-16,7 0-423 0,-13 0 188 0</inkml:trace>
  <inkml:trace contextRef="#ctx0" brushRef="#br0" timeOffset="129977.06">14992 8283 160 0,'4'-6'243'0,"-1"3"-5"0,-2-4-4 16,3 1-11-16,-3-1-8 0,2 3-7 0,-2 0-13 15,3 0-13-15,-3 0-15 0,-1 4-20 0,1-6-15 16,-1 6-15-16,0 0-15 0,-6-4-16 0,6 4-15 16,-9 1-7-16,-1 2-5 0,-3 3-8 0,-5 2-5 15,3 0-6-15,-6 3-5 0,-2 5 0 0,-2 1-6 16,1 0 0-16,1 3-6 0,3-1-1 0,5-3-1 16,2-1-4-16,2 1 1 0,-1-3-4 0,6 0 1 15,2-4 0-15,0 2-8 0,0-5 1 0,2 2-2 16,-1-1 4-16,6-5 4 0,-1 3 4 0,2-2 7 15,4-3 6-15,2 0 1 0,4-3 7 0,-2-2 3 16,5 0 2-16,-1-1-9 0,3-2-4 0,-2 0 0 16,-2 1-3-16,0 0 3 0,1 0-7 0,-5 0 2 0,0 2-8 15,-2 0 11-15,3 2-16 0,-2-1-5 16,-2 3-2-16,1-1 0 0,-4 0-1 0,5 1 10 16,-1 1-23-16,3 1-8 0,-1-1-25 0,-1 3-25 15,4 2-37-15,-2-1-52 0,3 4-48 0,-1-4-72 0,-1-1-220 16,2 2-536-16,3-1 237 0</inkml:trace>
  <inkml:trace contextRef="#ctx0" brushRef="#br0" timeOffset="130223.97">15327 8378 154 0,'0'0'265'0,"0"0"-14"0,0 0-4 16,-6 0-16-16,6 0-10 0,0 0-11 15,0 0-16-15,0 0-19 0,0 0-14 0,0 0-21 0,0 0-9 16,0 0-17-16,22-3-12 0,-9 2-15 0,8 0-16 16,-3-1-29-16,2 0-26 0,2 1-40 0,-5-2-39 15,2 2-47-15,-3 0-25 0,2-1-50 0,-6-1-198 16,0 1-414-16,-1-3 183 0</inkml:trace>
  <inkml:trace contextRef="#ctx0" brushRef="#br0" timeOffset="131249.13">15717 8215 266 0,'0'0'283'0,"-2"-4"-8"0,2 4-16 16,0 0-25-16,0 0-8 0,0 0-29 0,0 0-21 15,3-5-18-15,-3 5-19 0,0 0-14 0,0 0-14 16,0 0-11-16,0 0-9 0,0 0-9 0,0 0-9 16,0 0-9-16,0 0-8 0,0 0-2 0,0 0-10 15,0 0-1-15,0 0-10 0,0 0 1 0,0 0-4 16,0 0-5-16,0 0 2 0,0 0-7 0,0 0 12 15,0 0-15-15,0 0 0 0,0 0-4 0,0 0-1 16,0 0 5-16,0 0-5 0,0 0-3 0,0 0-1 16,0 0 0-16,0 0-4 0,0 0 1 0,0 0 5 15,0 0-3-15,0 0 0 0,0 0-4 0,0 0 1 16,0 0-2-16,0 0 4 0,0 0-5 0,0 0 0 16,0 0 2-16,0 0 0 0,0 0 0 0,0 0 1 15,0 0-1-15,0 0 4 0,0 0-6 0,0 0-2 16,0 0-4-16,0 0 0 0,0 0-3 0,0 0-1 15,0 0 2-15,0 0-4 0,0 0 8 0,0 0-2 16,0 0-1-16,0 0 3 0,0 0-2 0,0 0 7 16,0 0-10-16,0 0-5 0,0 0 1 0,0 0 0 15,0 0-3-15,0 0-3 0,0 0 0 0,-1-4 0 16,1 4 0-16,0 0 1 0,0 0 0 0,0 0 3 0,0 0 5 16,0 0 0-16,0 0 0 0,0 0 0 15,0 0 3-15,0 0-1 0,0 0 0 0,0 0 3 16,0 0-1-16,0 0 0 0,0 0 0 0,0 0-7 15,0 0-3-15,0 0-5 0,0 0-6 0,0 0-5 16,0 0 1-16,0 0-3 0,0 0 1 0,0 0 2 0,0 0 3 16,0 0 3-16,0 0 2 0,0 0 5 15,0 0 0-15,0 0 3 0,0 0 1 0,0 0 3 16,0 0 4-16,0 0 4 0,0 0 7 0,0 0-3 0,0 0 4 16,0 0 3-16,0 0-4 0,0 0 2 0,0 0-2 15,0 0-2-15,0 0 0 0,0 0 0 0,0 0-3 16,0 0 2-16,0 0 0 0,0 0 2 15,0 0-6-15,0 0 4 0,0 0 1 0,0 0-1 0,0 0 0 16,0 0 7-16,0 0 1 0,0 0-3 0,0 0 2 16,0 0-2-16,0 0 1 0,0 0 4 0,0 0-4 15,0 0 0-15,0 0 0 0,0 0-3 0,0 0 2 16,-4-3-2-16,4 3-2 0,0 0-2 0,0 0 1 16,0 0 2-16,0 0 0 0,0 0-4 0,0 0 2 15,0 0 1-15,0 0 1 0,-1-3-1 0,1 3-1 16,0 0 0-16,0 0 4 0,0 0 2 0,0 0 4 15,0 0 2-15,-4-5 2 0,4 5 7 0,0 0-5 16,0 0 2-16,0 0-1 0,0 0 3 0,-1-4-3 16,1 4 2-16,0 0 0 0,0 0 1 0,-4-2 0 15,4 2-1-15,0 0 0 0,0 0-1 0,0 0-6 16,0 0 7-16,0 0 2 0,0 0 4 0,-3-4 3 16,3 4-1-16,0 0 8 0,0 0 3 0,0 0 3 15,0 0 3-15,0 0 2 0,0 0 4 0,0 0 0 16,0 0-8-16,0 0 18 0,0 0-19 0,0 0-1 15,0 0 0-15,0 0-11 0,0 0-4 0,0 0-1 16,0 0-5-16,0 0-1 0,0 0-6 0,0 0 2 16,0 0-10-16,0 0-4 0,12 8 4 0,-9-3-8 15,1 0 3-15,1 4-1 0,3 2-2 0,2 5-6 16,-1 1 3-16,0 8 2 0,3 1 2 0,-5-1 4 0,2 10-2 16,-3-1 1-16,-3 0-3 0,1 0 2 15,-8 0-29-15,1-2-7 0,-4-2-10 0,-2 0-14 16,-7-3-10-16,-2-3-21 0,-5-1-24 0,-8 0-40 15,-15 0-53-15,1-4-104 0,-6-6-190 0,14-5-541 16,-14-6 239-16</inkml:trace>
  <inkml:trace contextRef="#ctx0" brushRef="#br0" timeOffset="131945.79">14921 8024 140 0,'0'0'143'0,"-16"4"-8"0,6 3-8 0,-4 3-15 16,-5 1-4-16,-4 7-3 0,-3 4-2 0,0 4-5 15,-10 12 12-15,1 5-5 0,1 0-3 0,2 5 4 16,0 0-4-16,6 2-9 0,2-3 0 0,8-1-3 16,4 0-10-16,4-12-2 0,7-1-5 0,2 1-7 15,6-2-6-15,3-1-8 0,9 0-1 0,12 6-15 16,8-6-45-16,7-6-61 0,7-1-118 0,-1-9-163 16,2-4-379-16,-15-6 169 0</inkml:trace>
  <inkml:trace contextRef="#ctx0" brushRef="#br0" timeOffset="136866.46">9140 10936 111 0,'0'0'104'0,"0"0"-4"15,0 0-10-15,0 0-8 0,0 0 2 0,0 0-3 16,-4-3-12-16,4 3 1 0,0 0-12 0,0 0-6 16,0 0-7-16,0 0-13 0,0 0 8 0,0 0-5 15,-4-4-3-15,4 4 3 0,0 0 5 0,0 0 6 16,-2-3 5-16,2 3 2 0,0 0 6 0,0 0 6 15,0 0-1-15,0 0 1 0,0 0-2 0,0 0 0 16,0 0-10-16,0 0-6 0,0 0-13 0,-3-3 4 16,3 3-7-16,0 0 2 0,0 0-9 0,0 0-1 15,0 0-6-15,0 0 2 0,0 0 0 0,0 0-9 16,0 0 3-16,0 0 1 0,0 0-2 0,0 0-1 16,0 0-1-16,0 0 1 0,22 3-4 0,-10-3 0 15,3 0 2-15,4 0-5 0,0 0-15 0,1 0-26 16,2 0-12-16,-2 3-37 0,0-3-12 0,-1 0-44 15,-6 2-144-15,1 0-309 0,-4 0 137 0</inkml:trace>
  <inkml:trace contextRef="#ctx0" brushRef="#br0" timeOffset="137049.81">9126 11119 89 0,'-3'3'144'0,"-2"0"-4"0,5-3-6 15,-5 3-8-15,1-1-7 0,4-2-4 0,0 0-5 16,0 0-10-16,23-2-10 0,-1 1-9 0,8-1-8 16,2-1-7-16,2 3-5 0,1-3-26 0,18 1-36 15,-2-2-53-15,0 1-66 0,-14-2-98 0,13 1-237 16,-10 3 105-16</inkml:trace>
  <inkml:trace contextRef="#ctx0" brushRef="#br0" timeOffset="137842.47">11054 10747 93 0,'0'0'137'0,"-4"-3"-8"0,-1 2-14 0,5 1-13 16,-5-2-5-16,5 2-12 0,-9-2-4 0,9 2-8 15,-9-1-11-15,4 0-4 0,-2-1-6 0,7 2-7 16,-15 3-3-16,10 0-5 0,-4-1-7 0,-1 2-4 16,1-4-3-16,0 7-1 0,-2-2-3 0,0 0-7 15,1 3 9-15,-5 0-5 0,6 1 0 0,-4 2-6 16,4-1-1-16,0-1-2 0,3 1 1 0,-3 1-4 15,1 2 0-15,2-2 1 0,-2 5-2 0,4 0 2 16,-2-6 2-16,2 6-3 0,3-4-1 0,-2 1 6 16,2 0-8-16,1-1 0 0,4 2-2 0,-3 1 5 0,3-4-1 15,2 2-1-15,-2-3 0 0,1 2 14 16,4 1 17-16,5-1 9 0,-2-1 6 0,-2-4 6 16,1 1 6-16,6 1 6 0,-3-4 7 0,2 0 10 0,1-3 0 15,0 1 4-15,2 0 4 0,0-5 10 0,-2 1 3 16,3-2 10-16,2-2 6 0,2-6 1 15,-3 4-1-15,0-9 3 0,2 3-5 0,-5-7-9 16,4 1-10-16,-6-3-1 0,0 1-4 0,-2-1-13 0,-1-2 3 16,-7 6 1-16,-2-2 6 0,0-4-11 0,-4 5-13 15,-1 0-7-15,-7-6-13 0,0 7-21 0,-3 0-15 16,-6-1-19-16,1 4-23 0,-5 0-20 16,-4 4-32-16,-2 3-36 0,-1-1-42 0,-3 8-42 0,8 0-56 15,-5-2-285-15,9 5-587 0,6-1 260 0</inkml:trace>
  <inkml:trace contextRef="#ctx0" brushRef="#br0" timeOffset="139026.87">13293 10679 8 0,'0'-3'247'0,"0"3"-15"0,0-7-12 16,0 3-18-16,0 4-7 0,0-5-12 0,0 5-17 15,0 0-20-15,0-3-12 0,0 3-18 0,0 0-12 16,0 0-14-16,0 0-15 0,0 0-6 0,0 0-8 15,0 0-9-15,0 0-8 0,0 0-4 0,0 17-6 16,-2-6-5-16,1-1 2 0,0 3-5 0,1-3-5 16,-1 7-4-16,-1-5 3 0,2 8-4 0,0-6 2 15,-1 2-4-15,1-3 0 0,1-1 0 0,1 1-1 16,-2-3-2-16,0-2-2 0,1 1 0 0,-1 1 1 16,0-3 0-16,0-3-4 0,0 3 2 0,0-3 1 15,0-1 1-15,0 1-3 0,0 1 1 0,0-5-5 16,-1 6 2-16,1-6-3 0,0 0 1 0,-3 2-1 15,3-2-11-15,0 0-17 0,0 0-16 0,-13-6-28 16,11-2-43-16,-2 1-28 0,0-6-24 0,4 1-49 16,0-7-117-16,0-6-358 0,0 1 158 0</inkml:trace>
  <inkml:trace contextRef="#ctx0" brushRef="#br0" timeOffset="139172.17">13262 10546 78 0,'-1'-11'226'15,"1"2"-4"-15,-2-2-4 0,2 6-5 0,-1-3-18 0,2 1-16 16,-1 2-13-16,2 0-17 0,-2 0-16 0,1 1-12 15,-1 1-13-15,0 3-10 0,3-5-14 0,-3 5-14 16,2-4-22-16,1 2-25 0,-3 2-26 16,5-1-32-16,-5 1-33 0,0 0-26 0,11 6-31 0,-7-5-38 15,0 2-145-15,0-1-333 0,1 1 148 0</inkml:trace>
  <inkml:trace contextRef="#ctx0" brushRef="#br0" timeOffset="139647.28">13783 10323 7 0,'2'-4'200'0,"-1"1"-10"15,-1 3-13-15,1-6-9 0,1 3-7 0,-2 3-6 16,2-5-11-16,-2 5-6 0,0-3-11 0,0 3-6 16,0-3-9-16,0 3-8 0,0 0-8 0,0 0-13 15,0 0-8-15,0 0-7 0,0 0-8 0,0 0-5 16,0 0-16-16,0 0-13 0,0 0-7 0,0 0 4 16,0 0-10-16,-4 13 0 0,2-4-2 0,-3 7-2 15,-2 2-2-15,-2 8-4 0,0 3 3 0,0 1 1 16,0 4 0-16,-3 11 3 0,-1 0-2 0,3 1-2 15,2 2 2-15,5-3-1 0,1-12 2 0,-2 2 0 16,4-2-2-16,-1-2-4 0,1-3 6 0,1-3-5 16,-1-4 0-16,0-4 3 0,0 0-3 0,0-6 0 0,0-1 2 15,0 1-1-15,0-5 3 0,0 1-1 16,0-2 9-16,0-1 9 0,0 1 8 0,-4-3 2 16,4-2-5-16,-10 2-3 0,0-2-3 0,2-2-4 0,-5-2-3 15,3 2 5-15,1-1-6 0,-5-3-1 16,3 4-3-16,2-3-1 0,-3 2-2 0,6-1 2 15,-3 0-4-15,1 0 0 0,2 1-9 0,1-1-19 16,1 2-30-16,0-2-36 0,0 0-40 0,3 0-35 0,1-1-244 16,2-2-441-16,-2 0 195 0</inkml:trace>
  <inkml:trace contextRef="#ctx0" brushRef="#br0" timeOffset="139967.56">13592 10640 145 0,'0'0'207'15,"0"0"-18"-15,0 0-17 0,-5 3-17 0,5-3-16 16,0 0-15-16,0 0-11 0,21-3-9 0,-3 3-16 15,5 0-10-15,9-2-2 0,-2 0-8 0,5 0-7 16,4-2-4-16,10 2 0 0,-10 0-11 0,-6 0-1 16,0 0-6-16,-6-1-1 0,-6 2-5 0,-9 0-2 15,4 1-4-15,-7 0-3 0,-3 0-2 0,3-3-2 16,-4 3-4-16,-5 0-5 0,0 0 0 0,0 0-12 0,0 0-18 16,0 0-20-16,0 0-29 0,-22 3-43 15,12-1-68-15,-1 0-118 0,3-1-321 0,0-1 142 16</inkml:trace>
  <inkml:trace contextRef="#ctx0" brushRef="#br0" timeOffset="142165.31">15004 10378 45 0,'0'-4'226'0,"0"4"-13"0,-1-5-12 15,1 5-20-15,1-4-19 0,-1 4-16 0,0-5-20 16,0 5-15-16,0 0-17 0,0 0-12 0,0 0-12 16,0 0-4-16,1 14-11 0,-1-6-2 0,-1 4-10 15,0 1-3-15,1 3-5 0,0 3-2 0,-4 0-5 16,1 1-1-16,1 6-3 0,-5-2-5 0,3 1-2 16,1-6-1-16,0 0-2 0,-1-1-1 0,-1 6 0 15,1-5 2-15,0-5-7 0,2 3 1 0,-1-4 1 16,-1-2-3-16,2-3 2 0,-1 3-5 0,2-5 2 15,0 1 1-15,-2-2 3 0,3-1 14 0,-1 0 25 0,1 0 30 16,-3-1 36-16,3-3 24 0,0 0 25 0,0 0-16 16,0 0-17-16,-5-11-8 0,0 1-14 15,1-3-2-15,-1-5-13 0,1 0 4 0,1-7-8 16,1-2 9-16,2-3-26 0,2-3-3 0,1-2-8 0,6-12-17 16,0 14 3-16,-1-1-6 0,6-12-9 0,-5 13 4 15,1 3-8-15,3 4 22 0,-3 1-26 0,2 2-7 16,-1 6-4-16,-1 3-5 0,4 0 1 15,0 3-2-15,2 0-15 0,0 1-3 0,3 3-28 0,2 3-18 16,-2 2-30-16,0 3-25 0,2 3-33 0,1 2-30 16,-3 2-33-16,3 7-36 0,-1 1-44 15,-6-4-216-15,-2 3-546 0,-2-2 242 0</inkml:trace>
  <inkml:trace contextRef="#ctx0" brushRef="#br0" timeOffset="142576.71">14968 10587 163 0,'0'0'194'0,"-5"2"-8"16,5-2-5-16,0 0-10 0,0 0-12 0,0 0-8 15,0 0-8-15,0 0-9 0,0 0-10 0,0 0-13 16,-5 1-8-16,5-1-12 0,0 0-11 0,0 0-7 0,15-5-6 16,-1 2-9-16,4 0-6 0,3 1 0 15,8-4-5-15,3 2-9 0,4-1 2 0,16 0-3 16,-12-1-9-16,-2 4-2 0,0-2 1 0,-3 1-7 15,-1 3 2-15,-2-3-5 0,-5-1-3 0,-4 3-2 16,-6 1 2-16,-3-1-4 0,-3 0 1 0,0 2-2 16,-4-2-2-16,-2 1-4 0,-5 0-5 0,11 0-12 15,-11 0-16-15,0 0-6 0,0 0-12 0,0 0-14 0,0 0-20 16,0 0-18-16,-15 7-33 0,8-4-31 0,0-3-170 16,1 0-363-16,6 0 161 0</inkml:trace>
  <inkml:trace contextRef="#ctx0" brushRef="#br0" timeOffset="145077.2">16319 10437 211 0,'1'-5'259'0,"-1"1"-12"15,0-1-16-15,0 5-13 0,1-8-14 0,-1 6-18 0,0 2-20 16,1-3-18-16,-1 3-15 0,0 0-12 0,0 0-21 16,2-5-13-16,-2 5-11 0,0 0-11 0,0 0-3 15,0 0-8-15,-2 16-4 0,1-9-6 16,1 2-3-16,0 1-9 0,-2 0-1 0,2 2-1 0,-2 0-2 15,0 0-4-15,1 0-3 0,-1-2 0 0,1 1 3 16,-1-1-8-16,0 0 2 0,0 1-7 0,-1-4-7 16,2 1-6-16,-1-1-11 0,1-1-7 15,-1-1-15-15,-1 1-13 0,3-5-18 0,-4 6-14 0,3-5-8 16,-4 1-20-16,5-3-39 0,-8 0-61 0,8 0-150 16,-9-5-389-16,7-2 172 0</inkml:trace>
  <inkml:trace contextRef="#ctx0" brushRef="#br0" timeOffset="145231.41">16340 10217 157 0,'2'-5'228'0,"0"0"-22"0,-2 3-16 0,2-3-20 16,-2 5-23-16,2-6-20 0,-2 6-30 0,4-4-29 15,-4 4-25-15,0 0-43 0,10 3-19 0,-10-3-21 16,10 5-43-16,-6-3-133 0,4 1-233 0,-2 1 104 0</inkml:trace>
  <inkml:trace contextRef="#ctx0" brushRef="#br0" timeOffset="145553.84">16679 10322 177 0,'0'0'169'0,"0"0"-20"0,-9 4-14 16,8-4-17-16,-3 2-11 0,-2 3-11 0,0 0-9 15,1 0-10-15,2-1-6 0,-3 4-6 0,1-1-9 0,1 3-3 16,1-1-6-16,1 0-6 0,0 0-3 0,0 2-4 16,2-3-2-16,4 2-8 0,-2-1 4 15,1 1-7-15,3-1 0 0,1 2 5 0,2-2-10 16,0 0 0-16,-1 1-7 0,2 2 3 0,0 0-2 0,-1-2-1 15,3 3-2-15,-3-4-3 0,-4 0 3 0,-1-2-3 16,-2 1 4-16,-1-3-3 0,1 3 3 0,-5-2 7 16,-2 0 2-16,-1 3 1 0,-11-1-4 15,-1 1-3-15,-1-2-13 0,-8 0-45 0,-1 3-43 0,0-7-198 16,9 1-311-16,-2-1 139 0</inkml:trace>
  <inkml:trace contextRef="#ctx0" brushRef="#br0" timeOffset="146811.54">17481 10408 167 0,'0'0'175'15,"0"0"-6"-15,0 0-15 0,0 0-12 0,-1-4-15 16,1 4-12-16,0 0-16 0,0 0-3 0,0 0-11 16,0 0-8-16,0 0-5 0,0 0-10 0,0 0-5 15,0 0-4-15,0 0-10 0,9-4 1 0,-5 4-9 16,4-1-2-16,-1 0-5 0,2-2 0 0,3 2-5 16,-1-2 3-16,1 3-5 0,2-2-2 0,-4-4-5 15,3 4 1-15,1-3-1 0,-4 1 1 0,2 1-4 16,-2-1 0-16,-1-1-4 0,-3 2 1 0,2-2 8 15,-3 1 5-15,-1 1 10 0,-2 1-7 0,1-3-2 16,0 2-2-16,-3 3-2 0,0 0-5 0,-7-7 2 16,2 7-5-16,-5 0-4 0,-4 0 2 0,-4 3 0 15,1 1 1-15,-6 1-5 0,-4 3-1 0,-1 4 0 16,3 0-3-16,-4-2 1 0,4 3 1 0,1 2-1 16,5-5-1-16,3 3-1 0,1 1 4 0,2-1-6 15,4 0 1-15,3-2 2 0,1 5 0 0,2-5 0 16,7 0-2-16,1 0 2 0,8 2 3 0,4 1 0 15,9-3 1-15,4-2-6 0,6 1 5 0,4-3 0 16,15 1 0-16,-5-6-2 0,1 1-2 0,-14-2-3 16,17-5 1-16,-17 1-1 0,1-4-1 0,-1 4 2 15,-1-6 2-15,-3 3-1 0,-2-3 3 0,-4-1-4 16,-10-1 1-16,-1 4 0 0,-3-6 2 0,-3 6 3 16,-4-3 1-16,-2 3 2 0,-2-3-1 0,-4 4 2 15,-2-2 2-15,-3 3-3 0,-3-2 0 0,-2 5-5 0,-2-3 4 16,-4 2-5-16,-1 1-2 0,-3 2 0 15,3 3-1-15,-1 1-7 0,2-1 11 0,-1 3 1 16,2-1-12-16,7 2 6 0,-1-2 2 0,0 2 0 16,5 1 1-16,-1-2-1 0,2 1 2 0,3-1 1 15,3 2 0-15,0 0-1 0,6-2 4 0,3-1 3 0,6 5-1 16,2-6 0-16,3 2-3 0,0-5-1 16,2-1 5-16,-1 0-3 0,-4-1 5 0,2-2-3 15,0 0-1-15,-4-1 2 0,-3 1 4 0,0 0 2 0,-4-3-4 16,0 0 5-16,-1-2 0 0,-2 1-3 0,-2-2 0 15,-3 2-1-15,-1 0-2 0,-3-3-3 0,1 1 1 16,-4-1-7-16,-2 2-4 0,-3 1-5 0,1 0-4 16,-1 0-6-16,-1 4-18 0,-4-3 0 0,-1 1-17 15,-2 1-9-15,2 4-15 0,5-1-25 0,1 0-22 16,-1 2-34-16,1-2-132 0,6 1-315 0,5 0 140 16</inkml:trace>
  <inkml:trace contextRef="#ctx0" brushRef="#br0" timeOffset="147708.31">18224 10455 44 0,'0'0'257'0,"0"0"-28"16,0 0-24-16,0 0-22 0,0 0-20 0,0 0-21 15,0 0-15-15,0 0-11 0,-1 9-15 0,-2-4-9 0,-1 0-5 16,2 1-12-16,-2 2-7 0,1-3-8 15,-2 4-3-15,4-1-5 0,-3-3-8 0,3-1-4 16,-2 1-2-16,2-2-4 0,1 2-2 0,-3-3 1 16,3-2 0-16,0 0 9 0,0 6 9 0,0-6 7 15,0 0-8-15,0 0-3 0,21-9-6 0,-12 2 1 16,2 1-8-16,2-2-6 0,0-2-2 0,3-1 5 16,-1 0-11-16,1 2 0 0,-2 1-1 0,-2 2-8 0,3-2 1 15,-4 3-4-15,1 0 1 0,0 1-4 16,0 1-2-16,-3 2 6 0,4 1-8 0,-3-1-1 0,2 2-1 15,-1 0-5-15,2 2 7 0,-1 1-8 16,0-1 1-16,0 4 3 0,1-3-6 0,-1 2 1 16,5 1 0-16,-3 1-6 0,3-2-3 0,-5-1-3 0,0-2-2 15,2 1-1-15,-4-1 1 0,0-2 2 16,-2 0 1-16,-3-1 1 0,7-1 1 0,-5-3 1 16,1 0 2-16,0-4 0 0,-3 1-1 0,1-3 4 0,2-4 2 15,-3-1 2-15,0-3 5 0,-1-1 6 0,0 1 2 16,5-7 5-16,-4-1 0 0,0-1 4 0,1-2-4 15,2 0 0-15,1 0-1 0,-3 1 8 16,1 3 4-16,-2 6 9 0,0 1 12 0,1 4 2 0,-6 5-1 16,4-1-9-16,-1 2-2 0,-1 1-4 0,-2 4-11 15,4-2-22-15,-4 3-7 0,0 2-1 0,0 0 1 16,1 15 2-16,1-3-1 0,-4 7 1 0,2 6 1 16,-1 1 1-16,-3 6 2 0,4-1 5 0,0 1-2 15,-2 1 2-15,4-1-6 0,-4-2 8 0,2-3-3 16,-2-2 2-16,2-6-1 0,-1-2 1 0,0-1-2 15,1-4-2-15,-1-5-6 0,-1 3 3 0,0-5 0 16,0 0 0-16,0-1 3 0,-4-1-3 0,-1-2 6 16,1-1-3-16,-5-2-1 0,-2-4 5 0,2 2-3 15,-4-3 4-15,-3-2-2 0,0 2-2 0,4-4-1 16,-1 2 3-16,-1-1 5 0,1 1 0 0,6-1 4 16,-1 3 0-16,1 0 3 0,3 2 10 0,2 0 3 15,1 1 2-15,1-2-8 0,2 3-2 0,3-4-10 16,5 5-4-16,2-3 2 0,8 0-9 0,1 0-1 15,3 3-2-15,9-2-4 0,-3 1 0 0,5 0 2 0,1 1 0 16,1 2-2-16,-2-3 2 0,3 2 3 16,-4-2-1-16,0 1 2 0,-5-1-1 0,-5 0 2 0,-4 1 1 15,-5 2 3-15,0-3 7 0,-1 2 11 16,-1 0 13-16,-3-1 11 0,-3 0 7 0,0 2 2 0,-5 0-3 16,9-1-2-16,-4-1-7 0,-5 2-6 0,0 0-8 15,8 0 1-15,-8 0 4 0,0 0-16 16,0 0-2-16,8 0-9 0,-8 0-6 0,0 0-2 15,1 5 1-15,-1-5 1 0,0 7 1 0,-1-2-3 0,-2 0 1 16,3 2 0-16,-1-1 2 0,0 0-6 0,-1 3-1 16,1 1 1-16,-3 0-7 0,3-1-16 0,-2 1-9 15,2-2-17-15,-3-1-15 0,4 2-9 16,-1-4-10-16,-2 1-8 0,2 0-15 0,-3-1-5 0,3-3 8 16,1-2-3-16,-4 4-34 0,4-4-50 0,0 0-134 15,-5-11-360-15,2 5 159 0</inkml:trace>
  <inkml:trace contextRef="#ctx0" brushRef="#br0" timeOffset="147854.04">19067 10235 182 0,'4'-13'217'0,"-4"1"6"16,3 0 8-16,-2 3-11 0,-1-2-11 0,0 4-16 15,5 0-23-15,-4 3-11 0,-1-1-18 0,4 0-16 16,-4 2-14-16,0-1-13 0,0 4-11 0,5-5-21 16,-5 5-32-16,9 0-28 0,-9 0-31 0,13 6-24 15,-8-1-15-15,0 3-29 0,3 1-32 0,-4-1-55 16,0 0-143-16,2 3-350 0,-2-4 156 0</inkml:trace>
  <inkml:trace contextRef="#ctx0" brushRef="#br0" timeOffset="148210.13">19333 10258 263 0,'0'0'300'0,"5"-2"-24"16,-5 2-26-16,0 0-27 0,0 0-22 0,7 0-17 15,-7 0-30-15,0 0-18 0,0 0-13 0,5 4-15 16,-4-1-7-16,-1 2-15 0,0 5-5 0,-1-1-11 16,0 3-6-16,-2 3-7 0,2 2-6 0,-3-1-5 15,0 1-4-15,0-3-9 0,0-1 4 0,2-3-5 16,0 0-5-16,1-3 3 0,0-2-5 0,-3 1-1 16,4 0 0-16,0-3-1 0,0 1 4 0,0-4 31 15,0 5 38-15,0-5 17 0,0 0-3 0,0 0-13 0,0 0-16 16,14-7-1-16,-9 2-13 0,4-1 2 15,3-2-20-15,0-3-5 0,2 0 0 0,-1 2 1 16,-2 1-12-16,5-2 0 0,-6 3-9 0,4 2-1 16,-5 0-6-16,0-1-17 0,0 2-6 0,0-1-19 15,4 4-26-15,-3 0-15 0,3-1-24 0,-3 4-16 16,4-1-20-16,-2 0-21 0,2 4-10 0,-4 1-10 16,2-2-18-16,-1 2-15 0,-1 0-10 0,2-1-24 15,-5 1-169-15,-2-2-434 0,1-1 192 0</inkml:trace>
  <inkml:trace contextRef="#ctx0" brushRef="#br0" timeOffset="148825.9">19658 10410 343 0,'0'0'95'0,"0"0"24"0,0 0 15 16,0 0 7-16,0 0 3 0,0 0-1 0,0 0-4 16,0 0-1-16,0 0-6 0,0 2-4 0,0-2 1 15,0 0-4-15,0 0-8 0,0 0-14 0,0 0-7 16,0 0-12-16,0 0-10 0,12-7-6 0,-4 5-6 16,-3-1-6-16,5-1-8 0,2 1-4 0,2 0-4 15,-1-3-4-15,3 1-5 0,4-2-2 0,-1 2-2 16,0-2-5-16,3 2-3 0,-2-3-2 0,-2 0-3 15,1 0 8-15,0 0-9 0,-5-1-3 0,0 2 0 16,-5 1-3-16,0-1-2 0,3 2 4 0,-3 1-2 16,-4-2-2-16,-1 2 3 0,0 0 2 0,-2 1-5 15,2 0 0-15,-4 3-3 0,0 0-1 0,-8-5-2 16,2 1 1-16,-2 4 3 0,-3 0-6 0,-2 4 3 16,0-4-5-16,-5 5-1 0,0 0 6 0,4 2-3 15,3-3 1-15,-3 2-3 0,3 1 1 0,0 0-1 16,3 1 1-16,1 1-2 0,3-1 2 0,1 2 0 15,3-1 5-15,5 3 2 0,6 0-2 0,5 0 0 16,10 2 2-16,8-1-1 0,-2-1 2 0,8-3-7 16,11-1-3-16,-13-1-5 0,1-4 1 0,13-1-1 15,-15-1 4-15,4-2-4 0,-3-2 5 0,-3 1 2 16,-1-7 2-16,-7 3-1 0,1-3 9 0,-9 2 15 16,-3 1 17-16,-5 0 11 0,-2 0 4 0,0 0-2 15,-5-1-4-15,0 1-5 0,-3-3-6 0,0 3 10 16,-3 2-20-16,-2-2 1 0,-2 0-10 0,-2 1-1 0,-5 3-3 15,2 0-2-15,-3 2-3 0,-2-1 1 16,1 5-4-16,-3 0 0 0,0 1-5 0,0 2 4 16,2 0-7-16,4 0 5 0,1 1-10 0,3-1-5 15,-1 0-5-15,2 2 3 0,3 1 1 0,1-2 1 0,3 2 4 16,0-3 0-16,4-2 4 0,5 2 4 0,-2 0-3 16,6-1 2-16,-1-2 1 0,1-1 3 15,0-1-1-15,2 1-3 0,2-4 1 0,-4-2 2 16,4 2 0-16,-4-4 0 0,-1 2-1 0,0-4 3 0,-2 2-2 15,0-3 4-15,1-1-1 0,-5 0-2 0,0-1 1 16,1 0 6-16,-2 0-7 0,-1 0-1 16,-2 1 0-16,-2-2-4 0,0 2-1 0,-1 0-3 15,0 2-7-15,-3 1-12 0,1 2-16 0,-2-1-21 0,0 1-28 16,0 1-28-16,0 0-28 0,1 2-38 0,4 1-62 16,-9-1-156-16,9 1-434 0,0 0 192 15</inkml:trace>
  <inkml:trace contextRef="#ctx0" brushRef="#br0" timeOffset="149175.91">20620 10297 57 0,'1'-4'286'16,"-1"4"-31"-16,4-3-28 0,-4 3-25 0,0 0-23 15,0 0-20-15,0 0-18 0,0 0-17 0,0 0-12 16,4 9-11-16,-8-4-11 0,4 2-10 0,0 3-7 15,-1-1-6-15,-2 4-7 0,3-1-5 0,-2 0-6 16,-1 0-4-16,2 0-6 0,-2 0-2 0,3-3-2 16,0-1-2-16,0-3-4 0,-1 0 0 0,1 2-6 15,0-4 8-15,0 1-5 0,1-1 16 0,-1-3 7 16,4 2 0-16,-4-2 8 0,14-3-8 0,-6 1 0 16,-1-3-1-16,2 1-6 0,3-2-3 0,-1-1-6 15,2-1-6-15,-1 2-2 0,-1-1-3 0,3 1-2 16,-4 1-2-16,2-1 3 0,-2 1-6 0,-3 2-2 15,0-1-2-15,-2 1-2 0,4 1-5 0,-4 1 1 16,1 0-7-16,1 1-3 0,-7 0-13 0,14 1-10 16,-9 2-16-16,6 2-25 0,-1-1-23 0,-1 1-23 15,0 2-36-15,2-3-54 0,-2 0-222 0,1-1-464 16,2 1 206-16</inkml:trace>
  <inkml:trace contextRef="#ctx0" brushRef="#br0" timeOffset="149490.76">21094 10241 143 0,'0'-4'263'0,"0"0"-16"0,0 0-19 16,0 4-28-16,1-5-16 0,-1 5-20 0,0 0-17 16,0-2-18-16,0 2-17 0,0 0-13 0,0 0-10 0,0 0-13 15,0 0-3-15,0 0-8 0,0 0-7 0,-2 11-6 16,0-4-6-16,1-1-4 0,1 4-7 0,0 2-4 15,0-1-3-15,1 2 0 0,1 2-2 16,0 1-4-16,2 0 0 0,1 0-3 0,0-2-5 0,3 1 2 16,-4-3-2-16,-2 0 0 0,2-2-2 0,-1 1-2 15,-1-3-5-15,1-1-1 0,-3 0-1 16,0-1 2-16,-1 1-3 0,-1-2 1 0,-3 0 2 16,0 1 0-16,-6-1-1 0,-1 0-3 0,-2-1 3 0,-5 2-3 15,2-3-6-15,-1 1-20 0,0-1-15 0,3-3-45 16,-3 2-38-16,3-2-63 0,1 0-195 0,2-1-413 15,5 0 182-15</inkml:trace>
  <inkml:trace contextRef="#ctx0" brushRef="#br0" timeOffset="150549.26">21900 10306 162 0,'-6'-5'189'0,"-3"1"-20"0,-3-1-15 0,1 2-15 0,-2 2-10 15,-1 2-13-15,1 0-13 0,-3 3-10 16,-1-1-10-16,-1 5-6 0,4 1-9 0,-2-1-7 16,0 1-3-16,5 3-10 0,2-3-5 0,-3 3-7 15,3-2 1-15,7 1-3 0,-1 0-6 0,2 0 3 0,2-4-1 16,2 2-2-16,3 0 1 0,3-3-2 0,0 0 4 16,4-3 18-16,2-1-8 0,4-2 3 0,-2 0 6 15,1-2 1-15,-2-1-1 0,2-3 6 16,0 1 6-16,-2 0-1 0,-4 0 6 0,5-3-3 15,-7 3 3-15,3 2 2 0,-4-3 1 0,-1 1 0 0,-2 3-8 16,0-1 0-16,1 1-9 0,-3-3-3 16,-2 4-3-16,5-1-11 0,-7 2-5 0,7-2-6 15,-7 2 0-15,10 0-3 0,-5 3-6 0,2-1-3 0,2 3-1 16,-2-3-7-16,2 1-7 0,4 3-4 0,-1-1-12 16,-1 1-8-16,1 1-2 0,-1-2-14 0,-2-1-7 15,3-1-8-15,-1 2 1 0,-3-2-2 0,-1-2 3 16,1-1 0-16,0 0 1 0,-2-4 0 0,3 1 7 15,-4-2 4-15,2-4 7 0,-2-1-1 0,-4-2 7 16,6-3 3-16,-3-2 3 0,-2-2 7 0,0 2-1 16,3-9 8-16,-1 2 4 0,-1-3 4 0,1 2 5 15,2-1 7-15,-2-1-4 0,1 1 13 0,1 2 20 16,-2 7 10-16,0 5 12 0,-1 0-1 0,-1 2-2 16,1 0-7-16,0 5-6 0,-3-2-6 0,4 1-7 15,-4 5-15-15,2-3-20 0,-2 4-3 0,0 0 6 16,0 0-8-16,-2 13 2 0,2-4 1 0,-2 7-2 15,-3 3 2-15,2 7-1 0,-1-1 6 0,1 2 3 16,-3 1-6-16,4-2 1 0,-2 2 2 0,1-3 0 16,-2-6-15-16,2-1-11 0,1-1-7 0,-2-1-8 15,3-6-16-15,-1 1-8 0,-1-2-5 0,0-1 8 16,0-6 5-16,0 3 4 0,0-3 4 0,3-2 11 16,-11 0-1-16,11 0 2 0,-13-8 3 0,3 0 6 0,1 0-7 15,-4-2 11-15,-1-2 7 0,0 0-12 0,0-2 11 16,-3 2 0-16,2-1 4 0,2 2 2 0,-2 0 4 15,5 3 2-15,1 2 4 0,-1 1 7 16,5-1 2-16,-1 3 5 0,1-2 15 0,1 3 0 0,3-1 4 16,1 3-5-16,0 0-1 0,8-2-4 0,5 2-1 15,8 0 7-15,9 2-5 0,0 0-2 0,5 1 2 16,2-1-8-16,1 1 2 0,2 0-2 16,14 3-1-16,-1-3 7 0,-3 2 3 0,-11-2-5 0,-1-1 3 15,-4 0-2-15,-2-2-2 0,-5 0 14 0,-10 0 9 16,-6 0 10-16,1 0 4 0,-5 2 0 0,1-4 6 15,-2 2-4-15,-6 0-4 0,7-3-4 0,-5 1 1 16,-2 2-18-16,0 0-14 0,-5-8-14 0,1 6-23 16,1 0-25-16,3 2-22 0,-8-2-33 0,8 2-36 15,0 0-21-15,0 0-54 0,0 0-174 0,0 0-416 16,0 0 185-16</inkml:trace>
  <inkml:trace contextRef="#ctx0" brushRef="#br0" timeOffset="150991.74">23342 10150 10 0,'-4'-6'177'0,"-1"4"-17"0,-4-5-13 0,-1 5-14 0,-1-1-4 15,-3 2-12-15,0 1-2 0,0 1-13 0,-4 2-7 16,3 1-8-16,-3 3-9 0,0 1-9 16,0 1-6-16,4 2-11 0,-4 2-4 0,4 0-5 15,0 1-1-15,3 2-6 0,0 0 1 0,1-2-5 16,5-2-2-16,1-3-5 0,3 1-3 0,1-2-2 0,0-1 13 15,4-1 7-15,0 0 3 0,5-3 6 16,0 2 2-16,1-3 12 0,4-2 7 0,-3 0 8 16,3 0 2-16,-1-2 4 0,-4-1 0 0,5-1 6 15,-5 1 17-15,0 0-10 0,-4 3 1 0,4-2-5 0,-1 0-5 16,-3 0-11-16,-1 1-5 0,-4 1-11 16,9-3-8-16,-7 2-10 0,-2 1-3 0,12 5-2 15,-5 0-9-15,5 1-5 0,1 4-17 0,3 3-37 16,0 0-64-16,7 4-93 0,-8-4-355 0,4-1-587 0,2-3 259 15</inkml:trace>
  <inkml:trace contextRef="#ctx0" brushRef="#br0" timeOffset="154177.54">10820 12027 162 0,'-1'-5'230'0,"-3"4"-2"0,4 1-4 0,0-7-11 16,0 7-14-16,-4-4-17 0,4 4-21 0,-1-5-15 15,1 5-19-15,0 0-12 0,-3-1-16 0,3 1-15 16,0 0-8-16,0 0-6 0,0 0-10 0,0 0-7 15,0 0-2-15,17 10-8 0,-12-6-3 0,7 0-1 16,-3 3-5-16,2-2-6 0,7 0-1 0,0 2-3 16,-5-5-3-16,3 3-1 0,-3 0-2 15,0-2-1-15,0 1-4 0,-3 0-5 0,0-1 0 0,-4-1-1 16,0 1 4-16,0 0-6 0,0-1-1 0,-2 1-2 16,1-1-2-16,-3 2 0 0,0 2-2 0,-1-1 0 15,-2 2-1-15,1 3 0 0,-4 0 3 0,0 4-3 16,-1 1 3-16,-5 3-3 0,1 0 2 0,0 6 0 15,-4-2 1-15,3-4-2 0,0 4 1 0,-3-6 0 16,4 1 1-16,-1 1-3 0,0-3-24 0,2-1-11 16,0 1-21-16,2-5-17 0,0 0-17 0,2 0-11 15,-4-1-29-15,7-1-14 0,-3 0-34 0,0-4-147 16,3 1-355-16,-4-3 157 0</inkml:trace>
  <inkml:trace contextRef="#ctx0" brushRef="#br0" timeOffset="154544.06">11450 12132 26 0,'-1'-6'233'0,"1"6"-25"0,-4-4-18 0,4 4-22 0,0 0-20 15,0 0-18-15,-13 3-11 0,6-2-10 0,-2 7-16 16,2-3-9-16,-2 4-7 0,-1-2-13 0,2 3-7 16,3 0-2-16,-1-1-10 0,1-1 0 0,1 1-3 15,4 1-4-15,0-3-4 0,3 3 0 0,2-3-3 16,0-2-1-16,4 2-3 0,4-6 3 0,4-1-4 16,5-1-3-16,-3-2-1 0,8-3 0 0,-5-2-3 15,2-4 0-15,-5 2-1 0,-2-2 2 0,-2-2-2 16,-2-1 0-16,-4-1-4 0,-1-3-2 0,-2 2-1 15,-4-1-4-15,-3 1 0 0,-3-2-4 16,-3 1 0-16,-1 2-6 0,-2 3-5 0,-4-1-10 0,0 2-5 16,-3 3-24-16,0 5-15 0,0 0-33 0,1 4-43 15,-2 1-194-15,4 0-357 0,3 2 158 0</inkml:trace>
  <inkml:trace contextRef="#ctx0" brushRef="#br0" timeOffset="155088.6">13297 11998 175 0,'-3'-5'283'0,"2"0"-6"0,1 3-19 16,0 2-17-16,-2-7-19 0,1 4-26 0,1 3-23 15,-2-3-9-15,2 3-28 0,0 0-16 0,0 0-9 0,0 0-19 16,0 0-11-16,0 0-9 0,0 0-10 0,1 15-3 16,-2-5-7-16,2 0-6 0,-1 3-11 0,1-3-7 15,-1 2 0-15,-1 1-9 0,0-1-21 16,-1 2-27-16,1-4-13 0,0 2-13 0,-1-1-25 0,-1 0-28 16,2-1-22-16,-2-3-16 0,2 0-27 0,-3-2-189 15,0-5-390-15,0 3 173 0</inkml:trace>
  <inkml:trace contextRef="#ctx0" brushRef="#br0" timeOffset="155243.09">13271 11780 237 0,'0'-12'225'0,"1"1"-20"0,1 2-22 0,-1 1-20 0,-1 3-16 16,0-1-18-16,3 2-24 0,-1-2-26 0,3 5-32 15,-1 0-27-15,1-1-36 0,-5 2-33 0,13 4-41 16,-4-4-142-16,0 3-249 0,1 0 111 0</inkml:trace>
  <inkml:trace contextRef="#ctx0" brushRef="#br0" timeOffset="155556.81">13729 11543 25 0,'0'-7'233'0,"0"2"-18"15,1 3-20-15,-2-4-23 0,1 6-18 0,1-5-22 0,-1 5-13 16,0 0-12-16,0 0-12 0,-4 15-8 0,1-5-4 16,3 5-10-16,-1 6-10 0,0 7-8 15,-3 4 3-15,3 4-7 0,-1 11-2 0,2 0 0 16,2 0-1-16,-2 1-3 0,0-14-9 0,1 3-1 0,2-3-1 16,-1 2-5-16,2-4-2 0,0 0-2 0,-3 0 1 15,2-4-8-15,0-2 0 0,-3 1-1 0,3-8-2 16,-3-2 1-16,-1-2 1 0,-1-3-2 15,-1 0-1-15,-2-3 1 0,1 0 0 0,-4-2-1 0,3-1 0 16,-8 2 0-16,2-7 0 0,-3 3 1 0,-3-2 1 16,-5-6-16-16,6 1-2 0,-4 0-17 0,0-3-25 15,2-2-29-15,0-1-36 0,3-3-36 0,1 1-59 16,4-6-125-16,6 0-356 0,1-2 158 0</inkml:trace>
  <inkml:trace contextRef="#ctx0" brushRef="#br0" timeOffset="155716.64">13654 11952 83 0,'0'0'146'16,"8"-1"-7"-16,1 0 1 0,9-1-15 0,10-2-17 16,8 1-10-16,17-2-19 0,6-1-43 0,1-1-61 15,-5-2-131-15,-1 1-167 0,1 0 75 0</inkml:trace>
  <inkml:trace contextRef="#ctx0" brushRef="#br0" timeOffset="156259.47">14909 11793 65 0,'0'-4'222'0,"4"0"-14"16,-4-1-16-16,4 1-10 0,-4 1-18 0,0 3-17 15,1-5-17-15,-1 5-14 0,0-3-14 0,0 3-11 16,0 0-12-16,0 0-10 0,9 11 5 0,-8-1-19 16,2 4-3-16,-2 2-4 0,0 4-6 0,2-1-2 15,-3 7-7-15,1 2-3 0,-1-2-3 0,3 1 0 16,-6-1-2-16,3 1-5 0,0-3-1 0,0-4 2 16,0-1-6-16,0-3-1 0,0 2 2 0,0-7-2 15,3 0-5-15,-3-4 0 0,0 0 2 0,0 0 3 16,0-4 17-16,-3 3 22 0,3-2 33 0,0-4 24 15,0 0 4-15,0 0-16 0,0 0-5 0,0 0-6 16,-10-14-13-16,7 1-1 0,-3 2-12 0,5-4-7 16,-3-2-3-16,2-3-22 0,0-7-4 0,6-2 0 15,-4-2-16-15,4-2-3 0,2-12-1 0,-2 11-3 16,5 1 4-16,0-1-3 0,0 4 8 0,0 1-10 16,-1 1-4-16,1 3 5 0,-2 8-1 0,1 5-4 15,-3 1 2-15,4 1-1 0,0 0-4 0,0 3-11 16,1-1-14-16,7 2-20 0,-1 2-19 0,2 3-24 15,-5 2-29-15,7 2-24 0,2-2-39 0,6 5-60 0,-10-2-173 16,1 3-454-16,-2-1 202 0</inkml:trace>
  <inkml:trace contextRef="#ctx0" brushRef="#br0" timeOffset="156431.18">14992 11918 185 0,'-5'1'197'0,"1"2"-19"0,4-3-12 0,0 0-18 16,0 0-17-16,25 0-14 0,-5-3-7 0,12 0-13 15,5 0-33-15,0-3-33 0,14 0-67 0,3-4-69 16,-16 3-110-16,15-5-230 0,-18 5 101 0</inkml:trace>
  <inkml:trace contextRef="#ctx0" brushRef="#br0" timeOffset="156829.29">15985 11865 118 0,'0'-7'188'0,"3"3"-7"0,-1-2 2 0,-1-1 3 0,2 3-9 16,-3 1-4-16,1-1-14 0,3 0-12 0,-4 4-12 15,0-6-14-15,0 6-16 0,2-2-12 0,-2 2-12 16,2-2-11-16,-2 2-8 0,0 0-5 0,0 0-7 15,0 10-4-15,0-2-4 0,-2 1-6 0,0 3-4 16,0 1-1-16,0-1-2 0,1 5-4 0,-2-1-3 16,2-1-1-16,-1-2-2 0,4 3-1 0,-4-4 2 15,0 0-6-15,1 0 0 0,1 0-9 0,-4-2-28 16,3-3-22-16,1 3-21 0,0-3-21 0,-2-3-13 16,0 1-29-16,-2-5-52 0,4 0-158 0,0 0-366 15,-9-6 163-15</inkml:trace>
  <inkml:trace contextRef="#ctx0" brushRef="#br0" timeOffset="156983.56">15981 11621 106 0,'4'-7'236'0,"-4"-1"-25"0,3 3-18 0,-1 0-23 16,-1 1-11-16,3 1-24 0,0 0-22 0,-2 1-25 15,-2 2-31-15,9 0-33 0,-9 0-30 0,13 5-39 0,-5-4-35 16,1 5-148-16,0-1-245 0,0 1 110 15</inkml:trace>
  <inkml:trace contextRef="#ctx0" brushRef="#br0" timeOffset="157276.01">16339 11705 153 0,'0'0'181'0,"-8"5"-17"0,2-3-19 15,1 0-10-15,-3 3-12 0,1 2-11 16,-2 1-13-16,2-2-10 0,-3 2-9 0,5 2-7 16,-3 1-8-16,3 2-9 0,-1-3-7 0,1 6-2 0,2-4-10 15,3 4 3-15,0-4-6 0,0 4 0 0,5 0 0 16,4 0-10-16,0-1 0 0,3 2 1 16,-1-2-7-16,2 0-5 0,2 0 1 0,-1 0 1 0,0 1-5 15,-1-3 7-15,-1-1-7 0,-2 1-2 0,-4-4-5 16,-1 0 6-16,-1-1-4 0,-4-3 1 0,2 5 8 15,-4-3-2-15,-4 1-2 0,-5-1 0 0,-6 2 0 16,-10 2-23-16,0 0-42 0,-1-8-88 16,-4 1-157-16,5 1-324 0,0-7 144 0</inkml:trace>
  <inkml:trace contextRef="#ctx0" brushRef="#br0" timeOffset="160812.65">17102 11810 187 0,'0'-7'215'0,"1"0"-8"16,3 0-11-16,-3 0-10 0,2 1-3 0,-2 1-14 15,-1-1-12-15,0 4-14 0,1-3-17 0,-1 5-12 16,3-3-17-16,-3 3-13 0,1-4-11 0,-1 4-9 16,0 0-5-16,0 0-11 0,0 17-3 0,0-7-3 15,-1 3-5-15,-3 3-7 0,0 3-3 0,3 1 1 16,-6 1-6-16,0 3 1 0,1 1-3 0,0-1-6 16,3-6 7-16,-1 0-8 0,0-1 1 0,0-5 0 15,2 1-3-15,0-4-1 0,1-1 0 0,-1-4 1 16,2 3 2-16,-2-5 5 0,2 3 29 0,0-5 29 15,0 5 3-15,0-5-5 0,0 0-10 0,9-10-7 16,-1 4-6-16,2-4-6 0,-1 0 0 0,0-4-9 16,6-1 0-16,-6-2-7 0,5 3-5 0,-2-4 3 15,-2 2-8-15,3 1-2 0,-3-1 1 0,-1 4-2 16,-1-1-2-16,-3 5-1 0,-1 2-3 0,-1 2-2 16,0-2-2-16,0 1-1 0,-1 1-2 0,2 1-9 15,0 3-4-15,-4 0-1 0,5-2-1 0,-5 2 10 16,10 5-8-16,-2 2 3 0,3-1 0 0,5 0-1 15,1 5 6-15,10 1-2 0,0-1-4 0,4-2-8 16,1 1-11-16,0-2-4 0,0-2-1 0,2-1-4 16,-2-2-1-16,0-1 2 0,0-1 1 0,1-1-2 15,-5-1 3-15,0-1 1 0,-6-1 1 0,-6-4 3 16,1 2 5-16,0-2 4 0,-7 0-1 0,-1 1 7 16,0-3 3-16,0 1 7 0,-5-1 9 0,0 0-3 0,-3 1 3 15,-1 3 5-15,1-2-3 0,-1 1 1 0,-1 0-2 16,-4 1 5-16,-4 2-12 0,3 2 1 15,-6 1 0-15,-2 1-7 0,0 5 5 0,-6 1 0 16,4-2 2-16,-4 6-2 0,4 0 1 0,0-2-2 0,2 1-1 16,5-1 0-16,2-2 0 0,1 4 1 0,1-2 4 15,0-3-4-15,5 2 1 0,0-2 2 0,5 0 0 16,1-2 0-16,3 1 2 0,3-1 0 16,0-3 0-16,8 0-3 0,-2-3 3 0,-2-1-1 0,3 0 3 15,-1-4-3-15,1 1 3 0,-6-2-2 0,4-1-6 16,-7 2 4-16,-1-3-7 0,0 0-6 0,0 1 1 15,-3-4 1-15,-1 4-1 0,-2-2-3 0,-2 0-2 16,-2 3-7-16,-2 1-8 0,0 0 0 0,-3 2-2 16,0-1-5-16,-4 0-5 0,0 2-5 0,-1 2-8 15,0-1-6-15,-1 2-18 0,6 1-16 0,-3 1-20 16,4 0-27-16,5-1-17 0,-6 3-174 0,6-3-360 16,0 0 159-16</inkml:trace>
  <inkml:trace contextRef="#ctx0" brushRef="#br0" timeOffset="161275.31">18175 11462 154 0,'0'-7'251'16,"0"0"-23"-16,0 2-28 0,0 1-20 0,0 4-27 0,0-4-11 15,0 4-18-15,0 0-13 0,-5 12-11 16,2 1-13-16,-1 5-9 0,1 9-6 0,-3 3-6 15,0 3-8-15,0 0-4 0,1 2-3 0,-3-1-8 16,3-1 0-16,1 1-8 0,3-2-3 0,-1-4 4 0,-1-2-7 16,3-1-5-16,0-8 1 0,-1-1-12 0,1-5-9 15,-2-2-2-15,4-1-5 0,-2-2 1 16,-2-2 3-16,1 0 4 0,-3-2-1 0,4-2-1 16,-10-1 2-16,2-2-6 0,-2 0 0 0,-2-5 2 0,-4-1 1 15,1-3 2-15,-2 2-4 0,-2-2 0 0,1 0 0 16,0 3 2-16,0-4 2 0,4 2 16 15,-1 1 4-15,3 6 17 0,1-2 6 0,6 2 0 0,0 0-2 16,0 1-2-16,1 1-1 0,1-1-10 0,3 3-3 16,7-4-3-16,3 0-2 0,8 1-1 0,12 1-6 15,2-2 4-15,21 0-7 0,-3 2 0 0,5-3-3 16,2 0 0-16,2 0-2 0,-4 0 3 0,2 1 1 16,-18 0-7-16,0 1-3 0,-4-2 0 0,-7 3-5 15,-8 2-4-15,-2-3 2 0,-5 3-9 0,-3-3-8 16,-2 3-6-16,-3-1-10 0,-5 1-6 0,0 0-7 15,0 0-12-15,0 0-11 0,-27 0-24 0,13 1-9 16,-3 2-24-16,0-3-30 0,4 3-202 0,-1-3-390 16,2 2 173-16</inkml:trace>
  <inkml:trace contextRef="#ctx0" brushRef="#br0" timeOffset="162238.87">19766 11834 216 0,'0'0'214'0,"-5"-3"-11"0,5 3-8 0,0 0-9 16,0 0-9-16,0 0-17 0,0-5-6 0,0 5-14 16,0 0-9-16,0 0-13 0,0 0-11 0,0 0-9 15,0 0-9-15,0 0-11 0,0 0-6 0,0 0-6 16,0 0-7-16,7-4-7 0,-2 3-8 0,3 0-2 15,3 1-3-15,2-4-7 0,4 2-1 0,-4-2-2 16,3 2-4-16,0-3-3 0,-2 2 0 0,-3 0-4 16,1-2-4-16,1 0-1 0,-4 1 4 0,1-3-6 15,-1 2 1-15,-1-1 1 0,-3 2 0 0,1-1-4 16,-3 0-1-16,-2 1 0 0,-1-1-4 0,0 0-11 16,-4 0-4-16,-2 3-4 0,-3-2-1 0,-4 3-2 15,-1 1 4-15,-4-3 3 0,-1 6 3 0,-9 2-3 16,1 1 0-16,-1 1 2 0,4 4-1 0,-3 0 2 0,1 2 0 15,3 1-3-15,0 2 1 0,9-3 0 16,-2 2 4-16,5 1 1 0,1 0 0 0,3 2-1 16,2-1 1-16,5-1-1 0,3 2 1 0,6-1 2 15,4-1 2-15,13 1-1 0,4 1 1 0,7-5 1 0,17-1 4 16,2-3-1-16,2-2-3 0,3-5-4 16,-1-2 1-16,-4-1 1 0,-2-5-5 0,2-3-3 15,-17 2 4-15,-1 0-3 0,-4-3 0 0,-4 0 7 0,-5-2-1 16,-7 2-1-16,-1-1 8 0,-7 0 9 0,3-2 0 15,-7 2-2-15,-2 0 0 0,-4 1 0 0,0-2-1 16,-4 2-3-16,-3 0 0 0,-2 2 0 0,-7 1-5 16,-3-1 1-16,-4 4-1 0,5 1 1 0,-5 3-2 15,0 1-4-15,-4 3-5 0,8 2 8 0,-1 1-4 16,1 0 3-16,2 1-5 0,4-1 7 0,3 0-2 16,2 2-7-16,0-2-3 0,2 1 11 0,9 0 2 15,-2 1 3-15,9-3-6 0,-1 1 3 0,12-1 4 16,7 0-3-16,0-2-1 0,4-3 2 0,0-1 0 15,-3-1 1-15,1-4-3 0,-5 0 0 0,-2 1 2 16,-4-3 0-16,-1 1 0 0,-1-1 1 0,-6-1 1 16,1 0-2-16,-4-2-4 0,-1-1-2 0,-2 0-1 15,0-2-1-15,-2 2 0 0,-4-1-6 0,-1 2-5 16,-4-4 1-16,0 4 3 0,-2 1-9 0,-1 2-1 16,-4 0-10-16,3 1-6 0,-7-1-3 0,5 5-7 15,-5 0-16-15,0 2-21 0,2 0-13 0,2 2-21 16,2 0-37-16,-1 2-180 0,5-1-362 0,3 0 160 15</inkml:trace>
  <inkml:trace contextRef="#ctx0" brushRef="#br0" timeOffset="163140.7">20690 11774 191 0,'0'0'242'0,"0"0"-28"0,4-1-20 0,-4 1-21 0,0 0-22 16,0 0-19-16,1 7-11 0,-2-1-11 16,0 0-12-16,-1 2-9 0,0 2-12 0,-1 2-4 0,-2 4-13 15,0 1 0-15,1 0-7 0,0-2-3 0,2-4-6 16,0 2-3-16,1-3-1 0,0-1-6 0,0-3-6 16,-2-1-3-16,3 1 6 0,0-2-1 0,0-1 10 15,0-3 15-15,6 3-3 0,-6-3-2 0,11-6-2 16,-1-1 9-16,0 0-6 0,3-2-1 0,1-1-5 15,-1-4-5-15,2 2-3 0,-1-1-2 16,-1-1-3-16,1 3-5 0,-1-2-7 0,-3 6 1 0,-1-2-3 16,0 3-2-16,0 1-3 0,-4 1 1 0,0 1-4 15,3 0-2-15,-2 1-2 0,2 2-2 0,1 1-3 16,0 1 2-16,2 3 0 0,1 1-2 0,3 1 1 16,0 4-3-16,3-4 4 0,-2 3 3 0,0 1-3 15,1-4-9-15,-2 3 9 0,3-2-5 0,1-2 1 16,-2-2-6-16,-3 0-4 0,-1-2 1 0,1-2-3 15,-3-2 0-15,2-1 2 0,-3-2 2 0,1-2-2 16,-1-3 2-16,1-3 2 0,-4-2 0 0,-3 0 5 16,4-2-1-16,-4-1 4 0,3-5 6 0,-4-1-1 15,5-1 5-15,-3 1 0 0,3-3-2 0,-2-4 5 16,2 5-2-16,-3-3-1 0,4 2 3 0,-4 1 7 16,0 11 12-16,-1 2 0 0,-1 2 5 0,-1 1-2 15,0 3-3-15,-1 1-7 0,0 0-4 0,-1 2-11 16,4 0-31-16,-4 4 1 0,0 0 1 0,0 0 2 15,4 15 2-15,-3 1-1 0,-1 2 4 0,0 8 1 16,0 3 1-16,0 1 4 0,-1 2-1 0,-1 1-2 0,0-2 4 16,-2 1 1-16,4-3-1 0,-1-4-2 0,1 0-3 15,-1-7-7-15,-1-3-1 0,2-3-1 16,-1-3-3-16,1-1 6 0,0-2 1 0,-1-3 4 16,-2 2 0-16,-1-2 3 0,4-3 0 0,-9-1-1 0,9 1 7 15,-19-10-4-15,9 4 0 0,-4-3 3 0,-2-4 0 16,3 1-2-16,-2 1 2 0,-1 0 0 0,3 0-1 15,-2 0 0-15,3-1 1 0,3 4 0 16,0 1 1-16,2 2 6 0,1 0 11 0,3 0-1 0,0 2-4 16,0 0-5-16,6-2-3 0,6 0-2 0,1 0-1 15,8 0-2-15,4-2-7 0,7 0 1 0,3 1-7 16,0-1-5-16,0 2 2 0,4 3 2 0,1-2-1 16,0 0-2-16,14-1 13 0,-14 2-10 0,-1 0 3 15,-3-1 2-15,-4 3 0 0,0-1 0 0,-9-1 2 16,-3 1 0-16,-6 1 0 0,-2-3 10 0,1 4-1 15,-2 0 9-15,-3-1-1 0,-5 1-2 0,8 0 1 16,-8 0 3-16,9 0-5 0,-9 0-2 0,6 1-3 16,-6-1 0-16,0 0-1 0,5 4-1 0,-5-1 7 15,0-3-7-15,0 10 1 0,0-5-1 0,-2 1 3 16,-1 2 0-16,2 1-2 0,-2 0-1 0,3 0 3 16,-2 3-2-16,-1-2-5 0,3 1 5 0,0 0 6 15,0 0-4-15,0-1 1 0,0 0 3 0,3-1 1 16,-2-1-16-16,-1-1-18 0,1 0-16 0,-1-3-19 15,0 1-10-15,0-1 0 0,0-4-7 0,0 0-52 16,0 0-49-16,0 0-189 0,-6-11-400 0,1 2 176 16</inkml:trace>
  <inkml:trace contextRef="#ctx0" brushRef="#br0" timeOffset="163284.78">21649 11509 235 0,'0'-8'255'0,"0"-1"-13"0,2 2-18 0,-2 1-17 0,1 0-19 16,-1 2-21-16,0 0-17 0,0 0-19 15,0 4-13-15,4-5-16 0,-4 5-20 0,5-2-24 16,-5 2-30-16,9 1-19 0,-5 2-29 0,1 3-22 0,-1-1-36 16,1 4-30-16,0-1-67 0,0 2-121 0,-1-3-320 15,0 4 142-15</inkml:trace>
  <inkml:trace contextRef="#ctx0" brushRef="#br0" timeOffset="163657.14">21936 11593 26 0,'0'0'285'0,"0"0"-28"0,4-1-31 15,-4 1-24-15,0 0-22 0,0 0-19 0,0 0-19 16,8 5-18-16,-8-1-10 0,1 1-13 0,0 3-8 16,-1 1-10-16,0 3-7 0,-1 4-18 0,-2 1 5 15,-2 0-10-15,5 3-4 0,-1 0-5 0,-2-5 0 16,2 1-7-16,1-7-5 0,-1 1 1 0,-1-2-5 15,2-2 0-15,3-2-4 0,-4 1 16 0,-1-1 34 16,2-4 36-16,0 5 51 0,0-5-29 0,0 0-15 16,0 0-14-16,12-11-6 0,-4 4-10 0,-1-2-10 15,7-3 4-15,-2-1-13 0,1 0-4 0,-1-3-3 16,2 3-6-16,-1 1-5 0,0-1-10 0,-5 5 3 16,-1-1-1-16,1 2-5 0,-3 2-6 0,1 0 1 15,-2 1-6-15,0 1-8 0,1-1-3 0,-2 3-7 16,2 0-6-16,-5 1-7 0,10 2-12 0,-1 1-16 15,0 2-16-15,4-1-27 0,-3 3-24 0,-1 0-28 16,8 4-23-16,-5-2-28 0,0 0-13 0,-1-2-21 16,0 0-23-16,1-1-241 0,-5-2-515 0,1 0 229 15</inkml:trace>
  <inkml:trace contextRef="#ctx0" brushRef="#br0" timeOffset="164273.22">22278 11730 61 0,'0'0'189'0,"-3"-3"-7"0,3 3-3 0,-7-5-2 0,4 5-7 16,3 0-3-16,-4-3-7 0,4 3-4 15,0 0-10-15,-4-4-8 0,4 4-8 0,0 0-14 16,0 0-9-16,0 0-10 0,0 0-9 0,0 0-10 0,0 0-8 16,11-5-6-16,-4 5-5 0,4-5-9 0,8 5-5 15,2-3-2-15,7-1-5 0,0 2-5 16,5-2-4-16,-1 0-3 0,4 0-2 0,1 0-3 16,-4-1-1-16,4-1-3 0,-2 1-2 0,-4-1-2 0,-1-2-3 15,0 0 0-15,-4 1 1 0,-4 0 0 16,-3 1-1-16,-7 2-3 0,-1-3-1 0,1 1 0 15,-3-1 4-15,-4 5-1 0,0-2-1 0,-2 1-6 16,-3-1 2-16,0 4 0 0,-7-8-3 0,-2 6 0 0,0-1 0 16,-7 4-2-16,-5-1-2 0,3 3-1 0,-3 2 1 15,-6 3 2-15,5 1-2 0,-2 4-1 0,-1 0 0 16,2 0-2-16,8 1 3 0,-3 2 6 0,2 1-6 16,4-3 0-16,4 2 2 0,3 1-3 0,1-1 4 15,7-4 4-15,3 3-3 0,2 0 0 0,6-2 1 16,7 1 1-16,3 0 3 0,3-5-2 0,3 0 0 15,4-2 1-15,0-7-2 0,2 0 1 0,1 0-3 16,-3-4 0-16,-3-1 0 0,0-4 2 0,-6-2-4 16,-6 4 6-16,-1-3-2 0,-2-1 6 0,-5-2 0 15,1-1 7-15,-3-1-2 0,-3-2-5 0,-1 3-1 16,-2-6 6-16,-3 4 1 0,-2-1-1 0,1 2-2 16,-4 2-2-16,-4-1-4 0,0 5-1 0,3 2-2 15,-6-2 0-15,3 2-3 0,-4 3 1 0,2-1 0 16,2 5-2-16,-3-3 4 0,1 6-5 0,2-2-6 15,1 2 2-15,0 2-2 0,2 2-8 0,3-3-1 16,-1 5 7-16,1 1-3 0,4-1 3 0,2 1 0 16,0-2 0-16,2 4 5 0,3-6-2 0,0 4 6 15,3-4-1-15,1 1-3 0,2 2 3 0,-2-4-2 16,-1-2 3-16,-2-2 1 0,0 0 3 0,0-1-3 0,-4 0 0 16,4-1 1-16,-5-1 7 0,3 0-9 15,-4-3 2-15,2 0-3 0,-2 1 1 0,-2-5-5 16,-1 3-3-16,-1-2-10 0,-2 2-16 0,-2-1-14 15,0 0-12-15,-2 0-12 0,0 3-16 0,-2-1-13 0,0 1-4 16,3 1-25-16,-6-1-26 0,5 3-213 0,0-1-399 16,2 1 177-16</inkml:trace>
  <inkml:trace contextRef="#ctx0" brushRef="#br0" timeOffset="165088.68">22603 11846 181 0,'0'0'216'0,"0"0"-2"0,0 0-3 0,0 0-10 16,0 0-11-16,1-6-13 0,-1 6-13 16,3-3-23-16,-2 0-10 0,2 0-17 0,1-2-13 15,1 2-6-15,2-2-18 0,3-3-3 0,1 1-10 16,3-2-3-16,1 1-10 0,4-3-4 0,3-1-6 0,2-3-3 15,2 2-4-15,-2-3-2 0,-2 2-1 16,-2-3-9-16,-3 5 1 0,4-5-1 0,-5 5-8 0,-3 0 4 16,1-1-1-16,-4 4-1 0,0-1 1 15,-5 1-3-15,-1 1 2 0,1-1-2 0,-1 1 1 0,-4 2-1 16,1 1-4-16,-1-3 0 0,-1 1-7 16,-1 0 2-16,-4 5-7 0,1-1-1 0,-7 2 4 15,0 0-5-15,-2 1 0 0,1 2-2 0,-4 2-1 16,0 7 1-16,-1-4 0 0,1 4-1 0,-3 6 1 0,3-4-5 15,3 1 5-15,4 2 0 0,-1 1 0 0,4 0-2 16,2 0 1-16,1 1 0 0,8 2 6 16,1-3 2-16,4 1 1 0,10-1-3 0,7 1 2 15,0-3 6-15,5-1-1 0,1-3 0 0,5 0-2 0,0-4 2 16,3 0-11-16,-6-1-25 0,0-5-34 0,-2 2-29 16,-4-1-40-16,-5-2-49 0,-5-2-212 0,-4-1-425 15,-3 3 188-15</inkml:trace>
  <inkml:trace contextRef="#ctx0" brushRef="#br0" timeOffset="166278.93">23532 11618 100 0,'-1'-7'194'0,"0"4"-19"0,1 3-18 15,-3-4-15-15,3 4-16 0,-7-3-14 0,1 3-8 16,6 0-16-16,-18 5-5 0,5 0-12 0,-2 2-7 16,-4 0-8-16,2 3-6 0,1 1-6 0,-1 0-4 15,-1 0-5-15,4 1-7 0,0 0 3 0,1 1-7 16,2 0-4-16,1-1-1 0,2 0-3 0,3-1 1 0,2 0-3 15,2-1 4-15,2 2 1 0,2-2 1 16,5 1 11-16,4-2 7 0,4 1-3 0,0-2 0 16,3-3 9-16,11-3 3 0,-10 0 4 0,2-2 10 15,0-3 0-15,-2 0 9 0,-2-1 5 0,1-4 4 16,-2-1 3-16,-4 0-3 0,-1-2-5 0,-1 2-6 16,-4-2-8-16,1-4-6 0,-3 1-12 0,-3-2-3 15,-2 0 3-15,-2 4-16 0,-3-4-8 0,-3-1-10 16,-3 2-10-16,-3 4-8 0,0 2-7 0,-3-2-9 0,-2 5-10 15,0 2-3-15,0 3-6 0,2-3-14 0,-5 6-17 16,7 1-21-16,1-2-20 0,2 5-23 16,2-1-7-16,1 4-28 0,7-3-175 0,4 0-380 15,3 4 169-15</inkml:trace>
  <inkml:trace contextRef="#ctx0" brushRef="#br0" timeOffset="166640.49">23731 11689 98 0,'3'-2'310'0,"-3"2"-22"16,4-3-25-16,-4 3-28 0,4-3-24 0,-4 3-25 15,0 0-23-15,1-2-18 0,-1 2-17 0,0 0-16 16,0 0-7-16,0 0-12 0,1 8-9 0,-1-2-11 16,1 2-9-16,-1 1-7 0,0 0-1 0,2 4-6 15,-1-1-6-15,-1 3 1 0,1-1-8 0,2-2-4 16,1-3-2-16,-3 1-3 0,0-2-2 0,0-1-2 15,1 0-3-15,0-2 0 0,2 0 0 0,-1-2 1 16,2-2 0-16,1 0-4 0,-6-1 1 0,14-3 3 16,-5 1 5-16,5-5 3 0,-5-1-2 0,0 1-2 15,5-4 0-15,-1-1-4 0,1 1-1 0,-1 0-2 16,-3 5-3-16,-1-4 3 0,0 3-1 0,-3 0 3 16,0 3-5-16,-1 0-3 0,1 0-3 0,-4 2-3 15,2-1-4-15,0 0 0 0,-4 3-4 0,7 0-1 16,-7 0-9-16,10 3-10 0,-6 2-3 0,3 3-21 15,0-1-16-15,0 2-25 0,2 1-38 0,0 0-27 16,2 4-50-16,1-6-259 0,-3 0-496 0,1 0 220 16</inkml:trace>
  <inkml:trace contextRef="#ctx0" brushRef="#br0" timeOffset="167010.99">24392 11590 132 0,'0'-1'269'0,"1"-3"-28"0,0 0-23 0,-1 4-24 15,2-5-21-15,-2 5-20 0,0 0-16 0,0 0-16 16,0 0-14-16,0 0-11 0,0 0-6 0,-23 9-13 16,10-4-8-16,-1 3-9 0,-4 1-3 0,0 2-6 15,-1-1-7-15,2-1-3 0,2 4-8 0,-3-1-5 16,4-2 4-16,1 2-8 0,-1 1-2 0,4 0-3 15,4-1-2-15,-3 3 0 0,6-4 2 0,1 2-5 16,2-1 2-16,1 0-4 0,4 4 2 0,3-3-2 16,-1 2 0-16,6-3-1 0,1 2-1 15,-1-4 1-15,2 2 0 0,-2-2-3 0,2 0-1 0,-3-3-6 16,-3 0 1-16,0-2 3 0,-3 1-1 0,1-3-11 16,-5 2-7-16,1-2 2 0,-2 0-1 0,-2 1 4 15,-2-1 0-15,-3 1 5 0,-3-3 1 0,-5 2-5 16,-2-1 0-16,-3-1-5 0,2-1-1 0,4 1-15 15,-2-1-21-15,0-1-35 0,4 0-41 0,-2 0-40 16,3-4-188-16,2 2-383 0,-1 1 170 0</inkml:trace>
  <inkml:trace contextRef="#ctx0" brushRef="#br0" timeOffset="167198.29">24760 11923 346 0,'5'-1'447'16,"-5"1"-33"-16,8-3-33 0,-8 3-38 0,0 0-35 15,5-1-39-15,-5 1-68 0,0 0-78 0,0 0-86 16,0 0-105-16,5 0-132 0,-5 0-234 0,0 0-470 0,1-5 208 16</inkml:trace>
  <inkml:trace contextRef="#ctx0" brushRef="#br0" timeOffset="208919.73">6153 14229 13 0,'-3'-3'132'0,"3"3"-15"0,0 0-5 0,0 0-8 15,0-4-12-15,0 4 0 0,0 0 0 0,0 0-13 16,2-5-1-16,-2 5-6 0,0 0-5 0,1-5 1 15,-1 5-2-15,0 0-2 0,2-5 7 0,-2 5 5 16,0 0 6-16,0-6 3 0,0 6-13 0,1-6 1 16,-1 6 1-16,1-6-6 0,-1 1-4 0,2 1 5 15,-1 0-10-15,-1 4-1 0,0-10-2 0,1 7-2 16,-1-2-1-16,1 1-3 0,1 0-3 0,-1 0-3 16,-1 4-9-16,0 0-4 0,1-6-5 0,-1 6-3 0,0 0-10 15,0 0-7-15,0 0-4 0,0 0 0 16,3 14 0-16,-3-2 0 0,0 2 0 0,0 6 4 15,1 4-8-15,-2 4-1 0,1-1 5 0,1 1-4 16,-1 2-1-16,0-1-1 0,0 1 2 0,2-3-1 16,-5 4-2-16,2 2 2 0,-1-2-1 0,1-1 5 15,0 0-1-15,-1-4-1 0,0 0 3 0,-1-1-1 16,1-4-1-16,-1-4 0 0,2 2 1 0,-2-4 1 16,0 0-4-16,0-3 5 0,2-2-3 0,-2 0-1 15,3-4 3-15,-2 1 0 0,0-1 1 0,2 1-2 16,-2-3 3-16,2 1-2 0,-1-2 0 0,1-3 0 0,0 5 1 15,0-5-1-15,-2 4 7 0,2-4-5 16,-1 4 1-16,1-4 3 0,0 0-1 0,0 0 0 16,0 0 1-16,-1 4 0 0,1-4-1 0,0 0 5 15,0 0 3-15,0 0 6 0,0 0-10 0,0 0-28 0,0 0-9 16,-8-14-3-16,8 8-9 0,-1 1-5 16,-2-2-14-16,2-3-16 0,-3 1-2 0,2-3-3 15,-1 3 4-15,0-3 7 0,1-2-4 0,-2 2 0 16,3-4 9-16,-2-1 5 0,1 2 7 0,-1 2 2 15,1 0 4-15,-1-4 3 0,3 1 8 0,-1 0 5 0,-2 0 0 16,3 0 6-16,-1 0 2 0,0 1-3 0,1-4 4 16,-3 2 10-16,3 3 3 0,0-3 0 15,0 1 7-15,0 0 3 0,0 0-1 0,0-1 5 16,0 1 11-16,0-1-2 0,0-1 3 0,4 2 13 0,-4 5 8 16,0-5 0-16,-1 0 3 0,2 4 10 15,-1 1-6-15,0-2 0 0,0 2-3 0,0 0 3 16,0-1 0-16,0 3-6 0,0-2-2 0,0 2 2 15,1-3 5-15,2 5-5 0,-2-3-2 0,2 1-3 16,-1 4-4-16,2-2-8 0,0 2-2 0,-3-2 0 0,4 2-2 16,-2 0-5-16,2 0-2 0,0 2 3 0,2 1-10 15,0-3 5-15,3 5-4 0,2-2-4 16,-1 2 5-16,2 2-3 0,1-2 1 0,1 5 2 16,3 2-5-16,1-1 0 0,-2 4 2 0,2 1-3 15,-3 2-1-15,0 0 0 0,6 4-1 0,-9-2-1 0,0 1 2 16,-2 1-2-16,-1 0-1 0,-3 1-4 0,0-1-1 15,-3 0 8-15,-3 0-8 0,-2-1-2 16,-3-1 3-16,-3 2 0 0,-4 0 1 0,-3-3 1 16,-1-1 3-16,-8 1-2 0,-1-1 4 0,-2-1 0 0,-5 0 1 15,3-1 2-15,-1-2 4 0,-2 0-1 0,4-1-1 16,1-1 3-16,4-3-1 0,5-2-3 0,-1 2 2 16,8-3 1-16,-3 2 3 0,7 1-7 15,-2-4-1-15,3 3 1 0,-2-3-1 0,1 1 3 16,1 2-7-16,5-3 1 0,0 0 0 0,-2 3 3 0,2-3-2 15,0 0 3-15,0 0-2 0,11 3 0 0,-2-4 3 16,0 2-19-16,0 0-22 0,2 2-27 0,1-1-42 16,-3-1-46-16,5-1-228 0,-5 0-408 0,3 2 180 15</inkml:trace>
  <inkml:trace contextRef="#ctx0" brushRef="#br0" timeOffset="211249.75">7167 14405 177 0,'0'-3'176'0,"1"-2"-14"0,-1-1-3 0,3 1-5 16,-2 3-7-16,-1-3-5 0,0 5-5 0,0-7-13 16,0 3-11-16,0 0-7 0,0 4-11 0,-1-9-9 15,-2 5-10-15,1 0-11 0,-5 2-5 0,2-1-9 16,-1-1-4-16,-3 3-8 0,-3-3-4 0,2 4-3 15,-1 0-4-15,-1-3-3 0,-2 6-3 0,1-1-2 0,-3 4-9 16,-1 0 6-16,-2 2-5 0,-2 1-1 16,3-1-2-16,1 6-4 0,1-2 1 0,0 1-1 15,0 1-2-15,-3 5-1 0,5-5 0 0,3 3-1 16,0-1 0-16,4-3 3 0,-1 4-3 0,3-2 1 16,1-1 4-16,0-6-3 0,4 6-1 0,0-4 0 15,2-1-3-15,-1 1 3 0,0-4 0 0,0 0 5 16,2-3-4-16,1 2 5 0,2-2 8 0,-1-2 9 15,0-1 1-15,3-4 4 0,1 1 1 0,2-3 2 16,2-2 9-16,4-2 0 0,-7-2-4 0,4-1 0 0,0-2-4 16,-1 0-5-16,1-1 1 0,-1 2-3 15,-1 0-2-15,-1 2 2 0,-1-1 8 0,-1 4 4 16,-3 2 13-16,-1 0 9 0,-1 1 8 0,-1 2-19 16,1 1-7-16,-3-1-7 0,3 1-7 0,-4 3-7 15,6-4-5-15,-6 4-3 0,3-1-6 0,-3 1-3 0,0 0 2 16,6 10-2-16,-6-5 0 0,0 2-1 0,1 1 2 15,2 3-3-15,-2 0-1 0,1 0 1 16,0 1 0-16,-2 0-1 0,5 5 2 0,-4-3-4 0,2 1 3 16,0-2-2-16,-1-1-1 0,2-5 2 0,-3 1 0 15,3-1 1-15,-4-2 1 0,4 0 3 0,-4-1-1 16,5-1 2-16,0-2 1 0,3 0 2 0,2-3 0 16,3-1-5-16,5-1-1 0,-3-4 1 15,4-1-3-15,2 0 0 0,3-5-21 0,1 0-24 0,-8 6-36 16,7-6-46-16,-5 7-57 0,1-4-57 0,-5 2-234 15,-1 2-511-15,-1 2 226 0</inkml:trace>
  <inkml:trace contextRef="#ctx0" brushRef="#br0" timeOffset="211967.74">8077 14200 17 0,'0'0'181'16,"2"-5"-9"-16,-2 5-12 0,0 0-7 0,3-3-22 16,-3 3-19-16,0 0-14 0,0 0-7 0,0 0-13 15,0 0-8-15,0 0-8 0,0 0-5 0,0 0-6 16,-9 13-12-16,2-4 6 0,-4 0-8 0,1 6-5 0,-12 2 2 16,4 3-2-16,-5 1-4 0,-2 1-8 15,-2 0-1-15,3 0-4 0,0-1 2 0,3-2-7 16,-1-2 0-16,8-4 3 0,-1 0 0 0,2-1-3 15,-1-3-3-15,6 1 0 0,-1-3-4 0,0 1 3 0,3-2 2 16,2 1-2-16,0-3 1 0,-1 0-3 16,2-2 6-16,2 2-5 0,-3-3 8 0,4-1-1 15,-2 6 9-15,2-6 4 0,6 8 5 0,-2-5 6 16,1 0 2-16,3 3-3 0,2 2 0 0,3-3 1 0,2 7-4 16,-1-4-2-16,7 1-6 0,-3 1 1 15,6 4-4-15,0-4 2 0,-7 2-7 0,7 2 1 16,-1-2-2-16,-4-3-9 0,-1 2 10 0,0-3-3 15,-4 1-2-15,-1-2-2 0,-3-2 1 0,-1 2-3 16,1-3 1-16,-6-1-3 0,2 0-2 0,0 2 2 0,-3-3 6 16,4-1 23-16,-5 2 2 0,-2-3 4 0,0 0-2 15,5 1-1-15,-5-1-1 0,3 3-4 0,-3-3-1 16,0 0-2-16,0 0-5 0,0 0-3 16,5 2-13-16,-5-2-14 0,0 0-24 0,0 0-72 0,3-6-59 15,1 2-33-15,-2-3-195 0,4 4-421 0,-2-1 187 16</inkml:trace>
  <inkml:trace contextRef="#ctx0" brushRef="#br0" timeOffset="212304.55">8653 14292 78 0,'0'0'194'0,"4"-2"-22"16,-4 2-11-16,0 0-26 0,0 0-11 0,0 0-13 15,0 0-7-15,0 0-7 0,-12 14-12 0,7-5-6 16,-4 1-14-16,-1 1 2 0,-2 2-8 0,-1 4-6 15,2-2-4-15,-5 2-7 0,-1 4-2 0,-1-2-4 16,3 2-2-16,-2 0-4 0,2-2-3 0,2-4-5 16,0-1-21-16,3-1-26 0,-3 1-16 0,3-2-24 15,-3-4-34-15,4 1-47 0,-1-2-103 0,1-1-268 16,4-2 118-16</inkml:trace>
  <inkml:trace contextRef="#ctx0" brushRef="#br0" timeOffset="212522.69">8397 14335 180 0,'0'0'258'0,"-1"-5"-25"16,1 5-26-16,0 0-22 0,0-4-23 0,0 4-18 16,0 0-16-16,0 0-12 0,5 12-15 0,3-5-6 15,-2 3-7-15,8 3-3 0,4 5-6 0,4 3-6 16,1-1-6-16,2 3-7 0,-1-3-2 0,1 2-9 15,-1 0-16-15,3 0-35 0,-3-1-38 0,-2 0-52 16,4-5-50-16,-11-3-213 0,6 4-383 0,-6-7 170 16</inkml:trace>
  <inkml:trace contextRef="#ctx0" brushRef="#br0" timeOffset="-214112.05">9339 14158 30 0,'4'-2'167'0,"-1"0"-1"0,-3 2-9 16,2-5-9-16,2 2-8 0,-1 1-11 0,-3 2 2 15,3-5-4-15,-3 5-8 0,3-2-6 0,-3 2-11 16,6-3-9-16,-6 3-9 0,0 0-9 0,0 0-13 15,3-4-3-15,-3 4-8 0,0 0-9 0,0 0-5 16,-4 12 2-16,-2-3-4 0,-2-1-6 0,-1 6-2 16,-6 1-3-16,-6 3 0 0,2 6-10 0,-4-3 10 15,5-2-6-15,-7 1-7 0,2-2 4 0,2-1-5 16,7-4 2-16,0 0-2 0,0-2 0 0,4 1-5 16,0-2 2-16,2-4-2 0,0 2-2 0,3-3 2 15,0-1-3-15,0 0 5 0,1 0-1 0,3 0-3 16,-2-3 1-16,3-1 2 0,-5 3 0 0,5 1 0 15,0-4 1-15,0 5 3 0,0-5 1 0,8 4 0 16,-6-3 0-16,6 2-2 0,-2-1 1 0,2 2-1 16,0-1-5-16,3 2 6 0,1-1-7 0,-2 1-1 15,4 0 1-15,1 1 1 0,3 3 0 0,0-2 2 0,1-2 2 16,-1 4 1-16,0-4 2 0,1 2-1 16,-5 0-5-16,-1-1 6 0,-3-1-7 0,2-1 0 15,-2-1-3-15,-1 2 5 0,-3 1 2 0,0-4-5 16,0 1-12-16,-1-2-10 0,-1 4-10 0,-2-3-11 0,-2-2-9 15,4 4-20-15,-1-1-43 0,-3-3-13 0,-1 3-48 16,1-3-155-16,-6 7-356 0,2-5 158 16</inkml:trace>
  <inkml:trace contextRef="#ctx0" brushRef="#br0" timeOffset="-213858.87">8986 14616 104 0,'0'0'156'0,"0"0"-5"15,0 0-10-15,0 0-4 0,22 9-13 0,-4-4-11 0,0 1-12 16,5-4-13-16,9 5-8 0,1 2-8 0,6-4-5 15,10 8-12-15,-12-6-44 0,3 0-47 0,11 0-95 16,-14 0-75-16,-4-3-223 0,1-3 99 16</inkml:trace>
  <inkml:trace contextRef="#ctx0" brushRef="#br0" timeOffset="-213032.6">9664 14526 72 0,'0'0'156'0,"0"0"-3"16,0 0-11-16,0 0 0 0,0 0-5 0,0 0-3 16,-7 4-5-16,7-4-3 0,0 0-6 0,0 0-11 15,0 0-7-15,0 0-6 0,12-9-7 0,-8 6-2 16,-1-1-2-16,3 2-6 0,0-2-3 0,1-4-1 16,0 0 6-16,2-1 1 0,0 0-3 0,-4-2-3 15,5 0 0-15,-1-2-5 0,0-1-5 0,3 0-2 16,-6-4-2-16,3 1-5 0,0 3-5 0,-1-3-2 15,-2 1-2-15,2 0-4 0,-3-2-7 0,-3 2-3 16,5 0 0-16,-3 6-1 0,-2-2 0 0,1 4-2 16,-2-3 5-16,0 5-4 0,2-3 1 0,-2 4-4 15,-1 0 0-15,1 1-3 0,-1-1-4 0,2 1-4 16,-2 4 3-16,0-4-11 0,0 4 3 0,1-5-12 16,-1 5-10-16,1-2-11 0,-1 2-15 0,0 0 5 15,0 0 1-15,0 0 2 0,-7 16 4 0,3-5 3 16,0-2 0-16,-3 7 1 0,1 0 4 0,0 1-3 15,1 2 6-15,-2-1 6 0,2 1-7 0,-2 0 4 16,3-1 0-16,1 0-1 0,2 2 2 0,-1-2 0 16,4-2 0-16,-4 2 3 0,4-5 1 0,-1-1 2 15,3 1 10-15,1-1-10 0,0-3 2 0,1 3 0 16,1-3 1-16,1-1-1 0,0-1 2 0,1 0 1 16,0 0 0-16,1-4 2 0,1-1 3 0,-1 0 6 15,3-1 3-15,-3-2-3 0,2-1-1 0,0 0-2 16,1-1 3-16,-4-4-3 0,1 2 0 0,-1 1 0 0,-1-4 0 15,-2 4 6-15,1 0 4 0,-5-2 0 16,1 2 0-16,-2-3-8 0,-1 3-1 0,0 0-3 16,-4 1 3-16,-1-2-10 0,1 3-3 0,-3-2 0 15,-1 3 0-15,-5-2 3 0,3 2-5 0,1 0-6 16,-4-1-11-16,3 2-15 0,-2-1-25 0,5 1-22 0,-5 1-31 16,6 1-20-16,-2 0-47 0,6-1-19 0,2-1-231 15,-4 3-465-15,4-3 205 0</inkml:trace>
  <inkml:trace contextRef="#ctx0" brushRef="#br0" timeOffset="-212600.48">10133 14013 76 0,'0'0'128'0,"7"8"-5"0,-3-3-8 0,4 6-13 16,2 3 1-16,4 8-2 0,3 3 3 0,-2 4-4 15,7 1 3-15,1 13-8 0,-3-3-8 0,2 6-5 16,-5-3-3-16,-5 2-8 0,1 1 4 0,-8 2-6 16,-4-2-6-16,-4 4-4 0,-2-14-6 0,-4-3-6 15,-7 13-1-15,0-17-6 0,-10 14-2 0,4-15-3 16,-13 8-2-16,-5-3-3 0,-1-6-3 0,-6 0 0 15,-2-3 0-15,-3-5-31 0,-7 1-46 0,-1-6-82 16,-36 0-194-16,34-6-352 0,-4-4 156 0</inkml:trace>
  <inkml:trace contextRef="#ctx0" brushRef="#br0" timeOffset="-211450.7">6952 13992 36 0,'-1'-2'140'0,"1"2"-18"0,0 0-15 15,0 0-11-15,0 0-11 0,-13 7-8 0,7 0-12 16,-2 3 1-16,-2 5-13 0,-7 6 1 0,3 4 5 16,-4 5-12-16,0 1 10 0,-5 13-1 0,-1 0-5 15,4 2 0-15,-1 0 1 0,2 0-5 0,4 0 1 0,-2 3-7 16,4-5-1-16,4-9 3 0,4 11-7 15,4-12-5-15,1-3-3 0,4 1 0 0,1-3 2 16,5 3 0-16,-1-4-5 0,10-3-1 0,3-1 16 16,10 0-7-16,17-1-2 0,4 0-15 0,5-3-51 15,4-11-62-15,-4-1-189 0,-2 1-310 0,-2-6 138 0</inkml:trace>
  <inkml:trace contextRef="#ctx0" brushRef="#br0" timeOffset="-210565.22">11022 14401 14 0,'0'0'137'0,"0"0"-13"16,0 0-9-16,0 0-1 0,0 0-13 0,0 0-6 16,0 0-10-16,0 0 5 0,0 0-3 0,0 0 1 15,0 0 2-15,0 0-4 0,0 0 13 16,0 0-12-16,0 0 1 0,0 0-1 0,0 0 0 0,0 0-9 16,0 0-6-16,0 0-3 0,0 0-10 0,19-3-4 15,-7 2-8-15,4-3-4 0,5 2-12 0,1 2 5 16,6 0-4-16,1 0-5 0,0 0-3 15,2 0 1-15,-3 0-5 0,-5-1-1 0,-2 2-4 0,-1-2-4 16,-7 2-3-16,2-1-11 0,-5 0-6 0,1 0-15 16,-4 0-8-16,-2-1-13 0,-5 1-11 15,0 0-8-15,0 0-18 0,0 0-26 0,0 0-18 0,-30 1-34 16,13-1-113-16,-1 2-296 0,-2 1 131 16</inkml:trace>
  <inkml:trace contextRef="#ctx0" brushRef="#br0" timeOffset="-210274.87">10944 14584 122 0,'0'0'189'0,"0"0"-15"0,0 0-8 15,0 0-15-15,18 2-10 0,-3-1-11 0,5-2-10 16,10 2-14-16,2-1-12 0,5 2-7 0,-1-2-10 16,0 1-4-16,-2-2-12 0,0 2-6 0,-1-2-6 15,-6-1-5-15,-8 4-2 0,-6-2-6 0,-2 0-2 16,-1 0 0-16,-2 1-8 0,-3-4-7 0,0 5-3 16,-5-2-16-16,0 0-14 0,0 0-18 0,0 0-32 15,-17 2-38-15,7-1-54 0,-5-1-124 0,2 2-303 16,-1 1 134-16</inkml:trace>
  <inkml:trace contextRef="#ctx0" brushRef="#br0" timeOffset="-207416.62">12747 14236 78 0,'-2'-2'141'0,"2"2"-17"0,0 0-13 0,0-8-11 15,0 8-5-15,0 0-14 0,0 0-9 16,0 0-10-16,0 0-8 0,-2-3-8 0,2 3 0 15,0 0-8-15,0 0-1 0,0 0-6 0,0 0-3 16,0 15 1-16,0-5-9 0,0-1-1 0,-1 9-4 16,-3-2 1-16,-1 5-2 0,1 2-2 0,0 4-2 0,-2-1-7 15,2 1 8-15,-2 0-1 0,0 0 10 16,0 1-3-16,3-2 1 0,-1-6-5 0,1 6 10 16,-1-8-6-16,2 2-4 0,0-3 3 0,2-7 2 15,-2 8-5-15,0-6 2 0,0 0 8 0,0-2-8 16,0-3-1-16,1 0-1 0,1-2-4 0,-1 1 7 15,1-2-4-15,-2 1 12 0,2-5 9 0,-1 3 9 16,1 1 2-16,0-4 14 0,0 0 1 0,0 5 2 16,0-5 3-16,0 0 4 0,-1 4 0 0,1-4-8 0,0 0-7 15,0 0-6-15,0 0-10 0,0 0-15 0,-1-14-17 16,1 11-14-16,-2-4-15 0,2 0-4 16,2 4-16-16,-4-6-14 0,1 1 1 0,0-3-5 15,-1-1-2-15,1 0 5 0,0-1 3 0,-2-3 7 16,1 2 5-16,-1-4-2 0,-1 1 12 0,3-1-1 0,0 2 11 15,-2-3-4-15,1 0 7 0,-2-1-16 0,0 2 17 16,0-2 8-16,2 0 10 0,-1 0 10 16,0 1 2-16,0-6 16 0,0 7 6 0,2-1 6 15,-3 2 6-15,4 0 6 0,-1 0 2 0,0 5 3 0,-1 1 1 16,0-2 1-16,-1 2-2 0,3 0-3 0,0 1 1 16,0 1 1-16,0 3-4 0,0-1-6 0,0 1 3 15,0 0-2-15,3 0-6 0,-3 1-5 0,2 2-3 16,0-1-5-16,0-1-2 0,1 2-3 0,2 0-4 15,1 1-1-15,2-1-5 0,-1 3 2 0,1-1-7 16,4 2-1-16,0 1 0 0,1-1-1 0,5 8-3 16,-5-4 0-16,2 3-2 0,4 3-2 0,-5 2 2 15,4-1-3-15,-1 7-2 0,-3-3 1 0,-3 0 0 16,0 0-1-16,-5 2-1 0,0 1-1 0,-3-2 0 16,-3-3 3-16,-5 3 1 0,0-2-1 0,-8-1-1 15,3-1 2-15,-8 1 1 0,1-2 1 0,-2-2-6 16,1 1 8-16,-9-1-2 0,0-2 2 0,7-1 1 15,-2-2-3-15,3 0 2 0,5-1-2 0,0 0 2 16,4 0 0-16,-3-4-1 0,4 2 2 0,1 0-2 16,2-1 2-16,1 1 0 0,5-2-1 0,-8 2 3 15,8-2-2-15,-5 1 1 0,5-1-4 0,0 0-7 16,0 0-26-16,0 0-30 0,18 0-31 0,-5-1-37 16,-3 0-61-16,4 0-137 0,-5-1-356 0,4 2 158 15</inkml:trace>
  <inkml:trace contextRef="#ctx0" brushRef="#br0" timeOffset="-205231.69">13693 14236 103 0,'1'-1'170'0,"-1"1"-6"16,4-5-11-16,-4 5-10 0,1-4-17 16,-1 4-9-16,1-3-16 0,-1 3-10 0,0 0-12 0,3-2-6 15,-3 2-8-15,0 0-8 0,0 0-10 0,-9 13-5 16,4-6-2-16,-4 5-7 0,-4 3 2 0,3-3-7 16,-4 3-4-16,-3 6 7 0,-1-3-11 15,6-1 2-15,-4 4-2 0,-3-2-2 0,1 3-4 0,0-1-1 16,-3-4-1-16,0 2-8 0,6-5-2 0,-2-1-9 15,3 2-22-15,-4-2-15 0,5 0-23 16,-1-1-23-16,4-7-31 0,1 3-128 0,-1-2-268 16,1-2 118-16</inkml:trace>
  <inkml:trace contextRef="#ctx0" brushRef="#br0" timeOffset="-205007.45">13382 14313 242 0,'1'-5'227'0,"2"1"-12"16,-3 1-21-16,0-1-23 0,0 4-18 0,1-5-17 16,-1 5-17-16,4-2-12 0,-4 2-14 0,0 0-9 15,8 6-9-15,-1 0-12 0,1 3 2 0,0-2-8 16,3 8-3-16,6-3-3 0,-2 2-6 0,7 9-3 16,0-5-3-16,1 1-5 0,0-1-3 0,-1-1-18 15,0 2-9-15,0 0-24 0,-3-2-27 0,3 0-30 16,-4-7-40-16,-4 4-33 0,4-6-168 0,-4 4-343 15,-3-4 152-15</inkml:trace>
  <inkml:trace contextRef="#ctx0" brushRef="#br0" timeOffset="-204481.84">14208 14156 95 0,'1'-2'182'0,"2"-1"-22"15,-3 3-4-15,1-4-21 0,-1 4-9 0,0 0-19 16,4-2-4-16,-4 2-13 0,0 0-3 0,0 0-19 16,0 0-3-16,0 0-14 0,0 0-4 0,-4 11-3 15,-1-3-5-15,0 3-4 0,-3-1-2 0,-4 5-4 16,0 1-1-16,-4-1-5 0,-3 5-2 0,0-1-3 16,0 1-5-16,-3-2-1 0,4-1 3 0,1-2-4 15,4-5 3-15,0 2-4 0,3-5-1 0,1 0 3 16,1 0-2-16,3-4-4 0,0 2-3 0,0 0 1 15,2-1 2-15,-1-2 3 0,2 1-4 0,2-3 3 0,-4 3-3 16,2 0 3-16,2-3-5 0,-1 4 1 0,1-4 1 16,3 5-2-16,-1-2 6 0,2 2-1 15,3 1-1-15,3-1 6 0,-1 2-4 0,4 4-1 16,3-4 5-16,0 5 5 0,0 0 0 0,2-3-5 16,0 3-1-16,0 0 0 0,-3 0-2 0,3 0-2 15,-3-2-1-15,1 2 0 0,-4-6 9 0,-1 5-8 16,-2-5 0-16,0 0-3 0,-3 2-12 0,1-1-25 15,-3-2-4-15,0 0-22 0,-2 2-11 0,-2-5-31 16,0 4-33-16,-2-2-150 0,-3-1-304 0,1 1 135 16</inkml:trace>
  <inkml:trace contextRef="#ctx0" brushRef="#br0" timeOffset="-204248.7">13925 14655 33 0,'0'0'180'0,"0"0"-24"16,0 0-8-16,0 0-9 0,20 7-13 0,-3-5-14 15,2 3-7-15,8 0-12 0,4 0-9 0,1 2-5 16,-4 0-37-16,9 2-47 0,-4-6-63 0,-3 3-136 15,-2-2-221-15,1 1 97 0</inkml:trace>
  <inkml:trace contextRef="#ctx0" brushRef="#br0" timeOffset="-203323.4">14545 14514 14 0,'0'0'138'0,"0"0"-17"0,0 0-6 0,3-5-2 16,-3 5-5-16,1-4-30 0,-1 4 9 0,4-5-5 15,-3 2-8-15,4-2-10 0,-2 1 2 0,2-1-6 16,-1 0 4-16,-1-2-1 0,3-1-1 0,-1-1-3 16,0-3 0-16,1 4-5 0,-1-6-1 0,0 2-2 15,2 0 1-15,0-5-8 0,1 2-2 0,-3-2 0 16,2 0-7-16,-2 1-2 0,2-1 4 0,-2 2 4 16,-1-2-3-16,0 3 6 0,-3-2 0 0,2-2-3 15,-2 7-5-15,1 0 6 0,0-1 0 0,-2 3 1 16,0 1-1-16,2 0 0 0,-2 1-1 0,0 1 0 15,0 1-8-15,0-1 1 0,-2 2-4 0,2 4-5 16,0-7-3-16,2 4-2 0,-2 3-4 0,-2-3-5 16,2 3 0-16,0 0-10 0,0 0-10 0,0 0 1 15,0 0-11-15,0 0 11 0,0 0 0 0,-13 11-2 0,8-2-1 16,0 0 2-16,-2 6 1 0,-1-1 0 16,1 4 3-16,2 1 0 0,-4-1 1 0,3 6-4 0,-2 0 3 15,4-5-2-15,2 0 6 0,-1 6-3 16,1-7 2-16,0 8 0 0,2-8 1 0,2-1-1 0,2 0 1 15,-1 0-1-15,3-2 2 0,0 1 0 0,0-1 0 16,2-3 3-16,2-1-1 0,-1 0 0 16,-1-4 3-16,-1 2 14 0,2-5 8 0,-1 0 9 15,2 2 8-15,-2-3 7 0,-2-3 10 0,2 0 7 0,2 0 4 16,-2-4-2-16,1-2-7 0,1 1-8 0,-1-2-2 16,-1 0-6-16,1-2 5 0,-3 2-1 0,-1-3-16 15,-1 5-1-15,1-5-3 0,-2 5-2 0,-2-2-3 16,-1 2-2-16,3-2-5 0,-3 2-1 15,-3 0-7-15,3 0-11 0,-4 1-9 0,-1 0-10 0,1 0-6 16,0 2-18-16,-1 0-12 0,-2 0-19 0,0 2-19 16,2-1-26-16,5 1-20 0,-10 0-12 0,10 0-21 15,-9 1-19-15,9-1-29 0,-4 1-141 16,4-1-389-16,0 0 172 0</inkml:trace>
  <inkml:trace contextRef="#ctx0" brushRef="#br0" timeOffset="-203017.49">14994 14008 163 0,'0'0'177'0,"0"0"-20"0,1-4-13 0,-1 4-16 15,0 0-13-15,0 0-16 0,14 8-12 0,-7-2-9 16,1 5-11-16,3 7-5 0,5 6 5 0,-2 5-9 16,1 5 3-16,3 12 12 0,-4 3-3 0,-1 0-9 15,-4 2-10-15,-8-1 2 0,-2 1-3 0,-8 2-7 16,-4-2-4-16,-2 1-1 0,-3-4-2 0,-4-2-6 16,-3-3 1-16,-7-3-2 0,0-3 12 0,-5-3-1 15,-8-6 2-15,3 0-24 0,8-11-34 0,-15 2-42 0,13-7-63 16,-15 0-215-16,15-9-363 0,-1-2 160 15</inkml:trace>
  <inkml:trace contextRef="#ctx0" brushRef="#br0" timeOffset="-202365.45">13378 14009 106 0,'0'0'94'0,"0"0"10"0,-12 7-14 0,5 2-10 0,0-1-15 16,-5 9 9-16,-3 2-3 0,0 10-6 0,-4 0 1 15,-6 12-6-15,-2 5 3 0,4 0-7 0,-4 1 3 16,8 1-2-16,-4 1-9 0,6-1-1 0,2 4-8 16,5-4 3-16,6-3 0 0,3 3-10 15,5-14-2-15,5 0 7 0,3 0-6 0,8-3-6 0,10 6 2 16,-3-11-3-16,1 0-18 0,3-3-51 0,12-1-102 15,-12-8-78-15,1-2-244 0,1-5 108 0</inkml:trace>
  <inkml:trace contextRef="#ctx0" brushRef="#br0" timeOffset="-192359.72">15758 14425 142 0,'-9'2'150'0,"9"-2"-8"15,0 0-14-15,-7-2-6 0,7 2-9 0,0 0-8 16,-7-2-11-16,7 2-9 0,0 0-10 0,0 0-4 15,0 0 0-15,0 0-12 0,0 0-12 0,0 0 7 16,-8 2-10-16,8-2-9 0,0 0 0 0,0 0-6 16,0 0 5-16,0 0-12 0,0 0-7 0,0 0-1 15,0 0 1-15,0 0 7 0,0 0-12 0,0 0-1 16,0 0 3-16,0 0 2 0,0 0-3 0,0 0-5 16,0 0 2-16,0 0-2 0,0 0-1 0,0 0-6 15,0 0 13-15,0 0-6 0,0 0 0 0,0 0-2 16,0 0-3-16,0 0 5 0,0 0-2 0,0 0-2 15,0 0 1-15,0 0 0 0,0 0 0 0,0 0-1 16,0 0 3-16,0 0 1 0,0 0-9 0,0 0 3 16,0 0 3-16,0 0 0 0,0 0-5 0,0 0 6 15,0 0 0-15,0 0-4 0,0 0 2 0,0 0-3 16,0 0 0-16,0 0-2 0,0 0 3 0,0 0-3 16,0 0 3-16,0 0-1 0,0 0-4 0,0 0 1 15,0 0 4-15,0 0-1 0,0 0 0 0,0 0 2 16,0 0 2-16,0 0-2 0,0 0-3 0,0 0 3 15,0 0-3-15,0 0 7 0,0 0-3 0,18 4 5 16,-5-5-7-16,5-2 4 0,3 1 2 0,10-1-6 16,5 0 13-16,-1 0-6 0,17-4 0 0,0 3 0 15,-1-1 4-15,-12 3-5 0,-2-3 0 0,2 3 3 16,-4-1-5-16,-1 1 0 0,-2 1 3 0,-3 0 0 16,0-2-4-16,-11 0 2 0,1 3 0 0,-5 0-7 15,-3-2-9-15,-2 1 12 0,-2 0-8 0,0 1-2 0,-7 0-11 16,7-1-15-16,-5-2-17 0,-2 3-15 15,0 0-17-15,0 0-5 0,0 0-3 0,0 0-12 16,0 0-1-16,-16-2-113 0,12 0-237 0,4 2 105 16</inkml:trace>
  <inkml:trace contextRef="#ctx0" brushRef="#br0" timeOffset="-191653.15">16924 14129 32 0,'4'-6'175'0,"-1"2"-8"0,-2-2-12 0,2 4-12 0,-2-1-21 15,0 0-13-15,-1 3-7 0,3-4-14 0,-3 4-10 16,0 0-12-16,0 0-3 0,0 0-6 0,5 11-8 15,-5-1-5-15,0 2-2 0,0 5-3 0,0 0-8 16,-3 10 2-16,2-3-9 0,-3 4-1 0,3-3-4 16,-2 0 6-16,1 2-8 0,-1-6-1 0,2 2-1 15,-2 0-1-15,3-1-3 0,0-3-2 0,0-1-2 16,0-2 8-16,-2-2-5 0,2-2 0 16,-1-2-3-16,1 0-1 0,-3-1-2 0,3-4-1 0,-1 3 2 15,1-4 4-15,-3-1 0 0,3 1 21 0,0-4 21 16,-1 5 13-16,1-5 25 0,0 4 14 0,0-4 4 15,0 0-10-15,0 0-9 0,0 0-25 0,-3-14-11 16,1 7-11-16,-1-5-13 0,-1 0-5 16,3-4-18-16,-2-1-14 0,2 0-13 0,0-3-12 0,-3-4-5 15,3-2-3-15,-2-1-3 0,6 0 6 0,-2 3 2 16,-1-3 3-16,4 0 5 0,-2 3 0 0,1-3 3 16,-2 9 4-16,2 0 10 0,-2-1 1 0,-1 2 10 15,0 1 5-15,0 0 16 0,0 3-1 0,0 3 16 16,-4-2-1-16,4 4 4 0,-1 0-2 0,1 4 6 15,0-4-9-15,-3 3-1 0,6 1 0 0,-6 2-5 16,3 2-4-16,0-7-1 0,3 4-6 0,-3 3-3 16,9-2 1-16,-4 2 0 0,8 0-1 0,-3 2-7 15,9 2-2-15,-1 3 1 0,8 2-1 0,2 3 3 16,1 2-1-16,-1-1-1 0,3 3 2 0,-4 1-2 16,-3 1 0-16,3 0 18 0,-4-1-1 0,-6-2-16 15,-6-2-6-15,-1 0-3 0,-1 0-5 0,-5-4-2 16,-1 3-4-16,-5 0 3 0,-3-4-1 0,-4 3 0 15,-6-2 2-15,-4 0-1 0,-7 3 2 0,-2-4 0 16,0-1 2-16,-3 2 2 0,3-3-2 0,0-1 4 16,6-1-1-16,-4 0 2 0,8-1 0 0,-3-3-1 15,2 2-1-15,8 1-1 0,0-2 1 0,1 0 5 16,1 1-5-16,4-2-14 0,0 1-12 0,5-1-3 16,-5 3-8-16,5-3-23 0,0 0-40 0,20 0-34 15,1-2-66-15,-6 0-138 0,8-2-369 0,-1 1 165 16</inkml:trace>
  <inkml:trace contextRef="#ctx0" brushRef="#br0" timeOffset="-188982.3">17995 14162 134 0,'0'0'135'0,"4"-3"-5"0,-4 3 5 16,1-3-5-16,-1 3-12 0,0 0-7 0,4-5-2 0,-4 3 6 15,0 2 6-15,4-3-14 0,-4 3-3 0,0 0-5 16,0 0-12-16,0 0-10 0,0 0-7 16,4-4-11-16,-4 4-14 0,0 0 2 0,0 0-9 15,0 0-5-15,-5 12-2 0,1-7-3 0,-4 4-2 16,-3 3-4-16,0 3-2 0,1-1-5 0,-8 8 4 0,0-2-5 16,1-1 3-16,-1 0-5 0,-2 0 2 15,5-4-2-15,1-1-2 0,-2-1-1 0,0 3-2 16,2-3 0-16,0-2-7 0,-1 1-10 0,2-1-15 15,-1-2-12-15,1-2-19 0,4 1-20 0,2-5-25 16,0 2-26-16,-1-3-22 0,3 2-132 0,-2-3-305 16,-1 1 134-16</inkml:trace>
  <inkml:trace contextRef="#ctx0" brushRef="#br0" timeOffset="-188761.29">17729 14217 89 0,'3'-5'232'0,"-2"0"-16"0,-1 2-16 16,0 3-20-16,0 0-22 0,0-4-17 0,0 4-18 15,0 0-14-15,0 0-13 0,0 0-6 0,14 9-3 16,-6-1-11-16,1 0-3 0,2 5-9 0,2 2-5 16,0 0-6-16,1 1-4 0,3 2-1 0,2 3 1 15,0-1-22-15,-2 1-18 0,2-1-31 0,-4-4-42 16,4 1-45-16,-5-4-62 0,-1-2-140 0,-4-1-336 15,5 0 149-15</inkml:trace>
  <inkml:trace contextRef="#ctx0" brushRef="#br0" timeOffset="-188201.85">18478 14030 115 0,'1'-2'169'0,"1"-2"-14"15,-2 4-13-15,4-3-11 0,-4 3-20 0,2-3-11 16,-2 3-13-16,3-2-5 0,-3 2-8 0,0 0-10 16,-2 10-6-16,1-3-3 0,-3 2-8 0,-2 1-5 15,-3 5-2-15,-4 2-1 0,0 4-10 0,-3-1-4 16,-2 1 2-16,1-1-3 0,0-1-5 0,-2 0 1 15,6-5-7-15,-2 2 2 0,0-3-3 0,4-2-2 16,-2 1-3-16,5-3 6 0,-1-1-7 0,3-3 1 16,2 0 0-16,-1 0-1 0,1 0 2 0,3-3-2 15,-2 1 0-15,3-3 13 0,-5 4 7 0,5-2 5 16,0-2 2-16,0 0-2 0,-1 5 0 0,1-5-2 16,0 0 3-16,4 3-1 0,-4-3-2 0,9 3-6 15,-3 1-3-15,0-3-3 0,3 5-3 0,-1-1 3 16,3 0-5-16,1 1-1 0,0 2-2 0,4 1-2 15,3 1 1-15,-6-2 2 0,4 4-5 0,-2 0-1 16,3-4 0-16,-7 5 4 0,6-4-1 0,-8 0-14 16,1-2-21-16,-1 0-30 0,-4 1-27 0,0-4-33 15,0 1-33-15,-3 2-148 0,-2-2-324 0,-2-1 144 16</inkml:trace>
  <inkml:trace contextRef="#ctx0" brushRef="#br0" timeOffset="-187968.06">18203 14518 92 0,'0'0'126'0,"0"0"-4"16,0 0-1-16,8 8 6 0,1-4-6 0,5 1-8 15,4 0-9-15,11 1-7 0,0 2-10 0,1-1-12 16,2 0-13-16,-4-5-48 0,3 3-64 0,-3 0-153 16,-6-3-217-16,-2 0 96 0</inkml:trace>
  <inkml:trace contextRef="#ctx0" brushRef="#br0" timeOffset="-187368.32">19002 14207 78 0,'-2'-5'212'0,"0"3"-18"0,0-3-17 16,-2 1-19-16,-2 1-8 0,0 2-21 0,0-1-17 16,6 2-13-16,-19 3-9 0,7 0-8 0,-1 1-11 15,-2 3-7-15,-2 3-5 0,0-1 6 0,0 3-20 16,3-1-3-16,-4 2-5 0,8 0-6 0,-3 1-4 16,0-2 1-16,3 1-5 0,2-4 0 0,2 1 2 15,4-3-7-15,-2 1 1 0,2-1 3 0,1-3-4 16,2 1 4-16,2-2 11 0,2 2-1 0,1-4 4 15,1 0 4-15,1 1 5 0,3-4 0 0,1 1-6 16,-1 1-2-16,3-4-1 0,-4-1-3 0,3 2-2 16,1-2-3-16,-1 1-2 0,0 0-9 0,-2 1 1 15,0-2 2-15,0 3-5 0,-6-1 1 0,3 1-3 16,-3 0-1-16,1 0-3 0,-1 2-1 0,-5 0-1 16,12-1-3-16,-6 2 6 0,2 0-6 0,-2 0 4 15,-1 3-10-15,3-1-6 0,-3-1-10 0,4 4-24 16,-3-2-34-16,4 2-26 0,2-2-45 0,-3 0-54 15,-1 1-157-15,-2-2-387 0,6-2 170 0</inkml:trace>
  <inkml:trace contextRef="#ctx0" brushRef="#br0" timeOffset="-187117.26">19182 14064 133 0,'0'-5'260'0,"0"5"-23"0,2-5-26 0,-2 5-25 16,0 0-21-16,2-3-19 0,-2 3-16 0,0 0-16 0,15 15-7 15,-8-7-4-15,3 8-8 0,5 7-3 0,-2 3-10 16,5 3-2-16,-5 3-8 0,0-3-2 0,-2 4-9 16,-6 0-6-16,3 2-3 0,-7-1-2 15,-1 0-6-15,-5 0-4 0,-1-2-3 0,-6-1-14 0,-2 0-15 16,-5-2-15-16,-3-2-21 0,-7-2-23 0,-11 2-23 15,-3 1-36-15,-6-11-48 0,1-1-214 16,-3-3-401-16,0-6 179 0</inkml:trace>
  <inkml:trace contextRef="#ctx0" brushRef="#br0" timeOffset="-186551.73">17649 13917 118 0,'0'0'160'0,"1"-3"-16"0,-1 3-10 0,0 0-20 0,0 0-16 15,0 0-4-15,0 0-12 0,-9 13-4 0,3-2-3 16,-9 11-4-16,-3 2-9 0,-3 8 0 0,-7 16-5 15,0-1-9-15,-4 0 3 0,5 2-5 16,-1-1-5-16,5 1 3 0,0-2-10 0,5-2 0 0,9-13-4 16,0 4 2-16,8-5-2 0,1 0-5 0,8 1 2 15,5-1 4-15,6-4-1 0,7 0 1 16,17 2-22-16,9-1-40 0,8-9-88 0,0-5-172 0,0-5-315 16,0-2 141-16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9:28:07.93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14500 13292 109 0,'4'-7'116'15,"-4"7"-15"-15,1-2-14 0,2-1-11 0,-3 3 0 16,1-3-15-16,-1 3-6 0,0 0-6 0,4-2-19 16,-4 2 9-16,0 0-3 0,4-3-10 0,-4 3 0 15,0 0-5-15,0 0 0 0,1-4-12 0,-1 4 8 16,0 0-1-16,0 0-4 0,0 0 10 0,0 0-5 16,0 0 8-16,0 0-1 0,0 0 6 0,0 0 10 15,3-2 8-15,-3 2 4 0,0 0-12 0,0 0-2 16,0 0-7-16,0 0-2 0,0 0-4 0,0 0-3 15,0 0-5-15,0 0-9 0,0 0 5 0,0 0 1 16,0 0 0-16,5 9-6 0,-5-6 0 0,1 2-6 16,-1 0 4-16,0 0 3 0,0 0 6 0,0 2-11 15,0 0-1-15,0 0 4 0,-1 3 4 0,-3-1-5 0,4-1-1 16,0-3-2-16,0 2 5 0,-1-2-7 16,-2 3 4-16,2-2 1 0,-3-3 7 0,0 1 6 15,-1 1-2-15,0 0-1 0,-3-3 6 0,2-1-7 16,0 1-5-16,6-2 2 0,-13-5 9 0,5 0 11 15,2-2 6-15,1-3 1 0,1 0-6 0,1-1 1 16,4-1 0-16,-1-1-3 0,3 2-9 0,0 0 4 16,2-1-2-16,1 0-3 0,-2 4-5 0,6-1-2 15,-1 4-1-15,0 1-3 0,4 1-4 0,-3 2 4 0,4 2-1 16,4 2 2-16,0 4 5 0,0 0-3 16,0 2-2-16,1 2 0 0,1 5-4 0,3 1-8 15,-2 1-10-15,-2 0-16 0,0 0-28 0,-6 2-30 16,1-5-43-16,-4 0-192 0,-2-3-347 0,1 1 154 15</inkml:trace>
  <inkml:trace contextRef="#ctx0" brushRef="#br0" timeOffset="1657.07">14771 13271 97 0,'0'0'113'0,"-5"-3"-8"0,5 3-12 0,0 0-5 15,-5-2-10-15,5 2-4 0,-9 0-7 0,9 0-11 16,-15 2-4-16,3 5-4 0,-1-2-7 0,-2 3-4 0,-3 1 4 16,2 1-10-16,-2 0-6 0,2 4-1 15,1-1-2-15,-4 4-3 0,5-3-3 0,1-2-5 16,-1 2 4-16,5-1 2 0,4-1-3 0,-3-5-8 16,4 4 6-16,3-5-6 0,1 1 7 0,1-2-3 15,6 0 4-15,-2 0-4 0,5-3 2 0,4 0-3 0,4-5 4 16,3-1-10-16,5-3 13 0,-4 1-4 15,6-3-3-15,-10-3-2 0,1 4 0 0,-2-3 0 16,-2 0-3-16,-2 0-1 0,2-3 2 0,-7 5 0 16,0-1-4-16,-3 0 7 0,0 2 0 0,-5-1-1 15,-2 3-5-15,-2 0 0 0,-4 0 4 0,-4 2 3 16,-3 1-1-16,-4 1-9 0,-11 4 5 0,0 1-3 16,-2 4-3-16,0 2 9 0,1 1-6 0,2 2 2 15,-2 0-4-15,4 4 1 0,3-2-4 0,1 3 3 0,10-5-6 16,3 1 5-16,2 0 1 0,3-4 5 15,4 2-1-15,2-2-1 0,4-2 1 0,6 1 3 16,5-3-1-16,11 2 5 0,2-5-6 0,6-4 3 16,1-2-5-16,-2-1 1 0,2-6-6 0,-2-1 0 15,-3-4 2-15,-3-2-1 0,-3-1 10 0,-5 2-4 0,-2-2-7 16,-9 3 8-16,-3 0-14 0,-2-1 8 0,-4 6 3 16,-4-2 4-16,-5 1-3 0,-3-2-1 15,-4 6-2-15,-3-3-4 0,-9 6 10 0,0 1-5 16,-5 3-6-16,-2 2 0 0,4 5-27 0,-1 1-45 0,2 5-149 15,3 5-246-15,4-2 109 0</inkml:trace>
  <inkml:trace contextRef="#ctx0" brushRef="#br0" timeOffset="3703.02">12802 15327 31 0,'0'0'123'0,"0"0"-1"0,0 0-4 0,0-2-17 16,0 2-9-16,0 0-1 0,0 0-16 0,0 0-13 15,0 0-4-15,0 0-5 0,0 0-5 0,0 0-2 16,5-5-14-16,-5 5 4 0,0 0-6 16,8 0-6-16,-8 0 7 0,13 0-9 0,-7 0 1 15,6 3-8-15,0-3 5 0,2 0-3 0,4 0-4 0,3 2 2 16,0-2-4-16,10 0-4 0,-3 1 3 0,4 0 2 16,1 2-8-16,1-2 3 0,0 0 0 0,4-1-6 15,-1 0 1-15,3 0-1 0,11 1 1 0,1-2 1 16,-12 1 1-16,1 0 0 0,13 4-4 0,-3 0 2 15,-1-4 7-15,-11 1-8 0,14 1-4 0,0-1 2 16,0-1 3-16,3-1-4 0,-5 0 3 0,2 1-4 16,-2 0-2-16,1-2 3 0,-14 2-1 0,15-3 3 15,-14 3-5-15,0 4 0 0,13-5-1 0,-15 1 4 16,3 2 1-16,-2-3 0 0,-2 2-4 0,0-1 8 16,-1 1-5-16,1 0-1 0,0 0-1 0,0 2 2 15,-4-3-5-15,1 0 11 0,0-1-6 0,-5 1 0 16,3 0 2-16,-2-2 3 0,1 5-7 0,-10-3 5 15,10 0 3-15,-9 0-3 0,10 0 0 0,-3 1 1 16,0 0-6-16,0 1 7 0,2-2-3 0,-2 0 0 16,0 0 0-16,1 2-3 0,-1-4-2 0,-2 4 3 15,2-4 7-15,2 4 2 0,-4-4 3 0,2 2-11 16,3 0 5-16,1-2-4 0,-4 2 1 0,0 0-4 16,2 0 6-16,-1 2-8 0,0 0-1 0,1-2 1 15,-1 0-3-15,1 3 4 0,0-6 2 0,0 3 1 16,-1 0 0-16,0 0-2 0,2 0-5 0,-2-2 5 15,2 2-3-15,-3-3 5 0,4 2 4 0,-4 1-1 16,2-1-8-16,0 1 5 0,0 0 6 0,2-2 1 16,-3 0-9-16,4 2 2 0,-1 0 3 0,3-1-1 15,-5 0-6-15,6 1-2 0,-4 0-1 0,0-4 4 16,3 3 7-16,-3-2-5 0,2 1 1 0,-2 2 2 16,1-1-5-16,-1-3 5 0,0 4-1 0,-1-1 6 15,-3 1-9-15,2-2 11 0,0-1-8 0,-1-1 0 16,2 3 4-16,-2-1 1 0,5-2-8 0,-5 3 3 15,3-2 0-15,1-1 6 0,-1 0-1 0,1-2 2 16,-1 2 1-16,3 0-1 0,-3-3-6 0,0 5 9 16,0-2-5-16,1-3-5 0,-4 3 7 0,7 2-2 15,-4-3 4-15,1-2-1 0,-1 2-1 0,3 1 1 16,-1 0 7-16,1 0-4 0,-2-3 3 0,2 2-4 16,0 1-4-16,0-1 7 0,0 0-6 0,1 2 1 15,-4-1 3-15,4 1-2 0,0-2-6 0,-2 1 3 16,-1 2-1-16,-1 0-2 0,0-1 4 0,-1 2 3 15,0-2 1-15,-2 1 1 0,2 2-4 0,-2-1 3 16,0-2 3-16,1 5-16 0,-1-6 9 0,1 3-3 16,-1 0-4-16,-2-3 7 0,1 1 8 0,-5 3-5 15,5-2 1-15,-5 0-4 0,8-2 9 0,-10 2-6 16,9 1 6-16,-10-2 0 0,7 3-7 0,-4-3 11 16,5 2-7-16,-1-2 2 0,1 2-2 0,-6 0-5 15,6-1 6-15,0 1-6 0,-1-2 3 0,1 1-3 16,0 0 1-16,-1-1 5 0,-9 3 8 0,4-2-2 15,-1 0 6-15,-3 2 6 0,0-3 2 0,-3 0 9 16,-3 3-1-16,1-4 3 0,-2 3 7 0,0-1 0 16,-5 0-1-16,1 2-4 0,-1 0-4 0,-6 0-10 15,7 0-16-15,-7 0-27 0,8-3-35 0,-8 3-30 16,0 0-50-16,0 0-35 0,-41 5-172 0,9-3-358 16,-4 2 158-16</inkml:trace>
  <inkml:trace contextRef="#ctx0" brushRef="#br0" timeOffset="4533.53">17002 15627 86 0,'4'-4'212'0,"-4"4"-21"16,4-3-9-16,-4 3-23 0,1-4-19 0,-1 4-11 15,0 0-13-15,5-2-11 0,-5 2-18 0,0 0-9 16,0 0-10-16,0 0-6 0,0 0-13 0,0 0-4 16,0 0-9-16,0 13-5 0,-1-8-1 0,-3 0-5 15,2 1-7-15,-1 1 1 0,-1 1-4 0,2-4 2 16,-2 3-3-16,0-2-3 0,0 0-1 0,3-3 0 15,-3 3-3-15,3-3 3 0,1-2 0 0,-3 6 4 16,3-6 18-16,-1 1 2 0,1-1 3 0,0 0-7 16,0 0 1-16,5-12-1 0,0 8 10 0,-2-4-4 15,2 2 2-15,0 0-7 0,2-4 1 0,0 3-9 16,-2 1 1-16,-1 1-6 0,2 0 1 0,-2 4-5 16,0-4 1-16,0 3-6 0,2 0-2 0,-6 2-4 15,9 2-3-15,-4 0 1 0,3 3 3 0,-4-1 0 16,6 4 3-16,-4 0-4 0,6 6 4 0,-2-4 0 15,-1 2 2-15,0 5-1 0,1-6-3 0,2 6-1 16,-3-2-3-16,0 2 0 0,0-3 2 16,-4-4-4-16,0 2-20 0,-1-2-20 0,2-1-28 0,-2 1-24 15,-2-4-56-15,1-2-52 0,-3 1-129 16,3 1-357-16,-1-2 158 0</inkml:trace>
  <inkml:trace contextRef="#ctx0" brushRef="#br0" timeOffset="4915.75">17457 15608 22 0,'0'0'110'0,"0"0"-5"0,4-3-5 0,-4 3-8 15,0 0-16-15,0 0-1 0,0 0-13 0,0 0-1 16,3 9-10-16,-3-9-4 0,2 6-6 15,-2-4-3-15,0-2 10 0,2 3-23 0,-2-3 2 16,1 4 7-16,-1-4 10 0,2 2 3 0,-2-2 9 16,0 0 8-16,0 0 6 0,0 0 5 0,1 3 20 0,-1-3 14 15,0 0 15-15,0 0 6 0,0 0-15 0,0 0-9 16,6-9-16-16,-4 4-7 0,-1 0-4 16,3 1-7-16,0-2-4 0,-1 2-11 0,-1-1-4 15,2 0-2-15,1 2-7 0,-2-1-6 0,1 2-6 16,-1-1-3-16,3 1-6 0,0 0-4 0,-1 2-4 0,-5 0-1 15,15 4-4-15,-6-1-4 0,4 3 5 0,-4 1-6 16,3 1 2-16,2 3-2 0,-3 0-3 16,4 6-4-16,0-3-11 0,-3 1-24 0,4 6-28 15,-1 2-39-15,-6-6-42 0,4 5-39 0,-6-4-200 16,2 0-418-16,-4 1 185 0</inkml:trace>
  <inkml:trace contextRef="#ctx0" brushRef="#br0" timeOffset="5055.21">17770 16161 118 0,'0'4'219'0,"0"-4"-9"0,-1 4-8 0,1-1-2 15,0-3-4-15,0 0-7 0,0 7-11 0,0-7-18 16,0 0-14-16,0 0-18 0,10 0-30 0,-10 0-46 16,12-7-65-16,-6 2-93 0,4 0-224 0,1-2-357 15,-2 2 159-15</inkml:trace>
  <inkml:trace contextRef="#ctx0" brushRef="#br0" timeOffset="6217.29">20200 14432 87 0,'0'0'128'15,"-4"-3"-9"-15,4 3 8 0,-3-6-13 0,3 6-11 0,0 0-4 16,0 0-1-16,-4-1-16 0,4 1-6 16,0 0 5-16,0 0-10 0,0 0-3 0,0 0-5 15,0 0-2-15,-1-3-5 0,1 3-8 0,0 0 7 16,0 0-5-16,0 0-2 0,0 0-4 0,0 0-5 0,0 0-5 15,0 0-2-15,0 0 10 0,0 0 3 0,19 0 2 16,-7 0-5-16,2 0-2 0,5 0-2 16,9 0 0-16,5-1 2 0,-1 3-8 0,0-2 3 15,0 0-5-15,-1-1 11 0,-2 1-3 0,-1-2-4 16,-6 0 0-16,-2 1-6 0,-3 1 0 0,-3 0-4 0,0-1-2 16,-4 1-4-16,-1-2 0 0,-1 4-9 0,-3-4-13 15,0-1-14-15,-5 3-25 0,10 3-25 0,-10-3-31 16,4 2-26-16,-4-2-21 0,0 0-35 0,0 0-123 15,-14 5-329-15,12-3 146 0</inkml:trace>
  <inkml:trace contextRef="#ctx0" brushRef="#br0" timeOffset="6561.09">20409 14623 16 0,'-6'-2'227'0,"6"2"-8"16,0 0-5-16,0 0-6 0,-7-1-8 0,7 1-13 15,0 0-20-15,0 0-13 0,0 0-16 0,0 0-16 16,0 0-9-16,27-4-13 0,-13 4-14 0,4-3-5 15,4 2-10-15,-3 0-6 0,4-2-9 0,-3 2-2 16,-2 1-8-16,1-3-5 0,-1 3-4 0,-4 0-1 16,-2 0-5-16,-3 0-5 0,0-3 0 0,-3 2-3 15,1 2-2-15,-2-2-5 0,-5 1-1 0,8 0-2 16,-8 0-17-16,6 1-21 0,-6-1-28 0,0 0-22 16,0 0-25-16,0 0-43 0,0 0-52 0,-12 8-174 15,5-5-400-15,0-1 177 0</inkml:trace>
  <inkml:trace contextRef="#ctx0" brushRef="#br0" timeOffset="8422.32">21873 14008 119 0,'0'0'156'0,"-1"-7"2"0,1 7 0 0,1-2-5 16,-1 2 0-16,0-7-9 0,0 7-4 0,0-5-5 15,0 5-8-15,0-3-11 0,0 3-6 0,2-4-13 16,-2 4-11-16,0 0-11 0,0 0-1 0,0 0-14 15,0 0-6-15,-2-5-4 0,2 5-12 0,0 0-6 16,0 0-8-16,0 0-3 0,0 0 0 0,4 17-8 16,-4-5-5-16,0 5 0 0,1 0-1 0,2 12 9 15,-2 0 3-15,-2 3-1 0,-2-1-4 0,2 5-1 16,1 9 2-16,-2-13-3 0,2 3-2 0,2-7-1 16,-1 4-1-16,-1-3-2 0,-1-3 0 0,1-7-1 15,0 6 0-15,0-11-2 0,0-1 1 0,1 3 1 0,2-4-2 16,-2 0 0-16,-1-4 0 0,-1 4 0 15,1-7-1-15,0 1 2 0,0 0 1 0,0-3-2 16,0 2 1-16,0 0 0 0,1-1 3 0,-1-1-1 16,0-3-2-16,-1 5 3 0,1-5-1 0,0 0-2 0,0 0 2 15,0 5-3-15,0-5 6 0,0 0 1 0,-4 2 0 16,4-2-1-16,0 0 0 0,0 0 0 16,0 0-1-16,0 0-22 0,0 0-35 0,0 0-50 15,0 0-50-15,4-15-55 0,-3 8-152 0,2-3-385 16,-1-2 171-16</inkml:trace>
  <inkml:trace contextRef="#ctx0" brushRef="#br0" timeOffset="8787.84">21940 13963 126 0,'0'0'181'0,"-5"-2"-6"0,5 2-2 0,0 0-15 16,-8 0-14-16,8 0-12 0,0 0-11 0,-4-3-14 0,4 3-11 15,0 0-12-15,-5-1-4 0,5 1-11 0,0 0-5 16,0 0-5-16,0 0-5 0,0 0-11 0,0 0-1 16,0 0-6-16,0 0 2 0,0 0 0 15,0 0 1-15,22 0-3 0,-12 0 1 0,13-2-1 16,0 0 0-16,10 0-3 0,3-1 2 0,2 1 4 0,2-3 0 16,11 0-3-16,-16 4-4 0,-1-3 0 0,-2 2-2 15,-4-1-3-15,-9 3-6 0,-2 0 2 0,-7 0-4 16,2 0 3-16,-5 0-7 0,1-3 2 0,-3 3-4 15,-5 0-1-15,8-2 2 0,-8 2-9 0,6 0-7 16,-6 0-9-16,0 0-9 0,0 0-16 0,0 0-16 16,0 0-20-16,-19 8-30 0,9-4-32 0,1-1-30 15,1 2-183-15,-2 2-373 0,1 0 165 0</inkml:trace>
  <inkml:trace contextRef="#ctx0" brushRef="#br0" timeOffset="9267">21978 14379 92 0,'0'0'200'0,"0"0"-8"0,0 0-5 15,0 0-9-15,0 0-8 0,-9 0-10 0,9 0-11 16,0 0-5-16,0 0-13 0,0 0-7 0,0 0-7 16,0 0-5-16,0 0-9 0,0 0-8 0,0 0-11 15,0 0-9-15,0 0-4 0,0 0-4 0,0 0-8 16,23-3-4-16,-5 1-5 0,10 0-2 0,0-1-3 16,3 3-3-16,1-1-5 0,-1 1-1 0,-2-2-4 15,-7 0-4-15,0 0-3 0,-3 2-2 0,0-3-3 16,-6 3-1-16,1-1-2 0,-7-1-2 0,2 1 1 15,-1 1-1-15,-2 0-2 0,-6 0 1 0,12-1 0 16,-11-1-3-16,-1 2 0 0,0 0-7 0,9 0-21 16,-9 0-23-16,0 0-35 0,0 0-55 0,0 0-56 15,0 0-256-15,0 0-480 0,0 0 213 0</inkml:trace>
  <inkml:trace contextRef="#ctx0" brushRef="#br0" timeOffset="11029.34">22860 13963 44 0,'0'0'114'0,"-3"-3"3"0,3 3-11 15,-1-5 3-15,1 5-3 0,-1-3 9 0,1 3-8 16,0 0 11-16,0-6 4 0,0 6 1 15,0 0-2-15,-2-5-4 0,2 5-1 0,0 0 4 0,0 0-4 16,2-3-2-16,-2 3-9 0,0 0-9 0,0 0-9 16,0 0-9-16,0 0-12 0,0 0-8 0,0 0-9 15,0 0-7-15,0 0-6 0,0 0-6 0,-9 17-2 16,1-7-4-16,1 3-2 0,-4 4-4 0,-3 6-1 16,3 2-3-16,-1 4 0 0,-3 1 12 0,6-2-2 15,-4 3-4-15,4 0 0 0,1-1 0 0,3-1-3 16,-1-2-3-16,6-1-3 0,0 0 0 0,0-6 0 15,0-2 0-15,5 0-2 0,-4 0 3 0,3-2-2 16,1-6-4-16,-1 0 2 0,0 0-1 0,1-3-1 16,0-1 1-16,0 1 3 0,-1-2 0 0,0 0 1 15,-3-1 13-15,3-1 9 0,-4 1 4 0,3-2 7 16,-3-2 17-16,1 4-6 0,-1-4 1 0,0 0 0 16,1 3-7-16,-1-3 0 0,3 2-6 0,-3-2-4 15,0 0-5-15,0 0-4 0,0 0-5 0,0 0-2 16,4 3-3-16,-4-3-3 0,0 0 1 0,0 0-1 15,0 0-6-15,0 0-8 0,0 0-12 0,0 0-19 16,0 0-34-16,0 0-31 0,0 0-38 0,11-5-53 16,-3 2-56-16,-3 1-252 0,5-2-532 0,-1-2 236 15</inkml:trace>
  <inkml:trace contextRef="#ctx0" brushRef="#br0" timeOffset="12002.92">23689 13929 56 0,'0'-8'142'0,"0"8"2"0,0 0 5 0,0 0 5 15,2-4-6-15,-2 4 1 0,0 0-2 0,0 0-3 16,0 0-3-16,0 0-6 0,-2-3-1 0,2 3-12 16,0 0-13-16,0 0-11 0,5-3-13 0,-5 3-8 15,0 0-10-15,0 0-5 0,12 3-12 0,-6 0-4 16,6-1-7-16,-3 5-5 0,6 2 0 0,0-1-6 16,-1 6-5-16,2 0-5 0,3 5 2 0,0 4 1 15,-4 3 2-15,1 2-1 0,-5 1-2 0,5 0-1 16,-5-3-2-16,-1 3 0 0,-2 0-1 0,0-2-2 15,-4 0-1-15,-1-1 0 0,-1-7-3 0,-5-1 0 16,1 1 5-16,-4-5 1 0,1 1 3 0,-1 0 1 16,-3 0 5-16,3-4-2 0,-2-4 0 0,0 1 0 15,-1 2 1-15,0-1 2 0,4-4-6 0,-3 3-3 16,3-4-3-16,-1 0 3 0,1 1-6 0,1-1 5 16,0-3-7-16,0 2 3 0,4-3-5 0,-4 4 0 15,3-1-1-15,1-3 2 0,-5 3 0 0,5-3 1 16,0 0-1-16,-4 4-2 0,4-4 3 0,0 0 1 15,0 0-6-15,0 0-3 0,0 0-8 0,-3 0-18 16,3 0-21-16,0 0-18 0,0 0-31 0,0 0-28 16,0 0-45-16,0 0-275 0,0 0-479 0,0 0 212 15</inkml:trace>
  <inkml:trace contextRef="#ctx0" brushRef="#br0" timeOffset="13135.52">24835 14270 39 0,'-7'0'139'0,"7"0"-7"16,0 0-3-16,0 0-11 0,0 0-11 0,-5 0-11 15,5 0-1-15,0 0-9 0,0 0 5 0,0 0-8 16,0 0 6-16,0 0-2 0,0 0 3 0,0 0 6 16,0 0 8-16,0 0 1 0,0 0 5 0,0 0-3 15,0 0-4-15,0 0-7 0,0 0-7 0,0 0-8 16,0 0-7-16,0 0-7 0,0 0-8 0,0 0-4 16,0 0-5-16,0 0-6 0,0 0-7 0,0 0-3 15,0 0-4-15,0 0-1 0,0 0-4 0,0 0-3 16,0 0-1-16,0 0-2 0,0 0-2 0,0 0-2 15,0 0 0-15,0 0-1 0,0 0-2 0,0 0-2 0,0 0-2 16,0 0 1-16,0 0 0 0,0 0-3 16,0 0-1-16,0 0 1 0,0 0 4 0,0 0 2 15,0 0 3-15,0 0 3 0,0 0 1 0,0 0 0 16,0 0 3-16,0 0-1 0,0 0-4 0,0 0-1 16,0 0 3-16,0 0-2 0,0 0-2 0,0 0-6 0,0 0 2 15,0 0 0-15,0 0-3 0,19 0-2 16,-6 0 1-16,-2-2-2 0,9 1 0 0,3-1 1 15,7 0-1-15,-2 0 1 0,8 1-3 0,-4-2-3 16,2 1 3-16,2 0-1 0,-7 0 3 0,2-1-3 0,-3 2 0 16,-6 0 0-16,-4-1-2 0,0-1 2 0,-7 2 5 15,2 0 14-15,-3 0 10 0,-3-1 11 16,-1 2 11-16,0 0 1 0,-1-1 7 0,-5 1-5 0,8 0 7 16,-8 0-3-16,7-1-9 0,-7 1-21 15,3-3-14-15,-3 3-17 0,0 0-23 0,0 0-33 0,0 0-44 16,0 0-48-16,0 0-65 0,0 0-37 0,4 5-255 15,-4-5-547-15,0 0 242 0</inkml:trace>
  <inkml:trace contextRef="#ctx0" brushRef="#br0" timeOffset="14499.12">26619 13834 106 0,'0'-4'264'16,"0"1"-12"-16,0 3-7 0,0-7-13 0,0 4-17 0,0 3-14 15,0-6-24-15,0 6-17 0,0-4-19 0,0 4-14 16,0 0-17-16,0 0-12 0,2-4-16 16,-2 4-8-16,0 0-5 0,0 0-17 0,2 17-6 15,1-7-8-15,-3 10-2 0,2 3-4 0,-4 6-1 0,4 3-5 16,-4-1 13-16,0 3-4 0,1 0-5 0,-3 1-3 15,0 12 1-15,4-16-6 0,-4 2 0 16,3-3-5-16,1-3 2 0,0 0-3 0,0-1-5 16,-2-8 0-16,2-1 2 0,-3-1-3 0,3-5 1 15,0 2-3-15,-2-4 0 0,2 0-3 0,-2-5 1 0,2 1 0 16,0 2-2-16,0-2 3 0,-1-3-1 0,1-2 3 16,-1 8-3-16,1-6 2 0,0-2-2 15,0 5 2-15,0-5 4 0,0 0-4 0,-1 3 1 16,1-3 2-16,0 0-1 0,0 0 2 0,0 0-1 0,0 0 2 15,0 0-31-15,0 0-59 0,0 0-71 0,-2-15-73 16,2 10-252-16,2-7-511 0,1 0 226 0</inkml:trace>
  <inkml:trace contextRef="#ctx0" brushRef="#br0" timeOffset="14762.37">26727 13830 195 0,'-3'-3'282'0,"3"3"-15"0,-1-4-12 16,1 4-14-16,0 0-18 0,-1-5-17 0,1 5-23 15,-2-3-17-15,2 3-17 0,0 0-18 0,10-4-11 16,1 1-16-16,2 2-11 0,3-1-10 0,7 0-7 15,6-2-7-15,-9 3-18 0,10-1-30 0,0 2-28 16,-9 0-32-16,1-2-30 0,-1 2-39 0,-1 2-33 16,0-2-42-16,-7 0-212 0,2 0-428 0,-2 0 190 15</inkml:trace>
  <inkml:trace contextRef="#ctx0" brushRef="#br0" timeOffset="15131.25">26760 14133 92 0,'0'0'179'0,"0"0"-10"0,0 0-13 0,-8 3-4 16,8-3 13-16,0 0-25 0,0 0-6 0,0 0-5 16,0 0-7-16,0 0-9 0,0 0-9 0,0 0-8 15,0 0-5-15,0 0-9 0,0 0 0 0,0 0-2 16,0 0-3-16,24-4-8 0,-6 4-5 0,3-3-7 15,8 1-6-15,9 0-6 0,-2-1-4 0,5 1-17 16,-1 0-38-16,-1-1-58 0,11-4-72 0,-9 4-237 16,-6 1-413-16,2-1 183 0</inkml:trace>
  <inkml:trace contextRef="#ctx0" brushRef="#br0" timeOffset="15797.44">27907 13785 184 0,'0'0'201'0,"0"0"-9"0,-2-4-9 0,2 4-17 16,0 0-10-16,0 0-14 0,0 0-15 0,-1-4-12 16,1 4-13-16,0 0-12 0,0 0-10 0,0 0-10 15,0 0-8-15,-13 9-10 0,7-4-3 0,-2 5-6 16,-3 2 0-16,1 3-6 0,-6 4-2 0,-1 5-5 15,-1-2 0-15,3 2-6 0,1 3 0 0,1-3-2 16,0 2-2-16,0 1-4 0,3-1 0 0,3 0-7 16,1 1 1-16,6-8-1 0,0 1 1 0,4-2 2 15,0 1 14-15,3-2 9 0,4-1 12 0,-1-2 7 16,4-1 9-16,0-1 0 0,0-2 0 0,0 1 0 16,-2-5-4-16,1-1-3 0,-2 2 0 0,1-4 4 15,-2-1 0-15,-1 2 1 0,-4-1 2 0,1-2 0 0,1 1 1 16,-3 0 4-16,-1-2 1 0,-3 0-1 15,6 3-9-15,-4-2-7 0,-2-1-2 0,0 0-7 16,5 3-2-16,-5-3-5 0,0 0-7 0,5 1 2 16,-5-1-6-16,0 0-7 0,0 0-20 0,0 0-15 15,0 0-19-15,0 0-23 0,0 0-27 0,0 0-28 0,0 0-26 16,7 1-57-16,-7-1-90 0,3-5-208 16,3 4-536-16,1-4 237 0</inkml:trace>
  <inkml:trace contextRef="#ctx0" brushRef="#br0" timeOffset="16730.25">28917 13776 28 0,'-5'-4'253'0,"5"4"-10"0,0 0-10 16,0 0-8-16,0 0-12 0,-3-5-11 0,3 5-9 15,0 0-12-15,0 0-13 0,0 0-14 0,0 0-18 0,0 0-10 16,0 0-15-16,0 0-12 0,0 0-16 15,0 0-9-15,0 0-11 0,0 0-4 0,0 0-7 16,0 0-7-16,0 0-3 0,19 10-7 0,-11-4-7 16,2 2-4-16,2 4 3 0,2 3 0 0,2 4-2 0,2 1-4 15,1 3 4-15,-1 1-5 0,-4 1-3 0,3 4 2 16,-7-3-3-16,3 4-1 0,-7-1-3 16,1 1 0-16,-5 0 0 0,-2-4-1 0,-2-1 0 15,-1 1-3-15,-3-6-2 0,-6 2 3 0,3-5-1 16,-6-1-1-16,2-1-1 0,0-1 2 0,-4-3 6 0,1 1 1 15,-2-3 0-15,3-1 0 0,2-2 2 0,3-1 6 16,-3 1-4-16,4-2-4 0,0-2-1 16,1 1 3-16,2 1-5 0,1-3-1 0,0 2 2 15,5-3 3-15,-5 1 13 0,1 2 6 0,4-3 6 0,0 0 3 16,-7 2-6-16,7-2 7 0,0 0-4 0,-3 3 0 16,3-3-5-16,0 0-2 0,0 0-2 15,0 0-6-15,0 0-2 0,0 0-13 0,0 0-23 16,0 0-38-16,-8 0-51 0,8 0-60 0,0 0-74 15,0 0-353-15,0 0-637 0,-9-5 282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7:14:01.86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5058 3634 54 0,'0'0'123'16,"0"0"-8"-16,0 0 4 0,3-3-4 0,-3 3-9 16,0 0-10-16,0 0-13 0,0 0 0 0,0 0-8 15,-3-5-7-15,3 5 0 0,0 0-5 0,0 0 2 16,0 0-12-16,0 0-4 0,0 0 5 0,0 0-8 15,0 0-1-15,2-3-3 0,-2 3 7 0,0 0 1 16,0 0 1-16,0 0 0 0,0 0-1 0,0 0 4 16,1-5-1-16,-1 5-5 0,0 0-3 0,0 0-3 15,0 0 0-15,0 0-2 0,1-4-9 0,-1 4 3 16,0 0-9-16,0 0 1 0,0-5-4 0,0 5-1 16,0 0-3-16,0-5 0 0,0 5-2 0,-2-4 1 15,2 4 7-15,0-4 5 0,0 4 0 0,0 0 5 16,-2-7 2-16,2 7-1 0,0 0 2 0,-1-6-1 15,1 6 11-15,-1-3-9 0,1 3-5 0,0 0-2 16,0 0-2-16,0-5-2 0,0 5-8 0,0 0-4 16,0 0 2-16,0 0-20 0,0 0-23 0,0 0-19 15,0 0-22-15,0 0 7 0,0 0 7 0,-3 22 3 16,3-4 4-16,-2 10 8 0,-1 6 4 0,2 12-2 16,-3 5 16-16,-1-1 2 0,0 1 1 0,1 1 3 15,3 0-1-15,-4 1 5 0,1 0 6 0,-1 0 5 16,2 4 5-16,2-2 7 0,-3-5 8 0,0 0 1 15,4-3 6-15,-2 2 13 0,-1-15-1 0,3 0 0 16,0-5-3-16,0 1-1 0,0-4 2 0,0-6-3 16,3-1 0-16,-2 0-2 0,0-5 2 0,-1-1-6 15,3-2-3-15,-3-1 2 0,1-4-5 0,-2 0-1 16,1 0-1-16,0-1 0 0,0 1 5 0,0-6 8 16,1 5 9-16,-1-3 0 0,0-2 4 0,0 0 3 15,0 0-1-15,0 0-1 0,0 8-2 0,0-8-7 16,0 0-1-16,0 0 0 0,0 0-6 15,0 0 0-15,0 0-5 0,0 0-2 0,0 0 1 0,0 0 0 16,0 0 0-16,0 0-2 0,0 0-10 16,0 0-5-16,0 0-10 0,0 0-13 0,0-21-15 15,4 16-18-15,-4-3-21 0,1-1-13 0,0-1-20 0,1-1-12 16,-2-3-18-16,0 0-19 0,1-2-31 0,-1 3-16 16,0-6-30-16,-1 1-160 0,-1-1-419 15,0-6 187-15</inkml:trace>
  <inkml:trace contextRef="#ctx0" brushRef="#br0" timeOffset="927.67">5082 3589 20 0,'0'0'134'0,"0"0"-2"0,0 0-16 0,0 0-10 16,0 0-4-16,0 0-3 0,0 0-8 0,0 0-5 15,0 0 2-15,0 0-21 0,-3-4-3 0,3 4-6 16,0 0 0-16,0 0-3 0,0 0-7 0,0 0-12 16,0 0 1-16,0 0 3 0,0 0-6 0,0 0 1 15,0 0-4-15,0 0 1 0,0 0 1 0,0 0-3 16,0 0-1-16,0 0-1 0,0 0 3 0,0 0 1 16,0 0 1-16,0 0-1 0,0 0-5 0,0 0 2 15,0 0-10-15,0 0 1 0,0 0-1 0,0 0-5 16,0 0 6-16,0 0-6 0,16-1-4 0,-5 1-6 15,3-1 4-15,-1 2-2 0,8 0 5 0,2-1-11 16,4 4 12-16,4 2-1 0,-2-1 2 16,6 1 8-16,-4 1-10 0,0 4 6 0,1-1 0 15,-4 2-3-15,4 1 2 0,-2 2-1 0,-6 4-3 0,-1 1-2 16,-4 0 1-16,-1 2 3 0,-4-6-10 0,-5 1 6 16,-5 2-10-16,-3 1 6 0,-2-1-5 0,-8 6 1 15,-8 0 2-15,-2-3 1 0,-5 1 0 0,-4-2 1 16,-4-2 1-16,-13 5 4 0,9-7 2 0,-14 6 6 15,15-9 10-15,-4-2-1 0,4 2 7 0,0-5 2 16,7 0 7-16,-1-1 5 0,8-3 4 0,4 1 3 16,5-4-7-16,0-1 3 0,6 3-5 0,-2-4 7 15,1 1 2-15,3 1 2 0,4-2 16 0,-8 2-7 16,8-2-8-16,-5 0-5 0,5 0-7 0,0 0-3 16,0 0 0-16,0 0-9 0,0 0-4 0,0 0-1 15,0 0-9-15,18-2-15 0,-18 2-18 0,11-3-27 16,-6 2-35-16,-1 0-36 0,-4 1-49 0,9-4-62 15,-6 2-255-15,0-1-513 0,-3 3 227 0</inkml:trace>
  <inkml:trace contextRef="#ctx0" brushRef="#br0" timeOffset="6446.04">6562 3901 123 0,'-2'-2'197'16,"2"2"-11"-16,-4-7 1 0,3 4-14 0,1 3-9 16,-4-6-4-16,4 5-10 0,0 1-8 0,-4-7-14 15,3 3-10-15,-4 0-11 0,1 3-14 0,4 1-6 16,-5-3-12-16,1 0-6 0,-1 2-8 0,5 1-6 16,-14 3-8-16,6-2-5 0,-1 2-6 0,-5 4-20 15,0 3-8-15,-2 0 1 0,-4 6 0 0,-1 3-1 16,1 1-1-16,2-1 0 0,1 4 1 0,0 0 0 15,0 1-4-15,5 1-1 0,-5-2 2 0,9-5 0 16,-1 4 1-16,3-5-1 0,1 3-1 0,2-10-1 16,2 3-1-16,1 1 1 0,1-4 2 0,2 2 0 15,1-3 4-15,1-1 3 0,-3-2 10 0,5 0 10 16,-1-3 13-16,1 0 13 0,-1-1 13 0,4-3 2 16,0 0 6-16,2-2-1 0,-1-4 7 0,1 2-9 15,3-6-4-15,-1-1-6 0,0-1-3 0,-1-3-9 16,6-2-7-16,-11 3-1 0,2 0 0 0,0 1 11 15,-2-1 6-15,0 5 6 0,-3 1-2 0,1 1 16 16,-1-1 0-16,-1 4-2 0,0 1-7 0,-3-1-6 16,2 2-9-16,-2 1-8 0,2-3-19 0,-3 5 2 15,1-2-23-15,-1 2-13 0,0 0-20 0,0 0 4 16,0 0 4-16,4 9-1 0,-4-1 1 0,0 2 13 16,1 1-8-16,3 1-5 0,-3-1 5 0,2 2 1 15,-2 0 6-15,4 0-2 0,-1 0 1 0,1-2-1 16,2-1 4-16,0 1 3 0,3-4-4 0,3 4 5 15,5-3-2-15,1-2-19 0,0 0-30 0,8-4-44 16,-4-2-58-16,4-4-53 0,4-2-92 0,-12-1-284 16,9 1-626-16,-8-4 277 0</inkml:trace>
  <inkml:trace contextRef="#ctx0" brushRef="#br0" timeOffset="7101.02">7449 3704 33 0,'5'-4'240'15,"-2"0"-6"-15,-1 3-10 0,0-2-20 0,-2 3-20 16,4-5-20-16,-3 2-17 0,-1 3-18 0,0 0-16 15,0 0-16-15,0 0-10 0,0 0-4 16,0 0-10-16,-8 19-5 0,-1-5-9 0,-2 3-4 0,-3 8-5 16,-5 1-5-16,-2 1-3 0,-3 2-2 0,2-4-6 15,-1 5-1-15,-2-3-5 0,3-2 0 0,3 0-7 16,0-2 0-16,0-1-1 0,3-1-4 0,6-4-1 16,-3-5 2-16,7-1-5 0,-1-1-1 15,1-1-1-15,1-4-1 0,1 1 4 0,3-2 4 16,-2 0-1-16,-1 0 3 0,3 0 1 0,1-4 10 0,4 7 4 15,-3-2 1-15,4-1 1 0,3 1-2 16,-2 0-2-16,7 2-5 0,1 1-1 0,5 1-1 0,-2 1 3 16,8 2-6-16,0 3 4 0,-2-2-2 15,1 0-9-15,0 4 5 0,2-1-5 0,-4-3 1 16,1 2 2-16,-1-1-3 0,-4-3 1 0,-1-2-3 0,-2 3-2 16,-1-2 1-16,2 1-4 0,-7-6 0 0,1 3-3 15,-5-4 1-15,0-1 1 0,0-1 0 16,-1 1 4-16,1 0 9 0,-4-2-8 0,3 2 19 15,0-1 0-15,-4-2 0 0,0 0-1 0,5 2 5 16,-5-2-3-16,4 3-2 0,-4-3-3 0,0 0-6 16,0 0-5-16,0 0-22 0,0 0-41 0,0 0-36 0,4-8-35 15,-4 8-44-15,0-9-50 0,1 5-66 16,-2-4-177-16,1 3-490 0,0-5 216 0</inkml:trace>
  <inkml:trace contextRef="#ctx0" brushRef="#br0" timeOffset="7661.52">7802 3868 42 0,'5'-2'205'0,"-1"-2"-16"0,5 0-21 16,-2 1-16-16,1 1-19 0,5-1-11 16,-3 3-13-16,0 3-10 0,3-1-10 0,-1 5-12 15,2-1-4-15,-3 4-8 0,2 1-2 0,-2 4-3 16,-2-1-6-16,-1 3-7 0,-3 3-4 0,0 3 8 16,-5 3-9-16,-3 0-8 0,-3 0 0 0,0-1 0 15,-6 0-2-15,0-1-5 0,-1-3-2 0,2-2 1 16,-1-4 4-16,0 1 3 0,0-1 5 0,3-6 6 15,1 0 3-15,1-2 7 0,0 0 4 0,2-2 5 16,1-2 14-16,1 1 22 0,1-1 11 0,-2 0 21 16,3-1 33-16,1-2 17 0,0 0-24 0,0 0-19 15,0 0-10-15,9-18-10 0,0 3-16 0,5-2-8 16,0-6-12-16,5-2-9 0,-1 0-10 0,1-2-13 16,1 3-8-16,-2-2-9 0,0 3-4 0,-1 3-1 15,-2-2-2-15,-3 8-7 0,-2-2 1 0,-1 3-8 16,-4 5 4-16,1-2 14 0,-3 6-20 0,3-1-6 15,-5-1-3-15,2 4 5 0,-2-2-14 0,2 1-16 16,-3 3-10-16,0 0-2 0,0 0 6 0,0 0 0 16,-3 16 5-16,-2-5 2 0,-1 4-2 0,0 3 6 15,-1 0 3-15,-2 6-2 0,7-2 0 0,-6 3 7 16,4-1-8-16,4-5 7 0,0 0 5 0,4-2 4 16,0 0-4-16,2 0 1 0,1 0 2 0,2-3-5 15,2-1-18-15,2-3-23 0,1-2-41 0,1-2-50 16,2-1-58-16,5-5-74 0,-3 0-284 0,0-3-604 15,1-2 268-15</inkml:trace>
  <inkml:trace contextRef="#ctx0" brushRef="#br0" timeOffset="8249.9">8662 3756 98 0,'0'0'242'15,"4"-4"-17"-15,-4 4-16 0,0 0-18 0,0 0-24 16,2-3-12-16,-2 3-21 0,0 0-12 0,0 0-15 15,0 0-8-15,0 0-8 0,0 0-6 0,0 11-9 16,-6-3-8-16,2 4-2 0,-5 3-5 0,-1 2-6 16,-8 3-3-16,0 2-6 0,1 2-2 0,-3-2-3 15,1 1-6-15,-2-2-1 0,4-1-4 0,4-4 1 16,-1 0 0-16,1-2-5 0,4-3-4 0,-1 1 5 16,2-6-5-16,3 2-2 0,0-3-4 0,1 2 9 15,1-2 9-15,0-1 10 0,-1-1 8 0,1 0 13 16,3-3-7-16,-1 3 9 0,-3-1-4 0,4-2-2 15,0 0-6-15,-1 5 4 0,1-5-16 0,0 0-5 16,1 4-2-16,-1-4-1 0,4 4-5 0,1-1-4 16,4 2-1-16,0 0-2 0,0 2 0 0,5 4-7 15,4 0 1-15,6 4-3 0,2-1 1 16,-1 3-3-16,1-1 13 0,-2 1-15 0,3-2 12 0,0 1-10 16,-3-2-1-16,-1 1-5 0,-6-4 2 0,-1-2-1 15,0-1-5-15,-4 0 4 0,-1-1-1 0,-2 0 1 16,-1 0-3-16,0-4 15 0,-4-2-3 15,1 3-5-15,-1-1 26 0,-3 1 17 0,3-4 10 16,-4 0 4-16,5 2-4 0,-5-2-5 0,4 3-7 16,-4-3 6-16,0 0-8 0,5 1-13 0,-5-1-1 15,0 0-1-15,0 0-17 0,0 0-22 0,0 0-21 0,0 0-27 16,5 0-30-16,-5 0-46 0,0 0-76 0,0 0-74 16,5-6-86-16,-1 2-186 0,0 0-597 0,-4 4 265 15</inkml:trace>
  <inkml:trace contextRef="#ctx0" brushRef="#br0" timeOffset="10764.95">9030 4184 175 0,'0'0'193'0,"0"0"-8"0,0 0-18 16,0 0-15-16,0 0-2 0,6-9-15 0,-2 6-13 15,-4 3-11-15,5-5-6 0,0 1-9 0,-1 3-12 16,1-7-2-16,3 4-6 0,-2-3-6 0,2 2 8 16,0-5 1-16,-1 2-6 0,1-2-2 0,1 0 0 15,-1-1 0-15,3-3-2 0,-1 1 0 0,-1-2-3 16,1 0 2-16,-2-1-4 0,1-1-4 0,-1 0-1 16,-2 1 9-16,1-2-15 0,-1 0-2 0,3-7-6 15,-5 4 4-15,1 3-2 0,3-8-3 16,-5 0 2-16,1 8-3 0,0 0-7 0,1 0 2 0,-2 3 5 15,-1 0-6-15,2 1 0 0,-4 2 3 0,0 3 1 16,1-2-1-16,1 6-9 0,-1-3 2 0,0 3 1 16,-1 0-9-16,2 0 0 0,-2 1 1 0,0 4-2 15,0-6-6-15,2 3-7 0,-2 3-5 0,0-4 0 16,0 4-3-16,0 0-10 0,0-6-11 0,0 6-4 16,0 0-8-16,0 0-8 0,0 0 3 0,0 0 1 15,0 0 4-15,-11 16 4 0,5-5 4 16,-2 2-1-16,1 5 3 0,-2 1 6 0,3 9 0 15,-4 2 3-15,2-2-2 0,1 4 4 0,4-2 2 0,-1-3 0 16,0 1 3-16,2 0-2 0,3-9 0 0,2 0 4 16,3 1 6-16,0-3 6 0,0 0-1 0,2-1 5 15,4-3 12-15,-1-2-1 0,4-3 0 16,3 0 10-16,0-2-6 0,5-2 6 0,-2-3-13 16,7 1 0-16,-7-4 1 0,8-3-5 0,-9 1-1 0,-2-3-1 15,1 1 0-15,-3-1-6 0,0-1 5 0,-6-1-2 16,-1 1 14-16,1 0 15 0,-2 2 3 0,-4-1 2 15,1 0 5-15,-5 2-8 0,3-3-3 16,-3 2-10-16,-3 2-6 0,-2-1 1 0,-4-1-6 16,0 3-3-16,-5 1-6 0,1 1-5 0,-2 1 6 0,2 0-1 15,-1 0-19-15,1 1-9 0,-1 1-18 0,3 1-20 16,0 0-25-16,-1 0-25 0,5-2-22 0,0 3-22 16,0-3-26-16,1 3-21 0,2 0-20 0,3-1-15 15,1-3-47-15,-1 5-151 0,1-5-465 16,0 0 206-16</inkml:trace>
  <inkml:trace contextRef="#ctx0" brushRef="#br0" timeOffset="11048.37">9634 3494 208 0,'0'0'183'0,"0"0"-19"0,0 0-15 16,0 0-9-16,13 16-1 0,-4 1-15 0,0 1 5 16,2 8 2-16,4 3-8 0,5 17 8 0,0 3-4 15,-3 3-5-15,0 1-2 0,-2 1-9 16,-6 4-2-16,1-6 1 0,-7 5-18 0,-3-5-5 0,-3-3-5 16,-3-3-3-16,-7 0-12 0,0-14-7 0,-6-1 2 15,-13 5-8-15,-2 2-1 0,-5-3-6 16,-4-4-6-16,-2-7-29 0,-5 1-36 0,-5 1-48 15,3-5-60-15,-8 0-88 0,-31-5-215 0,28-8-471 16,-27 1 208-16</inkml:trace>
  <inkml:trace contextRef="#ctx0" brushRef="#br0" timeOffset="11928.19">6419 3580 112 0,'0'0'172'0,"0"0"-7"0,0 0-12 16,-1-5 2-16,1 5-13 0,0 0-8 0,0 0-14 16,0 0-12-16,1-4-6 0,-1 4-13 0,0 0-2 15,0 0-14-15,0 0-6 0,0 0-8 0,0 0-4 16,0 0-8-16,0 0-14 0,-10 9 2 0,2-4-5 15,-4 6-3-15,-5 8-2 0,-5 1-2 0,2 9-4 16,-12 8 2-16,0 7-3 0,0 4 5 0,0 4 7 16,-11 26 2-16,3-5-7 0,13-18 3 15,-11 24-3-15,17-29-5 0,2 1 4 0,1-2-4 0,6-1 2 16,5-13-3-16,1 0 2 0,6-4 0 0,0 1-1 16,6-2 6-16,3-3 2 0,5 1-2 0,5-4 3 15,8-3-2-15,5-1 0 0,17 4-4 0,6-7-12 16,2-1-27-16,6-6-37 0,3-3-69 15,30-4-81-15,-32-3-165 0,29 0-397 0,-29-5 175 16</inkml:trace>
  <inkml:trace contextRef="#ctx0" brushRef="#br0" timeOffset="13027.59">10465 3953 53 0,'0'0'150'0,"0"0"1"0,0 0-1 15,0 0 5-15,0 0-12 0,0 0-11 0,0 0-2 16,0 0-6-16,0 0-9 0,0 0-6 0,0 0-10 16,0 0-6-16,0 0-8 0,0 0 0 0,0 0-4 15,0 0-1-15,0 0-5 0,0 0 0 0,0 0-4 16,0 0 0-16,0 0-3 0,0 0-4 0,0 0 0 15,0 0 1-15,0 0-9 0,0 0-3 0,0 0-5 16,0 0-4-16,0 0-3 0,0 0 0 0,0 0-3 16,0 0-5-16,0 0-3 0,0 0-3 0,22 2-3 15,-8-2-2-15,5-2 0 0,0-1-5 0,9 1-3 16,-5 0-9-16,-1 1-14 0,5-1-14 0,-7 0-11 16,-2 0-14-16,0-2-23 0,0 4-19 0,-7-1-21 15,1 0-25-15,-1-4-34 0,0 3-30 0,-4 1-153 16,-3 0-380-16,-1-2 169 0</inkml:trace>
  <inkml:trace contextRef="#ctx0" brushRef="#br0" timeOffset="13218.02">10496 4122 229 0,'0'0'214'0,"18"-1"-23"0,-1 0-18 0,4-3-15 16,9 1-20-16,6-1-21 0,-1 1-49 0,1-1-52 15,16-3-65-15,-15 3-161 0,-1-2-226 0,-3-2 100 16</inkml:trace>
  <inkml:trace contextRef="#ctx0" brushRef="#br0" timeOffset="14232.96">11984 3618 5 0,'-1'-4'215'15,"1"-1"0"-15,0-2-12 0,-1 1-8 0,1 2-9 16,0-1-10-16,0 1-12 0,0 4-9 0,1-8-12 15,-1 8-14-15,0-3-15 0,0-2-13 0,0 5-15 16,0 0-11-16,0 0-10 0,0 0-6 0,0 0-8 16,3 18-6-16,-2-6 1 0,0 5-8 0,-1 8 1 15,1 3-7-15,-2 5 4 0,0 4-2 0,-2 8-4 16,2-10-3-16,0 14-1 0,-2-5-3 0,0-11-1 16,3-2-4-16,-2-1 2 0,0-1-1 0,-1-3-4 15,2-7-1-15,-1-1 1 0,1-1-4 0,0-5 4 16,0 0-1-16,-2-3-5 0,3-1 2 0,-1 0-5 15,1-4 6-15,0 1-2 0,-3 2 2 0,3-5 1 16,0-2 4-16,0 5-4 0,0-5-1 0,0 0 1 16,-2 3-17-16,2-3-23 0,0 0-18 0,-14-8-26 15,7 0-27-15,5-1-25 0,-5-1-27 0,3-6-23 16,3-1-47-16,-8-3-130 0,8-5-377 0,-2 0 168 16</inkml:trace>
  <inkml:trace contextRef="#ctx0" brushRef="#br0" timeOffset="14561.17">11887 3599 132 0,'-5'-16'200'0,"0"0"-8"16,2 5-3-16,2 0 0 0,-1 0-9 15,-1 3-8-15,0-2-8 0,3 4-11 0,0-1-14 16,0 2-15-16,0 1-14 0,3 1-12 0,0-3-9 16,0 3-10-16,5 1-10 0,2-1-9 0,2 4-8 15,2-1-5-15,5 4-2 0,3-1-1 0,5 6-2 16,2 2-4-16,0 1 2 0,3 3-5 0,-5 1-4 15,1 2-4-15,-3 4 0 0,-2-1-5 0,-2 2 6 16,-4-2-10-16,-1 3-1 0,-7-2-4 0,2 2-6 16,-9-5 2-16,-3-1-7 0,-3-1 1 0,-7 1 2 15,-5 3 0-15,-6-3-3 0,-3-3 3 0,-2 2-3 16,-1-1 3-16,-3-5 4 0,-1 0-9 0,3-3 7 16,0 1-4-16,1-3 10 0,7 1-2 0,1-6 1 15,3 3-3-15,7-2-1 0,-1 1 0 0,5-1-2 16,-1-2-4-16,1 2-18 0,1-1-15 0,5-1-9 15,-5 3-2-15,5-3-19 0,0 0-28 0,0 0-49 16,28-3-54-16,-16 0-207 0,3 0-431 0,3-1 192 16</inkml:trace>
  <inkml:trace contextRef="#ctx0" brushRef="#br0" timeOffset="19100.37">13186 3643 174 0,'0'0'189'0,"2"-2"-4"0,-2 2 0 0,5-3-12 16,-5 3-10-16,0 0-10 0,0 0-17 0,0 0-11 16,1-4-17-16,-1 4-10 0,0 0-14 0,0 0-9 15,0 0-8-15,0 0-7 0,-8 12-3 0,1-3-4 16,-2 0-6-16,0 5-5 0,-7 3-1 0,-2 1-4 15,0 3-3-15,-3 4-3 0,3-1 0 0,-2 0-4 16,1-2-1-16,1 0-3 0,-1 2-10 0,-2-2-20 16,6-1-24-16,1-4-13 0,1-3-33 15,2-1-28-15,1-2-37 0,2-3-40 0,-1 0-127 16,1-5-333-16,2 1 147 0</inkml:trace>
  <inkml:trace contextRef="#ctx0" brushRef="#br0" timeOffset="19302.53">12903 3721 149 0,'0'-5'244'0,"0"2"-24"0,0 3-23 15,3-5-25-15,-3 5-20 0,4-2-14 0,-4 2-15 16,0 0-1-16,11 11-4 0,-5 2-8 0,2-4-7 16,8 11-10-16,0 3-6 0,3 1-9 0,-1 0-3 15,4 0-7-15,-2 2-6 0,1-5-5 0,3 4-6 16,-1-5-12-16,0 1-22 0,-4-1-36 0,0-2-38 15,-5-3-47-15,8 0-47 0,-7-1-207 0,-3-7-387 16,-2-1 172-16</inkml:trace>
  <inkml:trace contextRef="#ctx0" brushRef="#br0" timeOffset="20365.43">13914 3512 105 0,'6'-2'163'0,"-6"2"-12"16,0 0-8-16,3-3-9 0,-3 3-16 15,0 0-20-15,0 0-3 0,0 0-13 0,0 0-11 16,0 0-4-16,0 0-7 0,0 0-9 0,0 0-2 15,-10 19 0-15,-2-8-4 0,-6 1 5 0,0 10-8 16,-6-4-7-16,-2 3 0 0,2 3-6 0,0-3-4 16,-1 2 0-16,0-2-6 0,2 1 5 0,3-1-2 15,-1-1 1-15,7-7-5 0,1 1 1 0,-1-3-3 16,5 0 0-16,4-5 0 0,-3 2-1 0,3-1 2 16,-1-2 1-16,2 1 9 0,2-4 8 0,-1-1 0 15,3-1 5-15,-4 7 8 0,2-5-2 16,2-2 2-16,0 0-1 0,-3 5 0 0,2-2-5 0,1-3 7 15,4 3-3-15,-4-3-1 0,9 4-7 0,-3-1-3 16,5 2 3-16,1 0-8 0,3 4-3 0,2-2-6 16,7 4 0-16,3 2-3 0,0 2 3 0,5-1 0 15,1 1 10-15,2 2 0 0,-1-1 0 0,15 6-1 16,-19-7-4-16,2 0-2 0,-4 1-3 0,-1-1-1 16,-4-5-2-16,-5 0 0 0,0-3-3 0,-8-1-3 15,-1-1 10-15,0-1-11 0,-1 0 1 0,-3-1 0 16,-1-1 1-16,1-2-2 0,-5 0 10 0,5 5 8 15,-5-5 5-15,6 0-2 0,-6 0 1 0,4 2-1 16,-4-2-2-16,0 0 0 0,0 0-5 0,0 0-6 16,0 0-14-16,0 0-11 0,0 0-17 0,0 0-21 15,0 0-28-15,0 0-23 0,0 0-20 0,0 0-27 16,-4-11-27-16,4 8-30 0,0 3-31 0,1-7-158 16,1 3-419-16,-1 1 186 0</inkml:trace>
  <inkml:trace contextRef="#ctx0" brushRef="#br0" timeOffset="21492.44">14212 3982 92 0,'0'0'202'0,"0"0"-5"0,-3-3-2 0,3 3-11 15,0 0-20-15,0 0-8 0,0 0-13 0,3-6-11 16,-3 6-7-16,0 0-12 0,2-6-9 16,1 1-8-16,-2 2-12 0,2-1-8 0,1-3-7 15,0 1-5-15,2-2-8 0,-1-1-5 0,1-2-3 16,-2-4-2-16,3 4-7 0,1-4-1 0,0 0-1 0,-2-3 3 15,3 1 5-15,0-6 1 0,-1 5 7 16,-2 0-9-16,3-7-5 0,-4 7 1 0,-1-3-6 16,5-2 4-16,-1-4-2 0,-2 4 0 0,-2 5-2 15,0-3 1-15,-2 0-2 0,1 3 0 0,-2 0 14 16,1 0-8-16,0 3-2 0,-2 0-5 0,1 3 0 0,2 3-1 16,-2-1 1-16,-2 1-3 0,-2 3 0 15,3 2-2-15,3-2-5 0,-6 2 3 0,3 4 1 16,0-6-10-16,0 2-4 0,0 4-3 0,3-3-4 15,-3 3-12-15,0 0-13 0,0 0-2 0,0 0-11 16,0 0 3-16,0 0 6 0,0 0 0 0,-9 10 3 16,5-5 0-16,0 4 4 0,2 0-1 0,-4 3-2 15,-1 4 7-15,1 0 2 0,-1-1 1 0,1 10 3 16,2-7-2-16,0 0 3 0,-5 7 1 0,4 0 2 16,4 0-3-16,-2-6 4 0,3 1 1 0,-1 9-2 15,2-3 1-15,2-7 5 0,-2 6-3 0,0-8 0 16,3 0 4-16,0-4 1 0,1 1-7 0,-1-2 6 15,0 1-2-15,2-4 2 0,1 2 1 0,-1-4-1 0,4 3 4 16,-1-3-2-16,0-1 2 0,1 0-1 16,0-1 0-16,1-2 2 0,1 1-1 0,-1-3-2 15,0-1 2-15,-1 0 3 0,1-1 3 0,1-2 3 16,-4 0 1-16,2 0 0 0,0-2-5 0,-1-2 3 16,-1 3-2-16,-3-4 0 0,4 0 0 0,-5 2 1 15,0 1 2-15,-3-2-4 0,2-1-4 0,-3-4-4 16,0 7-2-16,-3-3 0 0,-1 2-3 0,-1-3-5 15,-5 6-2-15,1 0-1 0,0 0 3 0,-4 2-2 16,3 1 2-16,0 0 2 0,-3 3-3 0,4-2-6 16,-4 4-15-16,4 0-12 0,3-2-15 0,-2 1-16 15,1 2-9-15,2 0-19 0,2-2-17 0,3-4-29 16,0 10-45-16,3-7-50 0,-3-3-163 0,10 3-435 16,-1-3 192-16</inkml:trace>
  <inkml:trace contextRef="#ctx0" brushRef="#br0" timeOffset="22059.98">14652 3281 47 0,'0'0'127'0,"0"0"3"0,13 8-15 16,-8-3 0-16,4 5-10 0,0-1-6 0,4 5 9 0,4 4-6 16,2 4-1-16,-1 6 4 0,1 0 5 0,-3 4-3 15,5 9 3-15,0 5-3 0,-4 1-3 16,0 2 0-16,-7 8-4 0,-2 0-8 0,-4 0 2 16,-6-3-17-16,-5 4-5 0,-5-7-5 0,-6-5-6 15,-5 0-3-15,-3-5-7 0,-3-3 2 0,-9-3-7 16,-2-4-5-16,-1-2-1 0,-5-1-7 0,-2-4-20 0,-6-5-39 15,-1 2-49-15,-1-6-69 0,-4-3-98 16,-4-5-127-16,0-3-398 0,-2-4 177 0</inkml:trace>
  <inkml:trace contextRef="#ctx0" brushRef="#br0" timeOffset="22792.17">12788 3381 134 0,'0'0'156'0,"-1"-3"-10"16,1 3-11-16,0 0-15 0,0 0-15 0,0 0-5 15,0 0-10-15,0 0-17 0,0 0-4 0,-13 11-7 16,0 4-2-16,-3 6 1 0,-1 3 4 0,-5 5-10 16,-5 17 11-16,-2 1-4 0,-10 25 0 15,13-16-2-15,-14 19 1 0,16-22-7 0,5 0 3 0,1 0 0 16,2-5-2-16,10-1-4 0,0-12 5 16,5-2-2-16,3-1-7 0,8-2 4 0,6-3-7 15,4 1-1-15,12-3-7 0,10-3-22 0,11 0-50 16,0-8-73-16,6-2-98 0,-3-7-129 0,1-2-362 0,-6-8 161 15</inkml:trace>
  <inkml:trace contextRef="#ctx0" brushRef="#br0" timeOffset="25884.4">15452 3733 181 0,'-7'0'204'0,"7"0"-11"0,0 0-14 16,0 0-13-16,-3 1-14 0,3-1-14 0,0 0-14 15,0 0-10-15,0 0-12 0,0 0-12 0,0 0-10 16,0 0-7-16,0 0-9 0,0 0-4 0,0 0-9 16,0 0-2-16,0 0-1 0,0 0-8 0,0 0 3 15,-4 4-3-15,4-4-1 0,0 0 3 0,0 0 2 16,0 0-3-16,0 0-4 0,0 0-2 0,0 0-4 16,0 0 1-16,0 0-5 0,0 0-2 0,0 0 1 15,0 0-6-15,0 0-4 0,0 0-1 0,0 0-3 16,0 0 0-16,0 0-1 0,0 0 1 0,0 0-3 15,0 0-4-15,0 0 0 0,0 0 0 0,0 0 0 16,0 0-3-16,0 0 0 0,0 0 0 0,0 0 2 16,0 0-6-16,0 0 4 0,0 0-1 0,0 0-1 15,0 0 6-15,0 0-6 0,0 0 1 0,0 0-2 16,0 0-1-16,0 0 1 0,0 0 2 0,0 0 1 16,0 0-1-16,0 0-1 0,13 1 3 0,-7-1 0 15,8 0 1-15,4-5-4 0,12 4 4 0,3-2-2 16,5 0-3-16,1-1 3 0,14-3 0 0,1 4-5 15,2-4 3-15,-20 1 5 0,5 2-4 0,-1 3 1 16,-5-1-2-16,1 0 3 0,-6-1-2 0,-9 2-2 16,2 1-1-16,-10 0-2 0,1 0-7 0,-4-3-18 15,-1 3-4-15,0 0-6 0,-4 0-3 0,0 0-4 16,-5 0 3-16,0 0-12 0,0 0-13 0,0 0-19 16,0 0-21-16,0 0-17 0,0 0-16 0,0 0-32 15,0 0-117-15,0 0-313 0,0 0 138 0</inkml:trace>
  <inkml:trace contextRef="#ctx0" brushRef="#br0" timeOffset="26326.23">16634 3442 173 0,'0'-4'189'0,"0"4"-8"0,2-6-15 16,0 4-2-16,-2 2-20 0,1-5-14 0,-1 5-16 15,0 0-5-15,3-3-16 0,-3 3-10 0,0 0-9 16,0 0-10-16,0 0-10 0,0 0-4 0,5 8-4 15,-5 0-7-15,5 3-1 0,-5 5-8 0,0 3 0 16,0 8 1-16,0-1-1 0,0 3-2 0,0 1 0 16,0 2-1-16,-4 0-2 0,3 4 0 0,1 0-1 15,0-2-3-15,5-2-1 0,-5-2-1 0,1 0-1 16,-1-5 0-16,3-7-9 0,-2-1 5 0,-1 0 0 16,2-6-2-16,-2 0 3 0,0-1-5 0,-2-4 1 15,4 1-3-15,-2 0 0 0,0-3 5 0,0 0-4 16,0 0 3-16,2-2 3 0,-2-2-1 0,0 0-3 15,0 0-9-15,0 0-18 0,0 0-13 16,-18-6-26-16,13-2-20 0,-1 0-26 0,-1-1-25 0,1-6-40 16,0-2-150-16,0 0-342 0,3-11 152 0</inkml:trace>
  <inkml:trace contextRef="#ctx0" brushRef="#br0" timeOffset="26657.62">16549 3405 74 0,'-3'-9'224'0,"-1"0"-8"0,4 1-6 0,-1 3-14 16,0-2-12-16,1 2-16 0,1 0-18 0,0 0-17 15,2 1-15-15,3-1-14 0,4 1-6 16,2 3-14-16,0 0-9 0,8 2-6 0,2 0 1 16,8 5-7-16,1-1 0 0,0 6 0 0,-2 0-9 15,-1 1-1-15,-1 3-4 0,-1 4-1 0,-1-2-6 0,-6 3-4 16,-2-2-4-16,-2 3-3 0,-6-3-1 0,-2-1-6 15,-4 0 0-15,-3 0-3 0,-6 2-4 16,-3-1-1-16,-3-3-1 0,-8 4 1 0,-3 0-2 16,-2-2-3-16,-5-3-2 0,-2 1 2 0,2-1-2 15,0 0-1-15,-2-3 3 0,4-2-2 0,-1 0-3 16,3-2 1-16,6-2 0 0,2 0 1 0,6-2-4 16,1-1-6-16,2 1-17 0,2-2-12 0,1 0-25 15,2-1-21-15,4 0-27 0,0 0-37 0,0 0-39 16,13-5-217-16,1 0-429 0,4-2 190 0</inkml:trace>
  <inkml:trace contextRef="#ctx0" brushRef="#br0" timeOffset="27336.23">17614 3465 25 0,'0'0'237'0,"0"0"-12"15,0-3-17-15,0 3-19 0,0 0-23 16,0 0-23-16,0 0-13 0,0 0-15 0,0 0-6 16,0 0-14-16,-9 13-10 0,-1-4-5 0,-1 3-7 15,-2 2-9-15,-9 4-5 0,3 2-3 0,-3 4-8 0,-2-1-1 16,1 0-8-16,0 2 3 0,1-1-9 0,1 4 0 15,-1-5-9-15,1 4-21 0,5-6-19 16,-4-2-15-16,9-5-23 0,-2-1-19 0,3-2-29 16,1-2-15-16,3-1-17 0,1-3-13 0,1-4-129 15,4-1-299-15,0 0 132 0</inkml:trace>
  <inkml:trace contextRef="#ctx0" brushRef="#br0" timeOffset="27543.2">17314 3580 76 0,'5'-17'264'15,"-5"5"1"-15,4 4-2 0,-3 2-2 0,-1-1-16 16,0 4-20-16,3-3-25 0,-2 2-22 0,-1 1-25 16,0 3-17-16,0 0-11 0,0 0-15 0,0 0-10 15,13 12-5-15,-4-6-11 0,1 7-4 0,-1 4-6 0,10 3-3 16,-2 2-7-16,3 1-5 0,2 0-1 16,-1 1-8-16,1 3-1 0,1-1-6 0,-1-3-29 15,1-2-27-15,-5 0-34 0,4-4-40 0,-9-4-53 16,1-1-60-16,-2 0-79 0,-1-5-151 15,1-1-465-15,-5-3 206 0</inkml:trace>
  <inkml:trace contextRef="#ctx0" brushRef="#br0" timeOffset="27991.39">18311 3330 230 0,'0'0'216'0,"1"-3"-23"16,-1 3-23-16,0 0-16 0,0 0-19 0,0 0-11 15,0 0-9-15,-8 10-13 0,1-4-6 0,-3 3-8 16,-5 3-14-16,-1 3-6 0,-6 2-7 0,-1 3-4 16,0-1-5-16,0 2 0 0,1-1-9 0,-1-1-6 15,3 2-4-15,6-7-2 0,0 1-5 0,4-1-1 16,-2-2 0-16,3-3 0 0,3 0-6 0,-2-1 1 16,4-3-9-16,2 2 1 0,-1-4 2 0,-2 0 3 15,5 3 14-15,0-2 3 0,0-1 9 0,4 2 9 16,0 0-4-16,2 1-8 0,3 0 0 0,0 3-4 15,4-4-1-15,2 4-2 0,3-1-5 0,0 3-2 16,0-4-3-16,6 10-1 0,-1-3 0 16,-4 1-3-16,4 0-2 0,-6-4 0 0,-2 0-5 15,0 1-20-15,0-4-24 0,-1 2-35 0,-7-2-35 0,2-1-41 16,-1-2-44-16,-2 1-207 0,-2-1-428 0,-3-2 190 16</inkml:trace>
  <inkml:trace contextRef="#ctx0" brushRef="#br0" timeOffset="28215.55">17921 3913 233 0,'-4'5'203'16,"4"-5"-20"-16,0 5-6 0,4-2 3 0,1 1-10 15,4 1-4-15,4 1-14 0,6 1-11 0,8 2-5 0,5 1-25 16,0 0-9-16,5 0-15 0,1-1-37 0,-1-1-46 16,0 1-56-16,-1-5-70 0,2 1-199 0,-2-2-346 15,1 0 153-15</inkml:trace>
  <inkml:trace contextRef="#ctx0" brushRef="#br0" timeOffset="28730.39">18934 3549 256 0,'-2'-6'241'0,"-4"-3"-18"0,0 2-11 0,1-3-11 16,0 6-20-16,-4 0-14 0,2-2-13 0,-2 2-16 15,1 3-11-15,-5-1-17 0,4 2-11 0,-4 3-10 16,-6 1-12-16,2 3-6 0,0 3-9 0,-6 2-6 15,1 4-3-15,5-2-3 0,-6 1-7 0,7 0-2 16,-1-1-1-16,-2 5-5 0,6-3-5 0,4-2-1 16,-2-2-5-16,4 0-2 0,2-4 0 0,1 1-3 15,3-2 10-15,1 0-5 0,0-4 1 0,0 2 4 16,0-5 6-16,10 7 4 0,-1-7-4 0,4 0 0 16,1 0 2-16,0-3-10 0,4 2-3 0,1-4-3 15,0 1-1-15,-1-2-3 0,0-1 2 16,-2 3-4-16,1-4-2 0,-5 5-6 0,1-1 1 0,-2 2-2 15,3-2-2-15,-4 3 2 0,2-2-3 0,-2 3 5 16,3 1-4-16,-4 1 4 0,4-2-1 0,-3 1-2 16,0-1-11-16,2 3-13 0,-3-1-16 0,1 0-25 15,0 1-38-15,0-3-44 0,-2 3-56 0,3-3-64 16,-11 0-165-16,17 0-464 0,-12-5 206 0</inkml:trace>
  <inkml:trace contextRef="#ctx0" brushRef="#br0" timeOffset="28991.64">19159 3331 124 0,'3'-4'261'0,"-2"2"-30"0,-1 2-27 16,1-4-22-16,-1 4-19 0,0 0-11 0,13 10-4 15,-5 1-3-15,2 4-7 0,4 9-3 0,0 3-5 16,1 3-7-16,0 3-7 0,-1 12-3 0,-2 2-9 15,-4 0-9-15,-3 2-6 0,-1 4-6 0,-8-1-4 16,-5 0-6-16,-1-2-8 0,-10-4-6 0,0-3 0 16,-7-3-6-16,5-13-4 0,-5 0-9 15,-14 3-18-15,-4-3-25 0,-1-4-28 0,-2-3-27 16,-5-3-36-16,-2-5-47 0,-5-6-53 0,-7-1-259 0,-28-5-490 16,27 0 217-16</inkml:trace>
  <inkml:trace contextRef="#ctx0" brushRef="#br0" timeOffset="29457.25">17425 3232 139 0,'-5'5'129'0,"-4"1"1"0,-5 5-12 0,-5 10-2 16,-3 2 0-16,-6 14-3 0,-4 6-1 0,3 1 2 15,-4 7-3-15,-11 21 1 0,19-21 0 0,3 2-8 16,0 4-4-16,9-1-3 0,2-5-8 0,3-1-11 15,8-1 3-15,5-15-5 0,8 0-4 0,9 11 2 16,7-8-4-16,12-3-3 0,10-6-11 0,4-6-44 16,9-2-78-16,28-2-118 0,-32-13-174 0,-1-2-389 15,-2-7 172-15</inkml:trace>
  <inkml:trace contextRef="#ctx0" brushRef="#br0" timeOffset="36900.83">10838 5634 47 0,'0'0'235'0,"0"0"-17"15,-5-2-12-15,5 2-8 0,0 0-20 16,0 0-17-16,0 0-14 0,0 0-14 0,0 0-8 0,0 0-14 16,0 0-11-16,0 0-10 0,0 0-7 0,0 0-9 15,0 0-7-15,0 0-5 0,0 0-10 0,0 0 0 16,0 0-1-16,0 0-12 0,28 0-6 0,-15-1-16 16,5-1-16-16,1 0-28 0,1 2-25 15,-1-1-32-15,-1 0-22 0,4 0-22 0,-5 2-27 0,-4-2-167 16,-1 1-348-16,1 0 155 0</inkml:trace>
  <inkml:trace contextRef="#ctx0" brushRef="#br0" timeOffset="37062.99">10885 5818 116 0,'-7'5'135'0,"2"0"-18"16,1-1 3-16,1 0 6 0,2-2 3 0,1-2 0 15,5 7-4-15,1-7-6 0,7 0-14 0,6-3-10 16,8-1-9-16,5 1-7 0,1-4-17 0,7 3-23 15,10-6-35-15,2 4-22 0,3-5-36 0,0 3-30 16,0-4-54-16,-4-1-78 0,0 3-233 0,-11 2 103 16</inkml:trace>
  <inkml:trace contextRef="#ctx0" brushRef="#br0" timeOffset="37425.08">12121 5428 177 0,'0'-7'273'0,"0"2"-20"16,-1-2-10-16,2 2-15 0,-1 0-17 0,0 1-14 15,0 4-10-15,0-5-19 0,1 2-14 0,-1 3-19 16,3-4-19-16,-3 4-14 0,0 0-10 0,0 0-10 15,0 0-9-15,0 0-3 0,1 12-13 0,4-3-6 16,-5 1-6-16,3 7-10 0,-2 2 2 0,3 7-3 16,1-3-5-16,-1 3-4 0,1 1 2 0,-1-3 6 15,2 0-9-15,-2 2-3 0,0-8-2 0,0 1 0 16,-3-2-7-16,2 0 5 0,-2 0-5 0,1-6-5 16,-3 0-12-16,2-1-14 0,-1 1-10 0,-1-6-13 15,0 3-11-15,-3-2-16 0,4-3-15 0,-4 0-11 16,2 3-15-16,-2-3-30 0,-3-2-23 0,7-1-35 15,-10-4-179-15,5-2-407 0,0 3 180 0</inkml:trace>
  <inkml:trace contextRef="#ctx0" brushRef="#br0" timeOffset="37777.56">12093 5213 19 0,'-4'-9'265'0,"-1"4"-11"0,4 0-15 16,-1-2-18-16,1 4-9 0,1-2-19 16,0 5-14-16,0-6-20 0,0 3-20 0,0 3-15 15,7-3-8-15,-1 0-13 0,8 3-13 0,1 0-8 0,6 1-12 16,6 2-6-16,3 2-6 0,2 3-7 0,-1 1-9 16,2 2-4-16,-1 4 0 0,0 0-4 15,-4 1-6-15,0 8-5 0,-4-4-3 0,-2 2-4 16,-4 0-6-16,-1 1-7 0,-8-6 0 0,-3 3-4 15,-5-4 2-15,-2 1 1 0,-7 0-2 0,-2 0 1 0,-8 0 0 16,-7 0-3-16,-3-2 10 0,0-1 1 0,-6-2 1 16,2-1 3-16,2-2 5 0,0-1 5 15,2 1-3-15,0-3-3 0,7 0 2 0,4-1-7 16,-1-4 4-16,5 2-5 0,4 0-4 0,0-1-9 0,3-2-17 16,2 4-8-16,-3-1-2 0,7-3-4 0,0 2-5 15,0-2-23-15,12 1-38 0,2 1-45 0,4-4-54 16,1 1-207-16,1 0-439 0,0-2 194 15</inkml:trace>
  <inkml:trace contextRef="#ctx0" brushRef="#br0" timeOffset="39955.98">12923 5730 137 0,'9'-10'160'16,"-5"7"-6"-16,4 0-8 0,-2-2-11 0,3-2-5 15,-1 0-10-15,3-1-4 0,-2 1-10 0,3-2-7 16,2-2 3-16,-1-3 1 0,-3 2-2 0,4-2-4 16,-1-3-1-16,3-5-3 0,0 2-3 0,0-1-3 15,-3 0 4-15,1-2-7 0,-1-1-3 0,-2-2-1 16,-2 1 1-16,-1-1-4 0,1-1 0 0,-4 0-4 15,0 3-9-15,-1-2-1 0,1 1 5 0,-2 5-5 16,-2 2-3-16,0-1-1 0,2 1-4 0,-2 1-2 16,-1 1 1-16,0 4 2 0,3 4-3 0,-3-2 12 15,2 3 0-15,-2 0-26 0,0 2 1 0,0 0-9 16,0 1-6-16,0 0-2 0,0 4-35 0,0 0-15 16,0 0 4-16,0 0 0 0,-5 11 3 0,0 2 3 15,1 5 2-15,-1 8 2 0,-4 4 2 0,2 4 4 16,0 13 0-16,1 0 4 0,3-12 2 0,0 0-7 15,2-2 6-15,2 0 1 0,5-4 0 0,0 0 0 16,-1-5 10-16,4-7-12 0,-3 0 0 0,2 0 4 16,0-8 3-16,1 1 5 0,-3 0 4 0,-1-4 3 15,6-3 2-15,-5 0 9 0,0-1-2 0,1-2 5 16,-7 0 1-16,10-7-8 0,-6 4-1 0,2-4 0 16,-2-1-4-16,-3-1-3 0,2 0 4 0,-5-1-8 15,1 0-3-15,0 2 1 0,-3-1-10 0,-1 0-4 16,0 1-6-16,0 2-3 0,-3-1-5 0,4 3-11 15,-1 0-5-15,0 1-11 0,-1 0-18 0,-1-1-19 16,2 1-19-16,5 3-20 0,-6-1-19 0,6 1-11 16,0 0-17-16,0 0-30 0,0 0-234 0,0 0-467 15,19 5 207-15</inkml:trace>
  <inkml:trace contextRef="#ctx0" brushRef="#br0" timeOffset="40471.41">13548 5441 44 0,'-9'0'220'0,"9"0"-10"0,-6 0-14 0,6 0-17 15,-5 0-15-15,5 0-16 0,0 0-13 16,-6 0-15-16,6 0-13 0,0 0-9 0,0 0-10 15,0 0-7-15,0 0-10 0,0 0-6 0,0 0-6 0,-7 1-6 16,7-1-6-16,0 0-7 0,0 0-2 0,0 0-2 16,0 0-8-16,0 0-3 0,0 0 1 15,0 0-4-15,-1 4-2 0,1-4-2 0,0 0-2 16,0 0-2-16,0 0 4 0,0 0-3 0,0 0 3 16,0 0 3-16,0 0-3 0,0 0-4 0,0 0 0 0,0 0-1 15,0 0-1-15,0 0 0 0,0 0-2 0,0 0-2 16,0 0-2-16,0 0 1 0,0 0-2 15,0 0 1-15,0 0-1 0,0 0-1 0,0 0 1 16,0 0-2-16,0 0 0 0,0 0-1 0,0 0 1 0,0 0-1 16,0 0 1-16,0 0 3 0,0 0 6 0,0 0 10 15,0 0 13-15,16-1-1 0,-16 1 2 0,17 0-5 16,-2-2-2-16,-2 2-4 0,6-1-2 0,3 0-4 16,-4 1 2-16,2-3-4 0,2 3 0 15,-1-2-3-15,-2-1 0 0,-1 0-5 0,-4 2 1 0,-3 0 2 16,1 1-4-16,-6-2 2 0,0 2 2 0,0-2 6 15,-6 2 2-15,10 0 10 0,-10 0-12 0,6 0-3 16,-6 0-1-16,0 0-9 0,0 0-12 16,0 0-18-16,0 0-29 0,0 0-28 0,0 0-35 0,0 0-52 15,0 0-12-15,-20-3-57 0,20 3-139 0,-9 0-407 16,9 0 180-16</inkml:trace>
  <inkml:trace contextRef="#ctx0" brushRef="#br0" timeOffset="43897">12983 5042 122 0,'-1'-3'178'0,"1"-1"-14"0,0 4-16 0,-4-4-17 16,4 4-2-16,0 0-18 0,-5-2-10 0,5 2-14 15,-6 8-3-15,0 1-15 0,-4 6-3 0,-3 9-5 16,-2 4 4-16,-2 4-5 0,1 0-5 0,-3 16-1 16,1-2-2-16,7 3-7 0,-1-3 3 0,6-10-6 15,5 0-3-15,1 0-4 0,3-3-2 0,5 0 4 16,1-3-1-16,6-3 1 0,5 0 0 0,2-5-1 16,3-2-2-16,4-4-20 0,0-3-32 15,5-1-42-15,0-3-59 0,1-4-72 0,-5-5-113 0,4-1-329 16,-4-3 146-16</inkml:trace>
  <inkml:trace contextRef="#ctx0" brushRef="#br0" timeOffset="44475.65">13799 4891 42 0,'10'-1'158'0,"-4"1"-6"16,7 1-14-16,-3 3-12 0,7 1-8 0,2 3-6 16,8 8-7-16,-1 2 5 0,2 3-6 0,0 4 1 15,6 11 4-15,2 3-12 0,-8 2-2 0,-1 7-13 16,-5-1-10-16,0 0-1 0,-3 4-4 0,-10 1-7 15,-2-2-6-15,-5-2-2 0,-5-1-6 0,-5-1-4 16,-1-12 0-16,-2 0-2 0,-5-1-3 0,-4-3-4 16,-3-2-1-16,-4-2-5 0,0-1-1 0,-1-1-22 15,-4-2-33-15,2-4-43 0,2-2-65 0,2-3-217 16,-1-3-383-16,8-4 170 0</inkml:trace>
  <inkml:trace contextRef="#ctx0" brushRef="#br0" timeOffset="45171.18">14904 5378 11 0,'-6'-3'175'0,"6"3"-16"15,-13 0-12-15,9 0-9 0,4 0-7 0,-8 0-11 16,8 0-9-16,0 0-4 0,0 0-12 0,0 0 0 15,0 0-4-15,0 0 3 0,0 0-1 0,0 0-2 16,22 0-7-16,-3 3-7 0,11-6-10 0,-1 1-2 16,6-1-12-16,3 1-5 0,2-3-2 0,-1 3-9 15,15-3-2-15,-3-2-2 0,-14 2 2 0,-1 2-7 16,-3 2-1-16,-1-2-1 0,-12 1-5 0,1 3-2 16,-8-3 3-16,-2 0-8 0,-2 2 1 0,0-1-1 15,-3 1-6-15,0-2-11 0,-6 2-23 0,6-3-29 16,-6 3-20-16,0 0-18 0,0 0-21 0,-18-2-16 15,9 0-20-15,-1 0-148 0,0-1-322 0,3 0 142 16</inkml:trace>
  <inkml:trace contextRef="#ctx0" brushRef="#br0" timeOffset="45471.39">15824 5061 121 0,'0'-3'270'0,"0"-1"-20"0,0 4-22 15,0 0-25-15,0-4-23 0,0 4-19 0,0 0 0 16,0 0-21-16,0 0-16 0,0 0-11 0,0 0-14 16,4 13-10-16,0-2-9 0,-2 5-6 0,1 1-5 15,1 6-9-15,-3 5-4 0,4-1-5 0,-1 2-3 16,0-1-4-16,-2 1-3 0,6-3-2 0,-7 2-6 15,-1-4 0-15,0 1-2 0,0-7-5 0,0-1-12 16,0 3-13-16,-1-8-16 0,-4 0-18 0,2-2-20 16,-3 2-25-16,0-3-30 0,-1 0-20 0,2-4-26 15,-1 0-20-15,-2-2-176 0,4-2-378 0,-1-1 167 16</inkml:trace>
  <inkml:trace contextRef="#ctx0" brushRef="#br0" timeOffset="45760.36">15774 5018 104 0,'0'-12'293'15,"0"-1"-18"-15,-2 5-21 0,2-3-17 0,0 6-14 16,0-2-20-16,2 2-26 0,-2 1-20 0,4 0-14 16,1 0-16-16,6 4-15 0,1-3-14 0,1 3-10 15,6 4-6-15,-2 3-12 0,2-1 2 0,5 6-10 16,2 5-5-16,-10-5-3 0,2 1-1 0,0 8-10 15,1-3-3-15,-2 3-5 0,-7-6-1 0,-5 1-7 16,-1 4-2-16,0-6-4 0,-4 3-3 0,-4-2-2 16,-1 0-5-16,-3-1 0 0,-2 0-1 0,-4-2 1 15,-5 0-1-15,2 0-3 0,-7-2-1 0,5-2-6 16,-2-1-12-16,2-2-10 0,1-1-17 0,6 1-19 16,-1-2-20-16,0-1-22 0,4 0-25 0,0 0-28 15,9-2-52-15,0 0-208 0,0 0-446 0,-5-6 197 16</inkml:trace>
  <inkml:trace contextRef="#ctx0" brushRef="#br0" timeOffset="46372.11">16629 5129 106 0,'7'-1'206'0,"4"-1"-17"0,1 2-11 0,3 0-7 15,3 2-14-15,-3 1-15 0,6 4-12 0,-5-3-13 0,2 4-12 16,-1 0-10-16,-1 4-11 0,-2 0 0 0,-1 4-8 16,0-3-5-16,-5 5-9 0,-1-1 0 15,-3 1-8-15,0 3-4 0,-8 3-3 0,0-6-2 16,-1 6-4-16,-6 0-3 0,0-8-5 0,-1 5-3 0,-2-5-1 15,2-3 1-15,2 0-3 0,-4-2 4 0,4-2 4 16,-2-4 11-16,3 1-1 0,0 1 13 0,5-3 16 16,-3-1 16-16,3-1 24 0,0 0 25 0,4-2-4 15,0 0-5-15,0 0-13 0,-4-13 5 0,7 2-15 16,1 2-14-16,7-6-11 0,-2-2-10 0,6-7 4 16,5 2-17-16,1 0-7 0,-3 0-7 0,4-1-5 15,0 3-7-15,-7 7-16 0,1 0 11 16,-6 5-1-16,1-1-9 0,-5 1 2 0,1 7-13 15,-2-5 0-15,-1 4-4 0,1-2-8 0,0 3-20 0,-5 1 0 16,6 0-3-16,-6 0 8 0,4 6-10 0,-1 2 5 16,-1 1 1-16,0 6 8 0,0-2-6 0,2 4-12 15,2-1-10-15,-3 0-24 0,2 1-22 16,0-3-26-16,2 1-25 0,-1-3-28 0,3-3-33 0,0 0-46 16,0-1-261-16,2-6-550 0,1 1 244 0</inkml:trace>
  <inkml:trace contextRef="#ctx0" brushRef="#br0" timeOffset="46737.04">17480 5023 231 0,'3'-3'287'0,"-1"0"-14"0,2 0-22 16,-3-1-21-16,-1 4-27 0,4-3-21 0,-4 3-20 15,0 0-19-15,0 0-21 0,4-2-10 0,-4 2-10 16,0 0-13-16,-5 12-9 0,1-5-7 0,-4 3-8 16,-2 4-5-16,-2-1-6 0,-4 5-6 0,-3 3-3 15,-1-1-7-15,0 1-2 0,-4 0-4 0,5-1-2 16,1-3-6-16,4-2 2 0,1-1-1 0,3-2-6 16,1-3-3-16,1-1 0 0,3-2 0 0,0 2-2 15,0 0-3-15,3-1 1 0,0-2-5 0,0 0 0 16,4 2 3-16,-2-2 3 0,3 1 7 0,3 4 3 15,-1-2 2-15,6 0-4 0,0 1 3 0,3 3-7 16,-5-4 3-16,10 3 0 0,-2-1-4 0,3 0-2 16,3 4 3-16,-6-3-7 0,2 2-17 0,-1-6-27 15,-3 2-37-15,-3-3-43 0,-1 2-68 0,-1-2-72 16,1-3-202-16,-6 1-492 0,1-1 219 0</inkml:trace>
  <inkml:trace contextRef="#ctx0" brushRef="#br0" timeOffset="46988.52">17228 5545 126 0,'-2'2'249'0,"2"-2"-26"16,-1 5-21-16,1-5-17 0,5 5-9 0,1-1-10 16,4 1-12-16,8 0-15 0,4 0-16 0,6 3-8 15,9 0-16-15,-1 0-8 0,13 2-42 0,-10-3-55 16,-2 1-72-16,0-4-94 0,-5-4-136 0,3 2-331 16,-6-1 146-16</inkml:trace>
  <inkml:trace contextRef="#ctx0" brushRef="#br0" timeOffset="47587.08">18151 5225 80 0,'-3'-6'274'0,"2"0"-15"0,-4 1-17 0,2-1-16 16,-3 0-9-16,2 2-22 0,1-1-14 0,-4 3-22 16,1 1-16-16,-3-1-16 0,-1 1-13 0,-2 4-11 15,-2-2-12-15,2 3-7 0,-4 3-12 16,-1-1-7-16,2 3-4 0,2 3-5 0,-2 0-9 15,-1-2-1-15,3 4-6 0,2 1 0 0,3 2-3 0,0-3-6 16,5-2-3-16,-2-3-1 0,2 0-6 0,3-1-1 16,-2-2-3-16,3 1 3 0,2-4 0 15,-1 1 4-15,5-1 2 0,1-1-4 0,4-4 0 16,-2 0-2-16,4 1-3 0,-1-4 10 0,1 1 11 16,3 1-1-16,-3 0 0 0,0 1-3 0,0-3-2 15,-2 1-6-15,1 1-4 0,-1 1-4 0,0-1 2 16,-1 1-4-16,-1 1-4 0,3 2-1 0,-3-1 3 15,3 0-2-15,-3 0-5 0,-1 2-12 0,0 0-9 16,4 1-22-16,-7-2-20 0,3 0-32 0,-1 2-39 0,-2-2-45 16,3 0-60-16,-1-1-253 0,-8 0-525 0,14-2 233 15</inkml:trace>
  <inkml:trace contextRef="#ctx0" brushRef="#br0" timeOffset="47838.51">18330 5027 322 0,'0'-4'342'0,"0"1"-34"0,0 3-25 15,1-5-36-15,-1 5-29 0,3-5-24 0,-3 5-20 16,0 0-25-16,0 0-17 0,0 0-12 0,10 13-13 0,-2-1-6 16,-1 5-6-16,2 9-15 0,-1 3-7 0,2 6-5 15,-1 15-6-15,-1 3 1 0,-7 5-7 0,-2-2-2 16,-7 4-4-16,-5-2 2 0,-15 22-7 0,5-30-7 15,-4-4 0-15,-5-4-5 0,-3-3-14 16,-6-6-15-16,-3-4-27 0,-2-5-24 0,-2-1-30 0,-6-4-30 16,-1-5-31-16,-6-2-57 0,0-5-61 0,-6-6-192 15,-25-4-484-15,28 1 214 0</inkml:trace>
  <inkml:trace contextRef="#ctx0" brushRef="#br0" timeOffset="48253.1">16689 4863 214 0,'0'0'198'0,"-10"7"-23"15,1 1-5-15,-5 8-6 0,-8 6-10 0,-1 4-11 16,-6 18-10-16,-2-1-6 0,1 3-15 0,0 8-5 16,-7 20-12-16,18-20-6 0,2-1-6 0,8 6-9 15,4-7-2-15,14 4-6 0,7-5-4 0,9-4 0 16,7-1-2-16,7-6-5 0,5-3-23 0,6-7-62 16,6-5-103-16,3-6-248 0,-3-9-413 0,0-3 183 15</inkml:trace>
  <inkml:trace contextRef="#ctx0" brushRef="#br0" timeOffset="75983.02">5093 7767 107 0,'0'0'131'16,"0"0"-12"-16,0 0-11 0,-1-4-6 0,1 4-9 16,0 0-3-16,0 0-1 0,-2-5 3 0,2 5-4 15,0 0-11-15,0 0 3 0,2-6-6 0,-2 6-1 16,0 0 3-16,-2-6 3 0,2 6-3 0,-1-4-4 0,1 4 0 16,0-5 6-16,0 5-4 0,1-5-1 0,-1 5 2 15,0-4-1-15,0 4-2 0,0-5-3 16,0 5-7-16,0-3-3 0,0 3-3 0,0 0-8 15,0 0-6-15,0 0-6 0,-1-5-5 0,1 5-8 0,0 0-1 16,0 0-12-16,0 0-1 0,0 0 2 0,1 13-4 16,1-2 3-16,-2 6-4 0,-2 1-5 0,2 8 5 15,0 3 0-15,-1 3-4 0,0 4 1 16,1-1 0-16,1 0 1 0,0 0-4 0,3 0 6 0,-3-1-3 16,2-3 0-16,1-1 1 0,1-2-1 0,0-1 2 15,0-1-2-15,-1-1 0 0,1-6 0 16,-1-1 1-16,-1-1-1 0,-1-6 0 0,2 1-3 15,-3 1 5-15,1-1-3 0,0-3 2 0,0 0-5 16,1-2 5-16,-3-1 0 0,0-2-1 0,0-1 1 16,1 1 1-16,-1 0 8 0,0-4 7 0,3 6 8 0,-3-3 9 15,0-3 5-15,0 0 6 0,0 0-3 0,0 0-5 16,0 0-6-16,0 0-6 0,0 0-9 0,-4-17-11 16,-1 9-8-16,3-4-9 0,-1 1-10 0,0-1-12 15,2-3-14-15,-1-2-11 0,-2-1-8 0,1-2-8 16,1-3-1-16,-1-3-17 0,2 0-7 0,-2 0 3 15,3-3-2-15,-6 2 7 0,3-3 3 0,1 1 8 16,2 0 6-16,-2-2 11 0,-1 2 8 0,1 2 3 16,-3 0 11-16,3-1 18 0,0 8 8 0,0-7 20 15,-3 3 1-15,0 5 15 0,2-1 8 0,1 1 8 16,-1 2 12-16,2-3 5 0,-2 3 8 0,2 2 4 16,-1 2 0-16,2 2 2 0,-1 2-1 0,1 2 2 15,1 0 0-15,-1 2-6 0,-1-2-8 0,2 1-7 16,-1 2-7-16,3-3-7 0,1 2-5 0,0 1-5 15,2-1 0-15,4 1-4 0,1 1-2 0,2 2-6 16,6 1 6-16,1 0-3 0,8 1-3 0,3 6 3 16,-1-1-1-16,0 5 1 0,0 2-1 0,-3 2-1 15,-1 1-6-15,1 1 2 0,-7 1 1 0,-1 3-4 0,-6-5-7 16,-3 1 2-16,-1 0-2 0,-5 1-1 0,-5 2-3 16,-4 4 1-16,-12 0-1 0,-2 3-3 15,-4-5 3-15,-7-1 1 0,-4-2-4 0,-11 2 11 16,12-5-10-16,-1 0 6 0,-1-2-5 0,0-2 3 0,6 0-1 15,0-6 8-15,1 5-6 0,9-5 0 16,1-1 0-16,7-2 0 0,0 0-3 0,2-2 8 0,0 2-13 16,4-3-16-16,1 2-16 0,4-2-13 15,0 0-18-15,0 0-31 0,0 0-33 0,27-9-39 0,-9 4-231 16,10-5-439-16,-1-1 194 0</inkml:trace>
  <inkml:trace contextRef="#ctx0" brushRef="#br0" timeOffset="76650.73">6523 7774 25 0,'0'-5'236'0,"1"2"-4"16,-2-2-7-16,1 5-6 0,-1-8-11 0,-2 4-4 16,3-3-19-16,-4 4-13 0,3-3-14 0,-3 1-14 0,3 1-16 15,-3 0-13-15,0 2-15 0,-1-1-9 16,-4 3-13-16,-1 0-5 0,-3 0-9 0,-1 5-7 15,-1-1-6-15,-4 4-4 0,-5 4-6 0,0 2-8 16,0 3 0-16,0 3-4 0,2 0-3 0,0 4-6 0,2-1 1 16,-2 1-1-16,5 1-5 0,3-3-2 15,2 1 2-15,3-5-2 0,1-2 0 0,2 0-2 16,3-7-6-16,2 4-1 0,-1-5 9 0,4 0-9 16,-2-3 3-16,4-1 2 0,1-1 1 0,4-2 1 0,2-4 0 15,2 1-2-15,2-6-1 0,4-1-2 0,-2-3 0 16,2-1 9-16,-3 0-8 0,0-1-4 15,3-5 0-15,-3 6 10 0,-3-2-10 0,-1 0-2 16,1 2 3-16,-5 4 0 0,-1 2 8 0,-2 1 8 0,1 2-11 16,-3 0-5-16,0 0 0 0,0 2 0 15,-1 0-6-15,-2 2 0 0,0 0 1 0,0 0-3 16,17 4 8-16,-11 0-3 0,-1 4 1 0,4 1-3 16,1 0 5-16,2 3-11 0,-1 0-21 0,5 0-26 0,2-1-40 15,-4 0-45-15,2-1-50 0,5-1-85 0,-3-1-150 16,-1-6-458-16,-4 1 202 0</inkml:trace>
  <inkml:trace contextRef="#ctx0" brushRef="#br0" timeOffset="77099.19">7218 7548 250 0,'1'-5'248'0,"0"2"-6"0,-1 3-1 0,3-4-15 16,0 1-11-16,-3 3-21 0,1-5-20 0,-1 5-19 0,3-1-16 15,-3 1-18-15,0 0-15 0,0 0-16 16,0 0-13-16,0 0-6 0,-6 13-10 0,2-4-1 15,-2 0-8-15,-5 8-3 0,-2 8-5 0,-6 0-4 16,-2 1-3-16,1 0-5 0,-2 0-3 0,4-4 1 0,-2 2-8 16,5-4-2-16,3-4 0 0,0 1-1 15,2-1-7-15,3-3 1 0,0-3 0 0,1 1-4 16,-1-5 2-16,5 4-1 0,-1-5 0 0,1 0-8 16,0-1 14-16,1 0-8 0,1 1-5 0,1 0 4 0,1-2 0 15,2 2 1-15,1-1 4 0,3 3-1 0,2-1-2 16,0 1 0-16,6 0-2 0,0 3 3 15,0-2-7-15,2 2 6 0,0-1-3 0,1 2-4 16,4 2 15-16,-5-2-10 0,0 0-12 0,1-1-21 0,-1 1-29 16,-2-1-34-16,-3-1-33 0,0 2-35 0,-3-5-46 15,-2 3-237-15,-3-3-477 0,-1-1 212 16</inkml:trace>
  <inkml:trace contextRef="#ctx0" brushRef="#br0" timeOffset="77311.34">7074 8192 33 0,'-4'3'229'0,"1"-1"-24"0,-1 3-19 0,2-3-18 16,0 2-14-16,0 1-9 0,2-5 5 0,2 6 9 15,4-1 1-15,5 0-8 0,-1-1-7 0,10 3-10 16,6-1-14-16,4 0-14 0,-1-1-11 0,-1-2-26 15,-1-1-42-15,-5-1-47 0,0 0-47 0,0-1-54 16,1-1-66-16,-3-1-156 0,-1-1-371 0,2-2 164 16</inkml:trace>
  <inkml:trace contextRef="#ctx0" brushRef="#br0" timeOffset="77870.03">7627 7728 105 0,'0'0'220'0,"0"-6"-12"0,3 2-15 0,-1 1-10 0,3-2-8 16,-1 1-14-16,2 1-14 0,2 2-16 16,1-5-16-16,4 5-11 0,-2 1-10 0,2 1-8 15,0 1-7-15,5 6-11 0,-7-4-3 0,4 6 1 0,2-1-4 16,-3 4-4-16,-1 1-2 0,0-1-6 0,-2 4 0 16,-2 0-7-16,-1 1-4 0,-1 8-7 15,-4-8-1-15,1 8 3 0,-5-6-6 0,-5 4-3 16,-1-6 3-16,2 1-3 0,-4-2-3 0,0-3-4 0,0-3 4 15,4-1 4-15,-3-2 2 0,3 0 0 16,0-3 15-16,0 1 14 0,1-1 18 0,1-3 19 16,2 1 30-16,1-3 2 0,0 0-6 0,0 0-5 15,-8-8-15-15,11 1-11 0,1-4-12 0,1-4-7 0,6-5-9 16,2-3 1-16,5-1-16 0,-1 2-7 0,2-2-7 16,-1 2-4-16,-5 7-6 0,1 1 3 0,0-2-5 15,-3 6-6-15,-4 2-3 0,1 1-2 0,-2 3-4 16,-3-1-7-16,1 2-2 0,1 1-16 0,-5 2-7 15,0 0 1-15,13 6-4 0,-12 0-1 16,3 2 8-16,0 0 1 0,0 4 2 0,1 5 3 0,0 2 0 16,3 0 5-16,-2 0-1 0,2 4 3 0,1-7 0 15,4 2-27-15,-3-1-14 0,2-4-21 0,1 0-26 16,-2-4-30-16,6-1-41 0,-1 0-47 0,2-4-63 16,-5-3-228-16,6-2-547 0,1-3 242 0</inkml:trace>
  <inkml:trace contextRef="#ctx0" brushRef="#br0" timeOffset="78315.47">8635 7622 36 0,'5'-6'303'0,"-4"1"-15"0,2 1-8 16,-2-1-13-16,3 2 1 0,-3-1-14 0,-1 4-17 15,4-5-22-15,-1 2-19 0,-3 3-26 0,1-4-19 16,-1 4-16-16,0 0-27 0,0 0-16 0,0 0-9 16,0 0-15-16,-4 12-4 0,-1 0-1 0,-4 6-8 15,-9 3-5-15,-1 3-7 0,-3 0-2 0,-2 5-6 16,0-3-1-16,1 0-4 0,1-2-8 0,3 1 2 0,1-2-1 16,4-2-8-16,5-4 1 0,-1 0-4 15,2-2 4-15,3 0-3 0,-1 0-1 0,4-2-2 16,2-1 0-16,-1-1-2 0,6 2 4 0,0 1-4 15,3 1 3-15,3-1 0 0,5-1 0 0,3 4-2 0,6-3 0 16,0 0 2-16,-1 1-4 0,3-2-2 0,0-2 0 16,0 2 2-16,2-2 0 0,-1 2-2 15,-10-5 1-15,2 1-4 0,-4-2-1 0,-1 0 10 16,-5-3-9-16,0 1-1 0,-2-2 2 0,-3 0 3 0,1 1 16 16,-3-2 20-16,1-1 13 0,1 1 11 0,-5-2 1 15,7 3 2-15,-7-3-4 0,3 0-8 0,-3 0-5 16,0 0-7-16,4 2-6 0,-4-2-20 0,0 0-29 15,0 0-33-15,8 0-46 0,-8 0-40 0,0 0-46 16,1-7-48-16,3 4-61 0,-3-1-307 0,3-2-640 16,0 1 285-16</inkml:trace>
  <inkml:trace contextRef="#ctx0" brushRef="#br0" timeOffset="80136.39">9163 8047 6 0,'0'0'154'0,"0"0"-3"0,0 0 5 0,0 0 7 16,0 0 3-16,0 0-2 0,0 0-1 0,0 0-11 16,0 0-8-16,11-7-3 0,-5 2-5 0,-4-1-5 15,4 2-7-15,1-3-2 0,-1-3-5 0,1 0-15 16,1-5-4-16,1 0-5 0,2-2-10 0,3-6-2 15,-3 1-7-15,3-6-10 0,-5 3-1 0,4-1-11 16,1-4-4-16,-4 6 4 0,2-4-3 0,-3 1-1 16,-3-1 3-16,2 2-4 0,-3 1-7 0,-2 6-6 15,3-5 4-15,-5 5-9 0,0 0-1 0,-1 1 6 16,0 5 8-16,0 0-4 0,0 2-4 0,2 3-1 16,-4-1 4-16,1 4-5 0,1-1-8 0,1 2-5 15,-2-1-7-15,1 2-14 0,0 3-12 0,0 0-3 16,0 0 3-16,0 0-1 0,-11 11 0 0,6 0 4 15,-2 8-2-15,1 4 1 0,-3 7 3 0,1-1 1 0,3 2-2 16,1 3 12-16,0 1-6 0,3-1-1 16,0 0-2-16,1 0 6 0,2-3 1 0,2-2-1 15,1-2 3-15,3-2-3 0,2-7 8 0,-3-1-2 16,2-2 11-16,0-2-2 0,-1-4-1 0,1 0 16 0,0-1 4 16,3-4 16-16,-1 0 1 0,3-4-3 0,-1-3-1 15,6-1-7-15,-2-3-2 0,-1-2-2 0,-3-2-4 16,4 0 4-16,-3-3-9 0,-5 0-6 15,4-2 2-15,-7 0-8 0,3 1-5 0,-4-1-6 0,-2 4-1 16,-3 2-10-16,-3-2-2 0,1 0-1 0,-3 4-7 16,-2 0 0-16,-2 1 0 0,-1 0 4 15,-3 4-1-15,4 0-1 0,-5 2-2 0,1 1-14 0,-1 1-18 16,4 3-17-16,-3 1-25 0,3 0-27 0,-1 1-20 16,1 1-27-16,3 0-15 0,3-1-26 0,2-1-29 15,-1 2-208-15,4-3-480 0,1 0 212 0</inkml:trace>
  <inkml:trace contextRef="#ctx0" brushRef="#br0" timeOffset="80416.36">9734 7383 32 0,'4'-2'226'0,"1"2"-25"15,-5 0-17-15,10 0-19 0,-1 2-7 0,0 4-1 16,4 1-13-16,3 5-15 0,6 8 2 16,-4-2-3-16,1 8 0 0,-1 5 2 0,6 11 1 15,2 4-2-15,-12 1-5 0,0 4-11 0,-5 0-5 0,-5 1-5 16,-4-1-9-16,-4 2-8 0,-9-3-4 0,-8 0-14 16,-5-2 0-16,-7-4-7 0,-4-4 6 15,-4-5-24-15,-4-2-25 0,-5-4-29 0,-2-1-34 16,-7-1-52-16,-24 3-55 0,24-12-90 0,-34 1-202 15,2-5-480-15,26-11 212 0</inkml:trace>
  <inkml:trace contextRef="#ctx0" brushRef="#br0" timeOffset="81149">6519 7349 146 0,'-4'-7'190'0,"4"5"-4"16,0 2-5-16,0 0-4 0,-1-5-11 16,-3 3-17-16,4 2-12 0,0 0-14 0,0 0-12 0,-1-4-11 15,1 4-8-15,0 0-16 0,-12 5-4 0,7 0-8 16,-4 3-9-16,-6 6-6 0,-8 10-9 0,1 2-4 15,-9 12-4-15,1 5-4 0,-6 8 1 16,-10 26-2-16,1-1 1 0,4-3 1 0,4 1 3 0,12-18 15 16,1 1 1-16,6-3-7 0,-3 3-1 0,7-4-3 15,9-3 3-15,0-1-11 0,5-15-2 16,4 2 0-16,6 10 4 0,3-12-3 0,11 5 1 16,3-12-3-16,16 3-6 0,5-9-14 0,13 0-36 0,32-7-37 15,3-7-56-15,5-9-58 0,2-9-224 0,9 4-439 16,4-4 194-16</inkml:trace>
  <inkml:trace contextRef="#ctx0" brushRef="#br0" timeOffset="81905.12">10604 7733 98 0,'0'0'181'0,"-6"3"-8"0,6-3-8 0,0 0-11 15,0 0-7-15,0 0-12 0,0 0-17 0,0 0-13 16,0 0-11-16,0 0-9 0,0 0-7 0,0 0-8 16,0 0-1-16,0 0-7 0,0 0 6 0,0 0-4 15,0 0 0-15,0 0 2 0,0 0-1 0,0 0-3 16,0 0 2-16,0 0-1 0,0 0 2 0,0 0-1 15,0 0-1-15,0 0-1 0,0 0 4 0,0 0-3 16,16-4-2-16,-4 0-6 0,3 4-3 0,4-1-5 16,10-2-6-16,-1 1-5 0,-2 0-2 0,5 0-3 15,-4-1-2-15,6 0-4 0,-11 1-1 0,-2 0-4 16,1 1 0-16,-7 0 0 0,-1 1-3 0,-3-3-1 16,1 3-4-16,-4 0 2 0,-1 0-4 0,-6 0-8 15,10 0-20-15,-10 0-24 0,7-1-40 0,-7 1-44 16,0 0-52-16,0 0-39 0,0 0-206 0,-27 1-458 0,16-1 203 15</inkml:trace>
  <inkml:trace contextRef="#ctx0" brushRef="#br0" timeOffset="82203.58">10599 7861 75 0,'-5'2'227'15,"0"0"-13"-15,1 1-16 0,4-3-20 0,-4 2-6 16,4-2-8-16,0 0 1 0,0 0-13 0,18 4-8 16,1-4-13-16,2 1-14 0,11-1-13 0,-1-2-9 15,3 3-9-15,0-1-10 0,2 0-7 0,-4 1-7 16,0-1-7-16,-3 0-3 0,-7 2-8 0,-5-2-3 15,-3 0-6-15,-3-2-13 0,-3 4-18 0,2-2-17 16,-6 0-22-16,1 1-25 0,-5-1-8 0,0 0-27 16,0 0-27-16,0 0-61 0,-19 7-168 0,7-6-381 15,1 2 168-15</inkml:trace>
  <inkml:trace contextRef="#ctx0" brushRef="#br0" timeOffset="84117.72">12402 7382 112 0,'0'-8'195'0,"0"4"-8"15,0 0-3-15,0-2-15 0,3 2-6 0,-3 4-16 16,0-7-14-16,0 4-14 0,0 3-19 0,0 0-9 0,0 0-9 16,0 0-11-16,0 0-8 0,0 0-9 15,-3 15-1-15,3-2-6 0,-1 6-2 0,-4 5-5 16,1 5-2-16,4 0-2 0,-4 3-2 0,3 0-11 16,0 1 6-16,1-1-3 0,0-1-1 0,1-2-1 0,0 1-6 15,-1-2-2-15,4-4 5 0,-4-4-5 16,3-3-4-16,-3-1-1 0,1-3 1 0,0-4-1 15,0 1-3-15,-1-1 1 0,3-1 2 0,-3-3 0 0,0 0-3 16,1-1-1-16,-1 2 1 0,0-4 2 0,0-2 2 16,0 5 0-16,0-5-2 0,0 3-1 0,0-3 3 15,0 0-21-15,0 0-29 0,0 0-30 0,0 0-22 16,0 0-29-16,-14-10-23 0,9 0-51 0,0 1-120 16,0-1-339-16,-3-2 151 0</inkml:trace>
  <inkml:trace contextRef="#ctx0" brushRef="#br0" timeOffset="84437.29">12333 7290 196 0,'0'0'172'15,"0"-7"-19"-15,3 6-20 0,-3 1-9 0,7-3-17 16,0 3-4-16,-7 0-12 0,18 3-5 0,-4 1-1 15,2 4-5-15,5 0 1 0,3 5-3 0,1 1-2 0,1 3-11 16,-3 3 2-16,0 0-3 0,-1 0-7 16,-3 1-11-16,2 1-5 0,-6-1 0 0,-6-3-8 15,-3 0 2-15,-1-3-7 0,-5 4 0 0,-2-2-2 16,-7-1 1-16,0 1-1 0,-9 4 2 0,-4-3-2 0,0-2-3 16,-2-4-2-16,1 3-2 0,-1-2 1 15,-2-4-3-15,8 0 0 0,-7-2-3 0,6 1-2 16,2-2 1-16,3-2-2 0,0-3-2 0,6 3-9 15,-2-1-18-15,2-2-21 0,3 1-31 0,5-2-36 16,0 0-50-16,0 0-176 0,0 0-360 0,18-12 160 16</inkml:trace>
  <inkml:trace contextRef="#ctx0" brushRef="#br0" timeOffset="85569.21">13212 7338 73 0,'0'0'171'0,"0"0"-9"0,7-5-10 16,-2 3-22-16,-5 2-11 0,9 0-12 0,-9 0-12 15,14 3-12-15,-3-1-6 0,0 2-8 0,0 5-12 16,3-1-1-16,-1 5 3 0,-2-1-2 0,1 2-4 16,-2 2-6-16,3 0-2 0,-3 1-4 0,-6-1-3 15,5 2-5-15,-5 2 4 0,-1 0-2 0,0 4-6 16,-3 1 1-16,-3-4-5 0,0-3 8 0,-1 0-1 15,-2 0 4-15,-3 0-1 0,0-5 6 0,-1 3-1 16,0-3 2-16,3-4 1 0,-1 1 4 0,-1-3 4 16,4 0-6-16,-1-2-2 0,2 0 3 0,0-1 6 15,0 0 7-15,1-1 11 0,0-2 13 0,3-1 15 16,-4 3 13-16,4-3 6 0,0 0-7 0,0 0-9 16,0 0-10-16,3-12-8 0,4 3-12 0,3-4-14 15,-1-3-2-15,4-1-6 0,2-6-4 0,3-1 2 16,2 0-13-16,1 0-8 0,1 0-4 0,-2 2 3 15,-2 0-7-15,3 1 4 0,-5 1-5 0,-3 8 2 0,-1-1-8 16,-5 3 13-16,3 1 7 0,-3 0-5 16,1 4 4-16,-3 0-2 0,1 0 0 0,-4 0-8 15,2 3-5-15,0-1-12 0,-3-1-2 0,-1 4-11 16,4-1-13-16,-4 1 0 0,0 0 3 0,0 10 1 0,-4-3 2 16,3 9 1-16,-3-4 0 0,-2 4 5 0,2 1-2 15,2 1 6-15,0 0-3 0,2 0 4 0,0 0-3 16,7-1 7-16,-5 1 0 0,7-3 2 0,2-1-4 15,1-1-16-15,2-2-25 0,4-4-29 0,1 1-40 16,11-3-47-16,-3 0-49 0,5-8-54 0,-4-1-240 16,0-3-544-16,-3-3 242 0</inkml:trace>
  <inkml:trace contextRef="#ctx0" brushRef="#br0" timeOffset="86949.63">14499 7228 76 0,'0'0'185'0,"1"-4"-12"0,-1 4-7 0,0 0-12 16,0-3-16-16,0 3-8 0,0 0-23 0,0 0-12 16,0 0-10-16,0 0-8 0,0 0-5 0,0 0-1 15,-6 19-5-15,-3-9-9 0,0 5-3 0,-4 2-1 16,-1 5-5-16,-6 2-4 0,-1 0-7 0,-3-2 0 15,-4 6-4-15,1-2 0 0,0 0-4 0,3-1-6 16,2-1-3-16,-1-3 2 0,4 3-4 0,2-5-1 16,6-4-1-16,2-3-6 0,1-4 2 0,4-2-5 15,-3 1 3-15,4-1 10 0,1-2 19 0,-1-1 7 16,1 0 13-16,0 0 9 0,2-3 6 0,-4 4 11 16,3-2 4-16,1-2 4 0,0 0 2 0,0 0-14 15,0 0-7-15,0 0 0 0,0 0-17 0,9 5-8 16,-4-5-1-16,-5 0-7 0,17 1-6 0,-3 3-6 15,-1-1-3-15,3 4 0 0,6-3 3 0,4 4-6 16,3 1-4-16,3 3-5 0,-1 1-1 0,-1 1 0 16,2-1-3-16,0 0 1 0,0 2 0 0,0-1-1 15,-4 1-1-15,-1 1-1 0,1-3 0 0,-11-3-2 16,3 0-2-16,-3-1-1 0,-2-1 0 0,-6-3 1 16,1 2 3-16,-2-5-3 0,-3 1 2 0,0-1-2 15,-1 1 11-15,1-2-13 0,-1 2 8 0,-4-3 4 16,5 3 6-16,-5-3-2 0,4 0-5 0,-4 0 1 15,0 0-6-15,0 0 2 0,5 1-20 0,-5-1-24 0,0 0-38 16,0 0-33-16,0 0-45 0,0-8-52 16,0 8-46-16,4-6-237 0,0 2-524 0,-2-3 232 15</inkml:trace>
  <inkml:trace contextRef="#ctx0" brushRef="#br0" timeOffset="90716.47">14793 7703 159 0,'0'0'186'0,"6"-12"-16"16,-6 12-6-16,0 0-3 0,7-1-12 0,-6-3-9 16,-1 4-14-16,4-5-13 0,-2 2-15 0,1-1-8 15,1 2-8-15,1-2-6 0,1-1-8 0,1-1-8 16,-2 0-8-16,1 0-6 0,1-1-1 0,1 0-6 15,0-2-3-15,1-2-2 0,-4 0-2 0,7-2-6 16,-6 3-2-16,3-6 10 0,-1 7 0 0,-1-7 4 16,1 0 1-16,0-1-7 0,-1 0 5 0,-3-1-5 15,4-1-1-15,-3 2 2 0,0-9-5 0,-1 2 0 16,1 3 6-16,0-2-3 0,-5 2 0 0,0 3 2 16,0-2-1-16,0 3 6 0,0-1 3 0,-1 6 6 0,1 0 1 15,-3-1-4-15,3 1 2 0,0 5-6 16,-1 0-1-16,1 0-3 0,0 1-7 0,-2 3-4 15,2-1-1-15,0 4-4 0,0-7-1 0,0 3-6 16,0 4-4-16,0 0-6 0,0 0-16 0,0-4-3 0,0 4 1 16,0 0-1-16,0 0 1 0,-4 13 3 15,4-4 0-15,-4 7 0 0,0 1 1 0,0 2 4 16,-1 0-1-16,1 7-2 0,-2 0 4 0,2 0 1 16,0 0-1-16,3 1 1 0,1-3 4 0,0 2-2 0,0 0 1 15,1-8-3-15,3 1 4 0,0 0 1 0,2-1 0 16,-2 1 1-16,4-2 0 0,-3-3 4 15,3-1 0-15,-1-1-1 0,1-1 2 0,-3-3 0 16,4-1 0-16,1 0 4 0,-1-2 5 0,0-2 5 0,0-1 6 16,2-2 7-16,-2 0-3 0,3-5-1 0,-4 0-5 15,3-2 1-15,-3-3 0 0,1 1-6 16,-2-2 2-16,2-2 9 0,0 0-20 0,-5 4 1 0,-3-6 7 16,2 3-1-16,-3 2 0 0,-3-2-1 0,2 4-5 15,-5-2-4-15,-1 3-1 0,0-1-5 0,0 4 2 16,-6 0-5-16,2 3 2 0,-1-1 11 0,-2 3-13 15,3-1-4-15,-2 2-3 0,0 0-9 0,3 2-25 16,-1 2-20-16,-1 0-16 0,7-2-16 0,-3 3-18 16,7 0-22-16,-4-3-19 0,8 1-25 0,0 2-45 15,0-4-175-15,2 0-432 0,0-3 193 0</inkml:trace>
  <inkml:trace contextRef="#ctx0" brushRef="#br0" timeOffset="91014.1">15245 7052 110 0,'3'-2'192'0,"1"-1"-18"0,-4 3-18 15,12 1-6-15,-4 2-10 0,1 3-4 16,5 7-3-16,2 7 1 0,-1 5-8 0,5 5-3 0,-6 3-4 15,4 13-6-15,-1 3 3 0,-3 1-9 16,-5 1-6-16,0 3-2 0,-8 0-9 0,-1 4-4 0,-2-2-2 16,-9-1-10-16,-4-3-9 0,-3-2 10 15,-5-3-19-15,0-6 0 0,-8 3-11 0,-4-10 2 16,-4-2-6-16,-7-2-10 0,1-3-22 0,-6 0-29 16,-3-6-40-16,-8-2-50 0,0-4-64 0,-28-1-264 0,25-5-474 15,-2-7 210-15</inkml:trace>
  <inkml:trace contextRef="#ctx0" brushRef="#br0" timeOffset="91529.08">13221 7010 93 0,'0'0'194'0,"0"0"-24"0,0 0-22 15,-5-2-13-15,5 2-17 0,0 0-11 0,-10 13-11 0,-2 1-9 16,1 8-7-16,-5 7-3 0,-8 14-6 0,3 6-3 16,-5 5-5-16,0 0-3 0,-8 28 3 15,7-4-9-15,5-21 0 0,-2 22 0 0,11-25 0 16,3-1 3-16,10-2 3 0,4-3-1 0,6-3-1 0,-1-8-6 16,10-7-2-16,12 10-1 0,2-6-3 0,9-5-3 15,6-5-24-15,0-6-47 0,3-5-76 0,5-6-265 16,-1-5-398-16,-1-2 177 0</inkml:trace>
  <inkml:trace contextRef="#ctx0" brushRef="#br0" timeOffset="94889.47">16293 7513 37 0,'-11'1'198'0,"4"1"-1"15,1-2-6-15,-2 2-9 0,8-2-8 0,-10 0-6 16,10 0-17-16,-8 0-10 0,8 0-11 0,0 0-10 15,-5 1-10-15,5-1-13 0,0 0-5 0,0 0-11 16,0 0-5-16,0 0-6 0,0 0-5 0,0 0-8 16,-9-1 2-16,9 1-5 0,0 0-1 0,0 0-3 15,0 0 1-15,0 0 1 0,0 0-3 0,0 0 0 16,0 0-2-16,0 0-2 0,0 0-5 0,0 0-1 16,0 0-5-16,0 0-7 0,0 0 0 0,0 0 0 15,0 0-4-15,0 0-3 0,0 0-2 0,0 0-4 16,-5 2 2-16,5-2-5 0,0 0 2 0,0 0-1 15,0 0-3-15,0 0-2 0,0 0 1 0,0 0-2 16,0 0 4-16,0 0-6 0,0 0 2 0,0 0 1 0,0 0 0 16,0 0 0-16,0 0-3 0,0 0 2 0,0 0 1 15,0 0-4-15,0 0 1 0,0 0 0 16,0 0-1-16,0 0 1 0,0 0-3 0,0 0 5 16,0 0-1-16,0 0-1 0,0 0-4 0,0 0-3 0,0 0 8 15,0 0-2-15,0 0-3 0,26 1 0 0,-12-3 4 16,9-1-11-16,7-3-1 0,5 2-1 15,3 0 5-15,13-1-3 0,-11-2 1 0,15 1 3 16,-4-3-2-16,-11 4 1 0,-1 0 2 0,-4 1 0 0,-5 1-1 16,-1-1 0-16,-9 2-6 0,-3-1 1 15,-5 3-7-15,0-4-10 0,-4 3-5 0,-1-1-7 0,-2 1-11 16,2 0-15-16,-7 1-20 0,6-4-20 16,-6 1-11-16,0 3-13 0,0 0-10 0,-8-4-10 0,8 4-17 15,-9-4-33-15,6 2-125 0,0-1-348 0,3 3 155 16</inkml:trace>
  <inkml:trace contextRef="#ctx0" brushRef="#br0" timeOffset="95212.58">17244 7190 180 0,'2'-6'284'15,"0"1"-4"-15,0 0-16 0,-2 2-14 0,0-1-20 16,2 0-22-16,-2 4-21 0,1-6-26 0,-1 6-15 16,1-2-22-16,-1 2-12 0,0 0-10 0,4 11-15 15,-3 0-6-15,-1 4-7 0,0 4-9 0,-1 9-8 16,-2 0-2-16,3 1-9 0,-2-1-1 0,1 1-3 16,1 0-6-16,-6 0-3 0,5-3-2 0,1 0-3 15,0-6-1-15,1 4-2 0,-1-4-1 0,0-4 3 16,0-1-8-16,0 2-15 0,2-6-16 0,-2-2-13 15,2 0-20-15,-2-2-23 0,0-1-6 0,0-1-15 16,0 1 4-16,-2-5-3 0,2-1-17 0,-4 4-26 16,4-4-27-16,0 0-24 0,-12-11-197 0,6 6-410 15,1-1 181-15</inkml:trace>
  <inkml:trace contextRef="#ctx0" brushRef="#br0" timeOffset="95497.9">17156 7086 165 0,'-3'-8'217'0,"3"1"-11"0,0-2-23 16,3 1-20-16,1 4-19 0,1-3-14 0,5 3-12 15,1 0-12-15,3 3-5 0,6 0-7 0,1 2-2 16,7 4-2-16,3 4 1 0,2 0-9 0,2 6 0 16,-5 1-7-16,2 2-1 0,-5 3-7 0,0-2-7 15,-3 3-4-15,-6 0-3 0,1 2-6 0,-2-2-4 16,-8-5-7-16,-4 2-4 0,-1-3-4 0,-3 1-4 15,-6-1 2-15,0-1-6 0,-4 1-1 0,-8-1 3 16,-3 0-6-16,1-6 1 0,-6 6 0 0,-1-6-4 16,0 0-1-16,7-1 0 0,-3-1-2 0,2-4 2 15,2 1-4-15,1 0-12 0,3-2-14 0,1 1-16 16,7-2-10-16,-2 1-24 0,2 1-32 0,-2-3-46 16,8 0-57-16,0 0-172 0,2-7-406 0,4 2 181 15</inkml:trace>
  <inkml:trace contextRef="#ctx0" brushRef="#br0" timeOffset="96050.17">17998 7139 107 0,'5'-2'183'0,"3"-1"-20"0,3 3-20 16,1-2-10-16,-1 2-13 0,3 0-7 0,-1 4-18 16,5-1-12-16,-3 4-1 0,2 2-15 0,-2 1-5 15,-1 2-5-15,0 1-7 0,-4 4-2 0,2 0-1 0,-2 7-10 16,-5-5 9-16,0-1-4 0,-5 0-6 15,0 2-2-15,-4 6 0 0,-2-4-2 0,-2-3-2 16,-2 4 3-16,1-4 0 0,-1-5 2 0,-3 3-1 16,-1-2 5-16,1-3 1 0,-1 0 2 0,5-4 6 0,2 1 4 15,-2-4 6-15,3-1 2 0,0 1 7 0,3-2 16 16,-1 0 14-16,0-2 27 0,4-1 19 0,0 0-5 16,0 0-18-16,0 0-8 0,0-13-13 15,4 6-13-15,6-7-5 0,3-2-10 0,-3 1-8 0,9-5-5 16,4-2-10-16,-2 0-3 0,1-3-3 0,0 0-8 15,-4 4-2-15,1-1 1 0,-2 3-8 16,-4 6-3-16,-4 1-2 0,-2 3 1 0,0 2-2 16,-2-1 4-16,-1 3-7 0,-2 0-4 0,1 3 4 0,-1-1-12 15,1 0-5-15,-3 3-12 0,2-3-4 0,-2 3 4 16,0 0 0-16,-9 17 2 0,4-7 1 0,0 6 1 16,-2 0 3-16,-1 1-3 0,3 0 2 0,2 1 1 15,2-1-4-15,2 0 7 0,2 2-2 0,3-1 0 16,4-2-12-16,3-2-21 0,3-2-32 0,1-1-51 15,10 0-72-15,3-3-85 0,-4-5-259 0,5-1-580 16,-3-5 256-16</inkml:trace>
  <inkml:trace contextRef="#ctx0" brushRef="#br0" timeOffset="98178.15">19120 7013 86 0,'0'0'177'0,"4"-3"-8"0,-2 1-15 0,1-2-8 16,-3 4-13-16,4-2-10 0,-4 2-12 0,0 0-14 0,2-3-18 16,-2 3-2-16,0 0-10 0,0 0-9 0,0 0-1 15,0 10-2-15,-2-3 0 0,-5 4-3 16,-2 4 5-16,-6 8-5 0,-6 1-5 0,-2 2-5 15,-1 0-1-15,1 0-5 0,-5-1-3 0,5 2 3 0,-4-6-8 16,4 1-1-16,3-2-4 0,-1-2 0 0,7-5-2 16,1 2 2-16,2-7-2 0,3 1 0 15,-1-2-3-15,1 1 3 0,4-1-5 0,-3-4-1 16,3-1-4-16,2 3 15 0,-1-4 6 0,2 4-3 0,1-5 1 16,-3 6 0-16,1-5 5 0,2-1 8 0,4 8 1 15,1-4 1-15,4 0-1 0,2 1-5 16,2 1 2-16,2 0-4 0,6 0-4 0,-1 4-1 15,6 0-3-15,0 2-6 0,0-1 2 0,1 0 2 0,1 1-1 16,-4-1-2-16,3-1-4 0,-5-4-1 0,-4 5-1 16,0-4-2-16,-3-2-1 0,2 3 0 0,-8-5-3 15,1-1 2-15,-4 3-4 0,-1-3 2 16,2 0 2-16,-3-1-4 0,-4-1 3 0,6 2-2 0,-6-2 7 16,5 3 1-16,-5-3-2 0,4 1-1 0,-4-1-7 15,0 0-12-15,2 3-14 0,-2-3-15 0,0 0-28 16,0 0-29-16,0 0-30 0,0 0-32 0,0 0-31 15,2-10-56-15,0 6-161 0,-2-1-431 0,3 3 192 16</inkml:trace>
  <inkml:trace contextRef="#ctx0" brushRef="#br0" timeOffset="98611.8">19619 7231 67 0,'-1'-10'290'0,"0"4"-21"16,-2-5-17-16,-1 7-30 0,0-4-17 0,-1 3-18 0,0 0-18 16,-5 0-16-16,1 0-15 0,-1 1-14 0,-3 4-15 15,0 2-7-15,-6 2-13 0,2 4-11 16,1-2-10-16,-4 6-4 0,4-5-9 0,-2 7-5 15,3 1-7-15,0-1-1 0,3-1-1 0,2 1-7 0,2-4-2 16,1 2-7-16,1-4 4 0,3 2-10 0,0-2-3 16,2-1-4-16,1 0 6 0,1-3-5 0,0 2-5 15,3-3 8-15,3 1 2 0,-1-3-1 0,5 2 0 16,1-3 0-16,-2-3 3 0,4 2 3 0,-1-2 4 16,0 1 1-16,2-6 4 0,-1 5 0 15,-5 1 9-15,0-1-14 0,-1 2 3 0,-2-1-7 16,3 1 1-16,-4-2-3 0,2 3-5 0,-1-3-3 15,-6 3-2-15,9 0-3 0,-4 0 5 0,3 3-4 0,-3-3-1 16,2 4 3-16,2-2-9 0,0 3 1 0,-2-2-15 16,2 2-15-16,0 0-19 0,0 0-25 0,-1 0-26 15,1 2-37-15,-1-4-28 0,2-1-34 0,-5 1-58 16,1-3-169-16,1 0-456 0,-7 0 202 0</inkml:trace>
  <inkml:trace contextRef="#ctx0" brushRef="#br0" timeOffset="98847.28">19773 6953 180 0,'1'-3'237'16,"3"-1"-25"-16,-4 4-19 0,2-2-27 0,-2 2-14 16,9 6-9-16,-4 5-10 0,3 3-7 0,2 2-5 15,2 10-10-15,-2 0-5 0,3 8 1 0,1 12 0 16,-3-2-5-16,-2 6-6 0,0-5-4 0,-5 1-5 15,-4 2-8-15,-4-13-6 0,-5 2-7 0,-2-4-7 16,-10 13-2-16,-3-5-2 0,-7-2-6 0,-2-4-3 16,-8-5-22-16,-1-2-28 0,-5-2-43 0,-8-4-29 15,-5-4-45-15,-3-3-48 0,-28 2-258 0,26-12-464 16,-28 1 206-16</inkml:trace>
  <inkml:trace contextRef="#ctx0" brushRef="#br0" timeOffset="99301.04">18154 6828 78 0,'-9'-4'183'0,"3"4"-14"16,6 0-8-16,-15 3-19 0,6 2-9 0,-7 2-13 15,-4 9 3-15,-4 11-8 0,-9 10 3 0,-4 9-4 16,1 2-8-16,-7 27 4 0,2-2-8 0,13-20-8 16,1 3-3-16,4-2-1 0,5 0-4 0,9 1-5 15,5 1 0-15,9-2 2 0,9-5-8 0,8-2-3 16,5-1-3-16,8-7-4 0,7-2-9 0,5-2-3 15,5-2-42-15,3-4-64 0,4-5-88 0,-3-7-291 16,-1-5-467-16,3-5 208 0</inkml:trace>
  <inkml:trace contextRef="#ctx0" brushRef="#br0" timeOffset="102454.18">20925 7040 59 0,'0'0'70'0,"0"0"-9"0,-6 0-7 15,6 0-8-15,0 0-4 0,0 0-3 0,-4 3-2 16,4-3 11-16,0 0-1 0,0 0 4 0,0 0 13 16,-5 2 9-16,5-2 5 0,0 0 12 0,0 0-1 15,0 0 7-15,0 0 3 0,0 0-1 0,0 0-12 16,0 0-2-16,0 0-6 0,0 0-10 0,0 0-4 16,0 0-4-16,0 0-9 0,0 0 0 0,0 0-7 15,0 0 0-15,0 0-5 0,0 0-4 0,0 0-1 16,0 0 0-16,0 0-4 0,0 0-1 0,23-2-3 15,-10 1-1-15,6 1 0 0,1-2-8 0,2 2-5 16,10-2-12-16,-4 1-20 0,4 1-31 0,1-3-16 16,-1 3-28-16,0 0-50 0,-5 0-156 15,-7 3-324-15,0-2 144 0</inkml:trace>
  <inkml:trace contextRef="#ctx0" brushRef="#br0" timeOffset="102640.31">20989 7244 125 0,'-1'2'163'15,"-3"1"-11"-15,4-3-1 0,0 0-5 0,11 4-7 0,1-4-9 16,6-3-16-16,8 3-12 0,7-4-11 0,2-1-7 16,1 3-29-16,0 1-26 0,2-1-51 0,2-5-65 15,-6 6-142-15,0-5-248 0,-1 5 110 16</inkml:trace>
  <inkml:trace contextRef="#ctx0" brushRef="#br0" timeOffset="103111.9">22186 6901 239 0,'0'-4'300'16,"2"-3"-20"-16,-1 4-21 0,0 0-24 0,-1 3-25 16,0-6-28-16,2 2-19 0,-2 4-18 0,2-3-19 15,-2 3-10-15,0 0-9 0,1 11-17 0,1-5-8 16,-1 7-9-16,-1 3-8 0,0 10-6 0,0-2-7 16,0 3-1-16,-1-1-8 0,2 2-3 0,0 1-4 15,-2 0-2-15,0-3-5 0,1 3-2 0,-2-2 1 16,2-4-7-16,0-3 2 0,-2-2-5 0,2-2-1 15,-3-2-1-15,3 1-1 0,-1-6-3 0,1-1 0 16,0-3 1-16,0 0 7 0,-1-1 25 0,1 0 29 16,0-4 23-16,-3 3-9 0,3-3-7 0,-6-9-7 15,3 3-4-15,-3-6-20 0,-2-6-1 0,3-7-4 16,-3-1-8-16,2-7 1 0,1 0-4 0,0-3-10 16,2-12 3-16,3-1-14 0,0 0-3 0,3 14 1 15,1-12 5-15,-2 13 8 0,2 3 5 0,4 2 14 16,-6 3 11-16,2 9-5 0,-1 0-2 0,-1 4-4 0,2 4-15 15,1-3 3-15,1 4 11 0,1 0-31 16,2 1 7-16,5 1-4 0,1 1 1 0,7 3-3 16,7 2 2-16,5 0-19 0,0 5-42 0,-1 1-36 15,-1 3-30-15,0 4-28 0,0-4-33 0,-4 6-38 0,-1 2-25 16,1-2-37-16,-9 3-278 0,-2-7-597 16,-4 1 264-16</inkml:trace>
  <inkml:trace contextRef="#ctx0" brushRef="#br0" timeOffset="103394.54">22199 7039 140 0,'-5'1'180'0,"5"-1"-14"0,0 0-16 15,-2 3-2-15,2-3-10 0,0 0 1 0,0 0-1 16,10 7-8-16,1-7-7 0,2 0-16 0,15 1-8 16,0-1-12-16,4-1-32 0,4-1-47 0,0-1-62 15,3-2-73-15,-3 2-145 0,-3 0-294 0,2-3 131 16</inkml:trace>
  <inkml:trace contextRef="#ctx0" brushRef="#br0" timeOffset="104143.23">23058 7239 101 0,'0'0'214'0,"0"0"-17"0,0 0-17 0,0 0-17 0,0 0-13 15,0 0-11-15,0 0-7 0,0 0-9 0,0 0-10 16,11-11-9-16,-7 5-3 0,1 3-12 0,1-5-1 15,0 1 0-15,0-2 3 0,1-1-2 0,4-4 1 16,-3-2-2-16,2-1-4 0,0-6-6 0,4-1-4 16,-3 1 1-16,1-6-1 0,-3 3-5 0,4-3-6 15,-3-2-1-15,2 0 3 0,-3 4-8 0,0-2 6 16,0 0-14-16,-3 2 0 0,0 1-5 0,2 1-4 16,-4 5 1-16,0 3-2 0,0 1-3 0,-3 3 7 15,0 4 2-15,2-3 12 0,-2 7-20 0,0-1-5 16,1 0-3-16,-2 1-11 0,0 4-24 0,0 1-14 15,0 0 9-15,0 0-5 0,0 0 1 0,-15 18 3 0,8-1-3 16,-5 8 4-16,-2 5 0 0,-2 15 2 16,0-1 2-16,1 1 2 0,0 3-1 0,7 1 3 15,0-4-3-15,3-9 4 0,5-1-2 0,0-1 5 16,0-4 0-16,5 1 3 0,3-5 5 0,-2-6 0 0,3-3 5 16,0-1 1-16,4-3 2 0,0-4 5 0,2 1-5 15,3-3-1-15,0-4 6 0,0-2-2 0,0-2 3 16,-5-2-5-16,0-1 3 0,-1-4-3 15,1 0-2-15,-2-4-2 0,-2 1-7 0,1-5 3 0,-6 0 1 16,0-1-4-16,-4 2 0 0,-2 1-7 0,0 2-4 16,-2 0-1-16,-6-1-2 0,1 1-5 15,2 4-3-15,-5 0-1 0,1 2-5 0,0 2-7 0,-1 0-10 16,0 1-9-16,-1 2-32 0,4 0-19 0,-1 1-36 16,4 1-29-16,-2 3-25 0,6-3-32 0,-1 2-238 15,3-3-497-15,4 7 220 0</inkml:trace>
  <inkml:trace contextRef="#ctx0" brushRef="#br0" timeOffset="104346.55">23620 7034 226 0,'-8'0'295'15,"8"0"-16"-15,0 0-14 0,-2-2-20 0,2 2-23 16,0 0-24-16,0 0-20 0,0 0-33 0,14-8-27 16,0 6-31-16,4 2-48 0,1-2-47 0,4-2-70 15,5-1-68-15,-2 0-199 0,-6 3-372 0,1-2 164 16</inkml:trace>
  <inkml:trace contextRef="#ctx0" brushRef="#br0" timeOffset="105095.98">23952 6636 26 0,'0'0'261'0,"0"0"-26"15,-1-4-25-15,1 4-21 0,0 0-19 16,0 0-14-16,14 4-22 0,-4 1-12 0,3 4-7 16,2 4-5-16,6 6-1 0,3 4-1 0,-1 6-9 15,4 14-1-15,-1 2 2 0,-6 0-13 0,-1 5-3 0,-7-2-7 16,-7 8-4-16,-4-3-7 0,-8 2-11 0,-4-2 0 15,-3-3-3-15,-6-3 0 0,-6-2-5 16,-6-3-9-16,0-5-5 0,-5-4-18 0,-4-4-18 16,7-9-27-16,-12 2-33 0,-3-1-43 0,-4-4-43 0,3-5-83 15,-5-9-168-15,1-2-431 0,-1-6 191 0</inkml:trace>
  <inkml:trace contextRef="#ctx0" brushRef="#br0" timeOffset="105483.84">23039 6568 126 0,'-19'22'179'0,"-2"3"-9"0,-11 10-4 16,4 3-8-16,3 6-5 0,-2 3-5 15,4 3-7-15,7-2-12 0,0 6-10 0,5-3-12 0,9 0-10 16,2-5-6-16,8 0-6 0,-1-10-9 16,14 5-4-16,0-10-6 0,15 6-4 0,5-5-1 15,5-6-5-15,3-2-11 0,4-5-15 0,6-1-42 0,1-5-58 16,7-8-80-16,-5 0-202 0,-2-4-379 0,-3-2 168 16</inkml:trace>
  <inkml:trace contextRef="#ctx0" brushRef="#br0" timeOffset="105878.46">24749 7061 133 0,'0'0'306'0,"-7"0"-19"0,7 0-23 0,0 0-21 16,0 0-25-16,0 0-24 0,0 0-18 0,0 0-21 15,27-5-17-15,-5 3-27 0,11 0-46 0,3 1-42 16,3 0-56-16,14-2-68 0,-2 1-105 0,-14-3-124 16,1 2-356-16,-2-2 159 0</inkml:trace>
  <inkml:trace contextRef="#ctx0" brushRef="#br0" timeOffset="106345.5">25540 6750 278 0,'0'0'292'0,"-2"-5"-28"0,2 5-22 0,0 0-26 15,-2-6-25-15,2 6-23 0,0 0-17 16,0-4-19-16,0 4-15 0,0 0-13 0,0 0-10 16,2 19-6-16,-2-6-5 0,-2 4-9 0,4 7-5 0,-4 4-5 15,0 1-7-15,1 4-5 0,-3 0-4 0,2-2-3 16,-1 2-9-16,1-3-5 0,0 2 2 0,-2-3-2 16,3-2-4-16,1-6-7 0,-2-2 4 0,1-1-2 15,1-5-5-15,0-5 1 0,0 2-1 0,0-2-1 16,-2-3 8-16,2 0 23 0,-2-3 28 0,2 3 39 15,0-5 15-15,0 0-10 0,0 0-17 16,-7-10-13-16,5 0-9 0,0-2-7 0,0-4-9 0,0 0-10 16,-1-3 7-16,0-1-18 0,2-8 2 0,1 1-4 15,0-4-5-15,6-3-6 0,-1 0 4 0,-1-3 1 16,3 3 0-16,3-12 5 0,1 14 9 0,-2 2 7 16,1 1 8-16,-2 4 8 0,-3 1 1 0,3 6-6 15,-3 2-3-15,0 7-2 0,-4 2-7 0,4-2-6 16,-1 4-2-16,0-1-5 0,1-1-5 0,3 2-8 15,-2-2-6-15,3 3-7 0,2 3-25 0,1-2-30 16,6 1-35-16,3 3-37 0,-2 1-31 0,1 2-32 16,-1-1-35-16,3 2-30 0,-4 2-34 0,1-3-38 15,0 2-309-15,-6-2-671 0,0-1 298 0</inkml:trace>
  <inkml:trace contextRef="#ctx0" brushRef="#br0" timeOffset="106567.78">25596 6974 308 0,'-4'3'322'0,"1"-1"-14"0,-1 1-20 15,4-3-30-15,0 0-27 0,0 0-23 0,0 0-20 16,34-5-22-16,-13 2-18 0,10-1-31 0,4-1-40 15,2 2-33-15,16-1-44 0,-14 3-50 0,13-3-68 16,2-1-77-16,-15 3-189 0,-2 0-415 0,-1-2 184 16</inkml:trace>
  <inkml:trace contextRef="#ctx0" brushRef="#br0" timeOffset="107028.96">26623 6843 225 0,'-4'-9'280'0,"4"-1"-19"0,-4 1-30 16,-1 2-21-16,0-1-18 0,-4 3-20 0,0-1-17 15,-2 3-19-15,-1 1-10 0,1 2-14 0,-8 2-13 0,-3 1-12 16,0 4-8-16,-5 4-11 0,-1-1-5 0,0 5-5 16,-1 3-6-16,1 2 0 0,3 0-8 0,2 2-5 15,3 2-3-15,5-4-4 0,4-4 0 16,2 0-2-16,3 0 2 0,5-3-7 0,-2-2 4 0,7 1 1 15,2-1-1-15,6-5 3 0,3 3-1 0,4-3-2 16,3-1-1-16,9 0-5 0,-2-5-5 16,3-1 4-16,-2 1-3 0,-1-3 6 0,-9-1 3 15,2 2 6-15,5 0-2 0,-8 0-4 0,-2 0-3 0,-3 1-1 16,-3 0-5-16,1-2-2 0,-3 1 0 0,-2 0 1 16,1 2-4-16,2 0-2 0,-5-1-15 0,3 1-17 15,-3 1-28-15,4-1-39 0,-3 4-58 0,6-3-70 16,-3 1-285-16,4 0-539 0,-2 0 238 0</inkml:trace>
  <inkml:trace contextRef="#ctx0" brushRef="#br0" timeOffset="107254.24">26931 7004 242 0,'0'0'304'16,"0"0"-24"-16,0 0-22 0,0 0-28 0,-1-4-27 15,1 4-23-15,0 0-19 0,20-1-22 0,-8 1-31 16,3 0-31-16,3 0-35 0,0 0-42 0,2 0-53 16,-1-3-57-16,3 1-73 0,-4 0-130 0,0-2-340 15,-4 2 151-15</inkml:trace>
  <inkml:trace contextRef="#ctx0" brushRef="#br0" timeOffset="107579.43">27346 6767 103 0,'0'-3'288'0,"0"3"-15"15,0-5-17-15,0 5-25 0,0-5-19 0,0 5-25 16,4-2-20-16,-4 2-22 0,0 0-14 0,0 0-17 16,0 0-11-16,9 10-13 0,-5-2-1 0,2 4-14 15,-2 4-5-15,1 1-3 0,2 0-8 0,2 11-4 16,2-3-3-16,-2 2-1 0,1 0-6 0,2-1 0 16,-5 3-7-16,1-6-2 0,2 2 0 0,-5 1-5 15,-1-3-4-15,-2-4 3 0,-1-1-7 16,-4-1-4-16,-1-1 3 0,-3 2-3 0,-5-2-9 0,-7 7 0 15,-5-3-12-15,-3 0-9 0,-16 4-23 0,-5-1-26 16,-4 0-37-16,-2-2-45 0,-1-2-63 0,-4-2-238 16,7-3-481-16,2-5 213 0</inkml:trace>
  <inkml:trace contextRef="#ctx0" brushRef="#br0" timeOffset="108160">26259 6567 14 0,'1'-3'217'0,"-1"3"-18"0,4-3-17 16,-4 3-25-16,0 0-13 0,0 0-20 0,0 0-12 0,-14 13-3 16,1 0-7-16,-5 4-5 0,-1 5 0 0,-6 5-9 15,-9 9 1-15,1 6-8 0,-1 1 0 0,3 7 2 16,0 0-4-16,8 0-9 0,5 1-4 0,2-2-5 16,9-1-3-16,9 1 5 0,9-3-1 0,3-2-3 15,9-2-3-15,10-3-5 0,7-6-25 0,5-2-65 16,7-9-105-16,3-2-264 0,4-7-441 0,-3-7 195 15</inkml:trace>
  <inkml:trace contextRef="#ctx0" brushRef="#br0" timeOffset="114414.45">5104 10118 12 0,'0'-3'96'0,"0"3"-14"0,0 0 3 0,0 0 1 16,0 0-8-16,0-5 4 0,0 5 0 0,0 0-5 16,2-4-10-16,-2 4-9 0,0 0 7 0,0 0 1 15,0 0 2-15,0-5 6 0,0 5-8 0,0 0 3 16,0 0 1-16,-2-5-5 0,2 5-8 0,0 0 2 15,-1-5-3-15,1 5-5 0,0 0-9 0,0 0 3 16,0 0-14-16,0 0 0 0,0 0 1 0,0 0-9 16,0 0-1-16,0 0-6 0,0 0 2 0,0 0-3 15,-1 19-6-15,-2-7 3 0,1 6-1 0,-2 9 3 16,-1 0-2-16,-1 6-1 0,2 1 5 0,-1 2-2 16,-1 10 4-16,4-10-4 0,0 12 0 0,2-13-1 15,-1 1-4-15,0 10 3 0,1-10 1 0,-1 1 1 16,1-6-5-16,0 2-2 0,-2-4 0 0,4-1 3 15,-1-2-2-15,-2-5 2 0,-1-4-3 0,2 0 3 16,0-5-5-16,0-3 1 0,-1 1 4 0,2-2-5 16,-2-3 0-16,1-1 14 0,0 1 13 0,-1 0 11 0,1-5 15 15,1 3 10-15,-1-3-5 0,0 0-9 16,0 0-7-16,0 0-9 0,0 0-12 0,0 0-11 16,-14-12-10-16,12 6-15 0,-4 2-9 0,5-4-18 15,-4-2-4-15,4 1-14 0,-6-5-15 0,5 2-16 16,1-3-22-16,1 1-14 0,0-6-21 0,1 3-29 0,-1-4-121 15,0-3-318-15,6 4 142 0</inkml:trace>
  <inkml:trace contextRef="#ctx0" brushRef="#br0" timeOffset="114759.16">5069 10087 128 0,'-2'-15'187'0,"1"-1"-2"0,0 5-7 0,-1-1-12 0,2 5-1 15,-1 0-9-15,0-1-9 0,1 4-5 0,-1-1-17 16,1 2-10-16,0 3-15 0,0-7-13 0,0 7-9 16,2-3-8-16,-2 3-11 0,8 0-7 0,-8 0-5 15,16 4-4-15,-1 3-4 0,2 2-5 0,7 1-1 16,1 6-2-16,2 4-2 0,1-3-1 0,-2 4-5 16,0 1-1-16,1 2-6 0,-2-2 5 0,-4 3-4 15,-2-1 0-15,-2-1-4 0,-7-5-2 0,-2 1-5 16,-3-1-6-16,-9 0-1 0,-1 0-1 0,-10 3 4 15,-5-1-3-15,-2-3 1 0,-7 1 2 0,-1 0-3 16,-2-3 5-16,0-1 2 0,-3-1-6 0,6-1 4 16,-4-4-1-16,5 2 1 0,2-2-1 0,7-3 0 15,6-1-1-15,0-1-2 0,4 1 0 0,2-2-26 16,-1 1-16-16,3 0-12 0,4-1-13 0,1-2-29 16,0 0-54-16,11 4-211 0,-1-6-391 0,4 0 174 15</inkml:trace>
  <inkml:trace contextRef="#ctx0" brushRef="#br0" timeOffset="117711.36">6582 10237 171 0,'0'-6'195'16,"-2"-1"-7"-16,0 0-8 0,0 1-3 0,0 1-8 16,-2 1-16-16,0-1-13 0,0-2-16 0,2 5-8 15,-5-4-17-15,1 2-7 0,2 4-13 0,-5 0-11 16,-2 0-6-16,-3 3-6 0,-3 2-8 0,-3 3-6 16,-6 5-7-16,2 4-8 0,-3 0-4 0,4 2-4 15,-1 0-1-15,0-1 2 0,2 4-6 0,0-1 1 16,4-1-8-16,5-4 1 0,3 1-7 0,0-2 11 15,2-5-2-15,3 2-3 0,1-2 0 0,2-1 0 16,-2-2 0-16,4-1 2 0,0-1 0 0,1 0 5 16,4-3 6-16,0 0 11 0,3-2 10 0,-8 0 4 15,19-5 0-15,-7-2-1 0,3 0-1 0,3-3-1 16,-1-2-6-16,-2 0-7 0,1-1 3 0,1-1-2 16,-2 3-2-16,-2 0-5 0,3 2-3 0,-5 1-2 15,-2 0-4-15,-1 3-2 0,1 1 1 0,-3 0-6 16,1 1-4-16,0 0 3 0,-2 1-3 0,3 0-1 15,-3 2-4-15,4 2 2 0,-3-2 2 0,2 3-4 16,1 1-4-16,1 1-1 0,6 3-13 0,0 1-20 16,-3 0-34-16,3 2-34 0,1-3-36 0,0 1-55 15,-2-3-204-15,2 1-436 0,-4-3 193 0</inkml:trace>
  <inkml:trace contextRef="#ctx0" brushRef="#br0" timeOffset="118130.78">7315 10040 121 0,'0'-1'235'0,"0"1"-14"0,4-3-16 0,-4 3-16 15,0 0-17-15,5-3-21 0,-5 3-21 0,0 0-14 16,0 0-15-16,0 0-11 0,0 0-14 0,0 0-5 0,-9 11-7 16,0 0-8-16,-4 0-5 0,-1 4-8 0,-5 5-4 15,1-1 0-15,-2 0-12 0,1 1 4 16,6-5-2-16,-5 4-3 0,5-5-5 0,-1 3 0 16,4-2-4-16,1-3-3 0,0 0-2 0,4-2-1 0,-3-1-1 15,4-1 2-15,3-1-6 0,-3 0-1 0,2-2 1 16,2 2 2-16,0-1 1 0,2 0-5 15,2 4 3-15,3-3 1 0,-1 3-2 0,8 1 0 16,-4 0 1-16,7 2-2 0,-3-2 4 0,1 0-2 0,3 2-1 16,-1 0 5-16,5 1-2 0,0 2-1 0,-4-6 0 15,5 5-1-15,-6-3-2 0,2-1 6 0,-1-3-3 16,-3 2-2-16,-2-1-11 0,-2-3-19 0,-1 1-34 16,-4-1-32-16,4-3-42 0,0 4-54 0,-6-2-161 15,-3-3-375-15,-1-2 166 0</inkml:trace>
  <inkml:trace contextRef="#ctx0" brushRef="#br0" timeOffset="118381.87">7122 10623 133 0,'-3'3'233'0,"3"-3"-22"16,0 0-25-16,-6 4-22 0,6-4-14 0,-1 4-17 16,1-4-14-16,0 0-9 0,5 6-9 0,1-1-3 15,6 1-2-15,-2 0-6 0,11 1-8 0,4 3-9 16,2-2-8-16,1 2-6 0,-1-3-6 0,2 2-24 16,-3-3-38-16,1 4-46 0,1-5-45 0,-6-4-57 15,-2 1-154-15,-1 1-337 0,0-5 150 0</inkml:trace>
  <inkml:trace contextRef="#ctx0" brushRef="#br0" timeOffset="118957.46">7780 10189 78 0,'8'-3'173'15,"-2"-1"-11"-15,-2 3-12 0,5 1-15 0,-1-3-15 16,1 3-9-16,0 3-14 0,1 2-8 0,3 2 2 15,-2-2-13-15,2 4-4 0,0 6-2 0,0-1-5 16,-3 1-9-16,1 4 0 0,-3-1-5 0,-1 5-8 16,-3-4 1-16,0 0-4 0,-3 6-3 0,-2-5-3 15,-4 4-8-15,-4 2 1 0,0-3-4 0,1-5 4 16,-1 0-9-16,-1-2 0 0,0-1 1 0,0-1 6 16,-2-2 3-16,5-4 4 0,-1-1 2 0,3-2 7 15,-1 0 4-15,2 0 12 0,1-1 14 0,-2-1 23 16,4 0 34-16,1-3 10 0,0 0-15 0,0 0-16 15,0 0-4-15,4-15-12 0,2 8-12 0,3-9-6 16,4 0-12-16,4-6-4 0,0 1-5 0,2-4-9 16,1-1-3-16,0 3-7 0,-1 1-5 0,-1 4 3 15,-4 1-7-15,-5 5-5 0,-1 3-3 0,-3 1 5 16,1 3-9-16,-2 1 9 0,1-2-17 0,-2 4-6 16,-2 0-10-16,3-1-9 0,-4 3-5 0,0 0 0 15,0 0 2-15,5 10 0 0,-5-3 8 0,0 2-4 16,3 1-3-16,-1 2 3 0,-1 1 3 0,3 3 4 15,3 0-4-15,-1 0 7 0,3 1-11 0,2-4-18 16,4 1-24-16,0 0-42 0,1-5-55 0,6-1-66 16,-3-3-276-16,-1 0-542 0,5-4 241 0</inkml:trace>
  <inkml:trace contextRef="#ctx0" brushRef="#br0" timeOffset="119377.2">8820 10038 50 0,'0'0'186'15,"0"0"-19"-15,0 0-15 0,0 0-9 16,-12 5-14-16,5 1-13 0,-3 2-9 0,-5 4-12 0,0-3-13 15,-6 9-9-15,-1 1 0 0,-2 1-12 0,5 2-3 16,-6-1-6-16,5 0-1 0,-2 2-4 0,3-1-5 16,1 1-6-16,4-3-5 0,-2 0 1 0,5-4-8 15,4-1-1-15,-2 0-1 0,4 1 20 0,1-4-2 16,1 0-6-16,3 2 7 0,0-3-8 0,2 1 2 16,4 4-4-16,4-3 8 0,2 0 0 15,4-1 1-15,5 4-5 0,3-4-4 0,1 2-2 0,1-1 0 16,2-2-6-16,3 1 1 0,-2-2-5 0,-1-2 1 15,-1 4-3-15,-6-7-6 0,-1 3 6 0,-6-3-4 16,0-1 1-16,-5-1-3 0,3-1 1 0,-5 1 5 16,0-2 10-16,-2 0 12 0,-5-1 11 0,8 2 7 15,-8-2 3-15,0 0-7 0,0 0-13 0,6-4-23 16,-6 4-28-16,0 0-31 0,-6-10-47 0,2 7-50 16,0-2-55-16,-4-2-209 0,0 4-436 0,5-4 192 15</inkml:trace>
  <inkml:trace contextRef="#ctx0" brushRef="#br0" timeOffset="119748.25">8446 10754 80 0,'-4'2'167'0,"4"-2"-20"0,0 0-2 0,0 0 1 0,8 8 5 16,-3-4-10-16,1 2-5 0,6 3-11 0,3 1-5 15,4 0-6-15,7 2-10 0,1 2-14 0,-1-1-3 16,5 1-13-16,1-2-23 0,0-1-63 0,0-5-68 16,-5 1-218-16,4-2-322 0,-10-5 142 0</inkml:trace>
  <inkml:trace contextRef="#ctx0" brushRef="#br0" timeOffset="121479.77">9263 10594 158 0,'2'-5'196'0,"2"1"-5"0,2-2-3 0,-2 1-16 15,1-4-4-15,0 1-10 0,4-3-9 0,0 4-6 0,-4-6 3 16,4-2-6-16,-1 1-4 0,2-2-5 0,-3-1-2 16,-1-8-9-16,0 6 2 0,0-7-5 15,0 1-5-15,-4 0-10 0,2-1-3 0,-1 0-6 0,-1-4-6 16,0 4-9-16,-1 0-9 0,-1 0-7 0,0-1-6 15,-1 0-2-15,-1 1-7 0,2 1-7 0,-1 6-6 16,1-1 0-16,0 4-4 0,-1 1-5 16,1 3 1-16,0 2-7 0,-2-1-1 0,2 3 3 0,-1 2-5 15,2 0-11-15,-1 3-8 0,0 0-8 0,0-2-23 16,0 5-25-16,0 0-11 0,0 0 5 0,0 0 8 16,-3 13 6-16,0 1 6 0,-1 6 4 0,-2 6 2 15,0 3 1-15,-1 3 7 0,5 4 1 0,-5-2 6 16,3 2 3-16,-2 10 0 0,2-14 4 0,4 2 1 15,0-5 8-15,4-2-4 0,-1-2 3 0,3-5 1 16,-1-4 6-16,0 0 0 0,-1-4-2 0,2-2 10 16,2-1 9-16,-2-2 13 0,2-1 15 0,1-2 15 15,2-2 5-15,0-2-5 0,0-2-5 0,5 0-2 16,-5-3-4-16,8-2-4 0,-5 0 2 0,3-3-4 16,-3 1 0-16,0 0-7 0,-1-5-5 0,-3 6-8 15,-1-3 3-15,-4 0 0 0,3 3-8 0,-2 0-4 16,-3 0-2-16,0 2-6 0,-1 2-1 0,-4-2-10 15,0 4-9-15,-4-2-3 0,-2 3-1 0,-2-1-1 0,-4 5 5 16,-3-2-4-16,-2 2 1 0,2 2-3 16,2-1-10-16,-1 1-16 0,0 2-16 0,4-2-24 15,0 2-21-15,1-2-20 0,2 3-26 0,1-6-15 0,3 2-26 16,3-1-237-16,2-3-467 0,0 0 207 0</inkml:trace>
  <inkml:trace contextRef="#ctx0" brushRef="#br0" timeOffset="121775.77">9675 9786 11 0,'0'-2'203'0,"0"2"-23"0,0 0-24 0,7-1-14 15,-7 1-9-15,11 12-6 0,1 3-9 0,3 7-4 16,4 5-6-16,7 13-4 0,-3 9 1 0,0 2-2 16,1 6 2-16,3 20-7 0,-13-17-5 0,6 19-6 0,-9-23-6 15,-3 1-9-15,-5 2-3 0,-3-1-6 16,-3-4-4-16,-7 1-8 0,-3-4 0 0,-2-1-3 16,-5-5-2-16,-7-1-4 0,-6-6-2 0,-7 0-3 15,-5-1 0-15,-4-5-7 0,-5-1-41 0,-32 9-62 16,27-15-76-16,-30 0-265 0,24-12-448 0,-29 3 199 0</inkml:trace>
  <inkml:trace contextRef="#ctx0" brushRef="#br0" timeOffset="122624">6334 9878 163 0,'0'-4'149'0,"0"4"-12"16,0 0-11-16,0 0-20 0,0 0-8 0,0 0-13 16,0 0-9-16,-14 8-8 0,5-1-10 0,-8 8 4 15,-5 3-4-15,-1 9-1 0,-9 7-5 0,-1 7-2 16,0 7-6-16,-18 20 1 0,5 3 7 0,1 3 3 0,13-24 1 15,1 4-6-15,5 1-4 0,0-6-2 16,5 3-8-16,4-3-1 0,5 0 0 0,6-3-4 16,6-12-3-16,6-3-3 0,2-1 2 0,4-2 1 15,9 2-6-15,7-5 2 0,16 2 2 0,13-3-7 0,5-4-11 16,31-3-29-16,-4-5-51 0,5-10-45 0,-5-2-196 16,2-6-337-16,-25 3 150 0</inkml:trace>
  <inkml:trace contextRef="#ctx0" brushRef="#br0" timeOffset="123379.4">10591 10256 78 0,'0'0'193'15,"0"0"-9"-15,0 0-6 0,-1-5-6 0,1 5-5 0,0 0-12 16,0 0-13-16,0-3-9 0,0 3-9 0,0 0-15 16,0 0-13-16,0 0-5 0,0 0-10 0,0 0-10 15,-4-3-5-15,4 3-9 0,0 0-3 0,0 0-4 16,0 0-5-16,0 0-5 0,0 0-4 0,0 0-3 16,0 0 1-16,0 0 1 0,0 0-1 0,0 0 3 15,0 0-6-15,0 0 0 0,13-4-2 0,0 4-2 16,5-1-4-16,1 0-3 0,9-1 4 0,1 0-8 15,2-1 0-15,2-1 3 0,3 2-8 0,-1-2 3 16,-2 4-5-16,-1-5-1 0,-3 3 2 0,-7-1-2 16,-2 2-2-16,-6 0 0 0,-2 1 1 0,-1-3-3 15,-3 3-2-15,0 0-3 0,-2 0-18 0,-6 0-15 16,0 0-8-16,0 0-15 0,0 0-18 0,0 0-16 16,0 0-26-16,-26 7-27 0,15-6-40 0,-3 3-158 15,1-1-371-15,-1-1 164 0</inkml:trace>
  <inkml:trace contextRef="#ctx0" brushRef="#br0" timeOffset="123676.05">10673 10472 75 0,'-5'1'226'0,"5"-1"-15"0,-5 1-20 0,5-1-14 0,0 0-9 16,14 4-17-16,-1-4-13 0,10 0-14 0,11 0-13 15,6-2-10-15,1 2-9 0,13-4-9 0,-1 1-9 16,2 5-11-16,0-5-4 0,-4 2-9 0,0-4-2 16,-14 3-5-16,-1-1-7 0,-8 2-1 0,-6 1-6 15,-3-1-4-15,-6 1-15 0,-3 0-16 0,-1 0-17 16,-2 0-23-16,-7 0-12 0,0 0-28 0,0 0-37 15,0 0-207-15,-39 1-357 0,20 2 158 0</inkml:trace>
  <inkml:trace contextRef="#ctx0" brushRef="#br0" timeOffset="153705.96">23733 10334 36 0,'0'0'76'0,"0"0"-12"16,0 0 2-16,0 0-11 0,0 0 7 0,0 0-13 15,0 0-7-15,0 0 1 0,0 0-3 0,0 0-7 16,0 0-7-16,0 0-5 0,0 0 1 0,0 0-5 16,0 0 2-16,0 0-2 0,0-6 1 0,0 6-4 15,0 0-3-15,0 0 3 0,0 0 5 0,0 0-3 0,0 0-1 16,0 0-1-16,0 0-1 0,0 0-2 0,0 0-1 15,0 0-3-15,0 0-3 0,0 0 5 16,0 0-6-16,0 0 4 0,0 0 4 0,0 0-6 16,0 0 4-16,0 0-5 0,0 0-4 0,0 0 4 0,0 0 5 15,0 0-3-15,0 0-4 0,0 0 6 16,0 0-7-16,0 0 2 0,0 0-4 0,0 0 7 0,0 0-6 16,0 0 0-16,12 10 6 0,-12-10-6 15,9 1 6-15,-2 0-1 0,-1-1 2 0,2 0-3 16,3 3-1-16,0-3-5 0,0 0 7 0,3 0-2 0,-4 0-2 15,2 0 2-15,3 1 0 0,-2-2 1 16,0 1 4-16,-2 0-6 0,2 0-4 0,-2 0 14 16,0 0-13-16,1 0 4 0,-3 0-6 0,2 0 4 15,-2 0 0-15,-3 0 2 0,2 0-4 0,-1 0 3 0,2 0-1 16,-2 0-5-16,-1 0 4 0,1 0-2 16,1 0 3-16,0 0 0 0,-3 0-3 0,-5 0-1 0,15-3-3 15,-8 3 1-15,-1 0 7 0,2 0 3 0,2 0-6 16,-1-1 0-16,0 2 1 0,4-1 3 0,-3 0-5 15,0-1 4-15,2 0-3 0,-1-1-3 0,0 1 8 16,2 1-5-16,-1-1 0 0,1 1 4 0,-2 0-5 16,0 0-4-16,1 0 10 0,1-1-3 0,-4 1-1 15,4-2 4-15,-3 2 0 0,3 0-7 0,-2-1 0 16,-3 1 2-16,5-2 6 0,-6 2-9 0,2 0 6 16,-1 0-2-16,1 0 5 0,-1-2-1 0,-1 2-6 15,2 0 4-15,-1 0 2 0,1-2-5 0,1 2 4 16,0 0-4-16,-3 0 7 0,4-1-2 0,1 1-3 15,-1-2 3-15,2 2-6 0,0-2 6 0,-2 1-1 0,3 0 0 16,-1 1-2-16,0 1 2 0,0-2 0 0,-2 2-6 16,8-2 5-16,-2 1 2 0,-4 0-4 0,-2 0 2 15,3 0 1-15,-1 0-5 0,1 0 2 16,-1 1 2-16,2-1-5 0,-5 0 2 0,2 0 0 0,3 1 3 16,-2-1 1-16,-1 0 9 0,-1 0-8 0,2 0-4 15,-2-1 1-15,2 1 1 0,0 1 2 0,0-3-2 16,1 2 4-16,-1 0-6 0,-1-1 9 0,4 1 0 15,1-2-3-15,0-1-7 0,2 2 10 0,-1 1 0 16,0 1-3-16,-2-2 5 0,1 1-5 0,1 0-4 16,-4 0 5-16,5 0-4 0,-3 0-7 0,2-1 7 15,-6 1 0-15,8-2-5 0,-4 2 0 0,5 0-1 16,-10 0 0-16,8 0 1 0,-1 0 1 0,-5 0 4 16,6 0-5-16,-5-1 3 0,3 1 2 0,1 0 1 15,-4-1 3-15,2 1-3 0,-2-1 3 0,-1 1 0 16,4-2 0-16,-2 2 1 0,4 0-1 0,-5 0-1 15,4 0 4-15,1-1-6 0,-2 1-3 0,2 0 4 16,-1 0 1-16,-5 1-1 0,0-2-6 0,4 1 8 16,-1 0-7-16,0 0 0 0,0 0 3 0,2-1-1 15,-4 1 4-15,4-1 3 0,-5 1 0 0,4 0-5 16,-4-2 9-16,2 2-4 0,-2 0-9 0,1 0 4 16,0 0 7-16,0 0-6 0,-1 0 0 0,1-1 3 0,-1 1-7 15,-3 0 4-15,4-2 1 0,-2 2 2 16,-1 0-1-16,3 0 4 0,2 0-7 0,-4 0 0 15,3 0 2-15,2 0-3 0,1 2 2 0,0-1-3 0,1-1-1 16,-2 0 5-16,-3 2-1 0,3-4-4 0,-1 5 1 16,0-3 5-16,-2 0-8 0,-1 0 1 0,2 1 0 15,-2-1-4-15,1 0 5 0,-2 0-1 0,2-1 1 16,-1 1 1-16,0 0 1 0,0-1-3 0,0-1 3 16,-1 2-3-16,1 0 8 0,1-1 0 0,-1 1-1 15,0-2-3-15,-2 2 6 0,2 0-2 0,1-1 2 16,-1 0-6-16,1-1 3 0,-1 1-1 0,-2 1-1 15,2-1 0-15,2 0-1 0,-3-1 3 0,-1 2 1 16,8-3-10-16,-6 2 7 0,1 1-3 0,0-2-1 16,0 2 6-16,4 0-4 0,0-1 6 0,-1 1-5 15,3-1 0-15,-3 1 3 0,-3-2-2 0,4 2-3 16,0 0 5-16,-1 0-10 0,0-2 2 0,2 1-3 16,-2 1 7-16,1-1 2 0,0 0-6 0,-2-1-1 15,2 1 2-15,-1-1-1 0,-3 0 1 0,4 0-3 0,0 1 7 16,-5 2-3-16,4-2-2 0,2 1 3 15,1 0-2-15,-4-2 1 0,4 0-1 0,-1 4 4 16,0-4-2-16,0 2 0 0,3 0 1 0,-3-2 3 0,0 2-5 16,1 0-2-16,2-1 6 0,-1 2-2 0,0-2-1 15,0 1 6-15,-1 0-6 0,1-2 3 16,2 2-2-16,-5 2 5 0,3-4-2 0,-2 5 3 0,-1-3-5 16,4 0 4-16,-3 0-4 0,-1 2-2 0,3-2 2 15,-1 0-2-15,-2 0 2 0,0 0 1 0,1 0 2 16,-1 0 2-16,2 0 1 0,-2 0-7 0,0 0 2 15,0 0-2-15,1 0 4 0,2 0-1 0,-3 0 0 16,1 2-3-16,-2-4 0 0,1 2 3 0,-4 2 1 16,1-2-4-16,-2 0 1 0,4 0-1 0,-3-2-3 15,-1 2 2-15,-3 0-1 0,4 0 1 0,-1-2 2 16,1 2-5-16,-2 0 3 0,2 0 4 0,-2 0-2 16,1 2-4-16,1-2 2 0,3 0 0 0,-3 2-3 15,-1 0 9-15,5-2-7 0,-7 0-1 0,3 1-1 16,0 1 2-16,3 0-2 0,-2 0 1 0,3-2 1 15,-5 0 3-15,1 1-4 0,3-1-2 0,-5 0 4 16,2 0-3-16,-1 2 3 0,0-1-4 0,0 0 3 16,-1-1-3-16,1 1 7 0,1 1-2 0,-1-2-3 0,1 3 4 15,-1-3-4-15,0 1 0 0,1 1 1 16,-3-1 0-16,2-1-1 0,0 0 2 0,-2 1-5 16,2 1 6-16,-1-2-4 0,2 0 1 0,-3 0 3 0,4 2-5 15,-2-1 8-15,0-1-3 0,2 0 4 0,-2 1-4 16,1 0-3-16,0-2 6 0,4 2-5 0,-1-1 7 15,1 2-5-15,-1-1 0 0,-2-1 1 0,2 0 2 16,0 1-10-16,2 1 9 0,-6-2 0 0,2 0 1 16,2 0 0-16,1 0-5 0,-5 1 4 0,1-2 0 15,1 1-5-15,0 1 2 0,2-1 2 0,0 0 0 16,-5 0 0-16,6 2-4 0,-4-1 2 0,0-1 0 16,3 0 1-16,2-1-5 0,-5 2 0 0,0-1 5 15,-1-1 3-15,6 2-4 0,-1-1 4 0,-1 0-2 16,2 0-2-16,-6 1 5 0,2-1-5 0,-2 0 3 15,3 1-3-15,-3-1-7 0,1 2 5 0,2-1 3 16,1-1-8-16,-4 0 10 0,6 1-6 0,-1-2 3 16,-1 0-3-16,-4 2 0 0,1-1 5 0,-1-1-7 15,0 1 3-15,0-2 1 0,0 1-2 0,1 1 3 16,-2-1-1-16,2 0 5 0,-3-1-6 0,0 2 3 16,1 0-4-16,2 0 1 0,0-3 0 0,-1 2 2 0,5 0 2 15,-1-2-2-15,-2 3 4 0,2-1 1 16,0 0-1-16,1-1 1 0,0 2 0 0,1-2-3 15,-2 2 5-15,2 0-4 0,0-1 0 0,-1 1-2 16,1-1 1-16,-2 1 1 0,-2 1 1 0,3 0-6 0,0-2 3 16,-3 2 2-16,-2 1 0 0,0-2 6 0,2 0-7 15,-2 0 1-15,1 0-2 0,0 0 3 16,-1 0 0-16,1 0-2 0,-1 0 0 0,0 0-2 16,0 0-4-16,-1 0 5 0,1 0-2 0,0 2 5 0,0-2-4 15,0 0 3-15,0 0-2 0,0 1 2 16,-1-1-5-16,-1-1 6 0,3 1 2 0,-5 0-1 15,4 0-2-15,-2-2 5 0,-2 2-1 0,3 0 4 16,-1 0 0-16,0 0 1 0,-2-3-2 0,-2 3 2 0,5-1-2 16,-2 1-2-16,1-2-1 0,-3 2-3 0,2-1 2 15,0 1 0-15,0 0-5 0,-3 0 1 0,6 0 3 16,-3-1-2-16,0-1-4 0,3 0 2 16,-4 2-4-16,0 0 5 0,5 0-2 0,-4 2-2 0,3-2 0 15,-3 0-1-15,2-2 2 0,2 2 0 0,-4 0-1 16,2 2 2-16,-2-2-2 0,-2 0 2 0,-1 0-3 15,2 2 3-15,-1-2 0 0,-1-2-4 0,-7 2 4 16,16 0-1-16,-10 0-2 0,1 2 3 0,0-2-5 16,3 0 0-16,-2 0 3 0,-1 0 1 0,0-2-1 15,3 4-1-15,-1-1-2 0,0-1 2 0,4 1 4 16,-3-1-3-16,1 0 2 0,1 0-3 0,-1 0 7 16,-1 0-4-16,1 0-2 0,0 0 1 0,0 0 0 15,-2 0-1-15,-1 0-3 0,-1 0 5 0,5 0-1 16,-5-1-3-16,1 0 1 0,2 1 7 0,-1 0-4 15,2 0-4-15,1 0 3 0,-2 0 1 0,3 0-3 16,-3 1 0-16,1-1 3 0,0 0-5 0,-1 1 0 16,1-1 4-16,-4 0 1 0,2 0 6 0,0 0 1 15,-2 2-1-15,0-4 0 0,-7 2-4 0,16 0 7 16,-10 0-7-16,-1 2 6 0,3-2 1 0,-1-2-8 16,-1 4 4-16,-6-2 0 0,11-2 1 0,-5 4-2 15,-6-2-3-15,11 1 2 0,-5-1 0 0,-1 0-1 16,4 0-4-16,-9 0 4 0,10 0 0 0,-6 0-1 15,4 1 0-15,-2-1 4 0,-6 0-5 0,13 0 0 16,-8 2-2-16,4-2 3 0,-1 0 1 0,2 0-1 16,-4 2-6-16,3-4 5 0,0 4 0 0,-1-2-4 0,-3 0 3 15,3 0 1-15,-1 0 0 0,0 1 0 16,-7-1-6-16,14 0 5 0,-7 0 1 0,0 0 14 16,-1 0-1-16,1 0-4 0,-7 0-1 0,12 0-1 15,-7 0 2-15,-5 0-2 0,13 0-2 0,-9 0-2 16,4-1 3-16,-8 1-1 0,10 1-3 0,-10-1-1 0,6 0 1 15,-6 0-1-15,8 0 1 0,-8 0-1 16,9-1 2-16,-9 1-3 0,6 0-1 0,-6 0 1 16,0 0 2-16,11 0-4 0,-11 0 3 0,0 0-1 15,6 0-1-15,-6 0 1 0,0 0 1 0,8 0-2 0,-8 0 3 16,0 0-4-16,0 0 5 0,0 0 3 16,0 0 4-16,0 0 0 0,5-2 3 0,-5 2-5 15,0 0 2-15,0 0-3 0,0 0-4 0,0 0 1 16,0 0 2-16,0 0-5 0,0 0 2 0,0 0-2 15,0 0-8-15,0 0-6 0,0 0-6 0,0 0-17 0,0 0-15 16,0 0-4-16,4 4-16 0,-4-4-13 0,1 4-23 16,-1-4-50-16,1 4-210 0,-1-4-395 0,0 0 175 15</inkml:trace>
  <inkml:trace contextRef="#ctx0" brushRef="#br1" timeOffset="166643.6">25573 10233 55 0,'0'0'82'0,"1"-4"-8"0,-1 4-15 16,0 0 0-16,0 0-2 0,0 0-13 16,0 0-2-16,0 0-4 0,0 0-5 0,0 0-2 15,0 0-8-15,0 0 7 0,0 0-11 0,0 0 4 16,0 0-7-16,0 0 0 0,0 0-4 0,-11 0-2 0,11 0 1 16,0 0-2-16,0 0-4 0,0 0 7 15,0 0-5-15,-11 4-3 0,7-2-1 0,4-2 4 16,-6 2-1-16,6-2-2 0,-4 4-1 0,2-2 6 0,2-2-1 15,-7 3-1-15,7 2-1 0,-4-3-6 0,4-2 12 16,-2 7-4-16,-1-5 1 0,-2 3-4 0,0-1 5 16,1 2 0-16,4-1-2 0,-4 1-8 15,3 2 9-15,0-4-4 0,-2 1 0 0,3 0-1 0,-4 1-1 16,4-1-3-16,0 0 7 0,2-3 0 0,-2 4 4 16,0-1 5-16,2-1-12 0,-2 0 7 0,2 0 0 15,-1 0 11-15,0-2-16 0,0 3 2 0,3-1 10 16,-4-1-5-16,4 0 2 0,-4-1-7 0,3 2-3 15,-3-4 5-15,7 4 0 0,-2-2-1 0,-1-1-1 16,1 3 0-16,1-3 2 0,1-1 0 0,-2 1 0 16,-1-1-3-16,-4 0 3 0,13 0-8 0,-8 0 1 15,5 0-2-15,-10 0 3 0,14-2 0 0,-6 2 7 16,-3-4 0-16,0 3 6 0,2-1 2 0,-1-1 3 16,-1 1 4-16,1-1 3 0,-2 1-1 0,0-1-2 15,0 0 2-15,0-1-4 0,0-1-1 0,0 3-3 16,-3-2-4-16,2-2 1 0,-1 1 0 0,-2 1-5 15,1-1 2-15,-1 0-3 0,-1 1 0 0,1-2-2 0,0 0-1 16,0 0-3-16,-3 1 4 0,1-1-2 16,1 0 0-16,-2 1-1 0,0 1 0 0,1-2 6 0,-1 2-7 15,-2-2-5-15,1 2 5 0,0-1-2 16,-2 1 0-16,2 0-3 0,-1 2 6 0,-1 0-8 0,-1 0 5 16,1-1-8-16,-2 2 7 0,-1 1 2 0,9 0-4 15,-15 0 2-15,10 1-1 0,-3 0-1 16,-1 3-3-16,-3-1 4 0,5 2-3 0,-2 0-4 0,1 1 7 15,-2 1-1-15,3-1-5 0,1 0 8 0,0 0-9 16,1 3 3-16,1-3 3 0,-2 3-4 0,3-4 4 16,-1 2 2-16,0-2-3 0,3 2 2 0,0-2-3 15,-2 0 4-15,3 0 3 0,0 0-8 0,0-1 4 16,0 0 0-16,0-4-1 0,0 8-3 0,2-5 5 16,0-1 1-16,1 2 1 0,-1-1 2 0,2-2-6 15,0 1 6-15,3-1-1 0,-7-1-2 0,12 4 3 16,-4-4-2-16,0 0 2 0,0 0-3 0,0-4 1 15,1 4 1-15,-2-2 3 0,1 0 5 0,0-1-1 16,1-1 4-16,-4 2 7 0,4-1 2 0,-4-1 5 0,3 0 1 16,-3 0 7-16,-1-1-5 0,1 1 7 15,-1-1-2-15,-2 2-5 0,2-1-1 0,-1-1-4 16,-2 2 4-16,0-1-6 0,1 1-1 0,-2 3-2 16,-2-7-2-16,0 4-6 0,-1-1-2 0,3 4-3 15,-1-6 6-15,-3 2-5 0,4 4-3 0,-9-4-1 16,5 1-4-16,2 2-2 0,-2-1-1 0,-3 0 0 15,7 2-5-15,-11 0-1 0,6-2-3 0,5 2 0 0,-9 2-6 16,9-2 2-16,-8 2-6 0,4 0-4 0,-1 1 2 16,2-1 3-16,1 3-1 0,-2 0 5 0,3 0-5 15,1 0 10-15,-4 2-5 0,4-2 2 0,4 3-1 16,-4-2 6-16,0 1-4 0,1-1 5 0,1 1-4 16,0-2 4-16,2 2 3 0,-3-3-2 0,4 2 0 15,-1-3 2-15,0 2 1 0,1-4 0 0,-1 2 5 16,4-2-3-16,-5 0 11 0,-3-1 12 0,9 0 5 15,-2-2 1-15,-2-1 4 0,0 2 2 0,0-5-5 16,0 1 0-16,-1-2-2 0,3-1-4 0,-5-1 1 16,5-1-2-16,-3 0-2 0,-1 1-5 0,-2 0 8 15,1 1-6-15,-2 0-2 0,0 1-2 0,-2 1 6 16,2 0-9-16,-1 2 4 0,0-2-5 0,-1 2-1 16,-1-2 0-16,-1 4-4 0,0 0 0 0,4 2-2 15,0 0-3-15,-9 0-3 0,9 0-1 0,-9 3-2 0,3-1-1 16,-2 3-4-16,3-1 4 0,-3 3-2 0,2 2 2 15,1 0-3-15,-3 0 4 0,3-1 1 16,1 2-4-16,2 0-1 0,-5-1-6 0,6 1 1 0,1-3 5 16,0 0-1-16,0 0 1 0,1 1-1 0,4-1 4 15,-5-2 1-15,2 0 2 0,0 0 1 0,2-1-1 16,-4-1 5-16,7-2 4 0,-4 0 6 0,-3-1 6 16,13 1 3-16,-8-2 11 0,-5 1-4 0,9-5 0 15,-4 1 0-15,4-2-5 0,-5-1 2 0,0 5-3 16,1-8 0-16,0 3-2 0,-2 0 1 0,1 2 2 15,-3-3 0-15,2 0-7 0,-1 4 1 0,-1-3-5 16,-1 2 0-16,0-1 0 0,-1 1-1 0,1-1-2 16,-4 2-2-16,3 1-3 0,-2 0-1 0,3 3-1 15,-5-4-5-15,1 3-5 0,4 1-7 0,-9 0-3 16,9 0-5-16,-10 4-2 0,6 0-3 0,2 2-1 16,-5-2 4-16,6 1 1 0,-3 4 3 0,0-1-2 15,0 1 4-15,2-2-4 0,1 2 6 0,-2-1-1 16,3 0 2-16,3 4 5 0,-2-8-5 0,1 3 5 15,1 0 2-15,1-3 1 0,-2 3 5 0,2-4-3 16,3 1 4-16,-5-1 4 0,6-2 4 0,-2-1 3 16,-6 0 8-16,13 0 11 0,-6-2-1 0,0-2 4 0,0 1 0 15,0-4 7-15,-3 4-3 0,3-6-3 0,-3 2 0 16,0-2-5-16,1 2-4 0,-2-2-2 16,0 0 0-16,-2 1-1 0,-1 0-3 0,1 2-1 0,-2-1-3 15,0 0-4-15,-1 1 0 0,1 2-1 0,-3-1-5 16,-1 0-3-16,1 1-1 0,-2 1-4 0,1 2 1 15,-3-1-4-15,8 2-3 0,-9 2-5 0,2-1-3 16,0 1-6-16,2 0 2 0,-3 3-2 0,3 0 0 16,-4 2 0-16,7 1 4 0,-2-1-4 0,0 3 1 15,-1-1-1-15,1 0 1 0,1 2 3 0,1-1 0 16,2-1 2-16,2 0-1 0,-2-1 3 0,0-3 3 16,4 2 4-16,-4-2-1 0,0-1 4 0,4 2 2 15,-3-4 2-15,3 0 6 0,-4-2 4 0,8 3 5 16,-8-3 7-16,10-2 4 0,-5-1 9 0,-1-1 3 15,1 0-5-15,-1-3 2 0,1 0-5 0,-1 0-2 16,2-3-3-16,-3 2-1 0,1-1-4 0,-3 0 5 16,-1 1-9-16,3-1 0 0,-2 1-3 0,-2 1 1 15,-2 1 0-15,3-2 0 0,-2 3-5 0,-2 0-2 16,-2 0 1-16,0 1-2 0,1 2-2 0,-1-1-2 0,-1 2-1 16,1 1-3-16,6 0-1 0,-17 3-4 15,11-1 1-15,-3 2 2 0,4 0-4 0,-4 4-4 16,1-2-4-16,-2 1-5 0,4 1 2 0,1-2-3 15,3 2 3-15,-3 0-4 0,3 1 8 0,2-2 0 0,1 3 3 16,3-2 0-16,-2 1 4 0,3-3 0 0,3 2 2 16,-2-2-1-16,3-1 5 0,-1 0 3 0,0-3-2 15,3 2 1-15,1-4-1 0,-1 0 3 0,1 0 0 16,1-4 0-16,-2 1 3 0,-1-1 6 0,-1 0 6 16,1-3-1-16,-2 0 4 0,-2 2 4 0,0-1 8 15,1-3 0-15,-3 4-3 0,0-4-2 0,-3 2-5 16,0 2-3-16,1-3-1 0,-2 2 0 0,-2 0-4 15,0 0-1-15,-2 1-2 0,0 0 2 0,-1 0-2 16,1 3-1-16,-2-1-3 0,1 2-3 0,5 1-3 16,-12-1 1-16,12 1-4 0,-12 3-3 0,5 1 0 15,-2 1 4-15,2-2-4 0,-1 4-3 0,0 1 1 16,-1 1 1-16,3-3-3 0,-2 2 0 0,4 2-7 16,-1-3 0-16,1 2 1 0,0-1 2 0,2-3-2 15,-2 2 5-15,4 0 3 0,-1-5-3 0,-2 4 2 16,3-3 10-16,0-3 0 0,0 6 11 0,4-4 8 15,-4-2 10-15,0 0 10 0,10-2-2 0,-10 2 0 16,9-6 1-16,-2 3 0 0,-5-3-2 0,7-1-6 0,-4 0-2 16,3 2-4-16,-4-5 2 0,0 3-3 0,0 3-3 15,-2-6 3-15,2 3-9 0,-2 0 3 16,1 2-5-16,-3-2-2 0,1 2-3 0,-2 0 2 16,1 0-1-16,-1 1-3 0,-1 0-4 0,2 4-1 0,-7-4-1 15,3 2-4-15,4 2-3 0,-9-1-1 0,9 1 0 16,-13 5-4-16,4-3-2 0,3 2 1 0,-2 1 0 15,0 1-6-15,1 2-7 0,-1-1-8 16,3 2-2-16,-1-1 4 0,-1 0 1 0,6 1 13 0,-1 0-11 16,0-2 5-16,2-2 3 0,0 3 0 0,2-2 3 15,-2 0 4-15,2-2 2 0,3 1 5 0,-4-2-2 16,3 0 7-16,1-2 2 0,1 0 9 0,-6-1 8 16,11-2 1-16,-5-1 1 0,-1 0-1 0,2-3 2 15,-2 1 3-15,0-3-5 0,4 1-3 0,-5-1 2 16,1-3-2-16,-1 3-4 0,-3-2 1 0,-1 1 3 15,3 2-5-15,-2 2-3 0,0-2 0 0,1 1 2 16,-2 2-4-16,0 0 1 0,0 0 0 0,0 4-2 16,0-7-2-16,0 7-7 0,0 0-1 0,0 0-4 15,0 0-2-15,0 0 3 0,0 0-2 0,-13 12-2 16,9-7 3-16,-1 3-5 0,1 0 4 0,-4 0-2 16,6 2-1-16,-1 1-1 0,-1-1 4 0,0 0 0 15,3 0 6-15,1-2-5 0,-1-1 0 0,1-2 2 16,-3 2 5-16,3-3-4 0,0 1-1 0,0-1 7 0,0 0 7 15,0-4 16-15,0 0 6 0,0 3 12 0,0-3 3 16,0 0 3-16,12-7 1 0,-7 2-6 16,-1-1-3-16,1-3-3 0,-1 4-2 0,1-5-4 0,-1 0-5 15,0 2-3-15,-2-3-1 0,3 4 1 0,-2 0-5 16,-2-1-3-16,3 3 3 0,-3 1-4 0,0-1-2 16,2 2-2-16,-2 1-10 0,-1 2-19 0,2-4-14 15,-2 4 3-15,0 0 0 0,0 0 6 0,0 0 1 16,-12 11 3-16,8-4 1 0,-1 2-1 0,3 2 6 15,-5-4-6-15,3 5 3 0,2-2 0 0,-1 0 2 16,-2-1 3-16,4 0 0 0,-2 0-1 16,1-2 1-16,2-2 6 0,0 1 2 0,-3-3-4 0,3 2 9 15,0-5 6-15,0 5 18 0,0-5 8 0,5 2-1 16,-5-2 1-16,0 0-2 0,13-10 3 0,-8 6-3 16,2-3-3-16,-1 0-1 0,-1-3-2 0,4 2-8 15,-4-2 5-15,3 0-6 0,-4 1-2 0,0 1 5 16,0 2-5-16,-1 1-1 0,-2 1-1 0,1-2-3 15,-1 3-1-15,-1-1-4 0,0 4-6 0,0 0 1 0,-4-8-4 16,4 8-3-16,-7 0 2 0,7 0-9 16,-9 5-4-16,5-2 3 0,-1 1 4 0,-1 4 1 15,0-6-4-15,0 3-1 0,2 0-4 0,-1 2-2 16,1-2-3-16,0 4 1 0,0-2 2 0,3-1 1 16,-3-2 0-16,3 1 6 0,-2-2 1 0,2 0 4 0,0 1-3 15,1-4 7-15,1 5 2 0,-1-5 9 16,0 0 2-16,0 0-2 0,0 0 2 0,15-9 7 15,-11 6 5-15,0-4-1 0,-1 2-1 0,-1-1 2 0,3-1-3 16,-2 0-4-16,0 3 0 0,1-2 1 0,-2 1-1 16,0 1-5-16,-3-1-1 0,1 5 2 0,0-7 1 15,-3 5-1-15,3 2-5 0,-4-4 2 0,4 4 0 16,-8 0-2-16,8 0 4 0,-9 4-4 0,2-2 1 16,2 3-2-16,0-4-8 0,1 0-1 0,2 3-7 15,-1-1-3-15,-1 0 5 0,3 1 0 0,-2 1-2 16,3-5 6-16,3 8-2 0,-2-6 3 0,6 0 1 15,-2 1 0-15,1-1 2 0,3-2-1 0,-1 0 4 16,0-4-1-16,2 1 1 0,-4 1 1 0,-1-3-2 16,3 0 4-16,-2-2 2 0,-2 2-2 0,-1 0 3 15,-1-1-3-15,-1 2 1 0,1-3 1 0,-2 5 1 16,-2-4-3-16,2 6 3 0,-5-6 2 0,3 6-1 16,2 0-4-16,-9-3-2 0,9 3-15 0,-8 0-24 15,8 0-24-15,-7 5-39 0,5-2-191 0,2-3-324 0,-1 4 144 16</inkml:trace>
  <inkml:trace contextRef="#ctx0" brushRef="#br1" timeOffset="169950.23">30308 10296 22 0,'0'0'119'0,"0"0"-7"16,-1-6-11-16,1 6-5 0,0 0-10 0,0 0-5 15,-4-3-17-15,4 3 0 0,-4-2-5 0,4 2-5 16,0 0-9-16,-3-4 5 0,3 4-7 0,-4-2-7 0,4 2-7 16,-5-6-3-16,5 6-2 0,-6-1 0 15,6 1-2-15,-7-2-8 0,7 2-4 0,-7-2 2 16,7 2 2-16,-5-1-2 0,5 1-5 0,-6 0 3 16,6 0-6-16,-8 1 5 0,8-1-6 0,-6 3 2 15,3-1-2-15,0 3 2 0,-1-4 0 0,1 3 1 16,1 0-3-16,-2 1-1 0,-1-1 2 0,3 0-2 15,1 2 0-15,-3-1-8 0,3 1 13 0,-2 0-7 16,3-1 4-16,-2 2-6 0,1 1 0 0,1-3 1 16,1 2 4-16,-1-1-4 0,1 0 7 0,0 1-2 15,1-3-7-15,0 1 10 0,2 1-5 0,-1-4 8 16,2 2 8-16,0 0 4 0,0-2 6 0,1 0 12 16,0-1 5-16,-6-1 12 0,12 1 0 0,-5-2-4 15,-7 1-1-15,11-4-2 0,-5 2 0 0,0-1 3 0,-1-1-1 16,1 2-5-16,-1-4 2 0,-3 1-4 15,1 1 0-15,2-3-5 0,-3 2 8 0,0 0-1 16,0 0-1-16,-2 0-7 0,2-2-5 0,-4 0-3 16,0 0-6-16,0 2 0 0,0 0-3 0,0 0-5 0,-2 1-2 15,2 1 1-15,-2-2-1 0,1 2-7 16,-1-3-7-16,0 4 0 0,-1-1-8 0,5 3-7 0,-8-2-2 16,2 1-5-16,6 1-2 0,-7 0-3 0,7 0-3 15,-9 0 0-15,2 3 4 0,4 0 1 0,-3-1-1 16,3 4 1-16,-1-2 9 0,0 1-7 0,0 1 2 15,0 0 0-15,0 1 1 0,3-1 2 0,0 2-3 16,0-2 4-16,1 2 2 0,0-3 2 16,1 3 4-16,0-4 7 0,0 1-4 0,1 0-3 0,0-1 3 15,-1 2 7-15,2-4-2 0,0 0-3 0,-3-2 6 16,6 2 5-16,-6-2 1 0,8 0 15 0,-8 0 1 16,10-4 7-16,-5 2 0 0,-1-3 2 0,1-1-4 15,1 0-3-15,-3 0 2 0,1 0-4 0,1-1-2 16,-1-3 0-16,-1 5-3 0,1-2 2 0,-4 0 0 15,2 2-1-15,0 0-4 0,-1 0 0 0,1 2-2 16,0-1-2-16,-2 4-3 0,0-5-4 0,0 2-9 16,0 3-11-16,0 0-3 0,0 0-5 0,0 0 3 15,-7-1-6-15,7 1-1 0,-7 7 0 0,3-2 1 16,0 0-3-16,-3 1 5 0,2 1-8 0,-2 0 5 16,2 1-1-16,-1-1 8 0,0 3-9 0,2-5 4 15,1 2-1-15,-1 0 0 0,3-3 7 0,0 2 0 16,-2 0 3-16,3-2 3 0,-1 1-5 0,0-3 15 15,1-2 7-15,-2 6 16 0,2-6 6 0,0 0 7 16,7 1 3-16,-7-1 5 0,7-7-2 0,-1 2-2 16,0-1-2-16,0-3-8 0,1 2-1 0,0-2-3 15,-1 1-3-15,0-1-4 0,-1 0-1 0,-1 3-1 0,0-1 2 16,-2 2-3-16,-1-2-9 0,1 2 0 16,-2 1-3-16,0-2-2 0,-2 1-2 0,1 3 0 15,-3-2 1-15,4 4-3 0,-7-5 0 0,1 4-4 0,6 1-9 16,-10 1 3-16,3 1-4 0,1 0-1 0,0 1-4 15,-1 3 3-15,1-2-8 0,0 2-5 0,-2 2 2 16,3 1-11-16,-1-1 11 0,1 1 4 16,0 0 1-16,1-1 0 0,1 0 1 0,2 1 8 0,0-2 6 15,1 1-7-15,0-4 4 0,1 1 0 0,0 1 2 16,2-2 4-16,-1-1 1 0,3 0-2 0,-1-2 11 16,1 2 5-16,4-3-2 0,-2 0 9 0,0-4-2 15,2 1 1-15,1-3-4 0,1 0 2 0,-2-2 3 16,1 1-2-16,-2-1 0 0,1-1-3 0,-1 2 1 15,-2-4-5-15,-1 2 0 0,-1-1 9 0,-2 1-2 16,2 2-4-16,-3 0-1 0,-1 0 0 0,0 1-1 16,0 0-2-16,0 0 2 0,-1 1-6 0,-3 0 3 15,2 1 0-15,0-1 1 0,-2 3-1 0,-1 1 0 16,1-1-10-16,4 2 4 0,0 0-4 0,-14 2-1 16,11 1-6-16,-3 2-2 0,1 0 0 0,1 1-5 15,0 0-2-15,-2 5 0 0,2-2 5 0,-1 0-4 16,4 3-2-16,-2-3 4 0,2 0 3 0,0 2-3 15,0-5 3-15,1 2 4 0,-2-3 0 0,5 2 2 16,-2-3 3-16,0 2-1 0,2-2 5 0,0 0 7 16,0-2 6-16,1-2 14 0,-4 0 5 0,12-1-1 15,-7-1 6-15,1-2-2 0,-1 0 2 0,3-3 0 16,0 0-4-16,-2 0-1 0,-1-2-3 0,0-2-4 16,-1 2-2-16,0-1-2 0,1 1-2 0,-4-2-1 15,2 1-6-15,-2 0 1 0,-1 3 2 0,0 3-5 16,0-3 4-16,0 2-4 0,0 0-2 0,0 1-2 15,0 4 1-15,0-7-2 0,0 5-19 0,0 2-7 16,0 0-3-16,0 0 4 0,0 0-1 0,0 0-5 16,0 0 7-16,-14 12 4 0,10-3 4 0,1-2-10 15,-3 1 2-15,3 3 9 0,-3-1-6 0,4 1 3 0,-2 0 3 16,0 1 0-16,4-1 0 0,-4-1 1 16,4-2 6-16,0 1-8 0,0-2 11 0,0-1-1 15,2-1-4-15,-2 0 5 0,0-1 8 0,2-1 18 16,-2-3 12-16,2 3 8 0,-2-3-3 0,0 0 1 0,10-6 0 15,-6 2-4-15,1-2-2 0,-1 1-4 16,-1-4-1-16,3 0-4 0,-3-2-10 0,5 2 8 16,-7-3-6-16,3 2-4 0,-3 1 1 0,2-1-4 15,-2 3-3-15,-1-1 4 0,0 1-2 0,3 3-1 0,-3-2-2 16,0 2 1-16,-3 0-5 0,3 4-1 0,-1-8-9 16,-2 7 3-16,3 1-9 0,0 0 0 15,-9 1-5-15,3 4-13 0,1-2 15 0,-3 3-7 16,4-1 6-16,-1 2-5 0,-4 3-5 0,4 1 6 0,0-2-2 15,-1 3 0-15,2 0 2 0,1 0 0 0,-1-1 2 16,4-1 2-16,-3 3-4 0,6-7 7 0,-3 2 0 16,0-1 9-16,0-3-4 0,2 2 2 15,0-3 14-15,1 2 6 0,1-4 5 0,-4-1 13 0,11-1-3 16,-11 1 14-16,14-6-2 0,-9 2 3 0,3-2-7 16,-1-2-3-16,0-2-6 0,-2 1 0 0,0 0-6 15,2-1 0-15,-5-1-3 0,2 1-2 0,1 0-1 16,-5 1-7-16,0-1 0 0,0 0-3 0,0 3-3 15,-5 1-3-15,5 1-4 0,-4 0-2 0,2 1-4 16,-2 0 2-16,0 1-3 0,-4 1-5 0,8 2-1 16,-10 1-2-16,10-1-6 0,-11 4 1 0,6 0 0 15,-3 2-4-15,0 1 2 0,1 1-6 0,1-1-3 16,3 3 6-16,-1-1 5 0,2 3-1 0,-2-2 3 16,1-1 3-16,3 1 5 0,0-3-7 0,-1 1 8 15,1-1 1-15,0-2 0 0,0-1 15 0,0 1-11 16,0-5 12-16,2 5 6 0,1-3 5 0,-3-2 4 15,0 0 4-15,11-3 0 0,-6-1-1 0,0-1 0 16,-1 0 0-16,4-4 1 0,-4 2-17 0,2-3 15 16,-1 3-5-16,-1-4-1 0,0 1-3 0,-1-1 4 15,0 1-6-15,2 1-4 0,-5 0 4 0,3 2-3 16,-2-1-3-16,-1 2-1 0,0 0-1 0,-1 3-3 16,-2-2 1-16,2 1-2 0,-4 3-1 0,5 1-1 15,-9-2 1-15,9 2-1 0,-8 3-2 0,3 1-4 16,-5 2 4-16,2 2-3 0,-1 0 2 0,2 1-1 15,-1 0 3-15,2 3-2 0,-1-1-4 0,2 1-4 0,0 3 8 16,0-5 1-16,3 1-5 0,-1 2 2 16,2-6 7-16,-2 4-9 0,3-6 3 0,0 1 5 15,-1 1 0-15,1-3 5 0,2 0 8 0,1-2 11 16,-3-2 7-16,9 0 0 0,-9 0 1 0,10-5-1 0,-2-2-2 16,-2 2-4-16,2-3 3 0,-2-3-5 0,1 2-3 15,-2-4-3-15,1 2 5 0,-2 0-1 16,-2 0-2-16,2 1 3 0,-2 0 0 0,0 0-2 15,-4 2-1-15,2 2-6 0,-2 0-1 0,0 1 0 0,-2 3-9 16,-2 0-14-16,6 2-12 0,-18 0-34 0,4 5-44 16,-4-1-246-16,-1 2-380 0,1 0 168 0</inkml:trace>
  <inkml:trace contextRef="#ctx0" brushRef="#br1" timeOffset="172633.44">25561 11607 195 0,'0'-3'191'0,"0"-3"-8"0,2 1-6 15,-2-2-6-15,2 3-16 0,-2-1-8 0,1 0-8 16,-1-2-8-16,3 2-7 0,-3-2-9 0,0 2-9 15,1 0-9-15,-2-2-9 0,-2 4-8 0,2-1-10 16,1-4-5-16,-2 4-15 0,0-4 0 0,-3 3-5 16,1 1-7-16,-1 0-3 0,-2-2-4 0,0 1-6 15,-6 3-3-15,-1-3-3 0,3 2-6 0,-6 1 0 16,0-2-8-16,4 4 8 0,-4 2-8 0,3-1-1 16,0 0-2-16,-3 5-7 0,2 1-2 0,-2 3 2 15,3-2-3-15,-2 2-9 0,5 2 3 0,-1 5-1 16,3-2 3-16,0 0 0 0,1 2 1 0,-1 1 5 15,4 0-3-15,1 0 1 0,3-4 2 0,0 3 0 16,3 0 3-16,1-1-2 0,1-2 3 0,-1-6 1 16,2 2 1-16,0-2-1 0,1 1 3 0,-1-2 8 15,-1-3 1-15,2-1 9 0,4-1 6 0,-3-2 7 16,0 0 8-16,5-4 5 0,-2 0 3 0,0-4-4 16,3-1-2-16,1-2-6 0,0-1-1 0,0-5-4 15,7-1-3-15,-11 3 0 0,4-1 1 0,-3 1 2 16,1-1 6-16,1 1 0 0,-4 0 6 0,0 2 3 0,-4 1 4 15,2 4 3-15,-2-2-5 0,-1 5 0 0,0-2-3 16,-1 0-4-16,-1 5-6 0,2-2-3 0,-4 0-6 16,0 4-5-16,6-4-5 0,-6 4-7 0,0-4-7 15,0 4-19-15,0 0-6 0,0 0 0 0,0 0 2 16,0 0 1-16,5 13 6 0,-2-6-3 0,-3 3 1 16,0 2 2-16,-3 0 2 0,3 2 0 0,-1 5 2 15,1-3 5-15,-4-1-4 0,4 1 0 0,0 0 2 16,-1-3 2-16,1-1-1 0,-5 0 1 0,5 0 0 15,-2-3 0-15,0 1 3 0,0-2-1 0,4-1 1 16,-4-1 1-16,4 0 0 0,-4-4 1 16,2 4-2-16,0-6 1 0,0 5 3 0,0-1 2 0,0-4-2 15,0 5 2-15,0-5 1 0,2 2-3 0,-2-2 5 16,4 2-4-16,2-1 2 0,7-2-2 0,5-1-14 16,13 0-56-16,6-3-96 0,16-7-143 0,10 1-174 15,25-11-520-15,-24 2 231 0</inkml:trace>
  <inkml:trace contextRef="#ctx0" brushRef="#br1" timeOffset="174600.17">30059 11642 48 0,'0'0'225'0,"0"0"-6"0,0 0-16 16,0 0-17-16,-2-3-7 0,2 3-12 0,0 0-9 16,0 0-7-16,0 0-11 0,0 0-9 0,2-6-18 15,-2 6-4-15,4-4-10 0,-1 1-10 0,-3 3-9 0,7-7 2 16,-2 3-1-16,-1-2-4 0,1 2-7 15,0-4-2-15,4-3-4 0,-2 1-5 0,3-3 1 16,1 0-12-16,-2-2-5 0,0 0-3 0,4 0-8 16,-3-1 0-16,3-5-10 0,1 1-1 0,-5 4-1 0,3 1-5 15,0-9-4-15,-4 7-1 0,-1 1 11 0,1 0-12 16,-3-2-1-16,1 2 0 0,-1 0-2 16,-1 1 0-16,0 0-1 0,0-1-1 0,0 3-2 15,-4-3 1-15,3 6 2 0,-2-2-3 0,2 1 2 16,-1 0 1-16,0 0-5 0,0 3-2 0,-1-1 12 0,1 2-9 15,0 1-1-15,-2-1 0 0,2 2 0 16,0 0 1-16,-2-2-2 0,0 4 1 0,0-1 0 16,1 1 0-16,-1 3 7 0,0-7-6 0,0 7 0 15,0-3 0-15,0 3-3 0,3-4-4 0,-3 4-9 16,0 0-5-16,0 0-13 0,0-5-14 0,0 5-9 16,0 0 0-16,0 0 4 0,0 0 6 0,-8 12 2 15,3-5 7-15,-3 7 1 0,3-3 2 0,-5 6 5 16,1-1 4-16,0 4 1 0,-1 2-1 0,2-5 5 0,1 4 0 15,-1 1 6-15,-2 2-1 0,3-5 1 0,1 3 0 16,1-1 5-16,2-3 5 0,-2 1-5 0,4-1 6 16,0 0-3-16,1 2 1 0,0-3 4 15,1 0 2-15,3 0 1 0,-2-2-6 0,2 1 6 0,1-3-4 16,0-1 3-16,1-3 0 0,1 0 1 0,-2-1-1 16,2-1 4-16,0 0-1 0,1-1 7 0,2-1 4 15,-1-1 5-15,3-2 5 0,-1 0 5 0,1-2-2 16,0-2 0-16,1 3-2 0,6-4-1 15,-3-2 4-15,0-2-7 0,1 2-3 0,-2-3-2 0,2 1 3 16,-1-2-3-16,-1-1 1 0,-1-2-2 0,0 3-4 16,-2 1 0-16,-3-4 5 0,0 4 3 0,0-1-5 15,-4 2 4-15,4-3-2 0,-5 3 6 0,1 1-1 16,-1 0 2-16,1 1 0 0,-5 1-1 0,5-1-1 16,-5-1-5-16,3 5 2 0,-3-4-6 0,0 5 2 15,-3-5-6-15,3 5 0 0,0-6 0 0,0 2-1 16,0 4 6-16,-5-3-11 0,5 3 0 0,-2-2-1 15,2 2-10-15,-7-5 2 0,2 5 0 0,5 0-7 16,-9 0 0-16,9 0 3 0,-9-2-4 0,0 2-1 16,4 2 2-16,-2-2 1 0,1 2-1 0,-4-1-1 15,5 1-3-15,-3 0 3 0,2-1-1 0,-1 0 1 16,-1 2 3-16,1-1 2 0,1 1 1 0,-1 0-2 16,0 1 3-16,1-1-4 0,-1 1 3 0,1-1 0 15,-2 2 1-15,3 2 4 0,-3-3-7 0,3 2 6 16,1 1 1-16,-1-2-2 0,0 2-1 0,1-1-2 15,2 5-3-15,-1-3-2 0,2 4 0 0,1-3 1 16,0 0 2-16,1 2 4 0,3 1-2 0,1-1 4 16,5 0 1-16,3 1-2 0,0-1-13 0,2 1-31 15,2-3-57-15,1 0-85 0,0-1-230 0,1-2-456 16,1-2 202-16</inkml:trace>
  <inkml:trace contextRef="#ctx0" brushRef="#br1" timeOffset="181046.06">25504 10055 39 0,'0'0'112'0,"0"0"-4"0,0 0-10 15,0 0-2-15,0 0-10 0,0 0-2 0,0 0-4 16,0 0-1-16,0 0-2 0,0 0-4 0,0 0-9 15,2-5 4-15,-2 5-9 0,0 0 4 0,0 0 1 16,2-5-3-16,-2 5-4 0,0 0 4 0,0 0-2 16,0 0-3-16,0 0-1 0,-2-5-5 0,2 5-4 15,0 0-7-15,0 0 3 0,0 0 3 0,4-2-2 16,-4 2-1-16,0 0-3 0,0-5 8 0,0 5-1 0,0 0 7 16,0-5 2-16,0 5-6 0,0 0-2 0,0-4-8 15,0 4-2-15,2-3-4 0,-2 3-2 16,0 0-3-16,1-4-3 0,-1 4-2 0,0 0-1 0,0 0-2 15,0 0-9-15,0 0 8 0,2-3-8 0,-2 3 1 16,0 0-1-16,0 0-1 0,0 0-2 0,0 0-3 16,0 0 5-16,0 0-9 0,1-4 2 0,-1 4-5 15,0 0-2-15,0 0-11 0,0 0 2 0,0 0 2 16,4 12-3-16,-4-6 4 0,0 6-6 0,0 0 3 16,2 5 1-16,-4 0 4 0,4 3-2 0,-4 0 2 15,2 8 1-15,0-1 1 0,-4 2-3 0,3-2 4 16,-1-1-1-16,-5 0 1 0,1-1-1 0,3-5 1 15,-1-1 1-15,2-3 4 0,-2 4-2 0,0-6 5 16,2-3-4-16,-1 3-2 0,1-5 0 0,0-2 1 16,2 0 2-16,-1 1-3 0,0-3 3 0,2-1 0 15,-2 2-1-15,-2-2 2 0,3-1-1 0,0-3 0 16,0 7 0-16,0-7 0 0,-1 2 1 0,1-2 0 0,0 0-3 16,0 4 5-16,0-4-3 0,0 0 4 15,0 0-2-15,0 6-2 0,0-6 0 0,0 0-1 16,0 0 4-16,0 5-3 0,0-5-1 0,0 0 2 15,0 0-2-15,-3 2 0 0,3-2 0 0,0 0-1 0,0 0 2 16,0 0-3-16,3 5 3 0,-3-5 0 0,0 0 0 16,0 0 0-16,0 0 5 0,0 4-6 0,0-4 6 15,0 0-4-15,0 0 1 0,0 0-1 0,0 0-1 16,0 0 0-16,0 0 1 0,0 0-1 0,0 0 3 16,0 0-2-16,0 0-1 0,0 0-3 0,0 0 4 15,0 0-3-15,0 0 2 0,0 0 0 0,0 0-2 16,0 0 7-16,0 0-5 0,0 0 0 0,0 0 7 15,0 0 5-15,0 0-1 0,0 0 1 0,0 0-3 16,0 0 2-16,0 0-2 0,0 0 1 0,0 0-4 16,0 0-2-16,0 0 2 0,0 0-2 0,0 0-4 15,0 0 0-15,0 0 0 0,0 0-1 0,0 0 1 16,0 0-1-16,1 3 2 0,-1-3 3 0,0 0-7 16,0 0 5-16,0 0-4 0,0 0 2 0,0 0 1 15,0 0 0-15,4 3-1 0,-4-3 0 0,0 0-1 16,0 0 3-16,0 4-4 0,0-4 4 0,0 0-5 15,0 0 3-15,0 5-1 0,0-5 1 0,0 0 4 0,0 3-2 16,0-3-6-16,0 0 8 0,1 6-6 0,-1-6 2 16,2 2-2-16,-2-2 3 0,0 0-3 15,-2 4 4-15,2-4-4 0,0 0 11 0,2 5-12 16,-2-5 4-16,0 6-5 0,0-6 2 0,-2 4 2 0,2-4-1 16,-1 6 1-16,1-6 0 0,-1 5 0 0,0 0-2 15,-1-3 4-15,2-2-3 0,-4 6-1 0,3-2 0 16,0-1 2-16,1-3 0 0,-2 5 2 0,1-2-2 15,1-3 1-15,0 0 1 0,-1 5-2 0,1-5-1 16,0 4-1-16,0-4 5 0,0 0 0 0,0 0-3 16,0 0 2-16,0 5 2 0,0-5-2 0,0 0 2 15,0 0-4-15,0 0 0 0,0 0 0 0,0 0 5 16,0 0-5-16,0 0 2 0,0 0-4 0,0 0 6 16,0 0-5-16,0 0 7 0,0 0-8 0,0 3 2 15,0-3 1-15,0 0-3 0,0 0-1 0,0 0 3 16,0 0 2-16,0 0-4 0,0 0 1 0,0 0 0 15,0 0 3-15,0 0-1 0,0 0-2 0,0 0 3 16,0 0-3-16,0 0 0 0,0 0 5 0,0 0 0 16,0 0 1-16,0 0-4 0,0 0-1 0,0 0 0 0,0 0-2 15,0 0 3-15,0 0-1 0,0 0-1 16,0 0 0-16,0 0 6 0,0 0-3 0,0 0-4 0,0 0 2 16,0 0-2-16,0 0 1 0,0 0-2 0,0 0 2 15,0 0 1-15,0 0 1 0,0 0-1 16,0 0-1-16,0 0 3 0,0 0-5 0,0 0 6 15,0 0 0-15,0 0-2 0,0 0 0 0,0 0 0 0,0 0-1 16,0 0 0-16,0 0 6 0,0 0-4 0,0 0-6 16,0 0 2-16,0 0 5 0,0 0-1 0,0 0-1 15,0 0-1-15,0 0-3 0,0 0-2 0,0 0 3 16,0 0 2-16,0 0-2 0,0 0 0 0,0 0 1 16,0 0-1-16,-1 5 2 0,1-5 1 0,0 0-3 15,0 0 1-15,3 4 3 0,-3-4-1 0,0 0 1 16,3 3-7-16,-3-3 7 0,1 2-2 0,-1-2 0 15,0 0-2-15,3 4 8 0,-3-4-9 0,0 0 1 16,0 0 2-16,3 4 1 0,-3-4-3 0,0 0 2 16,0 0-3-16,0 0 1 0,0 4 2 0,0-4-3 0,0 0 5 15,0 0-3-15,0 0 3 0,0 0-2 0,0 0 0 16,0 0-1-16,-2 4 1 0,2-4 3 16,0 0-1-16,0 0 0 0,0 0 1 0,0 0-2 0,0 0 4 15,0 0-1-15,0 0-2 0,0 0 2 0,0 0 1 16,0 0-6-16,0 0 0 0,0 0 0 0,0 0 3 15,0 0-5-15,0 0 2 0,0 0 1 0,0 0 1 16,3 4-3-16,-3-4 1 0,0 0 3 0,0 0-4 16,0 0 0-16,0 0 0 0,0 0 2 0,0 0 2 15,0 0-4-15,0 0 2 0,0 0-1 0,0 0 2 16,0 0-1-16,0 0-1 0,0 0-2 0,0 0 4 16,0 0-2-16,0 0 5 0,0 0-3 0,0 0 2 15,0 0 10-15,0 0-6 0,0 0 2 0,0 0-2 16,16-6 1-16,-4 5-3 0,1 1 2 0,3-1-1 15,5 1-1-15,-2 0-1 0,0 0 1 0,3-3-1 16,6 2-1-16,-8 1 0 0,-1-1-2 0,1 3 3 16,-8-2-1-16,1-1-3 0,-1 1 3 0,-1-1-4 15,-6 1 4-15,4 0-2 0,-9 0 2 0,10 0-2 0,-6-2 6 16,-4 2 10-16,8 0-6 0,-8 0 2 16,5-1 0-16,-5 1 0 0,0 0-2 0,6-1-1 15,-6 1-1-15,0 0-10 0,0 0-13 0,0 0-13 0,0 0-14 16,0 0-16-16,0 0-18 0,0 0-20 0,0 0-33 15,0 0-52-15,0 0-181 0,0 0-389 16,0 0 173-16</inkml:trace>
  <inkml:trace contextRef="#ctx0" brushRef="#br1" timeOffset="181620.45">25592 10031 26 0,'0'0'167'0,"-4"-5"-7"0,4 5-12 0,0 0-8 0,0 0-12 15,0 0-13-15,0 0-9 0,0 0-7 0,0 0-6 16,0 0-6-16,0 0-9 0,0 0-3 0,0 0-7 15,0 0-1-15,0 0-1 0,0 0-3 16,0 0-8-16,0 0 7 0,0 0-3 0,0 0-2 0,0 0 2 16,0 0-2-16,0 0 1 0,0 0-3 0,0 0-6 15,0 0-5-15,9-4-5 0,0 3-6 0,5-1-4 16,8 1-20-16,6 0-30 0,5-1-43 16,3-2-68-16,-2 3-224 0,2-3-386 0,-4-5 172 0</inkml:trace>
  <inkml:trace contextRef="#ctx0" brushRef="#br1" timeOffset="184680.5">30183 10072 84 0,'0'0'97'0,"0"0"3"0,0 0-3 16,0 0-10-16,0 0-6 0,0 0-9 16,0 0 2-16,0 0-6 0,0 0-9 0,0 0 3 15,0 0-9-15,0 0-7 0,0 0 6 0,0 0-8 16,0 0-2-16,0 0-3 0,0 0-9 0,0 0-2 0,0 0-5 16,0 0 2-16,0 0-3 0,0 0 1 15,0 0-4-15,0 0-4 0,0 0 0 0,0 0 1 16,0 0-4-16,18 4-1 0,-12-3 0 0,1 0-5 0,2 0-1 15,-2 2 4-15,4-1-3 0,0 0-3 0,-2 1 8 16,-1-1-7-16,0-2 2 0,0 2 1 0,3 0-7 16,-4 2 3-16,1-3 2 0,-2 0-13 15,1-1 12-15,-1 3-3 0,-1-3-8 0,-5 0 9 0,10 2 1 16,-10-2 4-16,8 2 1 0,-8-2 5 0,4 2 0 16,-4-2 17-16,4 0-1 0,-4 0 3 0,0 0-4 15,0 0-7-15,0 0 0 0,0 0 5 16,0 0-8-16,0 0-6 0,0 0-3 0,0 0-1 0,6 0 7 15,-6 0-7-15,0 0-3 0,0 0 4 0,0 0-2 16,0 0-1-16,0 0-3 0,0 0-3 0,0 0 7 16,0 0-3-16,0 0-3 0,0 0 2 0,0 0 3 15,0 0-4-15,0 0 2 0,0 0 1 0,0 0-4 16,0 0 3-16,0 0-3 0,0 0 4 0,0 0-6 16,0 0 1-16,0 0-2 0,0 0 2 0,0 0 0 15,0 0-1-15,0 0-3 0,5 2 3 0,-5-2-4 16,0 0 0-16,0 0 2 0,0 0 4 0,0 0-5 15,0 0-1-15,0 0 7 0,0 0-13 0,0 0 12 16,0 0 0-16,0 0-3 0,0 0-1 0,0 0-5 16,0 0 9-16,0 0-7 0,0 0 10 0,0 0-5 15,0 0-3-15,0 0 1 0,0 0 3 0,0 0 1 16,0 0 1-16,0 0 2 0,0 0-16 0,0 0 5 16,0 0-5-16,0 0 0 0,0 0 1 0,0 0 2 15,0 0 2-15,0 0-3 0,0 0 1 0,0 0 1 16,0 0 3-16,0 0-2 0,0 0 2 0,0 0 3 0,0 0-2 15,0 0-3-15,0 0 1 0,0 0 0 16,0 0 4-16,0 0 0 0,0 0-6 0,0 0 8 16,0 0 0-16,0 0 5 0,0 0-12 0,0 0 2 15,0 0-3-15,0 0 10 0,0 0-10 0,0 0 6 0,0 0 2 16,1 5 1-16,-1-5-2 0,0 0-1 16,0 0 2-16,0 0 1 0,0 4-4 0,0-4 6 15,0 0-4-15,3 4 1 0,-3-4-3 0,0 0 2 0,0 0-1 16,-3 5 1-16,3-5-3 0,0 0-2 0,0 5 4 15,0-5 4-15,0 0-4 0,-1 3 5 16,1-3-5-16,0 0 0 0,0 0-1 0,0 0-1 0,1 5 6 16,-1-5-4-16,0 0 9 0,-1 4-5 0,1-4-4 15,0 0 2-15,0 0 1 0,-2 3 0 0,2-3-8 16,0 0 3-16,-3 5-1 0,3-5 2 0,0 0 0 16,0 4 15-16,0-4-13 0,0 0 5 0,-4 2-4 15,4-2 1-15,0 5 0 0,0-5 2 0,-1 3-3 16,1-3-5-16,-1 4 6 0,-2-1 2 0,3-3-5 15,3 5-6-15,-3-5 8 0,0 0 2 0,-3 7 1 16,3-5-5-16,0-2-4 0,0 4 10 0,0-4-8 16,-1 5 0-16,-2-1 3 0,3-4-1 0,3 4 2 15,-3-4 3-15,-3 4-16 0,3-4 11 0,-1 5-1 16,-2-2 6-16,3-3-3 0,-1 5 0 0,1-5 2 16,0 5-3-16,0-1-3 0,0-4 0 0,0 7 5 15,-1-6 1-15,1-1 1 0,-3 5-5 0,3-5-3 16,-1 5 6-16,1 0-1 0,0-5 1 0,0 0 2 15,-4 5 4-15,4-5-3 0,0 0-5 0,-1 4-1 16,1-4 1-16,0 0 2 0,0 0-5 0,-2 3 8 16,2-3-9-16,0 0 2 0,0 0 7 0,0 4-5 15,0-4 0-15,0 0 7 0,0 0-4 0,0 0-6 16,0 0 17-16,-2 5-10 0,2-5-5 0,0 0-3 16,0 0 10-16,0 0-5 0,0 2 2 0,0-2-2 15,0 0 2-15,0 6-3 0,0-6-3 0,0 0 4 16,0 0 0-16,0 0-3 0,0 0 9 0,0 0-17 15,0 0 8-15,0 4 3 0,0-4 3 0,0 0-1 16,0 0 2-16,0 0-5 0,0 0 2 0,0 0-4 16,0 0 2-16,0 0-2 0,0 0 7 0,0 0-7 15,0 0 4-15,0 0-1 0,0 0 2 0,0 4-16 0,0-4 20 16,0 0-4-16,0 0 2 0,0 0-2 16,0 0-8-16,0 4 7 0,0-4 0 0,0 0 3 15,0 4-3-15,0-4-4 0,0 0 2 0,0 0-1 16,2 4 0-16,-2-4-2 0,0 0 7 0,0 0 2 0,0 0-2 15,0 0 6-15,0 0 6 0,2 2 7 0,-2-2 2 16,0 0 5-16,0 0 2 0,0 0 4 0,0 0 1 16,0 0-1-16,0 0 5 0,0 0-10 15,0 0 0-15,0 0-3 0,0 0-4 0,0 0-5 0,0 0 0 16,0 0-1-16,0 0-2 0,0 0-2 0,0 0-3 16,0 0 0-16,0 0-1 0,0 0-1 0,0 0-2 15,0 0 1-15,0 0-1 0,0 0-1 0,0 0 2 16,0 0-2-16,0 0-2 0,0 0 0 0,0 0-3 15,0 0 7-15,0 0-5 0,0 0 2 0,0 0-2 16,0 0-3-16,0 0 0 0,0 0 0 0,0 0-3 16,0 0-12-16,0 0-1 0,0 0-9 0,0 0 3 15,0 0-7-15,0 0-7 0,0 0 4 0,0 0 7 16,0 0 1-16,0 0-2 0,0 0 8 0,0 0 3 16,0 0-1-16,0 0 3 0,0 0-5 0,0 0 6 15,0 0 2-15,0 0 3 0,0 0 4 0,0 0-4 16,0 0 4-16,0 0-5 0,0 0-2 0,0 0-5 15,0 0-15-15,0 0-25 0,0 0-25 0,0 0-23 16,0 0-134-16,0 0-256 0,0 0 114 0</inkml:trace>
  <inkml:trace contextRef="#ctx0" brushRef="#br1" timeOffset="185765.2">30381 10151 81 0,'0'0'95'0,"0"0"0"16,0 0-17-16,0 0 12 0,0 0-3 0,0 0-8 15,0 0-4-15,0 0-6 0,0 0 2 0,0 0-5 0,0 0-4 16,0 0-2-16,0 0-1 0,0 0-6 0,0 0 3 16,0 0-4-16,0 0-7 0,0-4 7 15,0 4-1-15,0 0-8 0,0 0 2 0,0 0-3 16,0 0-2-16,0 0 0 0,0 0-7 0,0 0 1 0,0 0-3 15,0 0-2-15,0 0-4 0,0 0-3 0,0 0 0 16,0 0-4-16,0 0-3 0,0 0-2 16,0 0 0-16,0 0 1 0,0 0-3 0,0 0-8 15,-1 17 6-15,-2-12-3 0,3 4 1 0,-1 3 2 0,-3-2-6 16,2 7 1-16,-2-1-2 0,0 2-2 0,0 1 1 16,3-1 4-16,-3 1 5 0,0 0-8 0,0 7-4 15,-2-9 9-15,2 4-2 0,0-3 0 0,1-1-11 16,1 0 10-16,-2-2-3 0,3-4 2 0,-1-1 0 15,0 2 2-15,2-1-1 0,-2-5-2 0,0 1-4 16,2 1 6-16,-2-3 1 0,2 1-1 0,-3 0 0 16,3-2 0-16,0-1-2 0,0-3 5 15,-1 5-3-15,1-5 4 0,0 7-5 0,0-4 6 0,0-3-1 16,0 0-3-16,0 4 0 0,0-4-3 0,-2 3 1 16,2-3 8-16,-2 4-8 0,2-4 0 0,0 6 2 15,0-6-1-15,0 0-4 0,0 2 4 0,0-2-3 16,-2 7 2-16,2-7-8 0,0 0 8 0,-2 5-1 15,2-5-1-15,0 0 0 0,2 5-1 0,-2-5-2 16,-2 3 4-16,2-3-1 0,2 4 4 0,-2-4-1 16,0 0 0-16,0 0-5 0,2 3-2 0,-2-3 3 15,0 4-3-15,0-4 5 0,0 0-7 0,0 0 9 16,0 0-2-16,0 3 0 0,0-3-3 0,0 0-1 16,0 5 6-16,0-5-6 0,0 4 4 0,0-4-2 15,0 0 2-15,0 0-2 0,-2 5-1 0,2-5 1 16,0 0 2-16,0 0-4 0,0 0 2 0,-2 3-1 15,2-3 7-15,0 0-2 0,0 0-2 0,0 0-1 16,0 0 2-16,0 0 2 0,0 0-3 0,0 0-1 16,0 0-4-16,0 0 8 0,0 0-5 0,-1 4 4 15,1-4 0-15,0 0 0 0,0 0 5 0,0 0 1 0,0 0-8 16,0 0 6-16,0 0 3 0,0 0-4 16,0 0 2-16,0 0-3 0,0 0 0 0,0 0 2 15,0 0-5-15,0 0 2 0,0 0 1 0,0 0 0 16,0 0-3-16,0 0 6 0,0 0 4 0,0 0 8 0,0 0 4 15,0 0-1-15,0 0 10 0,0 0 1 0,0 0 0 16,0 0 1-16,0 0 3 0,0 0 0 16,0 0 0-16,0 0 3 0,0 0-3 0,0 0 6 15,0 0-3-15,0 0 2 0,0 0 3 0,0 0-2 0,0 0-6 16,0 0-2-16,-11-2-6 0,1 0-5 0,-3 1-12 16,-6-1-36-16,-2 0-38 0,-1 0-55 0,1 1-89 15,-9-3-233-15,12 2-472 0,6-4 209 0</inkml:trace>
  <inkml:trace contextRef="#ctx0" brushRef="#br2" timeOffset="199651.43">12471 9917 68 0,'-1'-3'115'0,"1"3"-3"16,-2-4-5-16,2 4-7 0,-1-6-11 0,1 6-2 0,0-6-5 16,0 2 1-16,-1 0-2 0,1 4-2 0,0-5 2 15,0 5-6-15,0-4 3 0,-1-1-3 16,1 5 1-16,1-5 0 0,-1 0 1 0,0 5-3 0,-1-5-6 15,1 5 2-15,0-6-2 0,-2 2-3 0,2 4-3 16,2-4-5-16,-2 4-4 0,1-3-7 0,-1 3-11 16,0 0-20-16,0 0-18 0,0 0-5 0,0 0-1 15,0 0 1-15,-6 17 1 0,3-5 2 0,-2 12-2 16,-1 5 0-16,-1 4 1 0,-3 13-2 16,4 1 7-16,-2 1-1 0,0 2 3 0,3 0-5 0,-5 1 0 15,6-3-2-15,-1-3 3 0,4-11 3 0,-2 2-2 16,2 0 1-16,-2-1 3 0,3-1-1 0,3-2-4 15,-3-1 2-15,0 1 3 0,1-6 0 0,2 2 2 16,-3-10-3-16,1 2 1 0,-1-9-1 0,1 7 1 16,1-2 3-16,-4-5-1 0,2 0-3 0,0-1 2 15,-1-3 0-15,2-1-2 0,-1-1 7 0,0-1-3 16,0-2 2-16,-1 2 9 0,1-4 6 0,0 7 4 16,0-7 0-16,0 0-8 0,0 0-13 0,0 0-23 15,-9-11-23-15,4 5-29 0,4-2-21 0,-2-4-33 16,-1-5-46-16,3 0-116 0,1-1-310 0,-4 0 138 15</inkml:trace>
  <inkml:trace contextRef="#ctx0" brushRef="#br2" timeOffset="200045.91">12359 9825 56 0,'0'0'170'0,"2"-4"-16"0,2 1-14 16,0 3-8-16,-4 0-16 0,15-1-9 0,-3 2-8 16,2 1-12-16,3 3-4 0,4 0-5 0,5 3-8 15,2 3-7-15,5 4-9 0,-4-3-2 0,1 5-3 16,-3 4-6-16,-1 1-3 0,-4 1 0 0,0 3-5 0,-4-1-8 15,-3-3 1-15,-6 2-3 0,-4-6-2 16,-4 3-4-16,-2 4-2 0,-9-1 3 0,-3 0-6 16,-8-3 0-16,-2 0 2 0,-6-4 2 0,1 2-4 15,-1-2-3-15,-2-1 5 0,0-1-3 0,1-2-4 16,2-1 1-16,-2-1-3 0,10-2 2 0,-7-1-2 16,8-2 1-16,1-2 0 0,4 1-2 0,2 0 0 15,2 0 0-15,5-3 1 0,-2 0-3 0,1 0-7 16,3 1-3-16,1 0-2 0,2-3-18 0,5 5-38 15,-5-5-55-15,22-5-182 0,-8 2-326 0,8-4 145 16</inkml:trace>
  <inkml:trace contextRef="#ctx0" brushRef="#br2" timeOffset="201101.06">13599 10050 4 0,'0'0'157'0,"-1"-5"-6"15,1 5-17-15,0 0-10 0,-2-2-15 16,2 2-13-16,0 0-8 0,0 0-8 0,0 0 0 0,-16 13-11 16,11-4-7-16,-6 4-3 0,-1 3-4 0,-4 5-8 15,-5 1 0-15,2 0-9 0,1 0 0 0,-1 4-5 16,2-1-1-16,1 1-5 0,0-1-5 0,1 1 5 15,3-4-6-15,2 2-5 0,0-7-1 0,1 0 5 16,0-2-6-16,0-1 0 0,0 0-6 0,2-2 3 16,0-5-1-16,0 3-4 0,0 0-5 0,1-3-13 15,-2-1-27-15,1-1-27 0,0-1-26 0,1-4-159 16,-1 1-273-16,-3-2 121 0</inkml:trace>
  <inkml:trace contextRef="#ctx0" brushRef="#br2" timeOffset="201328.76">13226 10156 179 0,'0'-7'244'0,"3"1"-12"0,-2 0-15 16,2 1-18-16,-2 2-22 0,-1-1-20 0,4 0-18 16,0 3-11-16,-4 1-13 0,10 3-5 0,-3 1-11 0,4 4-9 15,4 4-4-15,-1 1-6 0,9 5-9 0,-1 3-3 16,0 2-7-16,1 1-2 0,6 1-5 0,-2 0-5 15,-3 0-5-15,3-3-23 0,-5 1-20 16,1 1-18-16,0-3-28 0,-2-2-32 0,-3 0-37 0,-4-6-64 16,-2-1-198-16,-3-5-405 0,1 1 180 0</inkml:trace>
  <inkml:trace contextRef="#ctx0" brushRef="#br2" timeOffset="202247.15">14266 9914 56 0,'3'-4'169'0,"-3"4"-10"16,0 0-18-16,1-3-16 0,-1 3-17 0,0 0-9 16,0 0-8-16,0 0-12 0,-4 12-1 0,-1-5-13 15,0 4-6-15,-7 6-4 0,-3 5-5 0,0 2-8 16,-4 4-2-16,0-1-4 0,-2 4-1 0,1-2-3 16,-2 0-8-16,-6 9 1 0,6-9-1 0,3-1-3 15,1-5 1-15,0 2-4 0,3-3-1 0,3-5-5 0,2-3 3 16,4-5-5-16,-1 2-2 0,2-4 1 0,0 0-3 15,2-2 14-15,0 0 24 0,0 0 12 0,1-3 13 16,-1 2 4-16,3-4-5 0,-2 5 3 0,2-5-5 16,0 4 0-16,0-4-9 0,0 0-5 0,5 3-4 15,-5-3-3-15,9 1-6 0,-2-1-7 0,0 2-3 16,3-2-6-16,1 3-1 0,0 2-3 0,0-2-2 16,7 5-3-16,-2 0-4 0,1-1 0 15,1 3-1-15,7 3 0 0,-6-4-4 0,5 4 2 0,-6-4 0 16,5 5 1-16,-7-4 1 0,-1 1-4 0,0 0-2 15,-5-4 0-15,0 2 2 0,3-2 1 0,-4 1-3 16,0-3-3-16,1 0 3 0,-6-1-5 0,1 1-6 16,-1-2-7-16,0 0-8 0,-3-1-5 0,-1-2-3 15,4 4-11-15,-4-4 0 0,0 0-6 0,1 3-16 16,-1-3-21-16,0 0-30 0,0 0-34 0,0 0-54 16,-14-2-116-16,14 2-343 0,-9-3 152 0</inkml:trace>
  <inkml:trace contextRef="#ctx0" brushRef="#br2" timeOffset="203613.3">13965 10657 108 0,'0'0'185'0,"0"0"-5"15,0 0-5-15,0 0-1 0,0 0-8 0,0-2-12 0,0 2-11 16,0 0-11-16,0 0-15 0,0 0-13 0,0 0-16 15,0 0-7-15,0 0-11 0,0 0-13 16,0 0-5-16,10 6 0 0,-4-2-7 0,1 0-5 16,2 1 0-16,5 3-5 0,3 2-7 0,4-1-1 0,3 5 0 15,1 0-4-15,-1-1-23 0,0 0-32 0,1 0-40 16,-1-1-44-16,-7-3-232 0,-1-4-376 0,0 3 167 16</inkml:trace>
  <inkml:trace contextRef="#ctx0" brushRef="#br2" timeOffset="204578.92">14568 10442 1 0,'0'0'129'16,"0"0"-7"-16,0 0-11 0,0 0-6 0,0 0-6 15,0 0-5-15,0 0-7 0,0 0-5 0,0 0-6 16,9-7 1-16,-4 2-2 0,0 4-9 0,-1-5 5 16,1 1 2-16,2-1-4 0,-1-2-3 0,0 0 0 0,2 1 8 15,0-5-7-15,-2 1 1 0,1-3-5 16,1-3 3-16,0 1 3 0,-2-1-6 0,2-6 2 16,0 4 0-16,-2-6 3 0,-1 0-1 0,0-1-5 0,-1-2 0 15,0 3 1-15,-4-2-5 0,2-1-4 16,-2 4 1-16,0 3-6 0,-2-3-1 0,2 6 2 0,-4 1 1 15,3 1 3-15,1 4-5 0,-4 2-1 0,4-2-4 16,-2 7-5-16,-1-2-5 0,3 3-6 0,-3 0 0 16,3-3-5-16,-1 5-5 0,1 2-17 0,-2-4-11 15,2 4 2-15,0 0-6 0,0 0 2 0,-17 13 1 16,11-4 0-16,-2 8 3 0,-1 6 0 0,0 4 2 16,1 4-2-16,3-1 2 0,0 3 0 0,1 1 3 15,3-3-1-15,2 1 0 0,3-1-9 0,1 0 4 16,3-2 1-16,0-4 2 0,2 1 0 0,1-4 2 15,0-4 2-15,3-4 6 0,-3-1-3 0,3-1 1 16,0-3 8-16,0-3 5 0,-2-1 9 0,-2-4 8 16,5 1 6-16,-3-3 7 0,2-1 7 0,-3-1-2 15,0-3-4-15,0-1-1 0,-2 2-6 0,1-6-6 16,-1 2-1-16,-2-3-1 0,0-2-6 0,-2 4-7 16,-1-2 8-16,-2 0-8 0,1 0-5 0,-3 3-3 15,0 2 0-15,0-1-7 0,-3 2-5 0,-3-1-9 16,1 3-2-16,-2-1-2 0,-1 2-2 0,-3 1 2 15,0 2-12-15,-1 0-14 0,0 3-9 0,0-1-14 16,-2 3-20-16,4-1-20 0,-1 1-29 0,-1 0-20 16,3 2-19-16,4-5-31 0,1 2-210 0,-2 0-446 15,2-3 198-15</inkml:trace>
  <inkml:trace contextRef="#ctx0" brushRef="#br2" timeOffset="204862.6">14954 9811 127 0,'1'-3'222'0,"2"-1"-28"0,-1 1-19 0,2 2-15 0,-4 1-11 16,12 1-11-16,-5 4-11 0,2 0-10 0,4 7-5 15,5 8-9-15,-1 3-1 0,3 5-7 0,-2 5 0 16,4 13-4-16,-1 4-9 0,-3-1-2 0,-4 4-8 15,-1-2-7-15,-8 2-6 0,-5 1-3 0,-5-4-7 16,-5-4-8-16,-7 0 0 0,3-12-4 0,-11 8-1 16,-2-1-4-16,-6-6-7 0,-3-3-4 0,-4-1-11 15,-7 1-16-15,-2-6-27 0,-6-1-27 16,-2-4-23-16,-6-4-52 0,1-5-69 0,-33-1-162 0,31-6-396 16,-29-5 176-16</inkml:trace>
  <inkml:trace contextRef="#ctx0" brushRef="#br2" timeOffset="205312.25">13262 9818 121 0,'0'-3'222'0,"0"3"-28"16,0-6-16-16,0 6-25 0,0 0-16 0,0 0-14 16,0 0-13-16,-9 12-10 0,-1 2-9 0,-3 8-12 15,-1 10-5-15,-4 13-4 0,-1 8-4 0,1 3-9 16,-4 23-4-16,8-25-3 0,4 3-7 0,5-2 0 16,2-3-6-16,7-1-4 0,1-14-1 0,3-4-4 15,7 0-1-15,2 0-3 0,6-2 1 0,14 5 0 16,5-8 1-16,4 0-3 0,13-6 1 0,1-5-2 15,32 1-26-15,-27-13-51 0,39-4-71 0,-11-1-226 0,-2-3-379 16,-26-4 168-16</inkml:trace>
  <inkml:trace contextRef="#ctx0" brushRef="#br2" timeOffset="205929.78">15659 10262 127 0,'0'0'147'0,"-5"1"-10"16,5-1-12-16,0 0-5 0,0 0-11 0,-10 0-7 15,10 0-9-15,0 0-6 0,0 0-2 0,0 0-1 16,0 0 8-16,0 0 2 0,0 0 3 0,0 0-3 15,0 0-5-15,0 0-6 0,0 0-8 0,0 0-5 16,22-3-13-16,-5 3-6 0,3-2-5 0,9 0-4 16,3 2-6-16,0-5-2 0,6 3-6 0,-2-1 9 15,5 1-2-15,-1-1 6 0,0 3-2 0,0-2 0 16,-4-1-2-16,-7 2-6 0,-8-2 5 0,-2 0-7 16,-8 2 3-16,1 0 7 0,-5 0-7 0,1-1-2 15,-3 4-4-15,1-4 0 0,-6 2-5 0,7 0-10 16,-7 0-20-16,0 0-26 0,0 0-26 0,0 0-41 15,0 0-59-15,0 0-236 0,-28 0-428 0,28 0 189 16</inkml:trace>
  <inkml:trace contextRef="#ctx0" brushRef="#br2" timeOffset="206894.12">16831 9776 156 0,'0'-5'183'0,"0"5"-10"0,3-5-13 0,-3 5-10 0,0 0-17 16,-3-5-11-16,3 5-16 0,0 0-8 0,0 0-14 15,0 0-14-15,0 0-5 0,0 0-5 16,6 11-7-16,-4 1-5 0,0 0-6 0,-2 7-5 16,2 5-1-16,0 5-5 0,-2 2-2 0,1 6-1 0,-1-3-2 15,4 13-5-15,-8-2-4 0,3 3 3 0,1-16 0 16,-4-1-6-16,4-1-3 0,0-1 0 0,0 0-4 15,0-5 3-15,0-5-1 0,0 0-1 0,0-3 1 16,2-4-2-16,-2-2 0 0,-2-2-2 0,4 0 5 16,0-2-4-16,-2 0 2 0,0-4 1 0,0 3-1 15,0-5 2-15,0 5-1 0,0-5 9 0,0 6-1 16,0-6-3-16,-2 3 2 0,2-3-3 0,0 0-4 16,-4 2-29-16,4-2-37 0,0 0-32 0,-10-11-54 15,7 5-175-15,-2 0-344 0,1-6 153 0</inkml:trace>
  <inkml:trace contextRef="#ctx0" brushRef="#br2" timeOffset="207299.6">16747 9687 167 0,'-3'-5'179'0,"3"5"-14"0,0 0-15 16,5-5-17-16,-5 5-12 0,7-2-10 0,-1 0-6 15,2 2-9-15,2 0-4 0,0 3-6 0,5-1-6 16,5 3 0-16,0 0-5 0,3 4-3 0,4 1-2 15,-4 1-9-15,3 3-4 0,-2-1-4 0,-1 4-5 16,-3 2-9-16,-1-1-3 0,-6-2-1 0,1 1-4 16,-5-5-6-16,-1 4 2 0,-2-4-3 0,-2 4-3 15,-4-5 0-15,-4 7 3 0,-2-3 0 0,-4-2-2 16,-3 1-1-16,-9 2-3 0,3-4 0 0,-8 2-1 16,1-1 0-16,-3-4-2 0,-3-1-2 0,4 1-2 15,1-2 1-15,-1 1-4 0,8-3 1 0,0-3-1 16,3 5-10-16,5-5-21 0,1-1-37 0,3 1-35 15,3 0-39-15,1-2-83 0,4 0-111 0,0 0-355 16,0 0 157-16</inkml:trace>
  <inkml:trace contextRef="#ctx0" brushRef="#br2" timeOffset="208561.47">17686 9849 149 0,'4'-2'153'0,"0"-2"-12"0,-1 1-12 16,5 1-10-16,2-1-11 0,-1 1-6 0,4 2-12 15,6 0-6-15,-6 0-8 0,0 2-8 0,0 0-5 16,1 3-9-16,-3 0-6 0,7 2 1 0,-4 3-7 16,0-1 0-16,-1 4-6 0,-3 4-7 0,0-1 3 15,-1 2-1-15,-1 7-4 0,2-2-1 0,-7 2-4 0,-3 1 3 16,-3-1-11-16,-2 0-1 0,-4 0-3 0,1-1 1 15,-3 0-2-15,-2-2 1 0,3-8 5 16,-1 3 2-16,-1-2 3 0,-2-1-1 0,8-4 4 16,-3-1 4-16,2-1 2 0,-3-3-1 0,6 1 3 0,-1-3 5 15,1 0 7-15,0 1 21 0,4-4 30 0,-1 4 32 16,1-4 20-16,-4 1-4 0,4-1-16 16,0 0-10-16,4-13-17 0,1 5-5 0,4-3-12 15,1-3-7-15,2-1-10 0,7-6-7 0,-4-1-6 0,6-1-8 16,-3 0-5-16,1-3-6 0,1 2 0 0,-2 1-6 15,1-4-5-15,-2 6-1 0,-4 5-1 0,-3 1-4 16,-1 5 3-16,-3 1-6 0,-2 1 0 0,0 2-4 16,-1 1-2-16,-1 2-17 0,1 0-14 0,-2-1 0 15,-1 4-6-15,0 0 6 0,0 0 1 0,-10 12 3 16,3-1 1-16,-3 4 5 0,1 0 0 0,3 2-3 16,-2 0 5-16,2 1 5 0,-1 4-3 0,6-4 0 15,-2 8-1-15,3-9 5 0,0 2-7 0,4-1-4 16,0-1-8-16,2-1-11 0,2-1-15 0,1-3-24 15,0-2-31-15,4 2-39 0,-3-5-44 0,4-3-91 16,2-3-145-16,1-3-458 0,3 1 203 0</inkml:trace>
  <inkml:trace contextRef="#ctx0" brushRef="#br2" timeOffset="209083.24">18592 9792 59 0,'0'0'190'0,"6"-3"-11"15,-6 3-23-15,4 0-15 0,-4 0-17 0,0 0-8 16,0 0-17-16,0 0-8 0,1 9-2 0,-2-4-7 15,-9 5-9-15,1 3-7 0,-5 1-7 0,-7 7-7 16,-1 1-4-16,-3 5 0 0,-5-3 2 0,-6 10-8 16,0-2-8-16,9-8-3 0,0 1-5 0,4-2-1 15,3-4-1-15,1 1-9 0,5-4 3 0,1-3-4 16,5-2-3-16,-1-3 1 0,4 0 1 0,-1-3 8 16,1-1 12-16,2 1 8 0,-1-2-3 0,2 1 0 15,-1-2 7-15,3-2 7 0,4 5 4 0,1-1 6 16,-1 0-7-16,5 0-2 0,-3-1-5 0,6 2-6 15,-1 2-7-15,1-5-4 0,2 6-5 0,2 1 0 16,1-2-2-16,2 5 1 0,-2-2 7 0,8 5-6 16,-3-1-1-16,-3-3-2 0,-2 1-6 0,1 0 3 15,-3-1-4-15,-1 1 3 0,0 0-5 0,2-3-2 16,-6 2 2-16,0-6-2 0,-2 0-5 0,-3 0 7 16,1 1-5-16,-2-4 0 0,2 0-2 0,-4 2 5 15,0-2 3-15,1 0 11 0,-3-2 19 0,6 3 1 16,-6-3 2-16,3 3-2 0,-3-3-4 0,0 0-2 15,0 0-6-15,7-8-6 0,-7 3-9 0,3 2-15 16,-1-1-12-16,2-1-36 0,-2 0-22 0,0 0-26 16,-1-3-40-16,3 2-31 0,0-1-43 0,1-3-246 15,0 3-488-15,0-1 216 0</inkml:trace>
  <inkml:trace contextRef="#ctx0" brushRef="#br2" timeOffset="209528.61">19085 9936 150 0,'-4'-7'208'0,"-1"5"-20"0,0-1-8 0,0 1-13 0,-7 2-13 15,-1 0-16-15,-3 5-14 0,-6 4-11 0,-2 3-13 16,-3 2-9-16,1 5-9 0,0 0-6 0,-2 4-7 16,1-2-9-16,4 1-4 0,-3 1-5 0,7-2-8 15,1 0-7-15,7-8 3 0,1 2-6 0,3-7-5 16,1 1-2-16,2-4 1 0,0 2 6 0,0-2 3 16,4-3 9-16,0-2 12 0,4 4 5 0,-4-4 0 15,13-1 0-15,-1-2 0 0,5-2-6 0,0-1 0 16,0-2 1-16,0 0-1 0,0 1 0 0,2 0-1 15,-1-3 5-15,1 5-10 0,-7-1-1 0,1 0 1 16,-2 2-7-16,2-1 2 0,-3 4-10 0,-1-4 0 16,0 4 2-16,-3 0-7 0,2 2-2 0,0-1 0 15,2 0-5-15,0 1-2 0,2 4-2 0,-1-1-4 16,1 0 1-16,0 1-9 0,2 0-8 0,-1 2-13 16,1-2-21-16,2 2-21 0,-2-1-15 0,-3-2-23 15,2 1-28-15,-3-1-41 0,-1-1-22 0,0-3-51 16,-4 0-199-16,2 0-471 0,-2-2 208 0</inkml:trace>
  <inkml:trace contextRef="#ctx0" brushRef="#br2" timeOffset="209777.21">19270 9778 191 0,'3'-4'202'0,"-2"2"-15"16,3 1-10-16,-4 1-16 0,14 1-10 15,-9 1-4-15,4 6-11 0,4 1-11 0,0 4 1 0,1 8-6 16,2 4-5-16,-1 3-8 0,-1 5-1 0,1 14-10 16,-5 1-6-16,-4 1-11 0,-3-1-5 0,-6-1-3 15,-3 1-12-15,-8-1-6 0,-5-2-2 16,2-12-4-16,-10 5-3 0,-6-1-5 0,5-12-5 0,-13 6-5 16,-6-5-11-16,-3-1-28 0,-5-6-29 0,0-1-44 15,-6-2-35-15,1-7-63 0,-33-1-220 0,32-5-435 16,-32-6 193-16</inkml:trace>
  <inkml:trace contextRef="#ctx0" brushRef="#br2" timeOffset="210193.59">17774 9559 42 0,'-18'10'165'0,"8"2"0"16,-4 2-5-16,-6 12-13 0,-9 12-7 0,-5 2-13 16,-2 8-1-16,-15 23-10 0,1 1-4 0,6 3-8 15,16-23-12-15,3 3-6 0,2 2 0 0,9-5-1 16,5-1 3-16,9-2-14 0,5-2-5 0,7-13-4 15,4-2-4-15,18 7-9 0,6-5-16 16,9-4-55-16,7-5-80 0,6-8-248 0,27 2-376 0,-30-14 167 16</inkml:trace>
  <inkml:trace contextRef="#ctx0" brushRef="#br3" timeOffset="8626.16">10779 12792 85 0,'0'0'91'16,"0"0"-10"-16,0 0-6 0,-4-3-4 0,4 3-11 15,0 0-13-15,0 0-27 0,-1-2-35 0,1 2-72 16,-5-4-92-16,5 4 41 0</inkml:trace>
  <inkml:trace contextRef="#ctx0" brushRef="#br3" timeOffset="9126.16">10765 12530 69 0,'0'0'153'0,"0"0"7"0,0 0-3 0,0 0-9 0,0 0-8 15,0 0-7-15,0 0-4 0,0 0-18 0,0 0-11 16,0 0-12-16,-10 0-8 0,10 0-8 0,0 0-8 16,0 0-3-16,0 0-8 0,0 0-6 15,0 0-4-15,0 0-6 0,0 0-3 0,23-3-2 0,-9 3-1 16,1-1-6-16,7-3-2 0,6 0-5 0,8 0 7 16,0-4-1-16,2 1 3 0,13 0-3 0,-12 0-4 15,12-3 5-15,-13 3-2 0,-1-1-3 16,-3 3 1-16,1 0-5 0,-4 1 2 0,-5-1-8 0,-6 2 1 15,0-1 1-15,-6 3 1 0,-1-1-5 0,-3 1-12 16,-2 0-15-16,-1 1-17 0,1 0-13 0,-8 0 3 16,4 1-5-16,-4-1-17 0,0 0-6 0,-4 9-23 15,-2-5-25-15,-6 3-48 0,1-2-92 0,2 0-284 16,-3 1 127-16</inkml:trace>
  <inkml:trace contextRef="#ctx0" brushRef="#br3" timeOffset="9506.16">10814 12822 137 0,'0'0'147'0,"-4"3"-14"0,4-3-13 0,0 0 1 15,0 0-6-15,0 0-5 0,33-4-16 0,-1-6-4 16,1 5-8-16,7-4-4 0,15-1-7 0,4-2-4 16,-2 0-6-16,2 2 7 0,-1-2-13 0,-2 3-1 15,-5-1-4-15,-15 3-7 0,-3 1-4 0,0 1-1 16,-5 1-1-16,-9 1-9 0,1-1 0 0,-8 3 0 15,0-2-7-15,-3 0 3 0,-2 2-7 0,0 1 0 16,-2-1-3-16,-5 1-5 0,6-1 8 0,-6 1-8 0,0 0 0 16,0 0-1-16,0 0-6 0,-15 9-11 15,6-6-13-15,0-1-17 0,3 3-21 0,-1-3-24 16,1-1-42-16,1 3-158 0,0-2-307 0,5-2 136 16</inkml:trace>
  <inkml:trace contextRef="#ctx0" brushRef="#br3" timeOffset="10196.16">12425 12025 118 0,'2'-4'180'0,"-2"0"-11"15,0-1-1-15,0 1-20 0,1 1-3 0,-1 3-13 16,0-5-16-16,0 5-12 0,0 0-20 0,0 0-4 16,0 0-11-16,0 0-10 0,-1 15-6 0,-1-3-6 15,1 7-2-15,-4 8-4 0,0 3-5 0,1 4-2 16,0 15 2-16,0 0-6 0,-1-3-7 0,3-1 1 15,-2-7-3-15,4-2 0 0,0-2-6 0,-3 0 0 0,3-3-1 16,0 0 0-16,0-4 0 0,0-8 0 0,3-2 1 16,-3 0-6-16,1-5 1 0,-2 0-2 15,2-3 7-15,-1-1-2 0,0-1 0 0,0-2 0 16,3 0-1-16,-3-1 1 0,0 0 2 0,0 0 6 0,0-4 7 16,0 3 6-16,0-3 5 0,0 0-2 15,0 0-4-15,0 0-31 0,0 0-47 0,0 0-40 16,-3-23-46-16,6 5-59 0,-2-9-135 0,1 0-352 15,2-1 156-15</inkml:trace>
  <inkml:trace contextRef="#ctx0" brushRef="#br3" timeOffset="10516.16">12373 11840 17 0,'-5'-3'174'0,"2"2"-6"0,-1-2 0 0,4 3-17 16,-2-7-10-16,-1 6-6 0,3 1-17 0,0 0-9 15,0-7-11-15,0 7-12 0,5-6-6 0,-1 3-7 16,5 1-16-16,1-3-1 0,1 1-5 0,6-1-3 16,1 1-7-16,3 0-1 0,2-1-4 15,9 0 3-15,1 2 3 0,0-1-2 0,-1-1-3 0,0 0 0 16,-4 2-9-16,-6 2 0 0,-2-2-3 0,2 0 0 15,-7-1-4-15,-2 3-4 0,-2 0 0 0,1-1-1 16,-4 2-5-16,-3-1 4 0,1 1-4 0,-6 0-12 16,9 0-15-16,-9 0 2 0,4 1-4 0,-4-1-18 15,-4 8-6-15,-1-5-15 0,-5 5-32 0,2 1-10 16,-1-2-23-16,0 3-32 0,-1-3-114 0,1 3-291 16,4 0 129-16</inkml:trace>
  <inkml:trace contextRef="#ctx0" brushRef="#br3" timeOffset="10856.16">12433 12301 53 0,'-4'3'204'0,"4"-3"-7"0,-4 1-10 0,4-1-12 16,0 0-9-16,0 0-10 0,0 0-21 0,28-2-1 15,-1-5-13-15,6 0-12 0,3-1-11 0,18-2-9 16,-2 1-2-16,3-2-5 0,2 0 0 0,0 1-7 16,-2 3-3-16,-16 2-10 0,1-2-3 0,-7 4-5 15,-1-1-6-15,-1-2-4 0,-10 6-6 0,-2-2-4 16,-6-2-2-16,-2 4-2 0,-5 0-6 0,2 0-2 15,-3-1-1-15,0-1-5 0,-5 2-6 0,6 0-14 16,-6 0-7-16,0 0-19 0,0 0-28 0,-16 9-39 16,3-4-35-16,1-2-53 0,-1 1-182 0,2 2-397 15,3-1 176-15</inkml:trace>
  <inkml:trace contextRef="#ctx0" brushRef="#br3" timeOffset="14496.15">13699 12360 22 0,'0'0'177'0,"0"0"-13"0,0 0-7 0,0 0-7 16,0 0-11-16,-2-4-8 0,2 4-7 0,0 0-7 16,0 0-7-16,0 0-8 0,0 0-6 0,0 0-9 0,0 0-8 15,1-5-6-15,-1 5-8 0,0 0-9 0,2-4-2 16,-2 4-6-16,3-5-8 0,1 2-2 0,-2 1-6 15,1-3-2-15,1-1-1 0,2 1-3 0,-1-4 0 16,2 1 2-16,1-3-3 0,0 1 0 0,3-7 2 16,0 3-1-16,-1-2-3 0,3-5-3 0,2 0 2 15,-2-2-4-15,2-2-1 0,-2 0-3 0,1 1-2 16,-1-1 5-16,0 0-7 0,-3-1-2 0,-1-2 2 16,5 3-7-16,-6-2 2 0,2 1-1 0,-1 0-1 15,-3 1-3-15,-1 7 1 0,1-3 3 0,-4 4 2 16,1-1 0-16,-1 1 2 0,1 1 0 0,-3 5 1 15,2 0 2-15,-2 1 3 0,0 2 1 0,0 1 1 16,-2 0 1-16,4 2 0 0,-4-1-1 0,2 2-4 16,0 0-6-16,0 4-9 0,-1-5-14 0,1 5 3 15,0 0 0-15,0 0 3 0,-12 17-1 0,5-3 1 16,-4 10 1-16,0 3 3 0,-1 5 0 0,-3 13-3 16,3-11 2-16,7 3 0 0,-5 8 2 0,6-11 0 15,3 0 0-15,-2 2 4 0,6-3-1 0,3-2-1 16,-2 2 1-16,5-3 9 0,1-2 2 0,3-4-1 15,0-2 0-15,-3-5 3 0,4-2 5 0,0-2-2 16,0 0 4-16,0-5 2 0,3-1 3 0,-1-2 12 16,2-5 0-16,0 0 1 0,4-3 5 0,-3-6 0 15,-1 4-2-15,1-5 1 0,-5-4-3 0,8-3-5 16,-8 2 1-16,-4-2-2 0,0 0-3 0,-1 3-3 16,-6-4-3-16,-1 4-1 0,0-2-2 0,-4 3-3 15,-2 1-1-15,-2 1-6 0,-1 0 0 0,-5 2-2 16,-1 1-4-16,-2 1 1 0,-3 1-1 0,0 2-2 15,-1 2-1-15,1 2-8 0,-1 0-2 0,-1 0-11 0,4 3-15 16,-2 0-16-16,-1 3-17 0,6-2-21 16,2 0-19-16,-1 5-19 0,3-3-15 0,3-1-32 15,2-1-212-15,0 1-418 0,3-1 185 0</inkml:trace>
  <inkml:trace contextRef="#ctx0" brushRef="#br3" timeOffset="14796.16">14257 11569 168 0,'3'-4'183'0,"-3"4"-22"15,0-3-22-15,0 3-11 0,0 0-14 0,5 10-9 0,3-1-6 16,2 7-1-16,3 5-3 0,1 4-6 0,4 7 2 15,5 12-4-15,-4 2 0 0,-1 5-3 0,-3 0-14 16,-2 0-2-16,-5-1-2 0,-2 0-7 0,-5 0-9 16,-3-3-3-16,-5 5-5 0,1-6 1 0,-7-1-6 15,3-12 0-15,-12 11-4 0,3-13 1 0,-4 0-6 16,-9 6-4-16,4-11 0 0,1 1-10 0,-11 4-12 16,6-9-25-16,-14 3-23 0,0-2-35 0,-4-6-33 15,0-1-40-15,-1-8-178 0,9-3-358 0,5-5 158 16</inkml:trace>
  <inkml:trace contextRef="#ctx0" brushRef="#br3" timeOffset="15096.15">13653 11598 152 0,'-9'3'143'0,"-1"0"-7"0,2 1-8 15,-6 9-3-15,0 6-14 0,-2 8-10 0,0 6-2 0,-5 15 4 16,2 6-12-16,4 2-2 0,0 1-13 16,4 0-2-16,3 3-7 0,5-2-11 0,3-2 5 15,7-1 10-15,4-4-3 0,2-2-3 0,5-4-2 16,2-14-8-16,7 8 0 0,-1-12-3 0,3 1-8 0,0-7-2 15,16 5-11-15,-10-9-15 0,14-2-31 16,-11-5-40-16,18-6-59 0,-4-3-218 0,-1-5-360 16,-12-3 160-16</inkml:trace>
  <inkml:trace contextRef="#ctx0" brushRef="#br3" timeOffset="15386.15">15111 12090 194 0,'0'0'205'0,"0"0"-22"0,0 0-19 16,0 0-15-16,23-3-15 0,-5 1-13 0,4-1-9 15,10-2-13-15,3 1-10 0,4-1-13 0,13 0-43 0,-1-3-58 16,-1-1-58-16,-15 2-160 0,3-1-261 0,-1-1 116 16</inkml:trace>
  <inkml:trace contextRef="#ctx0" brushRef="#br3" timeOffset="16046.15">16315 11693 130 0,'0'0'273'16,"0"0"-14"-16,0 0-19 0,0 0-24 0,0 0-17 15,0 0-21-15,0 0-19 0,0 0-17 0,0 0-15 16,0 0-18-16,-4 5-10 0,4 2-9 0,1 2-14 16,1 7-10-16,-2 2-7 0,-2 7-2 0,2 2-8 15,0-1-8-15,-1 3-1 0,1-3-4 0,-1 0-5 16,-2 0-2-16,3 0-2 0,2-6-4 0,-4-2-5 15,4 0 2-15,-2-1-5 0,-2-3-1 0,2-2 3 16,0-2-1-16,0-1-5 0,0-1 2 0,-1-2-1 16,2 0 0-16,-2-1 2 0,1 0 20 0,0-2 27 15,0-3 21-15,-1 4 34 0,1-4 27 0,0 0 14 16,0 0-13-16,0 0-14 0,0 0-18 0,-9-17-6 16,6 5-14-16,-1-5-7 0,-2-9-12 0,5-4-8 15,1-3-11-15,0-13-10 0,0-1-8 0,5-3-10 16,0 1-1-16,-1 13-3 0,-2 2-5 0,2 0-8 15,1-2 4-15,-1 7 4 0,2 0 4 0,-2 3-5 0,0 6-1 16,1 6 4-16,-1-3-5 0,1 6-7 0,0 0 7 16,5 0-10-16,3 1-2 0,5-2-9 15,0 3 12-15,8 0-8 0,3 2-8 0,2 1-36 16,-2 3-26-16,-1 2-27 0,-1 1-28 0,-5 1-24 0,0 3-30 16,-1 4-28-16,-3-3-27 0,-4 3-47 0,0 0-261 15,-5 1-588-15,0 1 261 0</inkml:trace>
  <inkml:trace contextRef="#ctx0" brushRef="#br3" timeOffset="16256.15">16399 11841 208 0,'-4'2'258'0,"3"1"-9"15,1-3-11-15,-4 4-10 0,4-4-20 0,0 0-22 16,0 0-19-16,21-4-16 0,-3-1-12 0,11 1-17 16,4-2-18-16,3-2-35 0,2 1-45 0,1-2-54 15,-1-1-58-15,13-2-79 0,-19 1-178 0,6 2-373 16,0-1 165-16</inkml:trace>
  <inkml:trace contextRef="#ctx0" brushRef="#br3" timeOffset="16926.14">17613 11632 8 0,'-1'-11'189'0,"-3"1"-7"15,4 0-7-15,-4-2-2 0,0 3-4 16,-1 1-17-16,0 0-10 0,0 4-15 0,1 2-15 0,-5-1-13 15,0 0-6-15,-1 4-14 0,0 4-8 0,-8 1-4 16,3 3-11-16,-3 4-3 0,2-1-9 0,-4 8-1 16,1 2-5-16,0 2-7 0,-2 0-2 15,1 2 0-15,3 2-8 0,2-1 4 0,-1-2-7 16,6 1 1-16,0 0-7 0,6-9 7 0,-1-1 0 0,5-3-5 16,-3-2-1-16,3 0 4 0,3-2-2 0,-3-2 1 15,5-2 12-15,-1-2 16 0,6-1 1 0,-1-2 5 16,4-4-4-16,2-2-2 0,2-3-4 15,1-1-4-15,3-5 0 0,0-2 1 0,-1-4-6 0,-1 2-2 16,-1 0-4-16,4-3-5 0,-12 7 3 0,7 0-1 16,-7 2 0-16,-1 4 1 0,-1 0-3 0,-2 3 2 15,-2 0-2-15,1 0-1 0,-1 2-6 0,0 1-9 16,0 1-7-16,-4 2-4 0,0 0 3 0,12 4-2 16,-6 1-1-16,-1 3-5 0,0 2-5 0,2 4-17 15,1 3-28-15,-3 0-36 0,2 0-43 0,4 0-70 16,-5-2-200-16,5-1-446 0,1-2 197 0</inkml:trace>
  <inkml:trace contextRef="#ctx0" brushRef="#br3" timeOffset="17376.16">17972 11789 62 0,'0'0'217'0,"-8"-2"-7"0,8 2-6 16,0 0-8-16,0 0-10 0,-11 0-10 0,11 0-15 0,0 0-16 16,0 0-16-16,0 0-5 0,0 0-14 15,0 0-14-15,0 0-9 0,-8 0-11 0,8 0-6 16,0 0-7-16,0 0-6 0,0 0-6 0,0 0-10 15,0 0 0-15,0 0-6 0,0 0 2 0,0 0-7 0,0 0-4 16,0 0-2-16,0 0-2 0,0 0-2 0,0 0 6 16,0 0 5-16,0 0 5 0,0 0 2 0,0 0-1 15,0 0 1-15,0 0-5 0,0 0-2 16,0 0-4-16,0 0-2 0,18-4-5 0,-8 3-3 0,2-1 8 16,3 0-10-16,3-1-2 0,-4 2-2 0,4-1 3 15,0 1 1-15,0-2-7 0,0 0 0 0,0 3 0 16,-1-1-2-16,-4-2 0 0,0 0 0 0,-1 2-6 15,-1 0-9-15,-6 0-3 0,4 0-11 16,-4 0-9-16,-1-1-16 0,-4 2-9 0,8-3-20 0,-8 3-24 16,1-2-24-16,-1 2-22 0,0 0-16 0,0 0-32 15,0 0-173-15,-13-6-396 0,13 6 175 0</inkml:trace>
  <inkml:trace contextRef="#ctx0" brushRef="#br3" timeOffset="17846.16">18454 11403 19 0,'0'0'194'16,"0"0"-20"-16,0 0-20 0,0 0-5 0,17 7-20 15,-10 0-15-15,3 6-3 0,3 3-4 0,5 9-3 16,-3 4-12-16,-2 5 11 0,8 13-8 0,-6 1-9 16,0 2-7-16,-6 2-10 0,-4 3-1 0,-6-3-9 15,-7-1-6-15,-7-3-2 0,-2-1-4 0,-3-6-4 16,2-7-1-16,-9 4-8 0,-5-3 1 0,-6 3-4 15,-3-10-6-15,-5 4-20 0,-1-4-26 0,-7-5-42 16,3-1-46-16,-4-7-238 0,1-1-375 0,0-5 166 16</inkml:trace>
  <inkml:trace contextRef="#ctx0" brushRef="#br3" timeOffset="18256.16">17235 11350 35 0,'-9'-3'202'0,"4"3"-12"0,5 0-15 15,-16 3-20-15,4 2-8 0,-5 7-13 0,-6 2-15 0,-1 10-7 16,-2 1-8-16,-7 14-10 0,1 9 1 0,2 4-4 15,-13 26 1-15,5-3-10 0,20-23-4 0,4 0-1 16,1-1 2-16,8-3 2 0,2 0-2 16,11-13-6-16,1 1-5 0,10 6-1 0,8-3-6 0,8-2-20 15,3-1-39-15,7-7-70 0,7-6-110 0,3-4-204 16,1-7-412-16,-1-10 182 0</inkml:trace>
  <inkml:trace contextRef="#ctx0" brushRef="#br3" timeOffset="22696.15">5834 14098 127 0,'0'-2'183'0,"0"2"-10"0,-1-7-11 0,-3 6-22 15,4 1-13-15,-3-3-22 0,3 3-11 16,0 0-12-16,0 0-11 0,0 13-3 0,-1-1-17 16,0 6 0-16,-3 8-2 0,4 4-4 0,-4 3-5 0,0 1-7 15,4 1-3-15,-2 0-11 0,2 13 8 0,-3 0-2 16,3-1-4-16,3-2 1 0,-3-11-8 15,0 3 3-15,1-3 0 0,4 2-6 0,-1-6 0 16,-4-2 2-16,5 3-3 0,-5-6 1 0,1-6-2 16,2 1 8-16,-2-5 2 0,-1-3-1 0,0-1-2 0,0-2-1 15,0-2-1-15,3-1 0 0,-6 0 0 16,6-2-1-16,-3-2 2 0,0 3 0 0,0-5 1 16,-3 4-2-16,3-4-2 0,0 0-10 0,0 0-16 15,-5-11-5-15,1 8-18 0,3-4-11 0,-3-1-9 0,-2-2-10 16,3-1-21-16,2 1-21 0,-3-2-12 0,4 0-22 15,-1-2-86-15,-3-3-246 0,1 0 109 0</inkml:trace>
  <inkml:trace contextRef="#ctx0" brushRef="#br3" timeOffset="23206.16">5755 14024 123 0,'-4'-3'121'15,"3"-2"3"-15,-2 2 0 0,2-1-3 0,1 4-3 16,-3-3-9-16,3 3-8 0,-2-5-6 0,2 5-14 16,0 0-8-16,0 0-10 0,-3-2-9 15,3 2-4-15,0 0-8 0,0 0-2 0,0 0-7 16,23 7-1-16,-10-4-5 0,1 6 0 0,5-1 0 0,7 5 7 16,1 0-4-16,-1 4-1 0,3 0 1 0,0 2-6 15,0 1-4-15,2 4 4 0,-3-3-3 0,0 1-5 16,-1 2 4-16,-4-2-6 0,-1-2 0 0,-2 1 1 15,-8-4 0-15,-4 0-3 0,-5-1-2 16,0 0-3-16,-8 1 2 0,-6-3-1 0,0 0-3 0,-11 3 4 16,-2-1 6-16,-3 0-2 0,3-3 10 0,-3 1 0 15,-2-2-1-15,2-2 4 0,0-3 7 0,5 0-1 16,2-1 2-16,2 0 1 0,0 1-5 16,0-3-2-16,8-3-4 0,1 2-1 0,4 2-3 0,-2-4-3 15,1 0-4-15,2 1 10 0,0 0-16 0,4-2-1 16,0 0-3-16,0 0-4 0,0 0-26 0,13 6-28 15,-4-4-45-15,4-4-48 0,1 1-197 16,-1-1-374-16,5 2 165 0</inkml:trace>
  <inkml:trace contextRef="#ctx0" brushRef="#br3" timeOffset="24476.16">7219 14050 194 0,'0'0'191'0,"1"-7"-11"0,-1 7-16 0,0 0-19 15,-1-5-13-15,1 5-21 0,0 0-12 0,0 0-9 16,-6 12-10-16,1-3-8 0,0 0-12 0,-3 7-5 16,-1 1-6-16,0 1-1 0,-2 8-6 0,-1-1-3 15,-2 0-3-15,1-1-3 0,3 4 1 0,1-5-10 16,-2-1 1-16,0 2-5 0,5-6 1 0,-2 0 6 15,1 1-5-15,-1-1-5 0,0-2-7 0,2 1-17 16,-1-2-16-16,0-2-19 0,-1-2-21 0,2-2-15 16,-2 1-23-16,3-6-25 0,-3 2-138 0,2-3-285 15,1-1 126-15</inkml:trace>
  <inkml:trace contextRef="#ctx0" brushRef="#br3" timeOffset="24676.16">6919 14192 104 0,'1'-9'202'0,"-1"0"-12"16,0 3-16-16,0 1-25 0,3 1-12 0,-3-1-18 16,1 2-15-16,3 3-9 0,-4 0-12 0,13 5-2 15,-7 0-6-15,3 2-4 0,5 5-5 0,0 1-3 16,8 6-8-16,-2-1-2 0,3 2-2 0,2 0-6 16,-2-3-4-16,-1 4-3 0,3-3-2 0,-2-1-3 15,1-1-29-15,0-1-23 0,-3-1-30 0,-3-4-33 16,1-3-37-16,-2 5-181 0,0-6-325 0,0 1 143 15</inkml:trace>
  <inkml:trace contextRef="#ctx0" brushRef="#br3" timeOffset="25206.16">7862 13935 203 0,'1'-4'202'15,"-1"4"-19"-15,3-4-16 0,-3 4-13 0,2-1-21 16,-2 1-13-16,0 0-21 0,0 0-9 0,0 0-13 15,-2 13-1-15,-3-1-11 0,0 2-5 0,-3 3-10 16,-2 2-4-16,-2 5-3 0,-3 2-5 0,2 3-5 0,-1-4-1 16,0 3-3-16,2-4 2 0,1-1-11 15,-2-1-3-15,3-3-1 0,2-4 1 0,1 1 0 16,0-6-5-16,2 1 2 0,0-2-4 0,1-2-2 16,3-2 3-16,-3 1-1 0,2-2-1 0,0 0-1 15,0 0 3-15,0 0-2 0,2-4-1 0,-2 4-6 0,2-4 13 16,-1 4-5-16,1-4-6 0,0 0 7 15,3 6-5-15,-3-6 0 0,6 3-2 0,0 1 4 16,-1-1-3-16,5 2 2 0,-1 0 1 0,4 3 13 16,1 1 0-16,5-3 5 0,-5 4-2 0,4-3-6 0,0 5 7 15,9-1-4-15,-3-1 3 0,-6 1-7 16,0-3 1-16,1 0-1 0,-2-1-2 0,-1-1 0 0,-3 1-3 16,5-3 2-16,-9 2-5 0,5-3 1 15,-4 1 1-15,2-1-4 0,-7-1-9 0,4 1-11 16,-3-3-10-16,-2 2-6 0,1-2-14 0,-1 3-17 0,-4-3-34 15,0 0-31-15,10-3-29 0,-7 1-179 0,-3 2-361 16,4-5 160-16</inkml:trace>
  <inkml:trace contextRef="#ctx0" brushRef="#br3" timeOffset="25646.16">8551 14084 183 0,'-7'-5'220'0,"2"-1"-15"0,1 2-22 15,-2 1-14-15,1 1-21 0,-3-3-15 0,-2 5-14 16,0 0-10-16,1 5-16 0,-4-2-11 0,0-1-2 15,2 6-11-15,-3 1-10 0,-3 1-5 0,3-1-5 16,1 4-3-16,3-2-5 0,-3 1-3 0,8-2-7 16,-2 0-2-16,0-1-2 0,2 0-4 0,1 0-5 15,2-2-2-15,-2-2 2 0,1 1 1 0,6-3 0 16,-3 5-2-16,1-6-3 0,3 1 8 0,0-1 3 16,2-1 6-16,4-2 4 0,2 1 6 0,-2-2 5 15,0-1 0-15,3 1 3 0,0-1-9 0,1-2 0 16,-1 2-4-16,-2 1-2 0,2-2-5 0,-1 1-1 15,0-1-2-15,0 2-1 0,-3-1-3 0,2 0-3 16,-3 3-4-16,0-1 2 0,-1 0-1 0,0 1-2 16,-1 0-2-16,2 0 2 0,-2 0-11 0,-6 0-11 15,13 2-13-15,-7-2-22 0,1 4-28 0,0-1-31 16,-2 0-27-16,3 2-34 0,-3-5-41 0,0 2-173 16,3 1-406-16,-3 1 180 0</inkml:trace>
  <inkml:trace contextRef="#ctx0" brushRef="#br3" timeOffset="25906.16">8681 13914 25 0,'0'-7'234'0,"3"2"-27"0,-3 3-22 16,0 2-20-16,1-8-19 0,4 6-16 0,-5 2-8 15,0 0-16-15,18 7-5 0,-7-3-4 0,6 7-8 16,-3 0-4-16,7 7-4 0,-1 3 0 0,-1 4-6 15,-1 2-4-15,-4 2-5 0,0 1-1 0,-5 5-16 16,-4 1 3-16,-1-1-4 0,-4 10-4 0,-5-9-3 16,-4-2-2-16,-5 0-5 0,-3-3 1 0,-11 12-8 15,-5-8 4-15,-4-2-2 0,0-1-10 0,-3 1-24 16,1-4-28-16,-6-4-29 0,0-1-33 0,-2-1-48 16,1-2-63-16,-4-6-134 0,-1-1-367 0,1-7 163 15</inkml:trace>
  <inkml:trace contextRef="#ctx0" brushRef="#br3" timeOffset="26446.16">7215 13837 99 0,'-1'-3'146'0,"1"3"-11"16,-1-4-6-16,1 4-5 0,-4-5-7 0,4 5-9 15,-2-4-13-15,2 4-9 0,-4-1-10 0,4 1-9 16,-11-2-6-16,11 2-6 0,-16 7-10 0,2 2-3 15,-4 2-7-15,0 6 3 0,-5 1-10 0,1 7-2 16,-2 4-1-16,-3 9-3 0,-2 4-6 0,2 3-4 16,0 4 1-16,4 0 21 0,-1 3 12 0,3-1-3 15,3 0 1-15,3-4-4 0,5-14-1 0,4 1-5 0,2-1 3 16,0 0 1-16,4-2-1 0,4-1 3 16,3-2-1-16,7-4-2 0,3 0-2 0,7-2 4 15,7-5-2-15,6-2-2 0,14 4 11 0,4-7-10 16,-1 0-44-16,-2-1-55 0,3-7-68 0,-5 4-225 0,1-4-386 15,-10-2 172-15</inkml:trace>
  <inkml:trace contextRef="#ctx0" brushRef="#br3" timeOffset="28406.16">10286 14059 141 0,'0'0'160'0,"0"0"-5"0,0 0-9 0,-8-2-2 16,8 2-4-16,0 0-5 0,0 0-6 0,0 0-10 15,0 0-7-15,0 0-4 0,0 0-12 0,0 0-6 16,0 0-6-16,0 0-9 0,0 0-8 0,12-7-9 16,-4 7-7-16,4-3-3 0,5-2-5 0,3 1-5 15,2 1 1-15,5-2-7 0,5 1-16 0,-4 0-18 16,1 3-26-16,-7-2-32 0,1 1-18 0,5 2-36 16,-1-4-29-16,-12 5-158 0,2-2-324 0,-7 2 143 15</inkml:trace>
  <inkml:trace contextRef="#ctx0" brushRef="#br3" timeOffset="28586.16">10355 14272 100 0,'0'0'152'0,"9"3"0"15,5-3-13-15,9-2-12 0,8-2-12 0,4-2-11 16,4 1-15-16,13-1-36 0,2-5-51 0,-17 6-70 15,0 0-94-15,-4-2-174 0,-1 2 78 0</inkml:trace>
  <inkml:trace contextRef="#ctx0" brushRef="#br3" timeOffset="29976.16">12253 13759 57 0,'0'-9'144'0,"2"-4"-6"0,-1 5 2 16,1-3-11-16,-1 5 0 0,2-1-12 0,-2 3-8 15,0-2-10-15,0 2-18 0,1 2-5 0,-2 2-6 16,2-2-10-16,-2 2-11 0,5 9-6 0,-3-1-1 15,0 9-1-15,3 9-6 0,-5 3-4 0,1 2-2 16,1 4-2-16,-4 12-2 0,2-10-16 0,0 10 13 16,0-2-7-16,0-8-1 0,0-2 2 0,2-2-2 15,-1 0-8-15,0-2 3 0,-1-1 2 0,2-6-5 16,0-3 1-16,-2-4 0 0,0-5 4 0,0-2-4 16,0 0 5-16,-2-3 34 0,2-1 32 0,0-2 61 15,0 1 41-15,-2-3 51 0,2-2 30 0,0 0 13 16,0 0-28-16,0 0-23 0,0 0-30 0,-10-22-19 15,5 4-26-15,1-7-19 0,-1-4-9 0,0 0-13 16,1-5-16-16,0-2-21 0,1-10-4 0,0-3-17 16,2-1-6-16,1 4-1 0,0 9-11 0,0 3-10 15,-2-2 0-15,4 3 1 0,-2 3-5 0,2 4 3 16,2 1-6-16,-4 8-2 0,3 1-3 0,-1 3 7 16,1 2 5-16,2-1-18 0,0 1-22 0,3 2 21 15,0-1-1-15,7 1-3 0,1-1-3 0,2 5-7 16,5-1-19-16,-1 5-41 0,7 1-20 0,-2 0-24 15,2 2-20-15,-2 5-34 0,0 1-26 0,0 4-33 16,-3 0-34-16,-2-4-31 0,-8 1-260 0,3 1-599 16,-2 1 265-16</inkml:trace>
  <inkml:trace contextRef="#ctx0" brushRef="#br3" timeOffset="30356.16">12355 14052 64 0,'-4'3'165'0,"4"-3"-12"0,0 0-9 0,-4 2-11 15,4-2-9-15,0 0-11 0,0 0-6 0,-4 2-10 16,4-2-6-16,0 0-1 0,0 0-17 0,0 0-4 0,0 0 2 16,0 0-7-16,0 0-1 0,0 0-5 15,0 0-5-15,18-5-6 0,-4 2-2 0,2-1-6 16,1 0-1-16,10-4-5 0,3 3-2 0,-1 0 3 16,4-2 7-16,-1 1 2 0,4 0-1 0,0 0-5 15,-3 2-3-15,-2-1-3 0,-2 3-6 0,-8 0 4 16,0-1-5-16,-4-1-4 0,-3 3-4 0,-4 0-1 15,-1-2 0-15,-2 3-9 0,0 0-5 0,-7 0-11 16,9-2-12-16,-9 2-13 0,0 0-27 0,0 0-33 16,0 0-21-16,0 0-34 0,0 0-165 0,-28 4-341 0,23-3 151 15</inkml:trace>
  <inkml:trace contextRef="#ctx0" brushRef="#br3" timeOffset="30966.15">13413 13871 190 0,'-3'-5'249'0,"2"-2"-1"16,2 3-10-16,-2 0-9 0,1 4-18 0,0-6-21 0,0 6-18 16,-3-6-20-16,3 6-21 0,-1-2-13 15,1 2-14-15,0 0-10 0,-18 12-11 0,9-3-7 16,-3 4-10-16,0 3-4 0,0-1-9 0,-3 9-5 16,4 1-5-16,-3-1-4 0,1-2-6 0,-1 2 1 15,8-7-4-15,-1 0-7 0,1 0 0 0,2-3-3 0,-1-2 0 16,1-2-3-16,3-5 0 0,-2 2-3 15,2-2 2-15,-2-2 4 0,3 1 7 0,0-4 2 16,0 0 1-16,0 0 0 0,18-12-4 0,-12 5-5 16,6-4-1-16,-1-5 0 0,2 2-2 0,-1 1 0 0,2-1-5 15,-5-1-3-15,6 1-2 0,-5 2 0 0,2 0 2 16,-5 3-3-16,1 1-2 0,-4 2 2 16,1-3-4-16,-1 6-6 0,1 1 3 0,0-1-3 15,0 2-3-15,0 0 1 0,-5 1 0 0,8 3 1 16,-3 1 0-16,3-1 0 0,-2 5-9 0,3-1-13 0,-1 2-18 15,2-1-27-15,4 4-30 0,-2 2-32 0,-2-3-49 16,1 0-61-16,-1-1-178 0,3-1-457 16,-2-1 202-16</inkml:trace>
  <inkml:trace contextRef="#ctx0" brushRef="#br3" timeOffset="31266.16">13711 13970 142 0,'0'0'261'0,"0"0"-25"0,-2-4-21 15,2 4-19-15,0 0-19 0,0 0-19 0,0 0-14 16,0 0-15-16,0 0-13 0,0 0-9 0,0 0-11 16,0 0-8-16,0 0-11 0,14 2-7 0,-3-2-4 15,1-2-10-15,5 1-11 0,1 1-28 16,0-2-31-16,1 2-41 0,0-1-46 0,0-1-40 0,2 0-207 16,-1-1-376-16,-2 1 166 0</inkml:trace>
  <inkml:trace contextRef="#ctx0" brushRef="#br3" timeOffset="31646.16">14109 13718 30 0,'0'0'332'0,"0"-7"-16"0,0 4-17 16,0 3-15-16,-1-4-28 0,1 4-25 0,0 0-25 0,0-7-26 16,0 7-18-16,0 0-26 0,0 0-13 0,0 0-13 15,0 0-14-15,9 14-8 0,-4-4-11 0,6 2-7 16,-2 6-13-16,3 7-2 0,2 1-5 0,-2 4-7 15,0-1 2-15,-1 0-10 0,-2 4 3 0,0 1-10 16,3-2 1-16,-8 0-2 0,1-2-4 0,-1 2-17 16,-8-3-12-16,-1 0-14 0,-7-2-15 0,0 5-24 15,-9-6-28-15,-4 2-39 0,-3-4-50 0,-17 5-61 16,-5-3-211-16,-2-4-485 0,-1-5 215 16</inkml:trace>
  <inkml:trace contextRef="#ctx0" brushRef="#br3" timeOffset="32036.16">13092 13678 22 0,'-2'-3'239'16,"2"3"-27"-16,-4-3-22 0,4 3-17 0,-5 0-26 15,5 0-15-15,-12 8-16 0,-1 6-10 0,1 0-7 16,-6 11-12-16,0 6-10 0,-8 13-1 0,3-1-8 16,0 6-3-16,2 2-6 0,3-2-6 0,2 1-6 15,7 0-4-15,7-3-5 0,3-11 2 0,4 10-4 16,4-13-3-16,8-3-3 0,10 11 0 0,-1-16 0 16,15 3-28-16,8 0-39 0,2-10-72 0,1-5-242 15,7-1-380-15,-4-10 168 0</inkml:trace>
  <inkml:trace contextRef="#ctx0" brushRef="#br3" timeOffset="34356.15">14847 14136 171 0,'-7'1'168'0,"7"-1"-9"0,0 0-10 0,0 0-17 16,-9-1-6-16,9 1-19 0,0 0-4 0,0 0-13 16,-6 1-6-16,6-1-10 0,0 0-7 0,0 0-5 15,0 0-11-15,0 0-6 0,0 0-7 0,0 0 1 16,0 0-4-16,0 0-3 0,0 0-5 0,0 0-2 16,0 0 0-16,-6 0-5 0,6 0-8 0,0 0 3 15,0 0-1-15,0 0-9 0,0 0 6 0,0 0-2 16,-3 3 2-16,3-3-8 0,0 0 6 0,0 0 1 15,0 0-2-15,0 0-2 0,-4 4 1 0,4-4-5 16,0 0 1-16,0 0-4 0,0 0 2 0,0 0-1 16,0 0 4-16,0 0 0 0,0 0 0 0,14 2 3 15,0-3-7-15,-1-2 4 0,9-2-2 0,8 2 3 16,2-2 1-16,7 1 3 0,-2-1-6 0,1 0-2 16,16-2-1-16,-3 1 3 0,-13 0-2 0,2 0 5 15,-4 4-2-15,-1-1 0 0,-3 1 0 0,-4-1-5 16,-1 0 4-16,-6 1 0 0,-7 1 0 0,-2 1-2 15,-1-1-5-15,-4 1-2 0,0-1-8 0,-1 1-8 16,-1-1 2-16,-5 1-6 0,0 0-24 0,0 0-15 16,0 0-21-16,0 0-28 0,0 0-35 0,0 0-98 15,0 0-267-15,0 0 119 0</inkml:trace>
  <inkml:trace contextRef="#ctx0" brushRef="#br3" timeOffset="34826.15">15953 13772 225 0,'1'-5'250'0,"1"2"-22"0,0 0-18 15,-2 3-21-15,2-6-20 0,-2 6-25 0,1-4-16 16,-1 4-16-16,0 0-12 0,0 0-8 0,10 13-10 0,-5-6-7 15,0 5-7-15,2 4-8 0,-1 1-3 16,1 1-8-16,-1 9-3 0,1-1-8 0,-3 1-1 16,4-3-3-16,-3 3-4 0,-1-9-4 0,5 7 0 15,-5-5-7-15,-2-5 1 0,2 1 2 0,-1-4-7 16,-2-3-1-16,2 1 3 0,-2-4-4 0,-1 1 9 16,1-5 14-16,-1 3 27 0,-1-2 32 0,1-3 22 15,0 0-13-15,0 0-11 0,-8-8-8 0,4 1-11 16,-1-5-7-16,-4-3 0 0,4-4-12 0,-4-5-8 15,-1-3-2-15,2-3 0 0,-1-5-10 0,4 0-6 16,-5-11-1-16,1 2-6 0,5-1-3 0,-2-3-3 0,3 14-1 16,1-2-6-16,-1 2 14 0,4 3-1 15,-2 2 5-15,1 4 0 0,0 6-1 0,3 2 0 16,2 1-4-16,-3 4-8 0,6-3 0 0,-1 5-8 16,5-2 2-16,6 2-3 0,0 4-7 0,1-1-26 15,8 3-22-15,4 4-23 0,-3 5-28 0,1 2-38 0,1 2-33 16,-1 6-41-16,-1-2-48 0,-5 1-233 15,3 1-536-15,-3 2 238 0</inkml:trace>
  <inkml:trace contextRef="#ctx0" brushRef="#br3" timeOffset="35046.15">16044 13897 83 0,'-8'0'199'0,"3"3"-10"0,5-3-8 15,-5 1-12-15,5-1-13 0,0 0-2 16,0 0-16-16,13 3-3 0,1-5-20 0,4 1-2 0,11-3-19 16,3 3-13-16,4-6-39 0,2 3-41 0,11-3-53 15,2-3-64-15,-17 5-165 0,5-1-303 0,-5 0 134 16</inkml:trace>
  <inkml:trace contextRef="#ctx0" brushRef="#br3" timeOffset="35646.15">16973 13878 83 0,'-5'2'195'15,"0"-2"-4"-15,-1 0-7 0,6 0-7 0,-11 0-10 16,11 0-16-16,0 0-7 0,-5 0-14 0,5 0-8 16,0 0-15-16,0 0-10 0,-6 3-8 0,6-3-6 15,0 0-9-15,0 0-1 0,0 0-4 0,0 0 0 16,0 0-7-16,0 0-7 0,0 0-5 0,0 0-4 15,0 0-5-15,0 0-3 0,0 0-4 0,0 0-7 16,0 0-6-16,0 0 10 0,0 0-12 0,0 0 2 16,0 0-5-16,0 0-4 0,0 0 3 0,0 0-3 15,0 0 0-15,0 0-1 0,0 0-5 0,0 0 2 16,0 0-1-16,0 0 2 0,0 0 0 0,21-3-3 16,-17 1 9-16,4 0 4 0,0 1-4 0,4-2 0 15,2 2 2-15,5-2-7 0,1-1 3 0,1 2-1 16,10-6-4-16,-3 3 0 0,3-3-5 0,-1 4 7 15,0-3-3-15,-2 2-1 0,-8 1-2 0,0 0 0 16,-3 0 7-16,-5 1 3 0,-1 0 13 0,-3 1 0 16,1 0 4-16,-5 0 5 0,1 0-8 0,1 1 11 15,-6 1-11-15,8-2-13 0,-8 2-23 0,0 0-28 16,0 0-39-16,0 0-34 0,0 0-38 0,-23 0-50 16,14 2-241-16,4-1-473 0,5-1 209 0</inkml:trace>
  <inkml:trace contextRef="#ctx0" brushRef="#br3" timeOffset="38886.15">17972 13523 30 0,'0'0'189'0,"4"-6"-3"0,-4 4-6 0,1-2-11 15,-1 4-17-15,0 0-19 0,0-4-10 0,0 4-16 16,0 0-14-16,0 0-14 0,0 0-17 0,0 0-5 16,0 0-9-16,0 0-1 0,-5 15-11 0,1-4-3 15,-3 3-2-15,-3 3-10 0,-5 6-1 0,0 2 10 16,-4 2-6-16,0-3-5 0,1 4 1 0,-4-1 0 15,-1-1-4-15,-1 1 0 0,-2-2 0 0,4 0 0 16,0-5-4-16,1-2-1 0,2-1 3 0,4-8 0 16,6-2 4-16,-3 1 9 0,3-6 14 0,0 2 11 15,2-4 6-15,-2 0 2 0,-2-4-2 0,5-1-3 16,-3-4 1-16,3-6 0 0,1 1-2 0,1-4-3 16,1-2-2-16,3-5-4 0,4-2-7 0,1 4-1 15,3-2-6-15,-2 8-3 0,3 0-3 0,-5 5-3 16,2 2-2-16,1 0 0 0,-2 4-5 0,-3 1-2 15,4 1-4-15,0 2-3 0,-1 0-4 0,3 6-2 16,2-1-2-16,0 4 1 0,5 5 6 0,2 1 2 16,2 4-2-16,4 4-2 0,-1-1 5 0,1-2-10 15,4 5-8-15,-4-1-17 0,1-2-27 0,-2 1-38 16,0-3-37-16,-5-5-51 0,0-1-238 0,-8-5-451 16,5-1 200-16</inkml:trace>
  <inkml:trace contextRef="#ctx0" brushRef="#br3" timeOffset="39156.15">18151 13395 11 0,'5'-4'221'16,"-3"2"-24"-16,3 0-18 0,-5 2-19 0,11 0-3 0,-5 2-6 15,2 4-8-15,1 3-17 0,1 8-7 0,-1 1-9 16,3 5-8-16,-6 6-6 0,-1 5-9 16,-1-3-10-16,-4 15-6 0,-4-8-8 0,-2 6-9 15,-7 5 1-15,-1-3-4 0,-8 0-4 0,1-3-3 0,-5 0 0 16,-2-4-19-16,-6-5-27 0,-2 0-33 0,-3-1-49 16,-3-1-52-16,-3-5-220 0,-2-3-385 0,-4-4 171 15</inkml:trace>
  <inkml:trace contextRef="#ctx0" brushRef="#br3" timeOffset="39576.15">16918 13433 14 0,'3'-5'194'0,"0"-1"-5"0,-3 5-13 15,3-4-17-15,-3 5-16 0,5-4-18 0,-5 4-12 16,0 0-13-16,0 0-12 0,-11 10-12 0,3 1-6 16,-5 11-9-16,-5 5-4 0,0 3-4 0,-9 16-2 15,1 2 0-15,-1 4-5 0,-10 23 1 0,15-23-1 16,2-3 1-16,4 7 11 0,6-2-10 0,2-3 3 16,7-4-4-16,2-10-5 0,6-5 12 0,0 2-3 15,6-4-2-15,8-3-2 0,3 0-5 0,4-4-6 16,19-3-22-16,7-2-40 0,2-6-54 0,11-6-75 15,-3-3-209-15,30-1-395 0,-30-4 175 0</inkml:trace>
  <inkml:trace contextRef="#ctx0" brushRef="#br3" timeOffset="40246.15">18950 13791 11 0,'-4'-2'202'0,"4"2"-16"0,0 0-16 15,0 0-19-15,4-6-13 0,0 4-15 0,3 0-11 16,3-1-13-16,5 1-12 0,4-3-2 0,2 3-13 16,2-1-11-16,4 1-12 0,4-1-31 0,0-1-34 15,-1 1-37-15,1 1-59 0,-11-1-119 0,8 3-249 16,-6 0 110-16</inkml:trace>
  <inkml:trace contextRef="#ctx0" brushRef="#br3" timeOffset="40416.15">19122 14018 161 0,'-2'3'195'0,"-1"-2"-10"0,3-1-14 0,0 0-11 0,9 3-13 16,5-6-16-16,13-3-13 0,5 1-13 0,19-5-28 16,4 0-49-16,4-1-67 0,2 1-81 0,0-2-101 15,-2 0-237-15,1 0 106 0</inkml:trace>
  <inkml:trace contextRef="#ctx0" brushRef="#br3" timeOffset="40976.15">20363 13554 166 0,'-4'-4'242'0,"4"4"-10"0,0-6-7 15,0 6-11-15,0-5-16 0,0 5-16 0,0 0-17 16,0 0-23-16,0 0-13 0,0-5-16 0,0 5-13 15,0 0-13-15,0 0-13 0,0 0-7 0,0 0-8 16,4 16-8-16,-3-4-6 0,-1-2-1 0,0 7-4 16,3 10-3-16,-3-8-6 0,1 7 0 0,3 0-6 0,-4 1-2 15,1 5 0-15,2-6-5 0,-2 4-1 16,2-7-1-16,-2 3-2 0,0-6-1 0,3-3-7 16,-3-1 5-16,2-3-2 0,-2-4 2 0,-1 0-1 15,1-3 1-15,-1-1 0 0,0 1 22 0,0-3 32 16,0 0 38-16,0-3 39 0,0 0 25 0,0 0-10 15,0 0-13-15,0 0-15 0,-2-20-13 0,-1 5-15 16,3-3-25-16,-5-7 2 0,3-1-13 0,-1-3-22 16,2-2-16-16,-2-2-2 0,3-14-13 0,0 1-5 15,-1-3 2-15,2 2-5 0,-1-3 3 0,0 2-2 16,0 2 3-16,3 10 10 0,-2 2-12 0,2 5-5 16,-2 0 7-16,0 12 8 0,3 0 0 0,-3 1 9 15,2 3-10-15,-2 1-2 0,4 0 4 0,-1 4-6 16,5-1-4-16,4 2-11 0,3-3 1 0,4 5-26 15,9-2-17-15,0 5-28 0,3 3-38 0,0 6-31 16,3 1-36-16,-3 4-50 0,1 0-43 0,-4 3-308 0,-1-1-628 16,-3 3 278-16</inkml:trace>
  <inkml:trace contextRef="#ctx0" brushRef="#br3" timeOffset="41316.15">20408 13672 39 0,'-5'3'180'0,"1"-3"-6"0,0 2-8 0,4-2-11 15,-5 3-3-15,5-3-10 0,-4 2-12 0,4-2-4 16,0 0-8-16,-5 2-5 0,5-2-2 0,0 0-2 15,0 0-6-15,0 0-2 0,0 0-4 0,0 0-2 16,0 0-7-16,28-6-9 0,-10 3-6 0,4 0-9 16,6-3-5-16,4 0-6 0,2 1-5 0,3-1-8 15,2 0-2-15,12-1 1 0,-13 2-9 0,-1 0 0 16,-4 2-6-16,0-2-4 0,-7 3-1 16,-3-2 1-16,-5 4-4 0,-8-3 2 0,1 3-7 15,-4 0-11-15,-1 0-13 0,-6 0-23 0,8 0-12 0,-8 0-20 16,0 0-34-16,0 0-42 0,0 0-50 0,-24 7-186 15,14-6-411-15,1 4 183 0</inkml:trace>
  <inkml:trace contextRef="#ctx0" brushRef="#br3" timeOffset="43526.16">21640 13481 78 0,'-4'-8'200'0,"-4"0"-20"16,-1 2-19-16,0-1-11 0,0 5-12 0,-4-1-9 15,-1 0-17-15,-3 6-8 0,-5 0-13 0,-4 9-9 16,-2 2-14-16,1 1-2 0,-1 5-9 0,3 2-4 15,0 0-8-15,2 3-2 0,4 1-6 0,-1 0-4 16,6 2-1-16,0-1-2 0,2-3-5 0,7-5 1 16,1 1 1-16,2-3-2 0,-1 1 1 0,3-2 0 15,3-6 0-15,0-1-1 0,1-1 8 0,4-3 2 16,1-4 3-16,2 2 7 0,1-6 5 0,1-2 4 16,1 1 7-16,1-5-1 0,2-2 5 0,-3-1 6 0,2-2 1 15,-3 2-2-15,1-3 12 0,0 3-2 16,-1 2 2-16,-3-4-2 0,-2 6 7 0,-3 0-4 15,4 2-7-15,-4-1-7 0,-2 4-3 0,2-3-6 16,-4 3-7-16,3 0-15 0,1 1-2 0,-5 2-6 0,6-3-16 16,-6 3-7-16,0 0-8 0,13 6-16 0,-4 0-17 15,0-1-29-15,3 5-34 0,-2-3-49 16,6 4-49-16,2-1-48 0,-4-2-240 0,1-1-523 16,1 2 231-16</inkml:trace>
  <inkml:trace contextRef="#ctx0" brushRef="#br3" timeOffset="43726.16">21854 13665 184 0,'0'0'273'0,"-8"-2"-12"16,8 2-20-16,0 0-13 0,0 0-28 0,0 0-23 0,0 0-14 15,17-8-21-15,-3 6-15 0,4-1-29 0,1-1-36 16,3 1-40-16,-1 1-54 0,0 0-52 0,9-3-50 16,-7 2-188-16,-3-1-348 0,-1 3 155 0</inkml:trace>
  <inkml:trace contextRef="#ctx0" brushRef="#br3" timeOffset="44106.16">22269 13326 171 0,'4'-4'240'0,"-4"1"-9"15,4 0-23-15,-4 3-24 0,5-4-19 0,-5 4-18 16,0 0-18-16,0 0-16 0,16 7-10 0,-9 2-2 16,2 2-10-16,5 5-4 0,-1 7-7 0,1 3-5 15,0 3-1-15,-2 2-7 0,-1 1-5 0,1 13-4 16,-7-9-6-16,-4-1-4 0,-2 11-3 0,-6 0-3 15,-3 0-2-15,-4-11-6 0,-5 12-15 0,-8-6-18 16,-5 0-27-16,-5-2-37 0,-4-5-48 0,2 0-53 16,-14-5-221-16,2-4-415 0,1-2 184 0</inkml:trace>
  <inkml:trace contextRef="#ctx0" brushRef="#br3" timeOffset="44476.16">21247 13307 56 0,'-9'2'195'0,"-5"1"-12"16,0 7-15-16,-9 6-18 0,0 4-10 0,-1 4-13 16,-9 12-11-16,2 7-19 0,3-1-8 0,0 1-3 15,7 3-8-15,2 0-6 0,5 3-5 0,5-2-5 16,5 3 3-16,8-16-6 0,8 12-4 0,7-3-2 15,5 0-6-15,8-9-13 0,8-2-26 0,7-6-59 16,9-2-92-16,3-7-160 0,0-7-327 0,1-5 146 16</inkml:trace>
  <inkml:trace contextRef="#ctx0" brushRef="#br3" timeOffset="55106.15">6409 15918 125 0,'0'-5'162'16,"0"0"-1"-16,0 0-10 0,0 0-8 0,0 5-19 16,0-5-16-16,0 5-16 0,0-5 0 0,0 5-14 15,0-4-16-15,0 4 0 0,0 0-12 0,1 12-1 16,2-2-10-16,0 6-6 0,-1 3-1 0,3 6-2 15,0 7 4-15,-1 3-9 0,-3 2 9 0,7 9-12 16,-4 0-4-16,1-10-2 0,1-1-2 0,-2-2-3 16,1 1 9-16,-1-5-7 0,1 0-1 0,-1-2 0 15,2-8-4-15,-3 0 0 0,-2-1-1 0,3-3-1 16,-1-2 2-16,-2-3-5 0,3-1 10 0,-4-1 22 16,1-1-6-16,-1-4-3 0,3 3 3 0,-3-2-12 15,1 0 6-15,-1-4-3 0,0 5 4 0,0-5-4 16,0 4-3-16,0-4 7 0,0 0 3 0,0 0-5 15,0 0-18-15,0 0-18 0,0 0-18 0,-9-11-31 16,5 4-23-16,-1-1-27 0,1-4-33 0,-2 0-144 16,-2-7-315-16,3-1 140 0</inkml:trace>
  <inkml:trace contextRef="#ctx0" brushRef="#br3" timeOffset="55456.16">6311 15918 101 0,'-4'-6'212'0,"0"0"-12"0,3 0-7 0,-3 0-14 0,4 0-13 16,0 4-16-16,-1-3-18 0,2 1-12 0,-1 4-15 15,5-7-10-15,0 3-12 0,-1 3-9 16,8-3-6-16,1 1-9 0,4 2-5 0,4 1 0 16,0 2-2-16,11 1-4 0,-5 4-1 0,5 1-7 0,0 3 0 15,-5 1-6-15,0 1-3 0,-6 2-3 0,1 4-3 16,-2-1-3-16,-5 3 0 0,-8-5-7 15,2 4 2-15,-8-4-3 0,-1 4 1 0,-7 3-4 16,-2 3 3-16,-5-2-3 0,-3-1-3 0,-1 0-2 16,0-5 3-16,2-5-1 0,0 2-1 0,0-1-3 15,-2-4 2-15,0-1 1 0,4 1-3 0,0 3-1 16,1-6 2-16,3-2-1 0,1 2-2 0,1-5-2 0,3 1 4 16,1 1-2-16,-2 0-5 0,1-3 2 15,2 2 0-15,3-3 0 0,0 4-7 0,0-4-11 16,0 0-21-16,16 0-27 0,-16 0-45 0,19-4-53 15,-9 1-201-15,-1 1-396 0,4-2 176 0</inkml:trace>
  <inkml:trace contextRef="#ctx0" brushRef="#br3" timeOffset="56596.15">7991 15734 25 0,'0'0'214'16,"0"0"-17"-16,0-5-13 0,0 5-19 0,0-4-22 15,0 4-13-15,0 0-11 0,0 0-18 0,-9 9-11 16,4 0-8-16,-6 4-13 0,0 4 2 0,-3 5-7 16,-4 2-9-16,2 2-6 0,-1 0 1 0,-2 2-9 15,0-2-5-15,2 3-1 0,-2-2-8 0,4 2 2 16,-2-5-3-16,3 0-4 0,1 5 5 0,-1-4-9 15,1-4-16-15,3-4-16 0,4-2-23 0,1-3-27 16,-1-5-34-16,1 2-20 0,3-4-18 0,-3-3-132 16,2-1-289-16,3-1 127 0</inkml:trace>
  <inkml:trace contextRef="#ctx0" brushRef="#br3" timeOffset="56796.15">7622 15854 189 0,'-4'-11'259'0,"0"-1"-1"0,3 4-16 15,-2 1-12-15,2 1-22 0,0 0-23 0,-2 2-25 16,3 1-19-16,0 3-15 0,0 0-13 0,0 0-9 16,18 8-9-16,-4 2-9 0,0 3-5 0,9 3-7 15,1 2-4-15,0 3-5 0,5 1-9 0,-1 0-3 16,0 1-5-16,0 4-1 0,0-4-33 0,-1 1-28 16,-1-3-27-16,-3-1-35 0,-3 2-36 0,1-4-52 15,-6-3-67-15,0-4-147 0,-2-2-409 0,0-1 181 16</inkml:trace>
  <inkml:trace contextRef="#ctx0" brushRef="#br3" timeOffset="57336.16">8194 15751 1506 0,'0'-10'133'16,"0"2"-44"-16,0 1 13 0,0 1-18 0,-1 1-22 16,1-1-10-16,0 4-13 0,0 2-3 0,0-7-10 0,0 7-3 15,-3-2-7-15,3 2 1 0,0 0 0 16,0 0 1-16,12 10-4 0,-6-3 1 0,2 3-6 16,-2 1 2-16,2 4 3 0,6-1-4 0,-1 1 2 15,0-1-1-15,7 4-2 0,-7-2-3 0,1-3 0 16,-1-1-7-16,2 0-1 0,-5-5-5 0,0 2 2 15,-1-2-5-15,2-1 4 0,0-1 7 0,-6-3-5 16,3 1 0-16,-3-2 2 0,0 0 2 0,-5-1 2 16,13-2 6-16,-8-2 5 0,-1-1 5 0,-3 1 6 15,3 0 3-15,-3 0 3 0,2 0 6 0,-3 1 5 16,1-1-3-16,3 2-5 0,-4 2-5 0,1-4-5 16,-1 4-10-16,0 0-2 0,0 0-2 0,0 0-2 15,-10 18-2-15,2-4-3 0,-2 8 2 0,-4 0-3 16,5 5 2-16,-7 2-3 0,1 2-1 0,-5 13 2 15,6-12 1-15,-1 1-4 0,3 1 2 0,3-2 0 16,-2-2 1-16,3-4-3 0,1 0 1 0,-1-1 2 16,4-9 0-16,0-6 0 0,0 2-1 0,4-3 1 15,-2-2 1-15,2 0 3 0,-3-3 13 0,3 2 27 16,-1-3 18-16,-2 0 16 0,3 1 15 0,0-4-7 16,0 0 4-16,-1 3-5 0,1-3-11 0,-4 4-1 15,4-4-8-15,0 0-7 0,0 0-4 0,0 0-20 16,0 0-26-16,0 0-29 0,0 0-36 0,0-12-40 15,0 12-40-15,0-8-58 0,0 2-45 0,4 0-241 16,-3-2-519-16,3-1 229 0</inkml:trace>
  <inkml:trace contextRef="#ctx0" brushRef="#br3" timeOffset="57636.16">8690 16073 8 0,'0'0'223'0,"0"0"-16"0,-5-5-18 0,5 5-21 0,0 0-16 15,0 0-18-15,-10 7-12 0,3-1-9 16,-3 4-14-16,1 3-1 0,-1 3-8 0,-2 0-6 16,2 1-9-16,1 0-8 0,-3 6-6 0,2-5-11 0,3-2-1 15,-1 0-6-15,3 0-3 0,0-5-8 0,2 0 8 16,-2-3-11-16,3-2-2 0,0-1-5 0,0 1 2 15,-1-1-1-15,2-1 1 0,-1-2-4 16,2 1 3-16,0-3-6 0,-2 7 7 0,2-7-3 16,-1 2-3-16,1-2-1 0,0 0-6 0,0 0 2 15,-3 3-25-15,3-3-9 0,0 0-22 0,0 0-29 0,0 0-55 16,0 0-56-16,0 0-151 0,8-10-360 0,-8 10 159 16</inkml:trace>
  <inkml:trace contextRef="#ctx0" brushRef="#br3" timeOffset="58036.16">9100 15979 216 0,'-5'-3'239'0,"-4"-1"-18"0,3 1-17 0,-5 3-17 15,0 0-18-15,-2 2-16 0,0 0-17 0,-4 4-11 16,-1 1-16-16,0 2-6 0,-8 3-17 0,8-2-2 16,-1 2-13-16,0-3-6 0,5 3-5 0,-3-3-8 15,7 0-2-15,0-2-7 0,1-1-5 0,3 0-9 16,3-3-3-16,-3 0-2 0,1-1 1 0,2 1-1 16,3-3-1-16,0 0-1 0,0 0-4 0,14-6 1 15,-4-1-3-15,8-2-1 0,-4 1 5 0,4-1 0 16,0 1-3-16,-1 0-1 0,-2 1 1 0,0-2 4 15,1 4 8-15,1 0 3 0,-5 3 4 0,1-1 4 16,-2 2 0-16,2 0-3 0,-3 1 3 0,3 0-3 16,-3 0-4-16,-1 2-3 0,0-2-3 0,4 3 1 15,-5-1-10-15,-2 3-4 0,4-1-9 0,-1 1-22 16,1 0-25-16,-2 0-25 0,2 0-26 0,-3 2-34 16,-2-2-39-16,4-1-45 0,-3-1-204 0,-1-2-449 15,-5-1 199-15</inkml:trace>
  <inkml:trace contextRef="#ctx0" brushRef="#br3" timeOffset="58276.15">9208 15707 33 0,'2'-7'272'0,"-2"2"-23"0,2 0-21 15,1 1-19-15,1 1-18 0,1 1-10 0,2 1-7 16,4 4-11-16,-1 2-8 0,7 5-6 0,2 1-9 0,5 6-7 15,-1 3-8-15,2 4-11 0,-2 1-9 0,-2 6-3 16,-1-3-9-16,1 13-6 0,-7-11-6 0,-5 5-21 16,-4 10 8-16,-5-9-7 0,-5 16-1 0,-10-5-23 15,-2 0-18-15,-7-6-11 0,-8 1-25 16,-2-2-28-16,-10-4-37 0,-2 3-46 0,-5-5-48 16,0 0-69-16,-31 2-189 0,23-13-471 0,2-6 209 15</inkml:trace>
  <inkml:trace contextRef="#ctx0" brushRef="#br3" timeOffset="58806.16">7540 15540 40 0,'-4'-4'184'16,"3"0"-16"-16,1 4-17 0,-4-5-14 0,4 5-16 0,-9 0-15 15,9 0-11-15,-14 9-11 0,1 5-2 0,-5 8-6 16,0 7-6-16,-6 14-3 0,0 5 2 0,1 5 3 16,1 2 0-16,-9 24-1 0,16-24-4 0,2 6-5 15,-2 21-1-15,9-26-5 0,6-2-5 16,1-4-7-16,5-6 0 0,4-10 0 0,2-3-4 16,8 0-1-16,5-3-3 0,17 3 1 0,3-7 3 15,10-5-6-15,3-4-28 0,8-9-59 0,28-5-89 0,-34-3-214 16,8-3-385-16,-9-5 171 0</inkml:trace>
  <inkml:trace contextRef="#ctx0" brushRef="#br3" timeOffset="59736.16">9077 15729 84 0,'0'-4'155'0,"0"4"-3"0,-4-5 0 15,4 5-14-15,0 0-2 0,-1-4-16 0,1 4-7 16,0 0-12-16,-5-4-3 0,1 1-10 0,4 3-12 16,-10-1-3-16,10 1-2 0,-8-3-12 0,8 3-3 15,-9-1-8-15,3 1-3 0,6 0-4 0,-12 1-4 16,5 2-5-16,-1 1-4 0,-1 1 0 0,-1 2-3 16,1 0-8-16,-1 0-1 0,1 4-2 0,-3 2-1 15,0 1-2-15,0 1 3 0,3 4-7 0,-1-3 0 16,2 2 4-16,2-1-6 0,-1 1 1 0,4-1-2 15,0 3 3-15,3-2-2 0,0 2 2 16,0-3 0-16,4-1-3 0,2-1 1 0,2 0-1 0,-3-3 1 16,4-3 3-16,0 1 1 0,0 0 0 15,-1-5-4-15,-1 2 7 0,1-4-5 0,0-1 5 0,-1-1 14 16,2-1 7-16,-1-1 6 0,2-2 8 0,-1-3 5 16,0 1 10-16,-1-3 1 0,-2-1-2 0,3-2-1 15,-1 2 4-15,1-5-15 0,0-2 1 0,-1-1-5 16,0 0-7-16,-3-1 1 0,3 1 2 0,-4 0-2 15,1 2 6-15,-3-1-2 0,2 4 3 16,-1 0 3-16,-2-1 1 0,-1 4 7 0,3-2-1 0,-2 4-2 16,0 3 1-16,-1-3-6 0,0 2-3 0,0 1-10 15,0-1-2-15,0 5-8 0,0-5-6 0,0 5-8 16,3-3-4-16,-3 3-12 0,0 0 2 0,0 0 2 16,0 0-4-16,1 14 4 0,2-6-5 15,-2 3 2-15,0 4-3 0,-1 1 0 0,0 1 1 0,3-1 5 16,-1 2-2-16,2-1-2 0,1-1 1 0,2 3 1 15,-1-4 1-15,3 2 2 0,1-2-3 16,-1-1 3-16,4-3-1 0,-2 2 3 0,4-4-5 0,2-1-35 16,2-2-40-16,2-2-48 0,11-2-64 15,-1-5-76-15,-3 0-226 0,1-2-531 0,0-2 235 16</inkml:trace>
  <inkml:trace contextRef="#ctx0" brushRef="#br3" timeOffset="60416.16">10217 15862 102 0,'0'0'184'16,"0"0"-13"-16,0 0-3 0,0 0-5 0,0 0-13 16,-9-3-1-16,9 3 2 0,0 0-2 0,0 0-1 15,0 0-3-15,0 0-7 0,0 0-6 0,0 0-10 16,0 0-9-16,0 0-9 0,0 0-9 0,18-9-13 15,-5 7-9-15,5-1-3 0,2-1-10 0,7-1-8 16,2 0-3-16,2 0-7 0,1-1-2 0,1 1-5 16,2 2-3-16,-6-3-4 0,0 4-2 0,-9 0-4 15,-4-1 0-15,2 2-9 0,-5-2-14 0,-3 3-15 16,-1-1-22-16,0 0-15 0,-5 1-25 0,-4 0-22 16,5 2-6-16,-5-2-18 0,0 0-30 0,-12 9-35 15,1-4-174-15,-2-2-391 0,-1 0 173 0</inkml:trace>
  <inkml:trace contextRef="#ctx0" brushRef="#br3" timeOffset="60706.15">10185 16068 59 0,'0'0'250'0,"-2"2"-22"16,2-2-18-16,0 0-17 0,16-4-16 0,-3 0-16 15,7 0-17-15,10-1-15 0,-1-2-11 0,6 2-14 16,-1-2-13-16,4 4-10 0,2-4-7 0,-3 0-5 16,-1 5-7-16,-5-5-8 0,-2 2-3 0,-6 2-5 15,-4 1-5-15,-6-1-4 0,-4 2 2 0,1 1-5 16,-4-3-9-16,0 3-6 0,-6 0-23 0,9-1-24 15,-9 1-23-15,0 0-48 0,0 0-45 0,0 0-218 16,-22 4-392-16,9-3 173 0</inkml:trace>
  <inkml:trace contextRef="#ctx0" brushRef="#br3" timeOffset="61846.16">11468 15579 145 0,'0'-12'216'0,"0"4"-11"16,0-1-12-16,-3 1-10 0,3 2-13 0,-1 0-18 15,1 2-14-15,0-1-16 0,0 5-22 0,0-5-5 16,0 5-12-16,0 0-10 0,0 0-6 0,4 22-13 16,0-5-2-16,-3 7-5 0,3 5-4 0,1 1-5 15,-2 5-4-15,3-3-3 0,-1 1-4 0,-1-1-1 16,0 0-3-16,1-1-2 0,-1 1 2 0,0-6-8 16,1-6-1-16,-2 6 0 0,0-11-3 0,0-4 2 15,0 3 0-15,-1-4-2 0,0 1 0 0,1-2-2 16,0-1-4-16,-2-4 1 0,0 1 8 0,-1 0-3 15,1-2-2-15,-1-3-10 0,0 5-1 0,2-4-12 16,-2-1-20-16,0 0-42 0,0 0-62 0,0 0-39 16,0 0-170-16,0 0-373 0,5-13 165 0</inkml:trace>
  <inkml:trace contextRef="#ctx0" brushRef="#br3" timeOffset="62206.16">12090 15802 64 0,'0'0'197'16,"-7"0"-8"-16,7 0-9 0,0 0-7 0,0 0-7 15,-7 0-16-15,7 0-16 0,0 0-10 16,0 0-9-16,0 0-11 0,23-3-18 0,-5-1-3 16,5 2-7-16,8-4-8 0,1 0-8 0,0 0-5 15,1-2 2-15,2 2-10 0,-1 1-2 0,-2-1-6 0,-4 1-5 16,-9 3-4-16,0-3-6 0,-6 4-2 0,-1 0 3 16,-1-1-3-16,-6 1-5 0,3 1 2 15,-3-1-4-15,-5 1-11 0,10 0-22 0,-10 0-19 16,0 0-1-16,5 2-15 0,-5-2-20 0,0 0-26 15,-4 7-7-15,4-7-46 0,-5 5-156 0,0-4-334 16,5-1 147-16</inkml:trace>
  <inkml:trace contextRef="#ctx0" brushRef="#br3" timeOffset="62666.15">13122 15537 97 0,'0'-7'285'0,"1"6"-22"0,-1 1-24 0,1-6-20 16,-1 2-25-16,0 4-25 0,3-3-22 0,-3 3-12 16,0 0-14-16,0 0-16 0,9 10-6 0,-4-3-13 15,1 2-8-15,-2 7-7 0,2 0-7 0,1-2-5 16,-1 6-6-16,-1 3-3 0,0-4-9 0,1 7-1 15,1-2-5-15,-2-7-2 0,0 3-5 0,-1-2-5 16,0-1 2-16,-4-5-7 0,4 4 4 0,-3-4-2 16,-1-1-7-16,0-3 2 0,3-3-2 0,-1 3 3 15,-2-4 5-15,0-2 6 0,0 2 13 0,3 1 22 16,-3-5 30-16,0 3 29 0,0-3 29 0,0 0-11 16,0 0-10-16,0 0-12 0,-13-12-14 0,9 0-9 15,-1-2-13-15,-4-6 6 0,2-6-11 0,4-3-9 16,-5-4-7-16,4-3-1 0,-1-12 1 0,1 14-16 15,3-14-12-15,-3 0 2 0,4 1-1 0,0 16-8 16,4 0-1-16,-1 3-4 0,0 0 0 0,1 10-11 16,0 0 0-16,4 1-3 0,-3 2 4 0,5 0-4 15,3 2-6-15,2 2 13 0,2 0-8 0,10-1-16 16,1 0-27-16,-8 7-30 0,8-2-33 0,-1 3-43 16,-5 2-37-16,9 4-36 0,-6 1-49 0,5 2-52 15,-13 0-251-15,-1 0-614 0,0 5 272 0</inkml:trace>
  <inkml:trace contextRef="#ctx0" brushRef="#br3" timeOffset="62976.16">13225 15615 111 0,'-4'0'174'0,"-1"3"-2"16,1-1-4-16,4-2-12 0,-2 5-14 0,2-5 0 15,0 0 7-15,6 2-1 0,2 0-8 0,2-4-10 16,4 1-10-16,8 0-11 0,6-4-5 0,1 1-15 16,5-3-9-16,0 3-1 0,4-3-3 0,-2 0-4 15,1 2-4-15,-5-1-9 0,-3 1-3 0,-7 1-6 16,-4-1-1-16,-4 4-1 0,-4-2 3 0,-1 0-3 15,0 3-6-15,-1-1-3 0,-4 0-5 0,-4 1-2 16,6-2-21-16,-2 0-34 0,-4 2-39 0,0 0-66 16,0 0-51-16,0 0-247 0,0 0-462 0,-17 5 204 15</inkml:trace>
  <inkml:trace contextRef="#ctx0" brushRef="#br3" timeOffset="65266.15">14526 15497 29 0,'-4'-13'272'0,"0"-2"-9"0,3 4-10 16,-3-1-14-16,0-1-17 0,-2 2-19 0,-3-2-23 16,4 6-16-16,-5-2-21 0,-1 2-12 0,1 1-15 15,-8 0-14-15,0 3-11 0,-2 3-12 0,2 0-8 16,-2 7-11-16,-6 2-3 0,-1 4-10 0,4 2-4 15,0 2-4-15,0 2-7 0,0 2-1 0,7 2-4 16,-2 2-21-16,4 0 0 0,0-1 2 0,3 0-3 16,1-1 1-16,6-5-2 0,1 0 1 0,3-4-3 15,1 0 1-15,2-3 2 0,0-2 0 0,3-5 1 16,2 1 3-16,5 1-6 0,-3-6 8 0,2 0-3 16,3-3-1-16,2-5 0 0,1 2 0 0,-4-4 4 15,2 2 7-15,2-6 3 0,-4 4 3 0,-1-2-4 16,-3 4 9-16,2-1 3 0,-6 2 1 0,3 0 1 15,-4 2-2-15,0 1-5 0,-1 0 0 16,0 0-8-16,0 2 8 0,-2-1-24 0,3 0 6 16,-5 3-9-16,0 0-1 0,11 5-3 0,-8 0 0 15,1 0-1-15,3 3-4 0,-1 1-12 0,2-2-24 0,-1 4-26 16,6 1-32-16,-3 0-36 0,3 0-63 0,5 0-260 16,-4-3-500-16,1-1 222 0</inkml:trace>
  <inkml:trace contextRef="#ctx0" brushRef="#br3" timeOffset="65506.16">14725 15591 106 0,'-5'2'276'15,"5"-2"-16"-15,0 0-13 0,0 0-16 0,0 0-20 0,0 0-22 16,0 0-17-16,0 0-18 0,19-6-15 0,-6 1-18 16,9 0-14-16,-3 0-43 0,9-1-38 0,0-1-40 15,-2 1-59-15,3-2-43 0,-6 4-54 16,-5-1-152-16,1-3-348 0,0 3 153 0</inkml:trace>
  <inkml:trace contextRef="#ctx0" brushRef="#br3" timeOffset="66206.16">15123 15400 105 0,'-2'-5'182'15,"2"5"-12"-15,0 0-10 0,0 0-17 0,0 0-6 0,-1-4-12 16,1 4-16-16,0 0-11 0,0 0-10 16,0 0-3-16,0 0-17 0,0 0-3 0,0 0-7 15,0 0-4-15,0 0-8 0,0 0-2 0,0 0-7 16,0 0-9-16,-2-3 0 0,2 3-3 0,0 0-8 15,0 0-3-15,0 0-6 0,0 0-1 0,0 0 3 16,0 0-4-16,0 0 2 0,0 0-2 0,0 0 0 16,0 0-9-16,0 0 7 0,0 0 14 0,0 0-2 15,0 0 5-15,0 0 2 0,0 0 3 0,0 0 5 16,0 0-1-16,0 0 0 0,0 0-1 0,0 0-3 16,0 0 4-16,0 0-7 0,0 0-1 0,0 0 1 15,0 0-6-15,0 0-2 0,0 0-1 0,0 0 1 16,0 0-4-16,0 0-1 0,0 0 4 0,0 0 0 15,0 0 5-15,0 0 1 0,0 0 1 0,0 0 2 16,0 0-3-16,0 0 2 0,0 0-2 0,0 0-2 16,0 0-2-16,5-2 2 0,-5 2-4 0,0 0-1 15,0 0-4-15,0-7 5 0,0 3-7 0,0 4 3 16,-2-6 1-16,2 6 3 0,-1-6 1 0,1 4-1 16,0 2 8-16,-2-4 4 0,2 4 2 0,-2-8 9 15,2 8-2-15,0-4 4 0,0 4 0 0,-2-2 2 16,2 2 0-16,-3-3 0 0,3 3-1 0,0 0-1 15,0-7 0-15,0 7-3 0,0 0-4 0,0 0-10 16,0 0-2-16,1-4-3 0,-1 4 0 0,0 0-6 16,0 0-2-16,0 0-2 0,18 8 0 0,-9-2-4 15,0 1 0-15,4 5-4 0,5 9 0 0,-3 0 0 16,3 1 3-16,-1 1-7 0,-3 1 0 0,1 2-3 16,-3 3-2-16,-3 0 4 0,1-2-5 0,-5 3 1 15,-4-1-4-15,-1-1-5 0,-5 1-10 0,-6-3-4 16,-5-1-1-16,-3-1-16 0,-5-1-17 0,-7-1-25 15,-1-1-39-15,2-1-46 0,-17-2-34 0,10-3-198 16,3-5-443-16,-3-2 196 0</inkml:trace>
  <inkml:trace contextRef="#ctx0" brushRef="#br3" timeOffset="66686.14">13999 15254 91 0,'-5'-1'148'0,"5"1"-8"0,-10 2-17 16,1 2-3-16,0 3-14 0,-2 6-17 16,-2 3 2-16,-2 14-3 0,-2-1-3 0,0 17-2 0,1 0 2 15,0 3-3-15,5 1-4 0,3 0-2 0,4-2-5 16,4-1-6-16,4-12 0 0,4-2-7 0,3 2-1 16,5-4-3-16,4 0 2 0,6-5-7 15,9 9 1-15,-3-14-7 0,15 2 1 0,2-4-3 16,5-3-31-16,5-8-47 0,2 0-72 0,2-7-225 15,27-3-361-15,-27-3 159 0</inkml:trace>
  <inkml:trace contextRef="#ctx0" brushRef="#br3" timeOffset="67186.16">15999 15468 98 0,'-4'-3'273'0,"4"3"-11"0,0 0-21 16,0 0-23-16,2-6-24 0,-2 6-19 0,10-5-18 16,0-1-15-16,4 2-16 0,5-2-11 0,1-2-10 15,1 3-13-15,6-1-21 0,0-1-42 0,2 4-46 16,-9-2-48-16,10-1-57 0,-3 3-62 0,-8 1-135 15,0 1-345-15,1-1 153 0</inkml:trace>
  <inkml:trace contextRef="#ctx0" brushRef="#br3" timeOffset="67376.16">16122 15605 34 0,'-5'4'216'16,"1"0"1"-16,0-3-5 0,1 1-9 0,3-2-12 15,0 0-19-15,12 4-33 0,7-6-13 0,0-1-17 16,13-1-48-16,4 1-63 0,1-2-101 0,-5-4-160 16,4 2-284-16,-4 0 126 0</inkml:trace>
  <inkml:trace contextRef="#ctx0" brushRef="#br3" timeOffset="68076.16">18036 15023 294 0,'-1'-11'308'0,"1"0"-8"0,0 1-11 0,-1 1-22 15,1-1-11-15,0 4-10 0,0 2-19 0,-2-3-22 16,2 4-24-16,0-2-23 0,0 5-23 0,0 0-16 16,-1-5-32-16,1 5-5 0,0 0-15 15,3 17-8-15,-2 0-7 0,0 2-6 0,-1 8-6 0,4 2-4 16,-1 0-3-16,-2 3-5 0,0-3-3 0,4 5-3 16,-1-7 1-16,-2 4-3 0,2-5-1 0,0 3 0 15,0-2 4-15,0-8 0 0,2 1-21 16,-3-1-36-16,-1-5-31 0,0-1-38 0,-1-1-40 15,0 0-47-15,2-4-47 0,-1-2-250 0,0-3-527 0,0 0 233 16</inkml:trace>
  <inkml:trace contextRef="#ctx0" brushRef="#br3" timeOffset="68406.16">18463 15279 77 0,'-5'1'308'0,"5"-1"-26"0,0 0-19 16,0 0-13-16,-5 2-14 0,5-2-17 0,0 0-21 0,0 0-21 16,0 0-19-16,15-3-6 0,4-4-24 0,9 1-11 15,3-1-16-15,5 3-8 0,16-4-8 0,-1-1-10 16,0 4-6-16,0-2-7 0,-11 2-8 0,-3 3-5 15,0-5-9-15,-5 6 1 0,-10-1-6 16,-3 0-3-16,-6-1-8 0,0 3 2 0,-6 0-7 16,2 0-15-16,-3 0-8 0,-6 0-10 0,9-2-8 0,-9 2-14 15,8 0 0-15,-8 0-8 0,0 0-21 0,0 0-22 16,0 0-21-16,-23 7-29 0,16-4-18 16,1-2-24-16,1 2-39 0,-1-3-161 0,6 0-409 15,0 0 181-15</inkml:trace>
  <inkml:trace contextRef="#ctx0" brushRef="#br3" timeOffset="71196.16">20036 14936 16 0,'0'-6'223'0,"1"1"-4"0,-1 0-6 0,1-2-11 16,1 3-17-16,-1-1-14 0,0 0-19 0,-1 2-11 0,3-1-17 16,-3 4-19-16,1-5-6 0,-1 5-13 15,6 0-12-15,-6 0-10 0,0 0-8 0,6 13-3 16,-4-1-6-16,2 6-4 0,-1 7-2 0,-1 3-4 15,-2 1-6-15,-1 1-4 0,-2 4-2 0,3 2-3 16,-2-3 0-16,0 1-2 0,0 3-4 0,2-1-1 16,-1-4 0-16,-1-1 1 0,5-1-1 0,-2-1-6 15,-1-8 0-15,0-4 0 0,-1 0 4 0,0-5-6 16,1 1 0-16,0-5 2 0,1 2-1 0,-2-5 2 16,-1 1-3-16,4 1 0 0,-4-4 3 0,2-3 1 15,0 6-2-15,-1-3 5 0,1-3-5 0,0 5-1 16,0-5-24-16,0 0-34 0,0 0-43 0,0 0-30 15,-7-14-39-15,5 3-33 0,0 4-154 0,-2-10-378 16,2 2 168-16</inkml:trace>
  <inkml:trace contextRef="#ctx0" brushRef="#br3" timeOffset="71516.16">19972 14837 183 0,'-4'-7'216'0,"4"1"-11"0,-1 1-4 16,1 2-27-16,-3-1-13 0,3 4-20 0,0-5-10 16,0 5-17-16,4-4-13 0,4 4-11 0,2 1-10 15,4 3-8-15,2 0-10 0,1 2-4 0,9 6-4 16,1 1 3-16,1 1-4 0,-2 1-2 0,0 4-3 16,5 1-5-16,-3-1 3 0,-2 3-10 0,-2-2-5 15,-3 2-4-15,-4-2-4 0,0 0 0 0,-7-4-7 16,-4 0-4-16,3-3-2 0,-5 0-1 0,-4-2-3 15,-2-1-5-15,-2 2 3 0,-4-3-1 0,-5 3-3 16,-2-3 2-16,-4 1 0 0,0 0 1 0,-2-3-1 16,-4 4-4-16,5-7-1 0,0 3-6 0,1-2-23 15,-2-2-22-15,5 1-13 0,3 0-17 0,-1-3-23 16,5-1-14-16,1 0-26 0,8 0-175 0,-9-5-347 16,9 2 154-16</inkml:trace>
  <inkml:trace contextRef="#ctx0" brushRef="#br3" timeOffset="72936.16">21164 14892 60 0,'2'-2'224'0,"0"-1"-16"0,-2 3-8 15,6-5-3-15,-6 5-21 0,2-5-14 0,-2 5-14 16,2-4-17-16,-2 4-10 0,5-1-19 0,-5 1-14 16,0 0-13-16,0 0-5 0,0 0-9 0,-9 15-4 15,3-6-3-15,0 2-7 0,-5 6-4 0,0 0-4 16,-3 4-5-16,-1 0 0 0,0 0-3 0,-2 2 2 16,1 1-10-16,1 1 0 0,-2-1-4 0,-1 0 0 15,4-3-30-15,-5 0-33 0,4 0-34 0,1-6-34 16,4-1-26-16,-2 0-63 0,1-3-116 0,2-4-341 15,1 0 152-15</inkml:trace>
  <inkml:trace contextRef="#ctx0" brushRef="#br3" timeOffset="73136.16">20871 14945 152 0,'2'-9'309'0,"-1"2"-25"16,2 1-30-16,-3 1-32 0,1 0-27 0,0 3-20 15,-1 2-21-15,0 0-13 0,11 5-14 0,-5 4-8 16,5 4-10-16,1 2-9 0,7 4-8 0,-2 4-14 16,3 1-2-16,3-1-5 0,-5 1-18 0,4 0-22 15,1-2-23-15,-4 1-28 0,4 0-41 0,0 0-49 16,1-5-65-16,0-1-223 0,-4 0-430 0,-4-5 190 16</inkml:trace>
  <inkml:trace contextRef="#ctx0" brushRef="#br3" timeOffset="73666.14">21742 14775 148 0,'1'-2'249'16,"2"-2"-13"-16,-3 4-20 0,1-3-26 0,-1 3-19 15,4-4-20-15,-4 4-20 0,0 0-9 0,0 0-16 16,-9 11-10-16,1-1-13 0,-1-1-8 0,-2 7-10 15,-1 0-3-15,-8 5-7 0,0 4-7 0,0-3-3 16,0 2-5-16,0 0-6 0,-1-2 0 0,2 0-7 16,1-1-3-16,4-4 0 0,0-2-4 0,1-2-1 15,4-4-4-15,1 1 0 0,2-1-2 0,-2-4 1 16,4-1 3-16,2 1 0 0,-1-2 5 0,-2-1 6 16,5 3-1-16,0-5-3 0,-4 3-1 0,4 1-3 15,0-4 0-15,5 4 2 0,2 0-20 0,-1 0 3 16,3 1-1-16,0-1-5 0,4 1 2 0,1 4-5 15,1 0 5-15,3 1 2 0,-1-1-2 0,1 1-1 16,1 1 2-16,3 3-1 0,3-2 1 0,-6-2 4 16,-1-2-4-16,1 2 0 0,-1-3-1 15,-1 1 8-15,-5-1-2 0,1-2-4 0,-1 0-3 0,-1-1-5 16,0-1-5-16,-4-1 0 0,1-2-7 0,-2 3-14 16,-6-3-18-16,13-3-29 0,-10 2-36 0,4-2-42 15,-3-1-33-15,-3 0-167 0,3-1-386 0,-4 0 170 16</inkml:trace>
  <inkml:trace contextRef="#ctx0" brushRef="#br3" timeOffset="74116.16">22254 14970 53 0,'-4'-7'262'0,"3"3"-13"15,-2-1-22-15,1 1-18 0,-3-1-22 0,-1 2-17 16,-5 1-16-16,5 0-19 0,-7 2-13 0,2 0-11 16,-2 4-13-16,-9 1-1 0,4 0-19 0,0 2-10 15,-1 0-6-15,2 2-5 0,2 0-5 0,0 0-8 16,0 1-2-16,6-2-4 0,-2 0-5 0,4-1-1 15,0 1-3-15,2-1-5 0,0-2-2 0,4 0-3 16,-2 1 3-16,3-5-3 0,0-1 2 0,8 7-2 16,-2-6-1-16,5-1-3 0,1-1-1 0,1-2 2 15,2 0-6-15,2 1 2 0,0-3 0 0,-1 0-1 16,5-1 8-16,-6 2 1 0,4-2 2 0,-4 4 2 16,-2-2 2-16,-1 2 7 0,1 1 2 0,-2-1-1 15,0 2-3-15,-2-1 4 0,1 1 0 0,2 0-2 16,-5 0-3-16,0 1 2 0,1 2-7 15,3-1 0-15,-2 3-4 0,0 1-5 0,3-2-10 0,-3 0-21 16,0 4-24-16,1-2-28 0,-2-2-31 0,1 3-35 16,-3-3-35-16,4 2-39 0,-3-2-233 0,-2-4-477 15,1 3 212-15</inkml:trace>
  <inkml:trace contextRef="#ctx0" brushRef="#br3" timeOffset="74366.16">22409 14745 42 0,'1'-8'259'0,"0"4"-22"0,2-4-21 0,-2 6-22 15,3-1-21-15,0 2-21 0,1 0-14 0,4 5-9 16,1 1-6-16,7 5-2 0,3 10-1 0,-1-2 0 16,1 7-2-16,1 1-11 0,-4 5-11 0,-2 3-6 15,3 11-5-15,-8-11-10 0,-2 12-4 0,-7 0-5 16,-3-13-9-16,-7 15-3 0,-8-4-3 0,-6-3-6 15,-5 1-5-15,-8 0-7 0,-9-4-16 0,-3-1-32 16,-4-7-29-16,-6 2-32 0,0-4-45 0,2-3-46 16,-5-4-57-16,-27-1-173 0,29-8-431 0,-1-5 191 15</inkml:trace>
  <inkml:trace contextRef="#ctx0" brushRef="#br3" timeOffset="74806.16">20801 14601 119 0,'-14'13'166'0,"-4"9"-7"0,0 6-1 16,-5 16-2-16,-1 7-2 0,-3 5 0 0,-1 21-7 15,9-19-9-15,5-3-6 0,4 2-7 0,3 2-3 16,7-1-8-16,9-4-7 0,4 1-4 16,11-3-5-16,7-5-6 0,10-1-25 0,6-6-5 15,26 8-3-15,-14-19 2 0,2-7-40 0,30 4-73 0,-3-6-122 16,-30-13-208-16,-1-2-413 0,3-8 183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9:25:24.51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19917 3605 55 0,'0'-5'123'0,"0"5"-8"0,0 0-9 0,1-4 0 15,-1 4 2-15,0 0-23 0,0 0-1 0,0 0-6 16,0 0-13-16,0 0-5 0,-1-4-7 0,1 4 0 15,0 0-9-15,0 0 0 0,0 0-4 0,0 0-8 16,0 0 0-16,0 0-6 0,0 0-3 0,0 0 1 16,0 0-6-16,0 0 4 0,0 0-2 0,0 0 0 15,0 0-9-15,0 0 1 0,0 0 1 0,0 0 4 16,0 0-9-16,0 0 1 0,0 0 0 0,0 0 1 16,0 0-1-16,0 0 0 0,0 0-3 0,0 0 7 15,0 0-10-15,0 0 2 0,0 0-6 0,0 0 3 16,0 0 1-16,0 0 0 0,0 0-2 0,0 0 6 15,0 0 0-15,0 0 0 0,0 0 0 0,0 0 6 16,0 0 3-16,15-3-10 0,-6 2-10 0,4 0 6 16,6-1-6-16,2 0 10 0,4-1 2 0,5 0-4 15,0 1 3-15,-1-2-6 0,1-1 3 0,-2 5 0 16,-1-3-1-16,-4 0 1 0,-3 2-2 0,0-3-1 16,-2 3 4-16,-7-2 0 0,0 2 1 0,0 1-1 15,-3-1-1-15,-1 0-2 0,-2-1-8 0,-5 2-4 16,7 0-19-16,-7 0-7 0,0 0-21 0,0 0-19 15,0 0-26-15,0 0-130 0,0 0-251 0,-18 5 111 16</inkml:trace>
  <inkml:trace contextRef="#ctx0" brushRef="#br0" timeOffset="601.79">19945 3824 82 0,'0'0'85'16,"-4"-2"-4"-16,4 2-10 0,0 0-10 0,0 0-2 15,0 0-3-15,0 0-1 0,0 0-6 0,0 0 10 0,0 0-11 16,0 0 14-16,0 0 7 0,0 0-3 0,0 0 8 16,27 3-6-16,-14-3-10 0,6-2-2 15,3 2-1-15,7-3-8 0,3 0 1 0,3 2-11 16,-1-1-4-16,3 1-3 0,-4-2-3 0,2 2 4 15,-2-1-10-15,-3 1 8 0,-10 0-10 0,-1 1-3 0,-2 1-1 16,-6-2 6-16,-2 1-7 0,-1 0-3 0,-3 0-1 16,4 0 0-16,-9 0-3 0,8 0-8 15,-8 0 1-15,0 0-1 0,0 0-4 0,0 0-14 16,0 0-20-16,0 0-21 0,0 0-22 0,-17 4-37 16,11-3-100-16,6-1-238 0,-11 2 105 0</inkml:trace>
  <inkml:trace contextRef="#ctx0" brushRef="#br0" timeOffset="2778.59">21394 3342 70 0,'0'-4'155'16,"0"-1"-23"-16,0 5 12 0,0-7-5 0,0 4-8 16,0 3-9-16,1-6-2 0,1 3-8 0,-2 3-18 15,2-4-4-15,-2 4-9 0,0 0-13 0,0 0-17 16,0 0 0-16,0 0-9 0,0 0-2 0,0 21-3 15,-2-9-7-15,0 7-2 0,2 8-7 0,-3 1 3 16,1 2 6-16,2 4-7 0,-2-1-11 0,-1-1 6 16,3 5-3-16,3-2-3 0,-3 0 3 0,4 12 0 15,-2-14 3-15,-1 5-3 0,1-9-2 0,4 1-2 16,-2-1 3-16,-1-10-3 0,-1 2-3 0,3-4 1 16,-4-6-1-16,3 0 2 0,-2 0-5 0,0-3 0 15,-1-2 0-15,-1 1 4 0,3-2-3 0,-2-1 3 16,-1-1 8-16,0 2 7 0,0-5 4 0,0 4 6 15,0-4 3-15,2 5 3 0,-2-5-1 0,0 0-4 16,0 0 3-16,0 0-9 0,0 0-8 0,0 0-4 16,-11-9-20-16,7 2-23 0,0 1-27 0,0-2-41 15,-2-1-33-15,5-2-41 0,-3 0-160 0,0-6-355 16,4 0 157-16</inkml:trace>
  <inkml:trace contextRef="#ctx0" brushRef="#br0" timeOffset="3245.49">21374 3337 2 0,'0'0'96'0,"0"0"-17"0,0 0-3 16,0 0-7-16,0 0-9 0,0 0-5 0,0 0-5 16,0 0 6-16,0 0-11 0,0 0-12 0,0 0 6 15,0 0-3-15,0 0 0 0,0 0 0 0,-8-2-1 16,8 2-5-16,0 0 5 0,0 0 2 0,0 0 2 15,0 0-2-15,0 0-3 0,0 0 13 0,0 0-20 16,0 0 1-16,0 0-5 0,0 0 2 0,0 0 5 16,0 0-9-16,0 0 6 0,0 0 8 0,0 0-11 15,0 0-5-15,0 0 3 0,0 0-3 0,0 0 0 16,0 0-4-16,0 0 2 0,0 0-1 0,0 0 0 16,26 0-3-16,-10-2 1 0,6 1 0 0,6-1 0 15,4-2-3-15,3 1 3 0,2-1 1 16,2 0 7-16,2-1-10 0,9 0 3 0,-17 2 0 15,0-2-3-15,-2 2 5 0,-10 1-9 0,0-1 3 16,-3 1 0-16,-4-1-2 0,0 0-3 0,-5 2 1 0,-4 1 0 16,3-3-1-16,-2 3 3 0,-2 0-2 0,-4 0 1 15,8-2-2-15,-8 2 3 0,0 0-15 0,0 0 5 16,0 0-6-16,0 0-22 0,0 0-13 0,-18 7-19 16,10-4-31-16,-1 1-25 0,0 1-114 15,-1 0-250-15,1 1 112 0</inkml:trace>
  <inkml:trace contextRef="#ctx0" brushRef="#br0" timeOffset="3783.57">21375 3660 13 0,'0'0'116'0,"0"0"-17"0,0 0 7 0,0 0-13 16,0 0-9-16,0 0 5 0,0 0-13 0,0 0 7 16,0 0-2-16,0 0 2 0,0 0-3 0,0 0 1 15,0 0 4-15,0 0-2 0,0 0-1 0,0 0-5 16,0 0-3-16,0 0-8 0,0 0-7 0,0 0-17 15,0 0 6-15,28-7-8 0,-9 4-1 0,-1 1-7 16,14-3-1-16,2 0-2 0,0 0 0 0,-2 0-8 16,-2 2-2-16,2-1 0 0,-5 1-4 0,0 0 3 15,-5 1-6-15,-2 1-3 0,-3-2 5 0,-2 3-6 16,-4-3 0-16,0 3-2 0,-3 0 6 0,-1 0-9 16,-3-1 2-16,-4 1 1 0,10-1-1 0,-10 1-1 15,9 0 1-15,-9 0-5 0,0 0-8 0,4-2-8 16,-4 2-10-16,0 0-17 0,0 0-22 0,0 0-40 15,-13 8-37-15,8-5-139 0,1-1-305 0,2 1 136 16</inkml:trace>
  <inkml:trace contextRef="#ctx0" brushRef="#br0" timeOffset="4717.46">22268 3830 49 0,'-3'1'154'0,"3"-1"-3"0,0 0-1 0,0 0-9 16,0 0-4-16,0 0-10 0,0 0-12 15,0 0-10-15,0 0-15 0,8-9-11 0,-4 4-6 16,1-1-6-16,0-3-3 0,1 0-5 0,2-6-4 15,0 3 4-15,0-4-1 0,-2-1 0 0,3 0-6 16,-1 0-3-16,-2-1-7 0,2-1-3 0,-2 1-5 16,1-1 0-16,0-5 0 0,-2 5-6 0,-2-5 3 15,5 3 2-15,-5-5-1 0,0 7 1 0,0-7-2 16,-2 7 4-16,0-1-2 0,0 2 4 0,1 0-1 16,-2 1 4-16,0 0-1 0,-2 2-3 0,4-1-2 15,-2 4-2-15,0 2-5 0,0 0 4 0,1-2-3 16,-1 5-3-16,0 0 0 0,-1 2-4 0,2 0 4 15,-1 0-4-15,-1 0 3 0,1 5-11 0,0-5 0 0,0 5-13 16,0-5-1-16,0 5-17 0,0 0-11 16,0 0 0-16,0 0-1 0,0 0 3 0,-3 15 2 15,1-5 7-15,-4 7 1 0,-2 8 2 0,1 1 2 16,1 2 5-16,-1 1-2 0,2 1 1 0,0 0 4 16,0 2 0-16,1 0 0 0,4 1-1 0,-4-3 1 15,3 4 8-15,1 0-4 0,0-3 0 0,4-2-1 16,0 0 2-16,1-2 3 0,1-9-3 0,3 5-3 15,-1-7 7-15,-3-1 0 0,8-1 2 0,-2-5 0 16,2-1 3-16,-1-3-1 0,0-1 0 0,6-2 0 16,3-2 0-16,-1-3 1 0,-1-4-5 0,3 2 3 15,-4-4-4-15,2 3-1 0,-4-7-1 0,-1 0 5 16,-1 1-1-16,-1-4 4 0,-3 0-9 0,-1 2 0 16,-3 2-4-16,-1-1 5 0,-1 4-3 0,-4-3 1 15,-2 2-3-15,-1 2 0 0,-2-3 1 0,-2 1 0 16,0 6 0-16,-2-3-1 0,-2 4 0 0,-2-1 0 15,0 3-2-15,-1-2-7 0,1 1-12 0,-2 2-11 16,3 2-17-16,1 1-16 0,-2-1-20 0,5 0-16 16,3 0-19-16,-1 0-26 0,6-2-33 0,-8 4-115 15,8-4-321-15,0 0 143 0</inkml:trace>
  <inkml:trace contextRef="#ctx0" brushRef="#br0" timeOffset="5160.55">22805 3606 92 0,'0'0'147'0,"0"0"-7"0,0 0-14 0,0 0-12 16,0 0-10-16,-5 3-8 0,5-3-12 0,0 0-3 15,0 0-13-15,0 0 2 0,0 0-11 0,0 0-9 0,0 0-1 16,0 0 4-16,0 0-6 0,0 0-7 0,0 0 4 16,0 0-8-16,0 0 4 0,0 0-5 15,0 0-3-15,0 0-1 0,0 0 3 0,0 0-10 16,0 0 5-16,0 0-11 0,0 0-1 0,0 0 8 15,0 0 11-15,0 0-2 0,31 1-7 0,-18-1 1 16,-1-1-7-16,4 1 1 0,1-3-1 0,2 3 1 0,-6-1-9 16,6-2 5-16,-8 3-6 0,0-2 0 15,2 2 1-15,-3 0-2 0,-10 0 1 0,14-1-2 16,-6 1-3-16,-8 0 3 0,8-3 4 0,-8 3 6 16,0 0 2-16,9 0 1 0,-9 0-2 0,0 0-2 15,6 0 2-15,-6 0-3 0,0 0-3 0,0 0-5 16,0 0-7-16,0 0-12 0,0 0-11 0,0 0-16 15,0 0-18-15,0 0-19 0,0 0-31 0,0 0-34 16,0 0-36-16,0 0-108 0,0 0-306 0,0 0 135 16</inkml:trace>
  <inkml:trace contextRef="#ctx0" brushRef="#br0" timeOffset="5687.74">23214 3187 92 0,'0'0'144'0,"0"0"-14"0,0 0-12 0,13 10-8 16,-7-2-9-16,7 8-2 0,3 6-1 0,1 7 2 16,-3 1-8-16,8 16-5 0,-2 1 0 15,0 3-5-15,-7-1-10 0,0 5-7 0,0-1-7 16,-4 3-2-16,-3 0-3 0,-2-1-4 0,-4-6-5 16,0 0-2-16,-6-1-5 0,-2-14-4 0,0-1-2 15,-7 2 2-15,-4-4-4 0,0-1-2 0,-15 5-6 0,8-7 5 16,-13 3-6-16,6-7-12 0,-13-1-31 0,0 1-44 15,10-11-71-15,-15 0-165 0,1-2-328 16,-2-6 145-16</inkml:trace>
  <inkml:trace contextRef="#ctx0" brushRef="#br0" timeOffset="6257.46">22305 3181 160 0,'0'-5'179'0,"0"5"-3"0,0-5-5 0,0 5-11 16,0 0-7-16,0-3-19 0,0 3-14 15,0 0-9-15,0 0-11 0,0 0-7 0,0 0-23 0,0 0-9 16,0 0-7-16,0 0-2 0,-12 14-11 0,3-1 3 15,-6 9-6-15,-4 5-4 0,-1 4-2 16,-8 13-4-16,3 4-1 0,1-2-8 0,1 4 2 0,0-2-1 16,4 4-2-16,2-3 2 0,7 0-1 0,0-1-4 15,8-12 1-15,4-1 0 0,4-1 0 0,3 1-1 16,4-2 2-16,6-3 0 0,7-3 1 0,2-2 0 16,12 6-2-16,3-8-4 0,4-2-11 15,3-3-26-15,0-8-44 0,5-4-58 0,-3-2-226 16,-12-4-380-16,11-2 169 0</inkml:trace>
  <inkml:trace contextRef="#ctx0" brushRef="#br0" timeOffset="6897.79">24043 3644 8 0,'0'0'160'15,"0"0"-8"-15,0 0-9 0,0 0-7 0,0 0-13 16,0 0-4-16,0 0-7 0,0 0-5 0,0 0-4 15,0 0-4-15,0 0-4 0,0 0-9 0,0 0-2 16,0 0-7-16,0 0-9 0,0 0 1 0,0 0-14 16,24-3-3-16,-11 1-6 0,6 1-6 15,2 1-2-15,-2 0-6 0,9-3-2 0,0 0-3 0,-7 3 2 16,-1-1-6-16,3-2-8 0,-4 1 1 0,-1 1 0 16,-4 0-2-16,-1 0 0 0,-3 1 0 0,-1-2-2 15,-2 2-2-15,-2 0 3 0,-5 0-4 0,11 0 0 16,-11 0-5-16,7-3-11 0,-7 3-33 0,0 0-54 15,0 0-63-15,0 0-171 0,0 0-353 0,-12-6 157 16</inkml:trace>
  <inkml:trace contextRef="#ctx0" brushRef="#br0" timeOffset="8520.66">25131 3260 48 0,'0'0'199'0,"-2"-5"-11"0,2 3-20 0,0 2-18 16,0 0-15-16,0 0-18 0,0 0-12 0,0 0-10 15,0 0-11-15,2 10-4 0,-2 2-13 0,0 5-6 16,2 4-3-16,-2 5-7 0,1 2 3 0,-1 1-14 15,3 0 8-15,-2 2-8 0,2-3-3 0,-3 1-3 16,0 3-4-16,0-4-1 0,0-1-4 0,-3-2 2 16,3-6-3-16,0-1-5 0,0 1 0 0,-1 0 2 15,-3-2 1-15,4-2-6 0,0-4-1 0,-2-2-4 16,2 1 0-16,-2-4-1 0,2-1 2 0,0-1 0 16,-1 0-4-16,1 0 5 0,-3-1-3 0,3-3 3 15,3 6-4-15,-3-4 5 0,0-2-3 16,-3 4 4-16,3-4-4 0,0 0 4 0,0 0-7 0,0 0-14 15,0 0-22-15,0 0-42 0,-5-15-15 0,2 5-35 16,0-1-39-16,3-2-145 0,0-5-329 0,-3 1 146 16</inkml:trace>
  <inkml:trace contextRef="#ctx0" brushRef="#br0" timeOffset="8649.44">25157 3164 32 0,'0'-4'225'0,"0"0"-15"0,0 4-13 15,0-8-17-15,0 4-14 0,3-1-17 16,-2 3-16-16,3-3-11 0,1 0-17 0,9 0-8 0,-1 3-9 16,7-5-13-16,7 2-6 0,3 0-10 0,4 1-6 15,2-2-5-15,-3 2-20 0,3 2-17 0,-1-1-23 16,-5 0-23-16,-8 6-36 0,-2-3-20 15,0 3-34-15,-7 2-21 0,-1-4-116 0,2 2-282 16,-8 1 125-16</inkml:trace>
  <inkml:trace contextRef="#ctx0" brushRef="#br0" timeOffset="9130.56">25155 3600 25 0,'0'0'126'0,"0"0"-2"0,0 0-5 0,-8 1 3 0,8-1-8 15,0 0-5-15,0 0-3 0,0 0-1 0,0 0-2 16,0 0 2-16,0 0-5 0,0 0-8 0,0 0 1 16,0 0-2-16,0 0-2 0,0 0-3 0,0 0-7 15,0 0-6-15,0 0 0 0,0 0-11 0,0 0-6 16,0 0 0-16,18-9-10 0,-4 6-10 0,5 1-1 15,3-1-6-15,7-1-3 0,3-1-2 0,4 0-4 16,-3-2 1-16,3 2-1 0,2 1-3 0,-3-1-2 16,-3 2 0-16,-3 2-6 0,-9-1 9 0,-3 0-8 15,-4 2-5-15,0-2 3 0,-3 0-6 0,-2 2-6 16,-2 0-16-16,-1 0-10 0,-5 0-18 0,0 0-12 16,0 0-29-16,0 0-21 0,0 0-51 0,0 0-163 15,-23 4-351-15,13-3 155 0</inkml:trace>
  <inkml:trace contextRef="#ctx0" brushRef="#br0" timeOffset="14137.84">26384 3442 91 0,'0'-4'103'0,"0"4"-22"0,3-5-1 0,-1 2-13 0,-2 3-3 16,2-3 7-16,0-1 1 0,-2 4 3 15,0-7 5-15,0 4-7 0,3-2-6 0,-3 0 3 0,0-2 3 16,0 3 0-16,1-1-11 0,-1-1 5 0,0 2 6 16,0-3-8-16,-1 3-2 0,-2-2-7 0,3 1 1 15,0 0-1-15,-2 2-8 0,0-2-5 16,-2 0-4-16,1 1-3 0,1-1-4 0,-3 0 0 16,1 3-6-16,-2 0-1 0,-2-1-7 0,1 2-1 0,-1 1-5 15,-2 2 1-15,-2 2 1 0,1 2-1 0,-6 2-7 16,2 6 2-16,-6 3-1 0,2 1 3 15,1 3-4-15,4-1-3 0,3-3 3 0,0 0-4 16,5-1 3-16,-2 2 1 0,3-2 2 0,1 1-10 16,3-6 7-16,0-2 0 0,0 1 2 0,1-3 1 15,1 1-5-15,-1-4 5 0,1 3 12 0,-1-4 25 0,3 0 11 16,-3-3 4-16,9-1-7 0,-9 1-4 16,18-10-5-16,-9 3-1 0,3-3 0 0,2-2-4 15,-1 1 2-15,1 0-12 0,-1-5-3 0,1 1 1 16,-2 3-7-16,-2 0-1 0,0 1-1 0,-2 3 0 15,-3-1 8-15,-1 5-1 0,0-2-2 0,2 3-3 16,-4-2-5-16,1 3-5 0,-1-3-3 0,-2 5-9 0,6-1 0 16,-6 1-1-16,6 6 2 0,-5-2-5 15,3 2 4-15,2 0-1 0,0 3 2 0,1 2-3 16,-2 1 4-16,3 0-1 0,2 3 2 0,-3-4-10 16,4 0-13-16,-1 3-3 0,-1-3-24 0,-2-2-23 15,-1-1-24-15,4-3-25 0,-1 3-36 0,-1-6-40 0,-2 1-155 16,5-1-382-16,-4-4 169 0</inkml:trace>
  <inkml:trace contextRef="#ctx0" brushRef="#br0" timeOffset="14310.17">26608 3238 62 0,'0'0'136'0,"0"0"6"15,0 0-9-15,11 12-12 0,-7-2-7 0,5 5 0 16,1-1-8-16,-1 11 2 0,0 2-14 0,4-1 2 0,-4 3-7 16,-3 2-5-16,3 1-8 0,-4-2-10 15,-2 1-4-15,-3-3-5 0,-3 4-5 0,-2-3-3 16,-4-5-8-16,-4 2-3 0,-2-1-3 0,-3-1-4 15,-3-2 0-15,-4-1-11 0,-3-5-16 0,1-2-21 16,-6-1-27-16,1-5-24 0,0-3-41 0,-4-1-53 16,2-4-99-16,4-5-281 0,0-2 124 0</inkml:trace>
  <inkml:trace contextRef="#ctx0" brushRef="#br0" timeOffset="14695.63">26268 3027 34 0,'0'0'170'16,"-4"-6"-12"-16,4 6-10 0,-4-2-27 0,4 2-9 16,0 0-16-16,0 0-6 0,0 0-7 0,-15 9-13 15,2 4 2-15,-5 7-12 0,-4 6-6 0,-2 3-3 16,-6 14-1-16,-5 5-4 0,2 3 1 0,1 0 3 16,-3 1 0-16,3 3-8 0,3-5 0 0,2-2 0 15,7 0-3-15,8-15-8 0,5-1 0 0,3 1 0 16,3 3 21-16,6-2 0 0,6-5 0 0,10 1 6 15,4-3-3-15,21 3-7 0,4-6-3 0,5-5-20 16,5-3-47-16,1-5-85 0,-2-9-240 0,1-3-375 16,-4-6 166-16</inkml:trace>
  <inkml:trace contextRef="#ctx0" brushRef="#br0" timeOffset="18183.48">11743 5485 101 0,'1'-4'98'16,"-1"4"-16"-16,0-4-3 0,0 4-6 0,0 0 0 16,3-3-21-16,-3 3 5 0,3-4-2 0,-3 4-5 15,6-5-4-15,-3 5-3 0,4-2-5 0,-1-1-7 16,1 1 3-16,-1 2-6 0,0-3 6 0,6 1-15 15,1-1 6-15,-1 0-7 0,1-1-10 0,1 2 5 16,-1-1 2-16,6 1-1 0,-5-3-8 0,4 3 5 16,-4-2-8-16,7 3 17 0,-3-2-5 0,3-1 12 15,0 0-8-15,-1 0 5 0,8-1 6 0,-6 4-12 16,6-3 2-16,3 0-2 0,-3 1-1 0,0-1-7 16,-1 2-3-16,1-1 4 0,1 1-2 0,-2-4-3 15,0 5 4-15,1 0 8 0,2-2-23 0,-2-1 9 16,0 6 6-16,0-4-7 0,-7 0 11 0,11 1-6 15,-2-3-5-15,-1 3 5 0,3 0-2 0,-1 0-6 16,-2-1 2-16,3 1 2 0,0 0-5 0,0 0 2 16,0-1-1-16,0-1 7 0,1 1-6 0,1-2 4 15,0 1-6-15,-5 1 3 0,6 1 1 0,-7-1 0 16,3-1 2-16,2 0 3 0,-5 2-8 0,1-2 2 16,2-1-3-16,0 3-3 0,-2-2 19 0,-2 2-3 15,6-3 2-15,-5 3-8 0,-1 0 7 0,-4 1-9 0,5-5 11 16,0 3-4-16,2-1-1 0,-1 1 0 15,3 0 0-15,-4 0 2 0,0 2-6 0,0-3 10 16,3 0-13-16,-3-2 1 0,3 1 2 0,-3 2 0 16,4-1-3-16,-5 1-3 0,2-1 7 0,3 1-4 0,-4 1-2 15,3 0 0-15,-3 0-2 0,1-1 2 0,-1 0 0 16,1 2 2-16,-3-3-2 0,-3 3 2 0,-1 0 1 16,8-1-4-16,-2 0-3 0,-2-2 0 15,3 1 6-15,1 1 3 0,-2 1-3 0,2 0 2 0,-10-1-4 16,12 1 0-16,0-3 1 0,0 3-1 15,1-2-3-15,-5 2 6 0,4-3-3 0,-1 1-2 0,1 0 8 16,-1 1-7-16,1-2 2 0,-2 2-2 16,0-2-1-16,3 2 1 0,-4-2 2 0,2 1-3 0,-2 1 10 15,2-1-11-15,-3 2 0 0,1-3 7 0,2 3-11 16,-3-2 12-16,2 2-9 0,-2-3 3 0,1 3-3 16,-2-1 3-16,-7-2 2 0,11 1-3 0,-3-1 3 15,0 0-2-15,6 1 2 0,-4-1-1 0,2 1 5 16,0 0 0-16,-2-1 5 0,0 1-6 0,2-1 2 15,1 1 0-15,-2-1 1 0,-1 2 5 0,1-2-12 16,-3 1 9-16,4-1-5 0,-6 2 0 0,2-1 3 16,0-1-6-16,-5 2 8 0,4-3 0 0,-4 3-1 15,6-2 3-15,-2 3-4 0,-8-3-2 0,3 2 2 16,1 0 3-16,5-2-5 0,-7 3 3 0,-2-1-5 16,2 1 3-16,0-3-3 0,-1 1 7 0,2 1-1 15,0 0 1-15,-3-2-5 0,3 2 4 0,-3 0-4 16,1 0 3-16,1-2 0 0,-3 2-1 0,0 1-1 15,-2-3 6-15,-1 3-4 0,2 0 5 0,-3-1-3 16,-1-1 13-16,2 2 3 0,2-2-5 0,-3 0-4 16,4 2 2-16,-4-1-7 0,-1 0 2 0,5 0-2 15,-6-1-1-15,1 2-3 0,-1-2 0 0,0 2-2 16,-1 0 1-16,0 0 1 0,3 0 1 0,-5 0-4 16,3 0-4-16,-1 0 4 0,-2 0-2 0,5-3 1 15,-5 6-2-15,4-3 1 0,1 0-1 0,-3 0 1 16,3 0-1-16,-1 0-2 0,0 0 0 0,0-3 0 15,2 6-3-15,-1-3 3 0,-1 0 3 0,-2 0 11 16,5 0-15-16,0-3 1 0,-3 3 0 0,8 0 0 16,-9 0 0-16,6 0-4 0,0-1 4 0,0 1-4 15,0 0 0-15,-5-1 3 0,5-1-1 0,0 1-1 16,2 1 5-16,-5-2-1 0,6 0 2 0,-2 3-2 16,-2-2-4-16,2 1 4 0,-1 0 5 0,2-3 1 15,-1 3 3-15,-1 0 3 0,1 0 10 0,-2-1-11 16,2 0 0-16,1-2 2 0,10 2-3 0,-11 0 3 15,4-1-2-15,6 1-1 0,1 1-3 0,-1-2 0 16,-2 2-2-16,-4 0 0 0,-1-1 2 0,5 0-3 16,-7 1-1-16,3 0 0 0,-4 0 1 0,4 0-3 15,0-3 1-15,-2 6 0 0,0-6-1 0,6 6 3 16,3-6-1-16,-10 6-1 0,8-3 0 0,-1 1-3 16,-6-1 2-16,7 0 2 0,-7 0 0 0,2-1-3 15,-1 1 0-15,6 0 1 0,0-3-1 0,-6 3 1 0,0 0 3 16,-2 0-3-16,7-1-3 0,-3 1 2 15,-5-1-1-15,3 2 0 0,-3-2 1 0,2 1 0 16,-6 0 0-16,5 0 0 0,-3 1 0 0,-2-2 3 16,2-1 1-16,-3 1 2 0,-2 2-1 0,2-2 2 15,-3 0-2-15,-2 0 0 0,1-1-1 0,-1 2 0 16,3-3 1-16,-5 3-4 0,4-2 7 0,-5 2-4 16,4 0-1-16,-2-2-2 0,-3 4-2 0,3-5 1 15,-2 2 4-15,-6 1-4 0,13-1 0 0,-8 1 2 16,1-2-4-16,3 2 3 0,-9 0 0 0,11 0-2 15,-6-1 0-15,-5 1 5 0,9 0-3 0,-9 0 3 16,7-1 8-16,-7 1 3 0,0 0-2 0,8-1 7 0,-8 1 1 16,0 0-1-16,5 0 0 0,-5 0-1 15,0 0-3-15,0 0-1 0,0 0 0 0,0 0 2 16,0 0-2-16,7 1 1 0,-7-1-7 0,0 0 2 16,0 0-2-16,0 0-6 0,0 0 0 0,0 0 0 0,5-2-2 15,-5 2-1-15,0 0-5 0,0 0-15 0,0 0-16 16,0 0-14-16,0 0-27 0,0 0-27 0,0 0-12 15,0 0-21-15,0 0-26 0,-17 6-58 16,6-5-143-16,2 1-391 0,-3 2 174 0</inkml:trace>
  <inkml:trace contextRef="#ctx0" brushRef="#br0" timeOffset="20330.28">12081 5908 6 0,'0'0'123'0,"0"0"15"0,0 0-30 16,0 0-5-16,0 0-9 0,-1-4-2 0,1 4-5 16,0 0-1-16,0 0-9 0,0 0-5 0,0 0-8 15,0 0-5-15,0 0-9 0,0 0-3 0,0 0-6 16,-2-4-5-16,2 4-2 0,0 0-4 0,9-3-6 16,-6 2 11-16,1-2-12 0,-4 3-5 0,13-2-1 15,-7 2-5-15,2-3 1 0,2 3-2 0,-1-2 3 16,4 0-4-16,1 0-3 0,-1 1 2 0,5-1-6 15,0-1 2-15,2 3-3 0,-2-1 7 0,1 0-3 16,4 1 2-16,-4-3-5 0,3 2 3 0,5-3-6 16,5 2 3-16,-3 0 2 0,1-1 1 0,-9 3 0 15,9-5-8-15,-1 5 4 0,-1-1-1 0,4 0 3 16,-5-1 1-16,1 2-2 0,0-2-2 0,0 1 2 16,-1-1-3-16,1 2 1 0,-5 0 1 0,9-2 0 15,-2 2-2-15,-1-1 8 0,-1 2-12 0,3-2 10 16,2 1 0-16,-4 0-5 0,2 0 2 0,1-1 0 15,-3 1 3-15,1-1-6 0,0 1 7 0,-1-2-2 16,0 1-6-16,-1 1 11 0,0-1-5 0,0 1 3 16,2 0-6-16,-4 0 4 0,4-1-3 0,-3-2 7 15,3 3-2-15,-4-2-3 0,-3 0 1 0,8 2-2 16,-3-1-1-16,0-2 1 0,1 2-4 0,-1-2 4 0,0 1-4 16,3-2 3-16,-2 4 0 0,-1 0 2 15,2-1-1-15,-1-2-1 0,-1 2 1 0,-2-2-1 16,2 3 1-16,2-2-4 0,-2-1 0 0,-1 1 4 15,1-1-4-15,-7 3 7 0,7 0-4 0,-6-2-1 16,1 1-4-16,-1 1 2 0,7-1-4 0,-2-2 7 0,-6 2 0 16,9-3-2-16,-7 4 0 0,4-2 0 15,1 2 2-15,3-1 0 0,-10-1 0 0,8 2-3 16,-4 0-1-16,2-2 3 0,1 1 1 0,0 0-1 16,-5 0-3-16,8-1 4 0,-4 1-2 0,1 0 4 0,0-2-5 15,-1 1 2-15,-1-1-1 0,-5 3 4 0,7-3-5 16,-5 2-1-16,5 1 8 0,-5 0-4 0,6-4 0 15,-8 4 2-15,6-4-2 0,1 4-1 16,-5-2 3-16,-4 1-1 0,11-3 1 0,-10 3-3 0,8 0-3 16,0-2 3-16,-7 3-1 0,6-2 2 0,-7 2-1 15,3-2 3-15,0 1-1 0,5-2-2 0,-7 2-1 16,2 1 4-16,-3-3-2 0,1 2 0 0,7 1-2 16,-7-1 3-16,1-2-3 0,-3 3 6 15,4-1-6-15,0 0 5 0,-1-1-1 0,5 1-8 0,2-1 6 16,-2 0 0-16,-5 1 2 0,-1 1-1 0,10 0-2 15,-4-2-1-15,-5 2 4 0,5 0-8 0,-6-2 3 16,7-1 2-16,-7 2 0 0,7-2-6 0,-8 2 8 16,2 0-1-16,6-2 4 0,2 0 5 0,-2 2-1 15,-8-2 2-15,2 1-4 0,7-1-3 0,1 1 5 16,-10-1-2-16,8 2-1 0,-1-2-5 0,-5 2 5 16,6-1-2-16,-8 0 3 0,1-1 0 0,1 1 1 15,8 1-3-15,-8-1-2 0,-2 0 0 0,10-1 0 16,-2 0-1-16,3 3-2 0,-5-2 9 0,3 0-11 15,-1-1 11-15,1 3-7 0,2-2-4 0,-11 0-1 16,11-3 1-16,-2 2-2 0,-1-2 5 0,-7 3 4 16,6 2-6-16,3-1-4 0,-3-1 4 0,-8 0-4 15,4 1 2-15,-2 0 3 0,2 1-1 0,3-3-3 16,3 3 4-16,-8-2 1 0,-1 1-9 0,1 1 15 16,1-1-6-16,0 1 0 0,-2-1-1 0,2 1 0 15,-2-2-2-15,2 1 4 0,2 1-3 0,-3-1-2 16,1 1 9-16,-1 0-5 0,7-3 3 0,-4 2 5 15,5 0-2-15,-10-2-2 0,10 1 3 0,-1 2 1 16,-1-2-4-16,-4-1 0 0,4 2 2 0,-6 0-2 16,1 1-1-16,0-3 3 0,0 1 0 0,-2-1-1 15,2 0 2-15,-2 2 2 0,1-3-1 0,-2 3 9 16,0-2-5-16,-1 1-1 0,3-1 2 0,-3 0-11 16,1 1 8-16,1 0 0 0,1 0-4 0,-2-1 0 15,-6 2-3-15,8 0 2 0,-3-2-3 0,-5 1 0 16,5 0 2-16,-8-1-5 0,5 3 3 0,-4-1 1 15,0-2 0-15,2 1 2 0,-2 1 0 0,1-1 1 16,-2 1 0-16,-1-1 2 0,-1 2-7 0,1-2 3 16,1 2-2-16,-4-3 1 0,3 3 2 0,0-1-7 15,-2 1 5-15,0-3-1 0,-2 3 0 0,4-1-4 16,-9 1 6-16,9-1-3 0,-5 0-4 0,1-1 7 0,-5 2 1 16,0 0 5-16,10 0 3 0,-10 0-1 15,0 0-2-15,0 0 0 0,7 0 1 0,-7 0-3 16,0 0-4-16,0 0 0 0,0 0 3 0,0 0-3 15,0 0 2-15,0 0-2 0,0 0-3 0,0 0 1 16,0 0-6-16,5-2-10 0,-5 2-22 0,0 0-23 0,0 0-26 16,0 0-29-16,0 0-27 0,0 0-44 0,0 0-173 15,0 0-384-15,0 0 169 0</inkml:trace>
  <inkml:trace contextRef="#ctx0" brushRef="#br0" timeOffset="22820.9">12170 5625 93 0,'0'0'94'0,"0"0"-10"0,0 0-8 16,6-8-9-16,-6 8 3 0,6-2-4 0,-3 0-8 15,-3 2-8-15,10-3-2 0,-6 2-4 0,1 0-10 16,0 0 1-16,2 1-2 0,1-3-1 0,0 3-5 15,2-1-4-15,2-2 0 0,1 1 7 0,4 1-12 16,0 1 0-16,2-2-2 0,3-1-2 0,-3 2 2 16,11-2 5-16,-2 1-8 0,1-3 4 0,1 0 3 15,-2 3 0-15,2-3-5 0,6-1 3 16,-4 2 1-16,1-1 0 0,2 1 1 0,-1-1-1 16,-1 2-1-16,3-1-4 0,-1 1 0 0,1 0-8 15,-2 2 3-15,1-2-1 0,1 0 0 0,-1-1 2 0,2 2-5 16,-2-1 0-16,-2 3 1 0,-2-3 0 0,-1 0 0 15,2 0 2-15,-1 3-5 0,2-3 6 0,-6 2-5 16,2-1 2-16,-1 0 0 0,3 1-2 0,-3-1 12 16,4 2-7-16,-4 0 0 0,3-3 3 0,0 3-7 15,-2-1 3-15,4-2 8 0,-1 0-11 0,0 2 2 16,-1 0 1-16,-1-4-2 0,1 5 0 0,1-3-1 16,-2 1-1-16,1 0-6 0,0 0 8 0,1-1-3 15,0 0-4-15,-3 1-1 0,3-2 2 0,-1 3 3 16,-3-1-1-16,4-3 5 0,-4 5-3 0,2-3 6 15,-2 3-9-15,1-4-5 0,0 3 4 0,0 0-2 16,1 1 1-16,1-3 7 0,-2-1-4 0,2 3 1 16,-3 1-2-16,1-2 3 0,1 0-2 0,-1 1-1 15,-1-1 0-15,2 1-4 0,-1 0 3 0,-1 1 2 16,1-3 0-16,2 3-1 0,-3-2 1 0,3-1-4 16,-3 3-1-16,4-3 6 0,-3 3-2 0,-1-2-4 15,3 3 2-15,-2-1-1 0,-3-1 2 0,5 2 1 16,-4-1-5-16,-7-1 0 0,3 2 3 0,-2-2-2 15,0-1 6-15,9 4 2 0,-9-2 1 0,7-2-3 16,-1 0-4-16,-5 2 1 0,1 0 1 0,5 0-7 16,-5 0 3-16,4-3 7 0,1 2-5 0,0 1-2 15,-1-1 6-15,-5 2 5 0,7-2-10 0,-2 1 1 16,2-2 0-16,-2 0-1 0,0 2 0 0,-6 0 1 16,8-2 4-16,-6 4-7 0,5-4 9 0,-6 1-6 15,6 1-2-15,0-3 4 0,-7 3-2 0,9-1 2 16,-7 1-1-16,4-3 4 0,1 3-8 0,0-1 4 15,1 1-3-15,-8-1 3 0,9 3 2 0,0-2-3 16,-2 0 0-16,-1 2 9 0,1-1-8 0,-5-1 8 0,4 0-10 16,-4 0 4-16,3 1-4 0,-5-1 1 15,0 3-1-15,-1-3 3 0,3 0-3 0,-1 0 0 16,-2 0 3-16,2 0 1 0,6 0-1 0,-7 0 1 16,0 0-3-16,0 0 0 0,0-3 1 0,2 3 0 15,4 0-2-15,-5 0 1 0,1 0 0 0,-1 3 3 16,-2-3 8-16,1 1-11 0,2 2 6 0,-2-3-6 15,-3 0-3-15,4 1 4 0,-3-1-1 0,-1-1-5 16,5 2 3-16,-8-1 0 0,5 0 4 0,-3 0 1 16,3-1-2-16,-3 1 1 0,-2-1 0 0,2 1 1 15,2 0 0-15,2 1-6 0,1-2 12 0,-2-1-5 0,-2 1 0 16,1 1 0-16,2 0-4 0,-5 0 5 0,2 0-1 16,0 0 0-16,-3 0 4 0,-2 0 2 15,2 0 3-15,2 0 5 0,-3 1 2 0,-1-2 0 16,2 1 4-16,-2 0-4 0,1 0 0 0,0-3 1 0,-1 3 7 15,1 0-9-15,-1 0-3 0,1 0-1 0,3 0 1 16,0 3-3-16,-4-3-4 0,1 0 3 0,0-3-2 16,0 6-1-16,-1-6-1 0,0 3 0 15,-3 0-2-15,2 0 1 0,-1 0 0 0,-3 0 0 16,-1 0-1-16,0 0-1 0,2 0-2 0,0 0-1 0,-2-1 4 16,5 1-2-16,-3 1-4 0,1-1 2 15,1-1 0-15,0 1 3 0,2 1-4 0,-1-1-1 0,-1-1 4 16,0 1 1-16,3 0-2 0,-1 1 1 0,-2-1 0 15,6 0 0-15,-3 0-7 0,-2-1 3 16,2 1 0-16,-2-1 1 0,-1 1 5 0,0 1-8 0,-1-2 1 16,1 2 2-16,1-1 0 0,-4 0 3 0,2-1 0 15,2 1 1-15,1-2 0 0,-1 2 0 0,-3 2-2 16,4-2 1-16,-3 0 0 0,2 0 0 16,2-2-1-16,-3 2-3 0,1-1 2 0,0 1 0 0,-1 0 0 15,0 0 0-15,3-2 1 0,-2 2 1 0,1 1 1 16,-2-1 4-16,-1 0-7 0,4 0 1 0,-2 0-4 15,-1-1 1-15,1 1 4 0,-2 0-4 0,3-2 0 16,-3 2 3-16,3 0-5 0,-3 2 7 0,-2-2-1 16,0 0-2-16,-1-2-1 0,2 4 7 0,-1-2 8 15,-2 0 8-15,-6 0 1 0,12-2 2 0,-12 2-3 16,9-1-3-16,-4 0-3 0,-5 1 4 0,11 0-6 16,-6-1-1-16,0-1-3 0,-5 2-1 0,11 0 1 15,-5-3-2-15,0 3-1 0,-6 0 0 0,11-1-1 16,-5 2 2-16,-1-2-7 0,0 0 3 0,-5 1-2 15,9 0-1-15,-1-2 5 0,-8 2-6 0,10-2 2 16,-10 2 0-16,10 0-4 0,-6 1-1 0,-4-1 1 16,8 0 0-16,-8 0 3 0,0 0-2 15,11 0 3-15,-11 0-3 0,0 0 0 0,4-1 0 0,-4 1 1 16,0 0-3-16,0 0 3 0,0 0 2 0,0 0-3 16,8 1 0-16,-8-1-1 0,0 0 0 0,0 0 0 15,0 0 3-15,0 0-6 0,0 0 4 0,0 0 1 16,0 0-1-16,0 0-1 0,0 0 3 0,0 0-1 15,0 0 0-15,0 0 1 0,0 0-1 0,0 0 0 16,0 0-1-16,0 0 0 0,0 0 1 0,0 0 2 16,0 0-1-16,0 0-1 0,5-2-3 0,-5 2 4 15,0 0-3-15,0 0 3 0,0 0-3 0,0 0-1 16,0 0 5-16,0 0-1 0,0 0-3 0,0 0 0 16,0 0 0-16,0 0 3 0,0 0-2 0,0 0-1 15,0 0 2-15,0 0 1 0,0 0-5 0,0 0 3 16,0 0 1-16,0 0-2 0,0 0-3 0,0 0 12 15,0 0-10-15,0 0 2 0,0 0-2 0,0 0-3 16,0 0 6-16,0 0-2 0,0 0 3 0,0 0-3 16,0 0 4-16,0 0-16 0,0 0-10 0,0 0-18 15,0 0-20-15,0 0-22 0,0 0-17 0,0 0-18 16,0 0-60-16,0 0-114 0,-13 7-316 0,13-7 140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8:13:22.43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3613 2063 116 0,'0'0'123'0,"0"0"0"0,-1-3-10 15,1 3 0-15,0-5 5 0,0 5-8 16,-1-4-5-16,1 4-2 0,-3-5-1 0,3 1-6 16,0 4 0-16,0-8 7 0,-3 4 2 0,2 0 4 15,1-1-6-15,0 5-4 0,-1-8 0 0,1 2-3 16,-1 1 1-16,1 0-5 0,-2-1-6 0,2 3-3 16,-1-2-1-16,2 0-1 0,-2 0-8 0,1 5-13 15,0-4 0-15,0 4-12 0,0 0-12 0,0 0-15 16,0 0-8-16,0 0-4 0,3 16-5 0,-2-4 0 15,4 15 2-15,-4 0-2 0,1 4 0 0,2 17 1 16,-1 2 2-16,0-3 2 0,-2-10-5 0,3 9 2 16,-3-10 0-16,3-1 5 0,0 0-7 0,-3-2 2 15,-1-3 0-15,1-1-2 0,2-10 0 0,-3 0 2 16,0-1 0-16,1-6-1 0,2 0-3 0,-3 0 5 16,0-5-2-16,0-4 8 0,0 4-3 0,0-7-1 15,1 8 17-15,-1-8 12 0,-1 6 10 16,1-6 4-16,0 0 0 0,0 0-10 0,0 0-24 0,0 0-16 15,0 0-31-15,0 0-27 0,-4-23-39 16,1 15-36-16,3-4-51 0,3-7-54 0,-3-2-195 16,1-2-464-16,3-4 205 0</inkml:trace>
  <inkml:trace contextRef="#ctx0" brushRef="#br0" timeOffset="340.81">3545 1941 134 0,'0'0'209'0,"0"0"-9"0,0 0-18 15,-6-4-16-15,6 4-14 0,0 0-15 0,0 0-14 16,0 0-15-16,0 0-17 0,21-3-2 0,-1 0-11 15,9-1-5-15,6 0-13 0,2 1-1 0,17-2-5 16,-2 0-7-16,-1 3-2 0,3 0-14 0,-17-2 1 16,15 3-2-16,-16-2-6 0,-1 1 6 0,-5 2-11 15,-3-2 2-15,-4 4-7 0,-9-2-23 0,-2 0-14 16,-2 0-11-16,-3 0 1 0,-3 0 4 16,-4 0-4-16,1 5 0 0,-1-5-14 0,-15 7-4 15,4-2-7-15,-7 2-25 0,-1 0 3 0,-3-2-16 16,-1 2-13-16,3 0-10 0,-1-1-110 0,1-2-248 15,4 2 111-15</inkml:trace>
  <inkml:trace contextRef="#ctx0" brushRef="#br0" timeOffset="818.62">3668 2435 22 0,'0'0'214'0,"-5"2"-9"16,5-2-6-16,0 0-5 0,0 0-6 0,-4 1-11 15,4-1-12-15,0 0-13 0,0 0-18 0,-6 0-9 16,6 0-15-16,0 0-6 0,0 0-13 0,0 0-11 16,0 0-7-16,-3 3-10 0,3-3-3 0,0 0-4 15,0 0-11-15,0 0-3 0,0 0-8 0,0 0-2 16,0 0-3-16,0 0-5 0,0 0-2 0,0 0-6 16,0 0 3-16,0 0-7 0,0 0-2 0,0 0 2 15,0 0-1-15,13 5 7 0,-8-5-8 0,8-3-1 16,6 1 1-16,1 1-1 0,8-1 0 0,0-3-1 15,2 3-4-15,-2-5 0 0,0 4-1 0,2 1 2 16,-11-3-3-16,3 2 1 0,-4 1-1 0,-6 0-2 16,0 1 2-16,-4 1 0 0,-1 0 2 0,-7 0 0 15,14-2-3-15,-14 2 4 0,9-2-3 0,-9 2 1 16,0 0-4-16,8 0-6 0,-8 0-17 16,0 0-19-16,0 0-32 0,0 0-39 0,0 0-45 0,9-5-37 15,-9 5-174-15,0 0-402 0,0 0 178 0</inkml:trace>
  <inkml:trace contextRef="#ctx0" brushRef="#br0" timeOffset="1698.95">4659 2103 139 0,'7'-9'176'0,"-7"9"-21"16,0 0-12-16,8-2-19 0,-8 2-9 0,10-1-13 15,-10 1-17-15,11 1-6 0,-11-1-6 0,13 6-11 16,-5-2-13-16,2 1-2 0,-1 6-3 0,-1-5-4 16,2 8 7-16,-5 3-7 0,0 2 2 0,2-2-8 15,-6 1 0-15,-1 0-3 0,0-3 2 16,-4 7-2-16,0-6-5 0,-1 1-1 0,0 0-6 16,-5-4 10-16,1 2-6 0,1-6 4 0,-2 0-4 15,2 1 6-15,-1 0 2 0,-1-5 4 0,5 2 5 16,-3-3 6-16,3 1 18 0,1-3 13 0,-1 1 15 15,5-3 22-15,-9 0-3 0,9 0-4 0,0 0-9 16,-5-8-8-16,5 2-14 0,3-4-6 0,-1 0-10 16,6-7-3-16,1 0-8 0,-1-1-4 15,2 1-9-15,5-6-1 0,-5 7-5 0,3-2 1 0,-4 2-7 16,0-1 4-16,4 5-4 0,-7-3 5 0,2 6-3 16,0 2 3-16,0-1-1 0,-2 1 5 0,-5 3-1 15,-1 4-9-15,5-8 0 0,-5 8-6 0,7-5 5 16,-7 5-16-16,3-3-2 0,-3 3-17 0,0 0-6 15,0 0-1-15,0 0 2 0,0 0 0 0,0 0 5 16,4 20-3-16,-4-8 7 0,0 2 1 0,3 1 10 16,-2-3-10-16,0 0 3 0,2 5 2 15,1-3 4-15,-1-4-6 0,4 2 3 0,-3 0-10 0,5-1-22 16,-3-2-18-16,2-1-19 0,-2-1-27 0,4-1-24 16,-1-1-41-16,2-2-38 0,-1-3-71 0,-10 0-144 15,16-3-448-15,-3-1 198 0</inkml:trace>
  <inkml:trace contextRef="#ctx0" brushRef="#br0" timeOffset="1964.93">4978 2035 41 0,'0'0'193'0,"0"0"-20"15,0 0-14-15,23 7-5 0,-12-1-1 0,-2-1-4 16,8 7-4-16,-2 0-10 0,2 2 0 0,3 4-8 16,-3 3-5-16,2 4-6 0,-6 1-9 0,1 3-7 15,-5 0-12-15,-4 2-6 0,-5-3-9 0,0 1-4 16,-4 2-5-16,-3-4-3 0,-7 1-6 0,-1-1-24 16,-6 0-21-16,-2-2-24 0,-2-4-35 0,-4 2-40 15,0-3-31-15,-6-3-70 0,-13 2-157 0,12-6-376 16,-4-9 167-16</inkml:trace>
  <inkml:trace contextRef="#ctx0" brushRef="#br0" timeOffset="2302.11">4564 1858 200 0,'0'-3'192'0,"0"3"-18"0,0 0-14 0,0 0-26 0,0 0-9 16,-10 16-8-16,2-3-8 0,-5 11-15 0,2 3-10 15,-2 8-1-15,-10 9-13 0,3 5-5 0,3 7-7 16,0 1 4-16,4 1-9 0,5-4-9 0,4-3 4 16,6-4-6-16,5-12 0 0,5-1-3 0,6-3-3 15,4-4 0-15,14 6-1 0,-4-10-3 16,16-4-26-16,5-2-71 0,-1-5-100 0,2-8-154 16,-17-4-345-16,5-4 153 0</inkml:trace>
  <inkml:trace contextRef="#ctx0" brushRef="#br0" timeOffset="4519.79">3468 3063 146 0,'0'0'158'0,"0"0"-6"0,1-6 0 16,-1 6-6-16,0-2-8 0,0 2-9 0,0 0-14 0,0-6-12 16,0 6-11-16,0 0-18 0,0 0-2 15,0 0-9-15,0 0-5 0,-4 13-10 0,3 0-2 16,-7 4-4-16,3 1 0 0,-9 10 20 0,1 2-5 15,-1 2-3-15,-7 11-5 0,5-11-5 0,-4 10-9 16,5-9-1-16,4-3 0 0,-4 0-2 0,3-1-7 16,-1-3-1-16,2-2-2 0,6-4-1 0,0-2-4 15,-3-2 1-15,4 1-5 0,-1-6 1 0,1 0-3 16,3-1 3-16,-3-5-9 0,3 2 6 0,-2-2-1 16,2 0-2-16,-4-1 3 0,5-4 17 0,-1 6 15 15,1-6 10-15,-3 4 7 0,3-4 4 0,0 0 2 16,0 5-8-16,0-5 7 0,0 0-3 0,0 0-4 15,0 0-4-15,0 0-6 0,-5 5-6 0,5-5-4 16,0 0-33-16,0 0-37 0,0 0-25 0,0 0-26 16,0 0-37-16,-9-17-52 0,6 10-46 0,-2 2-193 15,-1-2-444-15,-3 0 196 0</inkml:trace>
  <inkml:trace contextRef="#ctx0" brushRef="#br0" timeOffset="4772.18">3355 3038 140 0,'-10'9'158'0,"1"1"-11"0,-6 3-16 0,-5 5-7 15,-3 3-11-15,-1 0-13 0,5 3-6 16,-7 0-6-16,3 1-15 0,-2 1-15 0,3-2-35 16,2-2-33-16,2 0-38 0,5-6-44 0,0-2-92 15,3-2-198-15,4-2 88 0</inkml:trace>
  <inkml:trace contextRef="#ctx0" brushRef="#br0" timeOffset="4952.78">3360 3156 98 0,'1'3'206'0,"3"1"-21"16,3-1-18-16,0 4-18 0,6 1-11 0,1 3-15 16,13 0-10-16,1 3-10 0,4-1-7 0,3 1-49 15,0 1-67-15,14 1-95 0,-17-6-100 0,-3 2-234 16,2-4 104-16</inkml:trace>
  <inkml:trace contextRef="#ctx0" brushRef="#br0" timeOffset="7981.22">1375 4642 211 0,'0'0'249'0,"0"0"-25"15,-7-2-24-15,7 2-21 0,0 0-18 0,0 0-17 16,0 0-15-16,0 0-13 0,0 0-11 0,0 0-14 16,0 0-6-16,0 0-3 0,0 0-9 0,0 0-10 15,0 0-5-15,0 0-5 0,0 0-6 0,7-12-5 16,0 5 3-16,2-1-16 0,5-4 1 0,0-2-3 15,-1 2-1-15,0-1-3 0,-2-1-2 16,2 1 0-16,-3-1-4 0,-2-1-2 0,-3 6 2 16,-1 3 7-16,1-2 7 0,-1 3 2 0,-3 0 0 15,0-1-10-15,-1 6-11 0,-6-4-6 0,6 4-6 16,0 0-1-16,-32 15 1 0,8-1 1 0,-2 6-1 0,1 2-3 16,-2 1-1-16,1 5 1 0,1 0 0 15,-6 10 4-15,8-6-3 0,1-4 3 0,2 0-2 16,4 1 0-16,1-5 6 0,5 3-4 0,5-8-3 15,2-1 0-15,3 0 5 0,3-2-3 0,3-2-4 16,3-5 4-16,9 1 2 0,3-8-3 0,14-2-3 16,0-5-5-16,16-7 1 0,0-7 2 0,1 0 1 15,1-9-3-15,-3 4 4 0,-2-6 0 0,2 1-5 16,0-3 3-16,-4 1 0 0,-5 1 1 0,-11 5 2 16,-2 0-2-16,-1 2 4 0,-2 4 16 0,-5 0 15 15,-7 5 17-15,-4 4 16 0,-1 0 13 0,-2 5 18 16,0 0-2-16,-2-1-3 0,0 2-9 0,1 2-12 15,-5 2-6-15,4-7-6 0,-4 7-17 0,5-1-16 16,-5 1-5-16,0 0 0 0,0 0-4 0,-1 23 3 16,-3-6-3-16,0 8-2 0,-1-4-1 0,1 4 11 15,0 1-10-15,3 1 0 0,0 1-1 16,-3-8-1-16,3 5 2 0,1-7-10 0,-3-3-23 16,3 2-6-16,0-5-19 0,0-2-13 0,0-3-2 15,0 0 2-15,0-2 6 0,0 0 7 0,0-5-22 0,0 0-22 16,0 0-28-16,0 0 0 0,-14-17-11 0,6 7 5 15,2-5 19-15,-3-1 4 0,-4-10 0 0,0-1-6 16,2-1 6-16,-3-2 17 0,2 0 7 16,2 1 29-16,-1 1 23 0,4 5 27 0,-3-4 24 15,1 11 19-15,4 1 17 0,0 6 10 0,1-2 11 16,1 5-18-16,1 1-2 0,-1-1-9 0,2 2-5 16,1 0-10-16,0 4-3 0,6-5-8 0,2 3 1 15,4 3-8-15,6 0 1 0,3 3-4 0,10 1-2 16,1 2 0-16,-3 1-3 0,4 5 1 0,2-3-3 0,-3 7 3 15,0 0 2-15,-4 6-4 0,-5-3-2 16,0 3 0-16,-5 1-1 0,-3 1 4 0,-2-3-7 16,-5 3 1-16,-2 0-3 0,-7-5 4 0,-8 8-1 15,-4-1-1-15,-5 2 3 0,-1 0-4 0,-3-5-1 16,-2-2 1-16,-4-2-4 0,0-1 4 0,1-4-2 16,3-2 5-16,4-5 0 0,4 1 4 0,-1-3 2 15,7-2-7-15,0 1 4 0,2-3-1 0,3 1-2 16,1 0-10-16,4-3-21 0,0 0-25 0,0 0-19 15,9-20-5-15,9 6 6 0,5-2-2 0,3-2-3 16,2-2 4-16,0-3-12 0,1-1 0 0,8-8-2 16,-9 9 10-16,2-3 6 0,-2 3 5 0,1-1 7 15,-3 1 4-15,-2-1 19 0,-3 0 15 0,-4 5 21 16,-2 6 30-16,-4-3 22 0,-2 2 19 0,-3 4 27 16,-3 0 23-16,2 5 12 0,0-4 9 15,-1 3 6-15,-3 1 2 0,-1 5-11 0,4-9-4 16,-3 6-12-16,-1 3-6 0,3-7-25 0,-3 7-2 15,0 0-15-15,4-7-13 0,-4 7-6 0,0 0-11 0,0 0-25 16,0 0-6-16,0 0-1 0,0 0-1 0,5 18-1 16,-5-5-5-16,0 3 5 0,0 3-4 0,1 4-1 15,4 5-3-15,-5-2 2 0,3-2-4 16,-2 2 3-16,2-6-1 0,-2-1 5 0,0-1 0 16,3-2-1-16,-4-5-7 0,3 0 0 0,-3-2-1 15,0-2 7-15,0 0 10 0,0-7-13 0,0 6 5 16,0-6 7-16,0 0-5 0,0 0-9 0,0 0 11 15,-16-17-8-15,9 2-3 0,-1-4-2 0,-1-5 0 0,-5-7-4 16,6-2 2-16,0-14-6 0,2 0-5 16,-7-4-6-16,8 1 1 0,3 1-3 0,-1-1-3 15,3 16 9-15,0-1 6 0,0 4 5 0,4 2 3 16,-1 5 2-16,-1 4 0 0,-2 9-1 0,4 0-5 16,1 0 1-16,0 4-3 0,-4 0-6 0,4 2-12 15,2 2-17-15,2 1-21 0,1 2-23 0,3 0-24 16,6 4-31-16,2 1-27 0,-2 4-33 0,5 2-40 15,1 3-53-15,-7-4-188 0,0 2-517 0,5 2 228 16</inkml:trace>
  <inkml:trace contextRef="#ctx0" brushRef="#br0" timeOffset="8179.52">2436 4513 6 0,'-10'8'225'0,"2"-6"-18"0,-3 4-22 0,7-4-9 16,4-2-13-16,-6 5-4 0,6-5-3 0,0 0 3 16,0 0-11-16,29-2-13 0,-1-6-11 15,8-1-14-15,19-3-9 0,-3-4-30 0,6 0-31 0,-2-1-41 16,-1 2-50-16,-8-3-39 0,-11 7-67 0,-7 2-154 16,-9 1-338-16,-2 1 150 0</inkml:trace>
  <inkml:trace contextRef="#ctx0" brushRef="#br0" timeOffset="9586.84">5880 2131 5 0,'0'0'200'15,"0"0"-14"-15,0 0-10 0,0 0-9 0,0 0-12 16,0 0-8-16,0 0-12 0,0 0-9 0,0 0-18 16,0 0-3-16,-5-1-12 0,5 1-5 0,0 0-11 15,0 0-7-15,0 0-3 0,0 0-1 0,0 0-3 16,0 0-2-16,0 0-2 0,0 0-1 0,0 0-7 16,0 0-1-16,0 0-6 0,0 0-2 0,0 0-12 15,0 0 2-15,0 0-4 0,0 0 2 0,0 0-6 16,0 0 0-16,0 0-4 0,0 0 5 15,0 0-4-15,0 0 2 0,0 0-3 0,0 0-1 16,0 0-2-16,19-2-4 0,-6-3-2 0,5 3 4 0,9-4-7 16,1 0 0-16,1 3-5 0,-1-1 11 15,4-1-3-15,0 0-6 0,-1 0-5 0,-2 3 4 16,-6-1-1-16,-1 1-1 0,-3 2 4 0,1-3-6 16,-4 1 3-16,-2 1-4 0,-4 0-19 0,2 0-23 15,-6 1-28-15,-1-2-39 0,2 2-28 0,-7 0-23 16,6 3-27-16,-6-3-160 0,0 0-377 0,0 0 167 15</inkml:trace>
  <inkml:trace contextRef="#ctx0" brushRef="#br0" timeOffset="9897.18">5931 2373 17 0,'0'0'208'0,"-4"4"-17"0,4-4-11 0,0 0-8 16,0 0-8-16,25-7-15 0,-6 4-19 0,10-4-9 16,-1 2-12-16,4-2-16 0,3 0-5 0,-1 0-7 15,-1-1-8-15,1 1-11 0,-4 2-1 0,1 0-6 16,-12 1-8-16,-1 0-1 0,-4 1-4 0,-2 1-5 15,-5 2-4-15,1-1-10 0,-2-3 2 0,0 4 0 16,-6 0-12-16,7 0-15 0,-7 0-21 0,0 0-25 16,0 0-27-16,0 0-36 0,0 0-44 15,0 0-151-15,-14 10-330 0,14-10 146 0</inkml:trace>
  <inkml:trace contextRef="#ctx0" brushRef="#br0" timeOffset="10865.32">7081 1814 157 0,'-1'-5'241'0,"-2"0"-14"0,3 2-15 0,0 3-10 16,-1-7-19-16,1 7-12 0,-2-5-24 0,2 5-18 15,0 0-13-15,-2-3-23 0,2 3-8 0,0 0-13 16,0 17-4-16,0-6-12 0,0 8-2 0,0 8-8 15,0 2-3-15,-1 4-4 0,-2 15-2 16,0-13-4-16,-3 15 2 0,0-2-8 0,1 1 4 16,2-3-4-16,2-12-1 0,1 0-2 0,-1-4-5 15,0-2 1-15,1-10-3 0,1 7-1 0,-2-8 5 16,-1 0-6-16,1-7-2 0,0 0-1 0,1 4-4 16,-2-9 4-16,1 4 0 0,-1-6-2 0,0 2-3 15,1 0-3-15,1-5-5 0,-4 5-9 0,4-5-16 16,-5 3-23-16,5-3-22 0,0 0-19 0,-13-8-29 15,8 1-26-15,0 2-22 0,1-7-182 0,-2-6-376 16,3 0 166-16</inkml:trace>
  <inkml:trace contextRef="#ctx0" brushRef="#br0" timeOffset="11197.33">6979 1757 30 0,'-1'-6'233'0,"-1"-1"-12"0,1 1-4 0,1 2-9 16,-1-3-19-16,1 3-18 0,-1 0-13 0,2-1-23 15,3 3-17-15,2-1-16 0,4 1-7 0,4 0-11 0,7 2-9 16,-1 2-11-16,11 3-5 0,-3 0 3 0,3 4-7 16,-2 4 0-16,-2-1-7 0,2 4-2 15,-4 1-8-15,-2 1-8 0,-3 4-1 0,-6-6-6 16,-1-1-1-16,-3 9-3 0,-1-7-6 0,-5 2 3 15,-4 0-4-15,-3-1-1 0,-1 0 2 0,-7 4-6 16,-1-6 3-16,-7 5-1 0,1-4 2 0,-2 0-4 16,0-8 2-16,-1 6 1 0,2-4-3 0,2-3 1 15,1 2-4-15,-2-5 2 0,6 2 3 0,2-2-7 16,0 0 2-16,1-5-1 0,5 5-16 0,-2-3-17 16,6-2-27-16,0 0-18 0,-10 0-29 0,10 0-26 15,0 0-57-15,0 0-174 0,39-10-389 0,-17 3 172 16</inkml:trace>
  <inkml:trace contextRef="#ctx0" brushRef="#br0" timeOffset="11527.75">8171 1765 192 0,'0'0'199'0,"0"0"-20"0,0 0-16 16,0 0-16-16,0 0-22 0,0 0-10 0,0 0-11 15,0 0-14-15,0 0-6 0,-9 22-11 0,-1-6-2 16,-3 1-11-16,-3 8-1 0,-6 1-7 0,-1 1-5 15,-1 2-2-15,-8 7-9 0,11-9 1 0,-3 0-1 16,2-2-5-16,2 0-15 0,-1 0-23 0,2 1-16 16,0-4-23-16,4-2-21 0,3-3-31 0,2-2-23 15,1-6-37-15,3-2-83 0,-2-5-259 0,3 1 115 16</inkml:trace>
  <inkml:trace contextRef="#ctx0" brushRef="#br0" timeOffset="11741.99">7871 1869 252 0,'-1'-2'271'0,"-1"-5"-30"0,2 7-28 15,0-3-20-15,0 3-28 0,-1-5-17 0,1 5-19 16,0 0-13-16,0 0-11 0,7 15-13 0,-3-6-7 16,4 6-9-16,4 4-4 0,4 3-7 15,1 2-8-15,6 3 2 0,0-1-9 0,5-1-4 16,7 10-1-16,-9-10-5 0,1 2-28 0,-2-1-29 15,1-2-29-15,1-3-41 0,0-3-51 0,-4-4-67 16,-6-4-136-16,1-2-367 0,-6-3 163 0</inkml:trace>
  <inkml:trace contextRef="#ctx0" brushRef="#br0" timeOffset="12382.54">8864 1736 44 0,'0'-5'234'0,"0"5"-19"0,0 0-19 0,0 0-21 15,0 0-13-15,0 0-23 0,0 0-12 0,0 0-19 16,0 0-12-16,0 0-14 0,0 0-5 0,-12 17-5 15,2-5-11-15,1 5-5 0,-10 2-9 0,1 5 4 16,-5-1-15-16,-1 3 2 0,1-2-4 0,1 0-1 16,-2 0-5-16,2-2-5 0,3-2 6 0,5-6-9 15,-2 1-2-15,8-6-1 0,0-1 0 0,0 1-3 16,3-4-2-16,0 0 2 0,1-2-2 0,0 2 10 16,1-1 11-16,1-1 11 0,2-3 3 0,-4 4 4 15,4-4 6-15,-3 1-2 0,3-1-2 0,-2 4-9 16,2-4 6-16,0 0-12 0,9 5-1 15,-2-5-3-15,4 4-6 0,5 2-3 0,1-1-5 0,4 4 9 16,6-1-13-16,-3 2 4 0,7 0-8 16,-2 1-1-16,-1 2 2 0,1-2 1 0,2 5-1 0,-4-3-1 15,-3 0-3-15,-7-4-2 0,1 3 2 16,-4-4 0-16,-3-4 0 0,-2 4 0 0,0-4-2 16,0 1-2-16,-4-2 4 0,0 2-2 0,-1-3-2 15,-4-2 1-15,5 4-1 0,-5-4 4 0,7 1-3 16,-7-1 3-16,0 0-1 0,0 0-15 0,0 0-10 15,0 0-25-15,0 0-21 0,0 0-26 0,2-10-29 16,-2 10-39-16,0 0-35 0,-7-8-29 0,7 8-161 0,-7-6-412 16,7 6 182-16</inkml:trace>
  <inkml:trace contextRef="#ctx0" brushRef="#br0" timeOffset="12585.53">8634 2287 82 0,'-3'6'168'0,"3"-6"7"0,9 7-6 0,-4-4-8 16,7 1-15-16,3 3-8 0,3-1-16 0,2 1-10 15,7 1-13-15,-7-1-41 0,9-1-49 0,0-3-78 16,-1 2-160-16,2-1-247 0,-10-4 110 0</inkml:trace>
  <inkml:trace contextRef="#ctx0" brushRef="#br0" timeOffset="13397.02">9247 1820 106 0,'0'0'158'15,"10"0"-9"-15,-2 1-8 0,2 4-5 0,-1 4-4 16,0-1-10-16,5 4-2 0,-1 0-8 0,-1 5-1 16,-1 0-18-16,-2 4-4 0,-3-2-11 15,0-1-4-15,-4 2-9 0,3 4-6 0,-8-6-3 16,2 0-3-16,-5 0-7 0,1 0-1 0,-3-1-4 0,-1-3 0 16,-1 1-6-16,1 1 6 0,-4-5 1 0,4-4 3 15,4 1 11-15,-4-4 8 0,5 1 17 0,0-1 17 16,-2-1 29-16,6-3 2 0,0 0 0 0,0 0-13 15,-11-9 2-15,11 2-11 0,2-4-14 16,2-3-2-16,1 0-7 0,5-4-20 0,3-6-3 16,6 0-4-16,4-3-4 0,-3 4-11 0,-1-1-5 15,1 3-8-15,-1 2-2 0,-6 6 19 0,-1 0-26 16,-3 5-4-16,-4 4 2 0,2-1-7 0,-4 0 0 16,3 0-5-16,-2 3-9 0,-1 1-11 0,-3 1-1 15,0 0-1-15,10 3-4 0,-8 2 2 0,2 1 1 16,0 5 3-16,0-1-5 0,-3 2 9 0,4 4-2 15,-1 1 4-15,1-1 5 0,5 2 6 0,1-3-7 16,-1 2-12-16,4 0-29 0,-1-3-34 0,1 1-44 16,0-6-49-16,1 1-69 0,-3-5-282 0,0-2-566 15,-1-4 250-15</inkml:trace>
  <inkml:trace contextRef="#ctx0" brushRef="#br0" timeOffset="13647.37">9809 1662 124 0,'0'0'235'0,"0"0"-32"0,0 0-21 16,0 0-17-16,0 0-22 0,13 16-10 0,-5-6-8 16,6 11 1-16,1 4-14 0,1 4 9 0,4 12-10 15,0 3 3-15,-3 2-8 0,-3-1-6 0,-6 6-7 0,-2-2-10 16,-6 1-7-16,-10-1-1 0,-3 4-5 15,-3-5-8-15,-5-2-3 0,-11-1-3 0,-4-7-6 16,-7 0-9-16,-7-4-29 0,-1-3-30 0,-8-6-41 16,-25 9-42-16,24-17-75 0,-3 1-229 0,-30 0-437 15,4-13 195-15</inkml:trace>
  <inkml:trace contextRef="#ctx0" brushRef="#br0" timeOffset="14147.63">7696 1622 117 0,'0'-3'209'0,"0"3"-23"0,0 0-23 16,0 0-13-16,0 0-22 0,-12 16-12 0,3 2-8 15,-7 13-7-15,-10 16-8 0,-2 4-11 0,-17 29-2 16,4-1-9-16,2-3-6 0,4 5-3 0,15-27-6 15,-4 26 0-15,11-25-11 0,9 0 1 0,4-5-2 16,10 0-2-16,4-5 0 0,13-2-5 0,8-5-23 16,13-8-52-16,7-11-94 0,36 0-193 15,-26-13-350-15,27-10 155 0</inkml:trace>
  <inkml:trace contextRef="#ctx0" brushRef="#br0" timeOffset="17027.04">10726 2104 135 0,'0'0'231'0,"0"0"-6"15,-4-2-11-15,4 2-9 0,0 0-13 0,0 0-6 16,0 0-17-16,0 0-10 0,-3-3-14 0,3 3-11 15,0 0-15-15,0 0-9 0,0 0-13 16,0 0-9-16,0 0-9 0,18-1-18 0,-1-5-25 0,3 5-33 16,8-4-32-16,3 0-50 0,0 5-53 0,3-4-61 15,-4 0-167-15,0-1-389 0,-2 1 173 0</inkml:trace>
  <inkml:trace contextRef="#ctx0" brushRef="#br0" timeOffset="17190.36">10806 2313 45 0,'-2'4'193'0,"2"-2"-7"0,0-2-16 0,20 2-16 16,6-6-17-16,9-1-14 0,15-5-13 0,5-1-29 16,5 5-43-16,3-8-49 0,1 2-75 0,-5-3-104 15,1 2-207-15,-7 0 92 0</inkml:trace>
  <inkml:trace contextRef="#ctx0" brushRef="#br0" timeOffset="18169.71">14172 1431 130 0,'-4'-5'171'0,"4"5"-9"16,-4-3-12-16,4 3-3 0,-5-2-10 0,5 2-12 16,-4-4-4-16,4 4-21 0,-5 0-7 0,5 0-12 0,0 0-10 15,-14 2-5-15,8 0-11 0,-3 3 0 0,0 0-8 16,-4 3-3-16,3 4-8 0,-6 1-1 0,1 3-4 15,4 0-3-15,-6 5-3 0,4 2-28 16,-3 0 0-16,7 2 4 0,-2 0 4 0,4 1-6 16,2-6-6-16,1 5 5 0,7-7 2 0,-2 1 1 15,3 0 6-15,3-1-5 0,7 5 12 0,-1-8 7 16,6 3 13-16,4-3 8 0,1-4 3 0,6-3 6 16,-3-4-5-16,2-1 0 0,4-3-1 0,-1-5 2 15,0-2 5-15,0-1 1 0,-4-4 4 0,-3 0 14 16,0-3-10-16,-2-3-1 0,-4-3 2 0,-3 0 1 15,0-1-8-15,-6-1 1 0,-2-4-7 0,0 2 4 16,-6-1-3-16,-2-2 1 0,-6 5-5 0,0-4-8 16,-3 10-1-16,-7-4-10 0,4 6-11 0,-13 0-17 15,0 1-20-15,-6 7-25 0,-1 2-41 0,-1 4-31 16,-3 5-46-16,2 0-60 0,0 5-210 0,5 2-468 16,6-2 208-16</inkml:trace>
  <inkml:trace contextRef="#ctx0" brushRef="#br0" timeOffset="20064.34">16495 1401 59 0,'5'-3'196'0,"-5"0"-14"15,4-3-9-15,-3 2-20 0,3-1-11 0,4 1-17 16,-3-1-9-16,5-2-14 0,-1 2-9 0,3 0-10 16,1 1-4-16,4 1-13 0,2 2-4 0,0 0-15 15,-1 2-2-15,4 3-9 0,-5 4-3 0,-2-2-4 16,2 6-1-16,-3 3-9 0,1 6 2 0,-6-3-3 16,-1 5 3-16,-3 4-6 0,-1 1 4 15,-4-3-1-15,-3 2-2 0,-2 1-13 0,-4-1 8 16,-2 2 3-16,-1-6 0 0,2 1-2 0,-3-7 0 0,4-1 0 15,-5-1-3-15,6-2 0 0,2-2 4 16,0-4 7-16,0 0 7 0,1-3 6 0,2-1 14 16,0 0 35-16,-1-1 14 0,4-2-1 0,0 0-7 15,0 0-4-15,0-12-17 0,4 0-7 0,2 0-1 16,12-7-7-16,-5-5-7 0,5 2-5 0,2-3-3 16,1-3-6-16,1 0-8 0,2-2 0 0,5-9-2 15,-6 17 2-15,-1-2-9 0,-3 1 3 0,0 6-4 16,-6 4 3-16,-5 4-7 0,-4 3-1 0,2 1-5 0,-2 0 2 15,-2 1-11-15,2 3-14 0,-1-3-14 16,-3 4 4-16,0 0-1 0,0 0 1 0,1 16 6 16,-2-6 5-16,-2 4 0 0,-1 4 4 0,-2-1 3 15,0 9-1-15,-1-6 1 0,7 5-2 0,0-9-13 16,0 2-13-16,0 0-14 0,4 1-14 0,0-4-19 16,2 0-24-16,3-5-31 0,0-2-53 0,2 1-179 15,1-7-404-15,1 2 179 0</inkml:trace>
  <inkml:trace contextRef="#ctx0" brushRef="#br0" timeOffset="20496.43">17469 1303 250 0,'2'-2'226'15,"-2"2"-21"-15,4-5-25 0,-4 5-14 0,0 0-19 16,3-2-26-16,-3 2-15 0,0 0-12 0,0 0-7 16,0 0-14-16,-7 14 1 0,-2-4-12 0,0 0-2 15,-2 6-2-15,-6-2-9 0,-2 6-6 0,1 2-3 16,-2-1-6-16,3-2 2 0,-2 1-9 0,6-5 1 16,-1-3-1-16,1 2-6 0,3 1-5 0,1-5 0 15,3-1-1-15,3-3 0 0,-6 1-4 0,7 0 2 16,-1-2-1-16,1 2 1 0,0-2-5 0,2 2 0 15,0-2 2-15,4 2 0 0,0 0-1 16,4 2 0-16,3-1 4 0,-2 5 3 0,6 0 14 16,2-4 5-16,1 4-1 0,6 3-4 0,-3-2 0 15,2 1 7-15,1-2-12 0,-1 2-1 0,-4-5-3 16,-4 1 0-16,2-1-2 0,-5-3-3 0,3 3 2 16,-4-5-10-16,-2 2 9 0,-1-2-6 0,-3-3 0 0,0 3-1 15,-1-4 1-15,1 3 2 0,-5-4-1 0,7 3-1 16,-5-2-2-16,-2-1-3 0,4 2-13 0,-4-2-28 15,0 0-32-15,0 0-43 0,0 0-32 16,4-13-31-16,-4 8-39 0,-1-2-142 0,6-2-383 16,-5 2 170-16</inkml:trace>
  <inkml:trace contextRef="#ctx0" brushRef="#br0" timeOffset="20879.06">17981 1342 20 0,'0'0'218'0,"0"-3"-26"16,0 3-20-16,0 0-20 0,0 0-12 0,0 0-15 15,-17 5-21-15,11 1-6 0,-4 3-12 0,-3 1-4 16,-1 6-15-16,-1 6-2 0,-3 2-10 15,4 5 2-15,-1-6-12 0,3 3-2 0,2-4-2 0,-2-1-5 16,6-1-1-16,2-2 0 0,3-1-5 0,3-1 1 16,1 0 1-16,1-5 13 0,3 5 4 0,1-6 10 15,6 2 7-15,1-4 1 0,3-3 8 0,5-1-4 16,-2-4-2-16,4-3 3 0,2-4-8 16,0-3-2-16,0-2-3 0,-4-3 3 0,-5-4-10 15,-4 4-1-15,0-8-2 0,-1-2-4 0,-6 0-7 16,-5-3-3-16,-4-1-3 0,-2 3-4 0,-6-2-8 0,-4 5-2 15,-4 1-16-15,-10 3-12 0,0 2-23 0,-9 4-31 16,-16 1-37-16,-4 5-56 0,0 4-70 0,-5 4-200 16,9 4-462-16,-2-2 204 0</inkml:trace>
  <inkml:trace contextRef="#ctx0" brushRef="#br0" timeOffset="23031.32">14099 2730 1 0,'0'-7'196'0,"4"4"-17"0,-3 1 11 15,-1 2-19-15,5-4-14 0,-1 0-18 0,3 3-10 16,-2-1-16-16,0 1-12 0,-5 1-13 0,15 0-13 15,-7 3-3-15,2 2-11 0,0 2-6 0,-2 0-5 16,3 5 0-16,-2 3-3 0,-1 2-3 0,-3 0-3 16,-1 4-4-16,5 1-5 0,-5 5 3 0,-4-9-10 15,-3 8 1-15,-1 0-4 0,-1 0 1 0,-1-1-2 16,1-6 7-16,-3 0-9 0,3-2-2 0,-3-2 3 16,1 1-7-16,3-6 6 0,-1 1-1 0,1-4 4 15,0-1 7-15,0 0 1 0,2-2 4 0,-1-1 21 16,2 2 26-16,1-5 29 0,-1 7 35 0,1-7-2 15,0 0 12-15,0 0-17 0,0 0-13 16,10-24-13-16,0 11-11 0,1-3-19 0,6-6-10 0,1-1 2 16,1-2-9-16,4 0-4 0,-7 2-5 0,4-1-11 15,-1 2-6-15,-6 6-5 0,-3 2-4 0,1 1-3 16,-3 4-4-16,-1 4 3 0,-2-2-11 0,0 2 1 16,-1 1-17-16,-2 0-5 0,-2 4-15 0,4-4-15 15,-4 4 3-15,0 0 1 0,0 0 0 0,0 0 5 16,-4 21 5-16,2-10-1 0,-2 1 4 15,-2 5-1-15,0 2 3 0,4 0 3 0,0 1-4 16,2 5-19-16,2 1-20 0,-1-8-21 0,3 0-27 16,1-2-21-16,4-1-33 0,1-3-53 0,3-1-60 15,0-4-210-15,2 2-523 0,0-3 232 0</inkml:trace>
  <inkml:trace contextRef="#ctx0" brushRef="#br0" timeOffset="23431.56">14770 2827 233 0,'0'0'266'0,"1"-4"-27"0,-1 4-29 16,4-2-20-16,-4 2-24 0,0 0-12 0,0 0-19 16,0 0-10-16,-15 21-11 0,3-7-13 0,-7 11-10 15,1 1-11-15,-14 16-2 0,-1-2-11 0,1 2-5 16,2 2-3-16,-4 1-5 0,-2-2-6 0,7 1-4 16,4 0-5-16,5-14-3 0,1-2-1 15,0-2-6-15,4 0 1 0,4-9-4 0,3 1-1 0,0-4-5 16,0 1-2-16,4-3 3 0,-2-6-3 0,2 2-2 15,3-3-3-15,0 1 1 0,-2-3 1 0,3-3 0 16,-4 6-2-16,3-2 5 0,1-4-2 16,0 0 1-16,-4 3 2 0,4-3-2 0,0 0-3 15,0 0-7-15,0 0-22 0,0 0-27 0,0 0-28 16,0 0-17-16,0 0-26 0,0 0-45 0,12-16-47 16,-10 10-182-16,-2 6-418 0,10-9 186 0</inkml:trace>
  <inkml:trace contextRef="#ctx0" brushRef="#br0" timeOffset="23878.26">14787 3188 123 0,'0'0'271'0,"0"0"-32"16,0 0-22-16,0 0-25 0,0 0-19 0,10-1-18 16,-10 1-16-16,0 0-18 0,11 4-9 0,-4-1-13 15,-2 1-9-15,0 0-8 0,1 2-12 0,-2-1-4 16,0 4-6-16,0-1-6 0,0 3-4 0,-3-2-7 16,-1 1-2-16,-1 1-3 0,-2 2-2 0,0-3-7 15,-2 2-3-15,0-1-2 0,-2 2-3 0,0-4 0 16,1 0-4-16,3 0 0 0,-1 0-2 15,2-3-2-15,0 0-1 0,-1 0-1 0,3-1-3 16,0-5 2-16,5 9-2 0,-1-3-1 0,3 0 1 16,2 0 1-16,8 0-1 0,0 2-1 0,0-1-1 15,1-1 3-15,0 2-3 0,1 0 9 0,-1 0-1 0,0 1-2 16,1 2 3-16,3 2 4 0,-8-2-3 16,-2-1 3-16,-5 0-5 0,0 2 1 0,-5-4 0 15,-1 4-1-15,-2 0 7 0,-4-3-2 0,-8 3 1 16,-1-2-2-16,-5-1-3 0,-9 2 1 0,-3 1-1 15,3-7-1-15,-2 0-9 0,-2-1-18 0,1 1-27 16,-1-5-29-16,0-1-44 0,4-2-67 0,5 0-264 16,2-3-480-16,2 0 213 0</inkml:trace>
  <inkml:trace contextRef="#ctx0" brushRef="#br0" timeOffset="25379.05">16712 2745 157 0,'-2'-7'197'0,"2"7"-16"0,-3-3-6 0,3 3-9 16,-1-3 12-16,1 3-13 0,0 0-22 0,-8-2-16 15,8 2-14-15,0 0-12 0,-18 8-11 0,9-3-9 16,-5 7-11-16,-1 3-7 0,-4 2-4 16,-2 4-5-16,4 1-9 0,-2 0-2 0,4-1-8 15,2 3 0-15,3-7-2 0,0 8-4 0,6-5 0 16,-1-2-5-16,5-3-1 0,0 2 4 0,4-6 2 0,0 0 10 15,2-1 13-15,4-1 8 0,3-2 3 0,4-3-1 16,1-2-5-16,10-2-3 0,-1-2-5 16,3-4-7-16,-3-2 0 0,0-5-5 0,-3 0-4 15,-2-4 5-15,1-2-13 0,-8 5-1 0,2-6-5 16,-1 1 2-16,-3 4-3 0,-4-3-3 0,5-4-2 16,-10 5 0-16,1-1-1 0,-5-2-1 0,0 2-3 15,-1 1 1-15,-3 1-4 0,-1 0-1 0,-3 4-8 0,-1 4-2 16,-1-4-12-16,-8 4-8 0,3 2-17 15,-4 1-15-15,2 2-14 0,-3 0-18 0,2 4-29 16,5 1-34-16,0 0-38 0,3 1-47 0,0 0-143 16,2 1-411-16,3-1 183 0</inkml:trace>
  <inkml:trace contextRef="#ctx0" brushRef="#br0" timeOffset="25767.25">17337 2571 59 0,'3'-1'222'0,"-3"1"-22"0,5-2-20 15,-5 2-10-15,0 0-24 0,0 0-19 16,0 0-15-16,0 0-5 0,5 3-11 0,-5-3-5 15,-13 16-8-15,4-8-7 0,-6 6-2 0,-4 6-12 0,-2-1-2 16,-2 0-8-16,-1 0-5 0,0 0-4 0,2-1-3 16,4-3-1-16,5-1-7 0,-2 0-6 15,2-4-2-15,3 1 1 0,-1 0-6 0,4-3-1 16,3-4-1-16,-1 6-2 0,1-5 0 0,-2 1-2 16,3-1 2-16,2 1-4 0,1-1 10 0,0-5 12 15,4 12 9-15,2-6-2 0,3 2 6 0,-1 0-3 16,3 1-2-16,2 1-5 0,4-2-2 0,1 3-2 15,6 4-4-15,0-1-1 0,0-2 0 0,0 3-4 16,1-3-2-16,-1 0 0 0,3 3-29 0,-9-4-34 16,1-2-34-16,-2 1-50 0,-2 1-46 0,0-4-230 15,-7 1-434-15,-1-2 192 0</inkml:trace>
  <inkml:trace contextRef="#ctx0" brushRef="#br0" timeOffset="25987.09">17149 3114 27 0,'-2'4'233'0,"-1"0"-23"0,3-4-22 0,0 0-13 15,0 0-6-15,13 8-8 0,1-4-10 0,4 1-16 16,13 0-14-16,2-3-13 0,4 1-16 0,1 3-47 15,-3-5-64-15,4 2-82 0,-5-3-182 16,-2-3-306-16,-2 3 135 0</inkml:trace>
  <inkml:trace contextRef="#ctx0" brushRef="#br0" timeOffset="26549.97">17712 2617 77 0,'7'-1'173'0,"0"-2"-6"16,2-2-10-16,3 2-16 0,-1 3-7 16,1 0-17-16,1 0-11 0,0 2-7 0,1 0-17 15,4 6 2-15,-4 0-2 0,0 3 22 0,-1-1-7 16,-3 4-9-16,-2 1-11 0,2 2-4 0,-6 0-4 16,-1-1-6-16,-1 6-9 0,-6-2-2 0,0-1-1 15,-6 4-8-15,3-5-4 0,0 1-2 0,-2-2-6 16,0 0 0-16,-3-5-5 0,5 4 2 0,-1-7 2 15,2 0 6-15,1-6-1 0,1 2 10 0,0-1 3 16,4-4 11-16,-9 6 25 0,9-6 28 0,-4 6 27 16,4-6 19-16,0 0-19 0,0 0-17 0,0 0-12 15,9-18-10-15,-1 10-21 0,3-6 5 0,3 1-14 16,-1-3-12-16,6-3-4 0,-1-1-7 0,4 0-5 16,-2 1-6-16,-6 4-4 0,0 3-4 15,-1 2 1-15,-4 1-9 0,1 2 2 0,-1-1-8 0,-5 4 1 16,0 3-9-16,1-4-7 0,0 3-10 0,0 2-8 15,-5 0 4-15,7 5-5 0,-5-2-15 0,2 2 15 16,1 7 5-16,0-3 1 0,-1 3 0 0,1 4-14 16,2-2 18-16,-3 2-12 0,3-1-18 0,3 0-31 15,-2-2-35-15,4 3-34 0,-2-5-48 16,1 2-56-16,0-4-293 0,-1-3-582 0,1 0 257 16</inkml:trace>
  <inkml:trace contextRef="#ctx0" brushRef="#br0" timeOffset="27411.39">18850 2380 252 0,'5'-3'233'0,"-5"3"-23"15,0 0-25-15,0-2-22 0,0 2-13 0,0 0-19 16,0 0-14-16,0 0-14 0,0 0-6 0,-9 14-10 15,1-2-9-15,-7-2-3 0,-4 11-7 16,-1-6-9-16,-6 8-4 0,1-2-7 0,-2 1-3 16,0-1-2-16,0-1-9 0,6-3-1 0,-3 0 0 0,9 0-9 15,0-5 1-15,4 1-3 0,-3-1-4 0,7-6-3 16,-1 2 1-16,0-1-2 0,6-2 1 0,-2-1-5 16,0 1 3-16,2 2-3 0,0-2 15 15,2 2 13-15,3 0 9 0,1 1 11 0,1 2-1 16,4-1 0-16,-2-1-2 0,8 6-6 0,-2-2-2 15,0 0-5-15,5 1-1 0,-4 1-6 0,4-2-3 16,-4 3 1-16,7 2-2 0,-5-2-4 0,7 1-21 16,-5-6-32-16,4 7-30 0,-4-8-40 0,0 3-49 15,2-4-77-15,-5-4-214 0,7 1-473 0,-4-2 209 16</inkml:trace>
  <inkml:trace contextRef="#ctx0" brushRef="#br0" timeOffset="27632.38">19240 2588 15 0,'-2'-3'382'0,"2"3"-33"16,0-7-39-16,0 7-29 0,0-5-36 0,0 5-31 15,0 0-25-15,0 0-19 0,0 0-20 0,-5 15-12 16,3-1-10-16,-1 5-16 0,-2 8-14 0,1 5-2 15,-1 1-9-15,0 4-10 0,2-1-23 0,-2 8-49 16,3 3-56-16,1-12-67 0,-1-1-93 0,-3-3-243 16,0-2-491-16,1-2 218 0</inkml:trace>
  <inkml:trace contextRef="#ctx0" brushRef="#br0" timeOffset="28536.08">14544 4461 76 0,'-3'-5'316'0,"2"-2"-6"0,-3 4-13 0,4-2-14 16,0 5-23-16,-4-7-27 0,4 5-22 0,0 2-22 15,-4-4-24-15,4 4-19 0,0 0-17 0,0 0-17 16,0 0-13-16,0 0-11 0,-6 9-8 0,6 0-8 15,0 4-8-15,-1 3-6 0,-2 13-4 0,3 0-5 16,3-4-3-16,-2 4-15 0,3-3-26 0,-3-6-22 16,0-2-23-16,3 2-25 0,-1-3-27 0,-2 0-33 15,3-1-45-15,-3-5-55 0,-1-1-216 0,3-3-476 16,-2-2 212-16</inkml:trace>
  <inkml:trace contextRef="#ctx0" brushRef="#br0" timeOffset="28829.18">14247 4850 30 0,'-3'3'221'15,"-1"-1"-19"-15,1-1-14 0,3-1-19 0,-6 1-9 16,6-1-10-16,0 0-3 0,13 3-9 0,6-1-14 15,10-4-9-15,4-2-13 0,7 3-9 0,15-4-9 16,2-3-11-16,5 4-5 0,-1-3-7 0,0 0-7 16,-2 4-3-16,-4-1-9 0,-15 1-3 0,-4-2-4 15,-5 5-2-15,0-2-5 0,-11 2-3 0,-7-2-8 16,0 1-22-16,-4 1-24 0,-1 0-23 0,-2 0-13 16,-6 0-18-16,0 0-29 0,0 0-29 0,0 0-31 15,-36 5-127-15,17-3-323 0,1 1 143 0</inkml:trace>
  <inkml:trace contextRef="#ctx0" brushRef="#br0" timeOffset="29132.16">14674 4988 40 0,'5'3'195'0,"0"3"-17"0,-1 2-3 0,5 2-9 16,-1-2-11-16,-1 3-11 0,5 4-9 0,-7 0-4 15,5 3-7-15,-6 0-13 0,0 7-7 0,-3 2-8 16,-2-2-8-16,-4 4-5 0,-4-2-5 0,0 3-1 16,-3-2 11-16,-2-6-1 0,5-4 4 0,-1-3-1 15,0-2 1-15,4-2-3 0,0-1-11 0,3-4-2 16,-1-4 1-16,-1 2 12 0,2-1 6 0,3 0-6 15,0-3-11-15,18-2-6 0,10-4-19 0,9-2-26 16,21-5-48-16,0 2-60 0,1 1-83 0,5-6-92 16,-2-2-213-16,24-3-507 0,-27 7 225 0</inkml:trace>
  <inkml:trace contextRef="#ctx0" brushRef="#br0" timeOffset="67384.2">16957 4518 70 0,'0'0'125'0,"0"0"-1"0,0 0-6 16,-2-4-5-16,2 4-10 0,0 0 9 0,0 0-8 15,0 0-3-15,0 0 1 0,-2-3 0 0,2 3-7 16,0 0-2-16,0 0 0 0,0 0 0 0,0 0-5 16,0 0-3-16,0 0-4 0,0 0-6 0,0 0-4 15,0 0-6-15,0 0-2 0,0 0 2 0,-3-5-8 16,3 5-1-16,0 0-4 0,0 0 0 0,0 0 5 15,0 0-4-15,0 0-5 0,0 0 16 0,0 0-3 16,0 0 5-16,0 0 3 0,0 0-2 0,0 0-1 16,0 0 1-16,0 0-5 0,0 0 4 0,0 0-14 15,0 0-1-15,0 0-7 0,0 0-10 0,0 0-6 16,0 0 0-16,0 0-7 0,0 0-1 0,0 0-13 16,0 0-15-16,0 0-26 0,0 0-22 0,0 0 5 15,0 15 5-15,3-2 2 0,-3 3 7 0,0 4 8 16,0 6-1-16,0 3 4 0,-3 0 3 15,3 0 3-15,-1-1-1 0,-2 0 4 0,2-1 2 0,-2-1 5 16,5 0 1-16,-4-6-2 0,1-3 3 0,2-1-1 16,-2-3 3-16,1-3 3 0,0 0-5 0,1-3 5 15,-1 1 6-15,2-2-6 0,-2-1-1 0,0 0 2 16,-2-3 2-16,2 3-4 0,0-5 8 0,0 5 0 0,-1-1-3 16,1-4 3-16,0 0-2 0,0 3-2 15,0-3 4-15,0 0 0 0,0 0-2 0,0 0 2 16,0 5-2-16,0-5-2 0,0 0 3 0,0 0-1 15,0 0 0-15,0 0 1 0,0 0-13 0,0 0-10 0,0 0-27 16,0 0-11-16,1 4-40 0,-1-4-40 16,0 0-66-16,0 0-184 0,0 0-418 0,0 0 185 15</inkml:trace>
  <inkml:trace contextRef="#ctx0" brushRef="#br0" timeOffset="69938.52">17806 4449 26 0,'4'-3'173'0,"-3"2"-6"0,-1 1-10 0,7-6-4 15,-5 3 1-15,1-1-8 0,1 1-13 0,-1 1-7 16,0-2-13-16,1 1-4 0,-2 0-7 0,-2 3-5 15,5-3 11-15,-5 3-12 0,4-2-8 0,-4 2-15 16,0 0-1-16,2-4-18 0,-2 4-20 0,0 0-5 16,0 0-10-16,0 0-4 0,-8 13-3 0,-1-4 0 15,-1 4-3-15,-12 5 2 0,-4 3-1 0,-1-2 1 16,3 1 0-16,-4 4-3 0,1-2 9 0,3-2-14 16,4 0 3-16,-2-2-1 0,0-1-2 0,9-2 3 15,2-4-4-15,-1-1 1 0,6-2 0 0,-3-3-4 16,1 2 2-16,5-2 2 0,-3-2 1 0,5 1-2 15,-3 0 1-15,2-1 4 0,2-3 7 0,-3 4 0 16,3-4 2-16,-5 2-2 0,5-2 1 0,0 0-1 16,0 5-5-16,0-5 0 0,0 0-2 0,-2 4 0 15,2-4 0-15,7 3 0 0,-4 1-3 0,1-1 0 16,2 4 0-16,-1-2-4 0,4 2 2 0,1 2 1 0,-1-1 0 16,5 2 4-16,-1 2-2 0,1-1 2 15,0-1-4-15,-1 4 0 0,0-2 3 0,-4-3-3 16,5 2 1-16,-4-4 0 0,-1 3 0 0,2-4-1 15,-2 0-2-15,-2 2 4 0,-1-1 5 0,1-2-5 0,0-1 0 16,-2 1 1-16,-1-2-4 0,1-1 1 0,-1 3 3 16,-3-3-8-16,2 1-9 0,-3-3-9 0,5 2-6 15,-5-2-9-15,2 3-10 0,1-1-13 16,-3-2-2-16,0 0-4 0,-5 7-14 0,0-4-24 16,1-1-21-16,0 1-29 0,-1-2-159 0,-3 3-337 0,0-2 150 15</inkml:trace>
  <inkml:trace contextRef="#ctx0" brushRef="#br0" timeOffset="70145.92">17452 5017 39 0,'0'0'198'0,"-2"3"-17"0,2-3-8 0,0 0-3 15,11 3-4-15,-1-2-12 0,2 4-14 0,8-2-10 16,-2 1-16-16,10 1-11 0,-1 5-9 0,2-2-10 0,2 1-31 16,-4-2-42-16,2 1-50 0,1 1-54 15,-1-1-187-15,-11-1-303 0,4-1 134 0</inkml:trace>
  <inkml:trace contextRef="#ctx0" brushRef="#br0" timeOffset="71423.73">18422 4453 114 0,'1'-4'184'0,"-1"4"-9"15,3-4-14-15,-2 0-7 0,-1 4-10 0,5-5-16 16,-1 1-14-16,2 2-10 0,-2 1-17 0,4 1-4 15,0 0-11-15,-2 1-10 0,3 1-8 0,1 1-7 16,0 2-3-16,2 1-5 0,-3 4 0 0,0 0-2 16,0 4-1-16,0 3-2 0,-2 2-4 0,-3 0-1 15,1 4-2-15,-5 3-2 0,-2-1-4 0,-3 0 1 16,-3 0-5-16,1 2 5 0,-4-3-5 0,0 0-2 16,-2-4 2-16,1-3-1 0,2-2-5 0,-4-4 4 15,5 1-4-15,0-2 0 0,4-3 1 0,-4 1 2 16,5-4 7-16,0 0 12 0,2 1 20 0,-1-2 26 15,2 0 36-15,1-3 6 0,0 0-13 0,0 0-6 16,-3-12-6-16,7 4-8 0,5-7-6 0,-1-1-10 16,7-6-10-16,3-1-5 0,1-2-9 0,3-2 3 15,1 1-15-15,-1-3-2 0,-1 4 3 0,-1 1-11 16,0 1-4-16,-1 3 0 0,-10 8-4 0,0 2-2 16,-4 2 1-16,3 1-3 0,-3 0-5 0,-2 2-4 15,1 2-6-15,-1-1-16 0,1 2-18 0,-4 2-10 16,0 0 0-16,0 0 5 0,1 9 4 0,-3 0 5 15,-1 2 3-15,-2 3 1 0,0 3 7 0,0 1-1 16,0 0 1-16,2 2 5 0,3 1 3 0,0-1-1 16,4 4 6-16,1 0-2 0,3-6-1 0,2-1-17 15,5 4-29-15,4-4-33 0,4 0-40 0,-5-8-42 16,9-1-36-16,-6-1-223 0,5-5-466 0,-4 1 207 16</inkml:trace>
  <inkml:trace contextRef="#ctx0" brushRef="#br0" timeOffset="71940.95">19409 4338 161 0,'2'-3'257'0,"3"1"-11"0,0-1-12 16,-1-2-21-16,-1 4-23 0,-3 1-18 0,4-3-19 15,-4 3-20-15,0 0-13 0,3-3-17 0,-3 3-21 16,0 0-12-16,0 0-8 0,0 0-12 0,-5 15-3 16,-1-3-4-16,-7-2-6 0,3 6-4 0,-12 5-1 15,3 0-5-15,-5 2-2 0,-3 2-1 0,1-3-2 16,0 4-4-16,0-2 2 0,3-2-4 0,-1-2 1 15,3 1-4-15,3-1-1 0,3-6-1 0,2 3-2 16,2-5 1-16,3 0-1 0,0-3-3 0,2 0 0 16,-2 2 0-16,6-4 1 0,-1 3 0 0,3-2 1 15,0 2 1-15,4 1 0 0,2 0 0 0,6 3 2 16,-2-3-1-16,12 8 4 0,-1-1-1 0,4 1 4 16,-1-2 1-16,4 0-2 0,-4 1-3 0,3 0 3 15,-1-2-2-15,-3 0-3 0,-1-2-1 0,-6-1 0 16,-3-4 1-16,-2 1-3 0,0-4 1 0,-1 4-2 15,0-5 1-15,-1 1 0 0,-2-2-2 0,-2-3 0 16,0 3 13-16,2-2 8 0,-5 1 16 0,0-1 5 0,3 0 15 16,-5-2-6-16,0 0-3 0,4 3-4 15,-4-3-2-15,0 0-8 0,7 1-3 0,-7-1 0 16,0 0-14-16,2 1-13 0,-2-1-24 0,0 0-27 16,0 0-25-16,0 0-29 0,0 0-66 0,0 0-64 15,9-2-263-15,-9 2-529 0,9-5 233 0</inkml:trace>
  <inkml:trace contextRef="#ctx0" brushRef="#br0" timeOffset="72593.53">20049 4435 135 0,'6'-1'180'0,"4"-1"-14"0,2 0-13 15,-1 4-15-15,2 0-1 0,4 3-11 16,-2 5-18-16,3 0-9 0,-3 1-6 0,-1 6-8 15,-2 0-2-15,-1 0-1 0,-1 8-6 0,-3-1-6 16,-5-4 1-16,-3 6-11 0,-1 0-7 0,-5-1-3 16,-2-1-1-16,-1 2-5 0,-3-6-4 0,-1 2-2 15,-4-1-5-15,3-9 3 0,2 3-6 0,-1-1 7 16,-1-4 0-16,3-3-2 0,2 0 0 0,1 0-2 16,1-2-1-16,2 0-5 0,2-2-1 0,-1 0-2 15,3 0 1-15,-2-1 11 0,1 0 14 0,3-2 9 0,-4 5 6 16,4-5 6-16,0 0 0 0,11 4-1 0,-1-4-4 15,10 0-6-15,10 1-5 0,-1-1-6 16,3 1-6-16,0-2-3 0,0 2-5 0,1 0-2 16,-1-1-3-16,1 3-2 0,-5-2-6 0,-6 2-5 15,-3-2 3-15,-1 0-3 0,-5-1-4 0,-4 2-1 16,-1-2-1-16,-2 1 3 0,2-1-2 0,-5 1 3 16,-3-1-3-16,8 0 2 0,-8 0 1 0,0 0-1 15,7 0-5-15,-7 0-19 0,5 1-32 0,-5-1-42 16,0 0-45-16,0 0-49 0,0 0-55 0,0 0-259 15,-11 6-532-15,11-6 236 0</inkml:trace>
  <inkml:trace contextRef="#ctx0" brushRef="#br0" timeOffset="78731.27">14463 6521 138 0,'0'0'153'0,"-3"-4"-11"0,3 4-18 16,0 0-8-16,0 0-9 0,0 0-12 15,0 0-16-15,0 0-6 0,0 0-8 0,0 0-4 16,0 0-8-16,0 0-8 0,0 0 1 0,0 0-9 0,0 0-3 15,0 0 0-15,0 0 2 0,-2-2-5 0,2 2 3 16,0 0-6-16,0 0 7 0,0 0 1 0,0 0-1 16,0 0-6-16,0 0-6 0,0 0-1 15,0 0 0-15,0 0-14 0,14-2 8 0,-9 2-2 0,3 0-2 16,3-1-1-16,2 2-5 0,0 1-1 0,1 0 3 16,2 1-8-16,0 1 5 0,1 1 2 15,1 2-5-15,-3-1 0 0,0 2-1 0,-2 3-4 0,-3-2 3 16,-1 1 0-16,-2 0-2 0,0 4 0 0,-6-1 2 15,-2 4 3-15,-2-1-6 0,-5 1-1 0,-4 0 4 16,-6 2-1-16,-1 0 4 0,-1-1-3 0,-5 1 3 16,4-4 1-16,0 0-3 0,6-5 3 15,-2-1-4-15,-1 0 2 0,4-1-1 0,2 1 1 0,3-4 2 16,-2 0-8-16,4 0 9 0,0-1-1 0,2-1-9 16,0 1 2-16,0-3 7 0,1 3-3 0,0-3 4 15,4-1 2-15,-2 2 3 0,2-2 10 0,0 0-2 16,14 0 1-16,-4-1 4 0,9 0 2 0,-1 0 4 15,3-3-5-15,0 3 3 0,10-3-3 0,-3 2-6 16,3-2 0-16,-6 3 2 0,5-2-10 0,-9 1 6 16,1 1-3-16,-4 0 3 0,-4 0-6 0,-1-1 0 15,1 2-3-15,-5 0 2 0,-1 0-5 0,-2 0 0 16,-6 0-5-16,10-1 9 0,-10 1-1 0,7 0 1 16,-7 0-1-16,0 0 0 0,0 0 2 0,6-1-4 15,-6 1 1-15,0 0-12 0,0 0-7 0,0 0-22 16,0 0-11-16,-18 4-20 0,18-4-16 0,-9 1-24 0,4 0-23 15,5-1-46-15,-6 0-97 0,6 0-293 16,0 0 129-16</inkml:trace>
  <inkml:trace contextRef="#ctx0" brushRef="#br0" timeOffset="79181.25">15161 6665 131 0,'0'0'160'0,"0"0"-10"0,0 0-23 0,0-4-11 0,0 4-16 15,0 0-14-15,0 0-7 0,-5 10-6 0,-3-2 0 16,-3 4-15-16,-6 7-5 0,-6 2-6 0,-1 7-6 16,-14 13 2-16,-1 0-6 0,-2 5-2 0,-1 0-2 15,-1-1 10-15,3-1 6 0,-1 2 2 0,4-6 2 16,5-2 3-16,7-10 0 0,2 0-2 0,3-6-4 16,3 2-5-16,0-5-2 0,5-4-2 0,1-1-3 15,3-4-1-15,-2 0-2 0,5-2-8 0,0 0 1 16,0-2 0-16,2-2-4 0,-2 1-3 0,5-1 4 15,-2-2 5-15,-1 1-2 0,3-3 2 0,-4 4-2 16,4-4-3-16,-1 2-2 0,1-2-3 0,-3 5 0 16,3-5 2-16,0 0-5 0,0 0-3 0,0 0 0 15,0 0 7-15,-1 3-11 0,1-3-15 0,0 0-10 16,0 0-16-16,0 0-41 0,0 0-42 0,0 0-32 16,0 0-61-16,10-13-120 0,-6 9-354 0,1 0 158 15</inkml:trace>
  <inkml:trace contextRef="#ctx0" brushRef="#br0" timeOffset="79937">15287 7016 34 0,'4'-3'148'0,"0"1"-20"0,-4 2-5 15,8-2-16-15,-2 1-7 0,3 1-4 0,-1 1-16 16,2-1-8-16,1 1-13 0,1 2 7 0,-2 0-14 16,4 2-8-16,-5-2-3 0,3 5-6 15,-2-2-1-15,-2-1-10 0,-2 4 1 0,3 1-5 0,-5-1 0 16,-3 2 6-16,2 1-7 0,-3 0 4 0,-3-3-4 16,-1 4 2-16,-3 0 1 0,-2 1-5 0,-3 1 0 15,-2-3-6-15,1-1 6 0,-1-1 0 0,1 1-4 16,3-4 2-16,0 0-1 0,-2 0-5 0,2-2 3 15,3 0-2-15,0-1-4 0,3-3 5 0,-1 2 2 16,3 0-6-16,-2-1-3 0,1 1 8 0,3-3-6 16,0 0 2-16,9 4 7 0,0-4 3 0,0 2-4 15,5-2 2-15,-1 3-2 0,2-1-3 0,2-1 3 16,1 3-5-16,-3-2-1 0,6 2 3 0,-4 1-2 16,-1 2-9-16,-2-3 5 0,-3 2-4 0,1 2 3 15,-1-3-3-15,-2 5 0 0,-2-3 4 0,-1 3-6 16,-3-1 0-16,-2 3 3 0,-5-4-1 0,2 1 8 15,-5-2 1-15,-2 3 2 0,-5-2 1 0,-2 4 7 16,-2-7-4-16,-2 2 3 0,-1 0-1 0,-1-1 5 16,3-2 3-16,-3-1-1 0,1-1-2 0,0 2-6 15,2-4 4-15,5 3-1 0,-3-3-2 0,-1 2-2 16,7-2-8-16,-2 1-28 0,4 0-27 0,-1-1-40 16,5 0-44-16,-4 0-177 0,4 1-333 0,5-1 148 15</inkml:trace>
  <inkml:trace contextRef="#ctx0" brushRef="#br0" timeOffset="81455.42">17153 6614 50 0,'12'2'89'0,"-1"3"-3"0,6 1-5 0,-1 1-15 16,-2 3-11-16,-1 0-4 0,-4 1-8 0,1 2 1 0,-1 2 2 16,-4 1-12-16,-1 3-3 0,-4-2-2 0,-2 0-3 15,-4 9 8-15,-6-2-2 0,-1 0 0 0,-5-1 12 16,-4 1-2-16,-2-5-4 0,1 0 2 0,-1-2-2 15,-3-1 18-15,5-3 0 0,-1 2-4 0,3-5-3 16,4-3-4-16,4 0 3 0,-2 0-6 0,5-2-5 16,-1 0-3-16,3-1 2 0,2 1-6 0,0-3-2 15,1 1-1-15,-1-1 1 0,5-2 17 0,0 3 17 16,0-3 3-16,10 3 0 0,0-1 1 16,9-4-1-16,0 0-8 0,10 1-8 0,2-1 0 0,-1 0-2 15,6-2-1-15,1 2-5 0,1-3 3 16,1 2-5-16,-1 2-3 0,0 0-6 0,-6 0-3 15,0 0 0-15,-9-1-2 0,-4 1-6 0,2 0 2 16,-8 1-3-16,-1-1-3 0,-1 2 0 0,-4-1-4 0,2 0 0 16,-4 0-1-16,0-1 1 0,-5 1-2 0,8 0-2 15,-8 0 0-15,8 0-3 0,-8 0-6 0,0 0-7 16,7 0-16-16,-7 0-14 0,0 0-14 0,4-2-20 16,-4 2-17-16,0 0-23 0,0 0-19 0,0 0-29 15,0 0-164-15,8-2-350 0,-7 0 155 0</inkml:trace>
  <inkml:trace contextRef="#ctx0" brushRef="#br0" timeOffset="82341.62">18454 6496 40 0,'0'0'142'0,"0"0"-18"0,0 0-13 0,0 0-22 16,0 0-1-16,-8 11-8 0,-2-1-2 0,0 2-11 15,-7 1-6-15,-2 6-5 0,-7 1-6 0,4 1 14 16,-5 1-19-16,0-1-10 0,4-1-3 0,-3-1 5 15,3 0 0-15,3-2 12 0,-1-2-13 0,6-2-2 16,2-4-6-16,3 0 10 0,1-1-7 0,3-1 2 16,-2-2-4-16,3 0 1 0,-1-1 4 0,3 0-13 15,-1-3 4-15,2 2-2 0,-1 1 4 0,0-1-1 16,3-3 21-16,2 5 12 0,-2-5 3 0,5 5 4 16,0-3-6-16,0 1 3 0,5 1-6 0,2 1-9 15,3 3-2-15,3 0-7 0,1-2-2 0,-1 3 1 16,8 0-7-16,-6 1 2 0,6 1-11 0,-7-4-1 15,1 3 1-15,6 0-2 0,-6 0-1 0,-2-3-10 16,1 0 9-16,-5 0-3 0,4 1-3 0,-9-4 0 16,4 1-1-16,-3-1-3 0,-3 0-1 0,-1-3 1 15,0 2 0-15,-1-1-2 0,-2 0 1 0,1-1-1 16,-4-1-3-16,5 1-2 0,-5-1-12 0,4 3-10 16,-4-3-17-16,0 0-11 0,2 3-15 0,-2-3-22 15,0 0-8-15,0 0 0 0,0 0 5 0,0 0-22 16,0 0-32-16,-6 5-161 0,6-5-329 0,-6 1 146 15</inkml:trace>
  <inkml:trace contextRef="#ctx0" brushRef="#br0" timeOffset="82682.32">18030 7153 137 0,'6'1'175'0,"7"2"-7"0,-3 1-7 16,3 1-13-16,6 1-12 0,-1 1-9 0,8 2-5 16,0 2-10-16,2-3-11 0,2 4-10 15,-2-4-2-15,1 4-11 0,-1-2-10 0,1-2-4 16,-3 2-20-16,5-3-30 0,-13 1-36 0,10-2-53 0,-9 0-55 16,2-4-138-16,-5 1-291 0,-2-3 129 0</inkml:trace>
  <inkml:trace contextRef="#ctx0" brushRef="#br0" timeOffset="83303.48">18936 6609 65 0,'5'-2'197'0,"1"-3"-14"16,6 2-17-16,-3 2-22 0,0 0-7 0,1 1-18 16,1 2-7-16,0 1-8 0,1 2-9 0,-2 3-9 15,2 1 0-15,-2 3-14 0,-1 1-3 0,-1 3-4 16,-3-2-8-16,0 6-6 0,-5-3-4 0,-5 7-4 0,0 3-4 16,-3 0-3-16,-5-1-2 0,-5-2-3 15,3 0-3-15,0-2-2 0,1-6 1 0,2-1-9 16,1-3-1-16,2-1-1 0,1-5-2 0,0 1 7 15,3-2 1-15,1-2 10 0,0 2 20 0,2-1 30 16,0-1 26-16,-1-1 19 0,3-2-12 0,0 0-9 16,0 0-13-16,10-21-11 0,0 8-7 0,6-8-5 15,4-1-5-15,3 0-12 0,0-5-6 0,3 3-8 16,-2 0 1-16,3 1-5 0,-1 2-4 0,-5 0-2 16,0 4-1-16,-7 5-5 0,-3 1-4 0,-3 4 4 15,1 1-3-15,-5 1-5 0,1 2-3 0,-1-1-13 0,0 1-10 16,-2 1-19-16,-2 2-1 0,0 0-2 0,6 6-1 15,-4 0 0-15,-4 0 5 0,2 5 0 16,0 1 2-16,0 0 3 0,0 5 1 0,2 0 14 16,0 9-8-16,1-6 3 0,3 4 6 0,5-1 2 15,-1-7-22-15,6 5-15 0,-3-6-29 0,-3-3-38 0,7-2-36 16,-3-2-36-16,-2-4-56 0,1-1-174 0,-5-2-446 16,5 0 197-16</inkml:trace>
  <inkml:trace contextRef="#ctx0" brushRef="#br0" timeOffset="83705.67">19945 6452 126 0,'4'-4'221'0,"0"1"-19"0,0 3-27 15,-4 0-17-15,6-3-21 0,-6 3-16 0,0 0-7 16,0 0-11-16,5 6-14 0,-5-2-13 0,-1 4-4 16,-4 3-5-16,-4 4-8 0,-4 2-3 0,-6 2-8 15,-3 3-2-15,-3 1-3 0,-4 3-8 0,0-3-3 16,0-1-2-16,2 2-4 0,0-4-2 0,4-2-4 16,2 0-2-16,6-5 3 0,1-1-5 0,3-3-1 15,3-1-6-15,0-2 0 0,3-1-1 0,0 1 0 16,1-2-2-16,2 1 13 0,1-1 2 0,2 1 7 15,0 0 12-15,4 0 7 0,3 3 1 0,2 0-5 16,5 3-4-16,-1-1-2 0,4 0-1 0,2-2-7 16,0 2-1-16,4 3-1 0,3-1-4 0,-3-1-5 15,2 2 0-15,1 0-1 0,-2-1-3 0,-6-3 2 16,-2-1-3-16,1 1-1 0,-8-2-2 0,3-5-4 16,1 5-15-16,-2-2-22 0,-1 0-22 0,-2-2-20 15,-1 1-36-15,3-2-44 0,-5-2-42 0,1-1-165 16,-1 0-389-16,0 0 172 0</inkml:trace>
  <inkml:trace contextRef="#ctx0" brushRef="#br0" timeOffset="84320.78">20479 6529 104 0,'0'0'230'0,"7"-5"-15"0,-2 2-21 16,1 2-18-16,-1 1-18 0,7-3-12 0,-1 6-12 0,3-3-14 15,3 5-15-15,-3-1-7 0,1 1-8 0,-1 2-11 16,-5 1-5-16,4-3-10 0,-3 5-4 0,-2-1-9 16,-2 1-6-16,0 2-6 0,-4 0-3 15,-2 0 0-15,-1 0-8 0,-4-2-3 0,-2 2-4 16,1-2-3-16,-4 1-1 0,1-3-1 0,-3 1 1 0,2-1-10 16,1-2 5-16,0 2 0 0,-1-4-2 0,2 2 2 15,3-1-6-15,1 1-2 0,0-1 2 0,1 1 0 16,1-1-1-16,2 1 0 0,0 2 5 0,4-1-9 15,1 5 1-15,-1-2 4 0,5 0 0 16,1 7 2-16,2-3 5 0,-3 2 1 0,1 0 6 0,0 2-2 16,-1 0-6-16,1 1 6 0,-3-1 1 0,-2-1-6 15,-1-1 1-15,-3 0-6 0,-2 0 1 0,-4 0 1 16,-6-2 5-16,-8 4-8 0,-5-1-2 0,-7-3-16 16,-5 1-32-16,-16-1-42 0,-2 2-47 0,-2-3-74 15,2-4-166-15,1 0-403 0,2-5 178 0</inkml:trace>
  <inkml:trace contextRef="#ctx0" brushRef="#br0" timeOffset="86419.28">14733 8674 111 0,'0'-8'155'0,"0"8"-22"0,6-2-8 16,-2-3-17-16,1 3-11 0,4-1-11 0,3 2-6 0,-1 0-7 16,2 2-14-16,6 3-4 0,0 0-6 15,1 3-6-15,5 3-4 0,-5 0-2 0,7 4-8 16,-5 1-1-16,1 0-2 0,-1 4-3 0,-4-2-1 15,-4-3 0-15,0 7-4 0,-2-5-6 0,-3 1 4 0,-2 0 0 16,-2 1-3-16,-1-1 0 0,-7 1-4 0,1-2 2 16,-2 1-2-16,-3-2 2 0,-2 2 7 15,-4-2-2-15,-2-1 3 0,0-2 7 0,0-2 5 16,-2-1-2-16,-1 1 11 0,3-3-6 0,-2-1-5 0,3-1 3 16,1-1 7-16,2 1 0 0,1-4 9 0,2 1 18 15,3-1 15-15,5-1-6 0,-11-1-2 16,7-2-5-16,1-1-6 0,2-4-2 0,2 1-8 15,4-1-1-15,3-7-11 0,2-1-6 0,7-4 6 0,4-1-12 16,1 1-5-16,2-2 3 0,-2-1-7 0,4 3-2 16,-5 0-1-16,4 0-5 0,-4 1 6 15,0 2-6-15,-5 3-1 0,-1 2 0 0,-4 0-4 16,0 5 4-16,-2-3-3 0,2 5-1 0,-5 0-5 0,-1 2 9 16,-1 1-1-16,1-1-7 0,-1-1-3 0,0 2 0 15,-4 2-5-15,4-2-1 0,-4 2-3 0,0 0-2 16,-8 14 3-16,4-4 0 0,-5 4-1 0,-2 2 3 15,0 0 0-15,2 2 2 0,-2 0-5 0,2 6 4 16,0-1 6-16,3-5-5 0,2-1 3 0,3 3 1 16,1-3 6-16,5 1-5 0,1-2-1 0,4 0 6 15,12-1 1-15,6-2-17 0,3-4-51 0,6 0-62 16,14-3-56-16,-11-4-221 0,-1-2-432 0,2-5 192 16</inkml:trace>
  <inkml:trace contextRef="#ctx0" brushRef="#br0" timeOffset="89036.01">15307 8725 84 0,'-12'0'105'16,"-6"0"-4"-16,0 0-1 0,-2 4-6 0,-2 2-9 0,2 0-7 15,-10 4-4-15,2 4-7 0,-4 2 0 16,2 2-16-16,-4 2 5 0,0 3-5 0,7-1-12 16,-4 3 4-16,3-1-1 0,5-2-8 0,0 0-3 0,7-1-3 15,3-5-2-15,3 0-1 0,4-1-2 0,4-2 1 16,0 2 0-16,6-4 6 0,3-2 0 0,3 0 5 15,8 1 3-15,10-5-6 0,5-5-9 16,3-3 5-16,3-1 0 0,13-8-7 0,-15 2 4 16,-2 0-6-16,13-9 0 0,-15 6-7 0,-5-3-1 0,-2 0 3 15,-3 0-1-15,-3-4-15 0,-2 1 3 16,-7 2-9-16,-4-1-2 0,-2 2-2 0,-5-3 4 16,-3 2-2-16,-4 0 7 0,-2-2 1 0,-5 4 4 0,-6-4-2 15,-5 7 4-15,0 3-1 0,-3 4 4 0,-4 2-2 16,-2 3 11-16,3 5-15 0,-3 2 2 0,-3 4 5 15,-1 2-10-15,5 2 3 0,-11 12 2 0,14-10-2 16,4-1-3-16,3 4 1 0,9-7-1 0,1 1 3 16,6 1-3-16,4-5 3 0,4 3 6 0,7-4 0 15,7 1 1-15,11-2 3 0,6-3 0 0,2-3-2 16,5-4 0-16,-1-3-5 0,13-5 6 0,-14 2-2 16,0-3-6-16,-4-1-6 0,-3-4 8 0,-5 1 2 15,-3 0-3-15,-7 1 0 0,-4-1-3 0,-5-1-2 16,-1 0-5-16,-1-1 2 0,-8 0 2 0,0 3 3 15,-1-2-3-15,-5 1-3 0,-3 2 4 0,0 3-1 16,-2 1 4-16,0 2-5 0,-2 2-1 0,-1 0-1 16,0 5-8-16,2 2-12 0,0 0-5 0,2 4-14 15,0 1-10-15,5 0-22 0,0 0-19 0,0 1-143 16,4-1-259-16,3 0 115 0</inkml:trace>
  <inkml:trace contextRef="#ctx0" brushRef="#br0" timeOffset="89422.64">15873 8632 180 0,'0'-4'253'0,"0"0"-7"0,0 4-13 0,-3-4-20 16,3 4-26-16,0-5-14 0,0 5-25 0,3-4-17 0,-3 4-25 16,0 0-20-16,0 0-10 0,0 0-11 0,0 17-7 15,0-6-6-15,2 7-2 0,-3 3-7 0,2 4-6 16,1 2-1-16,-2 1-5 0,1 0-3 16,0 1-2-16,0-2-2 0,1 0-6 0,-1-3 3 0,-1-4 0 15,4-1-5-15,-2 0 0 0,1 0-3 0,1-3 0 16,-3-2-3-16,1-4 0 0,0 1 1 0,0-2 1 15,-2-1-1-15,2-4-1 0,-2 1 0 0,1 1 4 16,-1-3-2-16,1 0 0 0,-1-3 1 0,-1 5 1 16,1-5-3-16,1 4 1 0,-1-4-7 0,0 0-28 15,0 0-28-15,0 0-25 0,0 0-19 0,0 0-10 16,0 0-30-16,0 0-22 0,-9-12-54 0,7 9-108 16,-1-2-347-16,3 5 154 0</inkml:trace>
  <inkml:trace contextRef="#ctx0" brushRef="#br0" timeOffset="90968.08">18225 8404 132 0,'5'-3'160'0,"2"0"-15"0,-2 1-12 16,1-1-11-16,2 0-14 0,2 3-10 0,0-2-16 16,1 1-4-16,1 1-12 0,0 1-2 0,0 1-7 0,0 3-6 15,0 1-7-15,2 5-8 0,-3 2-2 16,1 1-2-16,-1 3-1 0,-6 1-1 0,0 0-2 16,-1 5-4-16,0 5 1 0,-8-4-1 0,0 1-8 15,-1 1 2-15,-2 1-4 0,-2-3 1 0,-3-1-2 0,3-5 2 16,-2-3 1-16,-5 1-4 0,5-4 2 0,-2 0 5 15,2 1-4-15,2-6 4 0,0 2-2 0,2-6 3 16,2 2 7-16,0-1 1 0,0-1 24 16,0-1 18-16,1 1 23 0,4-3 19 0,0 0-4 0,0 0-15 15,0 0-7-15,0-13-14 0,5 3-3 0,3 0-9 16,1-6-6-16,7-7-3 0,0 2-5 0,3-4-9 16,0 0-6-16,1 1-2 0,2-3-2 0,-4 5-3 15,1 3-3-15,-2 0-1 0,-4 4 0 0,-4 1-3 16,3-1-3-16,-5 7 8 0,-1-1-11 0,-2 5-4 15,0-1 0-15,0 0 0 0,1 1-7 0,-3 1-3 16,-2 3-21-16,5-3-13 0,-5 3 5 0,0 0-1 16,3 10 5-16,-3-3 3 0,-1 2 0 0,-2 4 1 15,3 4-1-15,-1-1 3 0,0 0 2 0,-1 3 3 16,4 0 1-16,-1 0 2 0,3-2 1 0,-2 3 4 16,5-3 7-16,0-1-8 0,5-1-12 0,-1-1-16 15,3-4-33-15,2 1-37 0,4-3-34 0,-1 0-68 16,2-4-152-16,-2 0-393 0,-2-3 174 0</inkml:trace>
  <inkml:trace contextRef="#ctx0" brushRef="#br0" timeOffset="91487.05">18755 8395 137 0,'0'0'200'0,"-1"-5"-21"0,1 5-29 16,0 0-4-16,0 0-23 0,0 0-6 0,0 0-15 16,0 0-9-16,17 5-8 0,-6 1-11 0,3 4-9 15,2-3-9-15,0 2-4 0,3 3-2 0,6 0-4 0,-3 1-4 16,-2-5-3-16,-1 1-6 0,7 4-4 0,-8-8-1 15,-1 4-3-15,0-2 0 0,0 1-5 16,-4-3 2-16,-1-2-7 0,-3-1-3 0,0 1 5 0,0-1 1 16,-4 0 3-16,0 0 21 0,2-1 10 0,-3 1 14 15,-4-2 2-15,6 0 5 0,-6 0-4 0,6 1-6 16,-6-1-9-16,3 2-5 0,-3-2-6 16,0 0-6-16,1 4-11 0,-1-4-4 0,-6 8-2 0,-2 1-5 15,-1 3 1-15,-5 1-4 0,-5 8 2 0,-3 1-7 16,2 5-3-16,-1-1 4 0,1-1-2 0,2 2 1 15,0-4 1-15,2 2-1 0,0-1-2 16,2-3 2-16,5-6-3 0,0-1 2 0,3-2-1 0,-2-2 2 16,4 0-4-16,2-3 4 0,-1-1-4 0,-1 0 2 15,0-3 0-15,3 1-2 0,-3 1 8 16,4-2-4-16,0-3 1 0,-1 5 3 0,1-5 2 0,-3 2-4 16,3-2 2-16,0 0 2 0,0 0 0 15,-1 5-1-15,1-5-2 0,0 0-9 0,0 0-22 0,0 0-18 16,0 0-17-16,0 0-15 0,8-12-18 0,-7 8-22 15,3 0-23-15,0 0-25 0,0 0-57 0,-3-1-133 16,4 2-378-16,0-2 168 0</inkml:trace>
  <inkml:trace contextRef="#ctx0" brushRef="#br0" timeOffset="91828.12">19373 8707 48 0,'0'0'194'0,"0"0"-21"16,0 0-20-16,0 0-12 0,0 0-14 0,-13 17-15 16,0-7-4-16,2 5-16 0,-7 4-5 0,0 3-13 15,-3 2-1-15,2-2-8 0,3 2-11 0,-1-3 0 16,2 2-6-16,-2-1-9 0,7-6 2 0,0-1-16 15,1-2 8-15,2-1-2 0,1-1 1 0,-1-2-4 0,4-1-9 16,0-2 4-16,-1-1-1 0,2 0-3 16,-1-1 3-16,2 0 9 0,0 0 11 0,-2-3 10 15,3-1 9-15,-1 4 6 0,1-4 1 0,0 0-1 16,0 0 1-16,0 0-4 0,0 0-6 0,0 0-9 0,0 0-15 16,0 0-24-16,0 0-25 0,0 0-39 15,10-12-48-15,-2 5-46 0,-1-1-52 0,1-1-149 16,1-1-376-16,5-2 166 0</inkml:trace>
  <inkml:trace contextRef="#ctx0" brushRef="#br0" timeOffset="92523.22">19798 8315 73 0,'7'0'156'16,"4"-2"-10"-16,1 3-10 0,0-1-11 0,6 1-18 16,1 2-4-16,3 3-11 0,-3 0-8 0,4-1-7 15,-1 4-2-15,-3-2-6 0,4 7-11 0,-5 0-2 16,-5 0-6-16,-1 1-8 0,-1 2-5 0,-3 0 3 16,-3 1 0-16,-3 0-5 0,-2 1 3 0,-2-1-9 15,-5-2-3-15,-2 1-4 0,-3-1 10 0,-1-1-8 16,-2-3 0-16,-1 0 1 0,0-1-5 0,-1-2 9 15,0-1 0-15,4-2-8 0,2 1-1 0,2-4 1 16,0 1-3-16,3-2-4 0,-1 3-1 0,4-2-3 16,-1 0 2-16,1-2-2 0,3-1-2 0,0 6-2 15,3-2 4-15,3-1-1 0,4 2 0 0,0 2 1 16,8 0-1-16,-1 1-2 0,2 0-5 0,-1 3 7 16,3-1-3-16,-4 0-1 0,1 2 0 0,0 0-1 15,-4 1-1-15,0 0 2 0,0 1 1 0,-2-1 0 16,-6 2 2-16,3-1 3 0,-5-4 1 0,-3 2 4 15,-2-2 0-15,-2 0 2 0,-3-1 10 0,-6 3 0 16,-5-2-5-16,-13 2-2 0,-3 0 2 0,-4-6-2 16,-17 2 0-16,1-1-29 0,-1-2-45 0,14 0-55 0,2-2-91 15,-3-6-141-15,4 0-367 0,4-4 163 16</inkml:trace>
  <inkml:trace contextRef="#ctx0" brushRef="#br0" timeOffset="95667.11">2961 11783 141 0,'3'-8'206'0,"-3"2"-10"0,3 1-4 0,-1-2-12 15,-2 3-14-15,1-1-17 0,2 1-10 0,-3 0-16 0,0 4-15 16,1-4-13-16,-1 4-19 0,0 0-34 0,4-2-31 16,-4 2-8-16,0 0-3 0,1 9 0 0,2 1-4 15,-2 2 0-15,2 5 3 0,-3 8-9 16,2 2 6-16,2-1 4 0,-4 3 0 0,0-4 0 16,0 2 3-16,0 0 0 0,0-2-6 0,0-5 2 0,0-1 2 15,0 0-4-15,-5-2 2 0,4 0-1 0,1-8 0 16,-3 1 5-16,2 0-1 0,1-4 2 0,0-1 11 15,0 0 32-15,0 1 35 0,-3-4 33 16,3 1 28-16,0-3 31 0,0 0-6 0,0 0-19 0,0 0-20 16,-10-15-5-16,5 4-16 0,-2-3 6 0,0-2-25 15,-1-10-9-15,3-1-9 0,-4-2-9 0,3-6-7 16,0 0-6-16,-1-13-8 0,1 0-10 0,1-3-5 16,1 4-7-16,1 1-1 0,3 12-7 0,0 0 3 15,3 2 0-15,-1 2-5 0,2 2 1 0,-1 10-6 16,0-2 1-16,4 3 2 0,-2 2 0 0,3 1-7 15,3 2 0-15,2-1 1 0,2 4-3 0,2-1-3 16,1 4-5-16,0-2-19 0,1 7-20 0,0-1-13 16,3 4-8-16,6 2-17 0,-5 0-18 0,-3 1-18 15,7 5-11-15,-1 1-19 0,-3 3-15 0,-8-3-13 16,-1 0-13-16,-1 2-211 0,-3-1-438 0,-6-2 193 16</inkml:trace>
  <inkml:trace contextRef="#ctx0" brushRef="#br0" timeOffset="96000.08">2986 11947 45 0,'0'0'212'15,"0"0"-20"-15,0 0-13 0,0 0-12 0,-4 3-16 16,4-3-18-16,0 0-10 0,0 0-9 0,0 0-14 16,20-6-8-16,-8 4-2 0,2 0-8 0,7-2-12 15,5 0-7-15,5 0-5 0,-2 0-5 0,2 1-5 16,-3 0-7-16,-1-1-4 0,-7 3-17 0,1-1-12 0,-2 2-26 15,0-1-22-15,-2 2-24 0,-2-1-26 16,-3 0-24-16,0 2-29 0,-5-2-126 0,-1 1-290 16,-2-1 129-16</inkml:trace>
  <inkml:trace contextRef="#ctx0" brushRef="#br0" timeOffset="96319.86">3594 11882 254 0,'1'-5'312'0,"2"0"-3"16,-3 2-18-16,1 1-11 0,-1 2-18 0,3-5-26 16,-3 5-24-16,1-4-25 0,-1 4-21 0,2-3-17 0,-2 3-17 15,0 0-4-15,0 0-28 0,0 0-19 0,0 0-35 16,0 0-17-16,0 0-7 0,0 0 4 15,0 0-2-15,3 14-10 0,-2-7 0 0,-1 2-2 16,0 0-6-16,2 1-15 0,-2 2-9 0,0-2-13 16,0 1-10-16,-2 2-10 0,2-4-20 0,-1 1-7 0,1 0-15 15,0-3-17-15,0-2-17 0,0 0-7 0,-3 2 1 16,3-5 6-16,0-2 17 0,-1 3-14 16,1-3-56-16,0 0-130 0,-10-8-334 0,6 1 148 15</inkml:trace>
  <inkml:trace contextRef="#ctx0" brushRef="#br0" timeOffset="96440.89">3534 11785 118 0,'0'-17'177'0,"0"0"-7"0,1 1-1 0,2 0-4 0,-2 2-10 16,2 5-15-16,-1-2-10 0,1 2-17 0,-1 1-6 15,1 2-16-15,-1-2-10 0,1 4-15 0,1 0-34 16,0 1-29-16,1 2-32 0,-5 1-10 0,9 0-24 16,-3 4-31-16,-2 0-49 0,1 1-83 0,-4 2-243 15,4-1 108-15</inkml:trace>
  <inkml:trace contextRef="#ctx0" brushRef="#br0" timeOffset="97350.69">3841 11851 121 0,'0'0'211'0,"0"0"-27"0,2 3-16 0,-2-3-15 15,0 0-24-15,0 0-14 0,1 4-8 0,2 2-14 16,-3-1-13-16,0 3-9 0,0 2-7 0,0 0-7 16,0 0-3-16,0 1-4 0,0 1-7 0,0-1-3 15,1 0-8-15,-1-1-2 0,0-3-4 0,2 0 0 16,-2 0-4-16,0-3 3 0,0 0-1 0,2 1-1 16,-2-1 0-16,0-4 12 0,0 5 33 0,0-5 30 15,0 0-2-15,0 0-8 0,0 0-9 0,14-8-8 16,-5 2-8-16,-1-1-8 0,1-2-3 0,5-4-7 15,-5-2-5-15,1 3-5 0,0-1-2 0,0 0-2 16,-3 5-2-16,-1-1-5 0,0 1-1 0,-2 3-3 16,-1-2-3-16,0 4-6 0,-1 1-2 0,1-1-13 15,-3 3-19-15,4-4-15 0,-4 4-1 0,0 0-1 16,0 0 9-16,6 9 0 0,-2-6 3 0,-2 4 3 16,2-1-1-16,1 3-1 0,2 1 4 0,5 1 2 15,1-2-1-15,0 2 6 0,6-2 1 0,5 2 2 16,3-1-2-16,6-2-7 0,2-2-9 0,1 1-5 15,16-6-3-15,2-1-9 0,-3-1 8 0,-12-1 0 16,11-6 2-16,-9 3-7 0,-5 0 7 0,0-2-6 16,-6-4 9-16,-1 3 7 0,-3-2 3 0,-9 2-1 15,0-3 10-15,-7 3-4 0,0-1 19 0,-5 0 6 16,-1-4 2-16,-4 5 1 0,-3-2-4 0,-2 2 4 16,-5-2-3-16,-4 0-2 0,-6 3 5 0,-8-2-4 15,-1 4 4-15,-1 2-5 0,-1 3-1 0,-1 1 1 16,-1 1-6-16,2 2 1 0,1 3 2 0,2-1 0 0,2 3-9 15,7-1 9-15,1 1 1 0,0-2-2 16,9 2-2-16,-1-1 1 0,2 2-5 0,2-1-2 16,2-2-1-16,1 4-3 0,6-2 1 0,2-1 5 15,5 1 5-15,3-2-6 0,9 1 1 0,-2-4-5 16,9 0-6-16,0-3-9 0,-1-1-8 0,1-4-1 16,2 0-9-16,-4-4 15 0,-7 0 6 0,0-2 5 15,-4 0 3-15,6-8 10 0,-8 5 18 0,0-9 10 16,-5 3 8-16,0-5 15 0,-3-3-6 0,-4 0-3 0,1-1-4 15,-2-4 7-15,-2-2 2 0,1-1 1 0,-4 0 5 16,1 1 5-16,0 1 8 0,-2 1 8 0,4 3 3 16,-3 2-3-16,1 7 10 0,1 4 4 15,0-1-4-15,1 7-2 0,0-1-3 0,1 3-5 0,-2 1-9 16,1 1-3-16,1 2-15 0,0-1-9 0,0 5-28 16,0 0-18-16,0 0-2 0,0 0 6 0,0 0-5 15,4 13 2-15,-3-1-1 0,2 6-1 0,-3 9 2 16,2 1 7-16,-2 5-5 0,2 2 1 15,0 12 1-15,-2-12 0 0,2 12-2 0,-2-11 5 0,2 10 0 16,-2-10-2-16,1-4 4 0,1 1 0 0,-2-2-2 16,4-5 2-16,-2 0 5 0,0-8-2 0,1-4-1 15,0-2 0-15,-1-1-2 0,0-1 5 0,0-2 0 16,1 2 2-16,-1-5 1 0,0 0-1 0,0 0 7 16,-1-1 11-16,1-4 14 0,0 3 2 0,-2-3 3 15,15 2-9-15,-3-4-2 0,2-1-21 0,4 1-51 16,10-5-85-16,2-2-92 0,-2-2-224 0,1-3-480 15,0-1 212-15</inkml:trace>
  <inkml:trace contextRef="#ctx0" brushRef="#br0" timeOffset="98267.03">5806 11526 72 0,'0'-9'191'0,"0"1"-7"0,0 2-12 16,0 0-7-16,1-2-10 0,2 4-11 0,-3-3-5 0,1 2-8 15,0 1-11-15,3 0-11 0,-4 4-13 16,0-7-14-16,0 7-9 0,0-2-17 0,0 2-14 15,0 0-2-15,4 12-18 0,-4-4 9 0,1 9-3 16,2 4-7-16,-3 3-2 0,0 7-4 0,-3 1-1 0,2 2-4 16,1 0-2-16,1 2-2 0,-2-2 1 0,5 1-2 15,-3-4 0-15,3 1 0 0,-3-4-1 16,3-2-7-16,-1-7 5 0,-2-3-2 0,-1 0 0 0,0-3-2 16,4-3 4-16,-4 0 1 0,0-4 3 0,2 0-6 15,-2 0 3-15,0-1 3 0,0 0-3 0,0-5 5 16,0 2-1-16,0-2 0 0,-2 5 5 0,2-5 1 15,0 4 3-15,0-4 3 0,0 0-3 0,0 0-5 16,0 0-17-16,0 0-22 0,-16-9-29 0,11 4-27 16,1-4-41-16,-3-1-65 0,3-5-112 0,-1 0-327 15,1-4 144-15</inkml:trace>
  <inkml:trace contextRef="#ctx0" brushRef="#br0" timeOffset="98615.93">5710 11376 73 0,'-2'-8'215'0,"0"4"-13"15,1 1-12-15,0-1-16 0,-1 0-15 0,1 1-21 16,1 3-17-16,1-4-7 0,-1 4-16 0,9-4-9 16,4 4-9-16,0 2-10 0,9 1-3 0,7 1-8 15,-1 6-3-15,4 0-16 0,0 2 8 0,3 1-8 16,-2 3-7-16,-3-1 0 0,1 5-7 0,-7 1 2 15,-2 0-4-15,0 4-5 0,-4-4-1 0,-4 4 0 16,-5-8-4-16,-3 3-4 0,-5-2 3 0,-3 0-5 16,-8 0 2-16,-8 3-1 0,-5 0-3 0,-7-2-2 15,1-2 6-15,-4-2-3 0,1-2-3 0,0-2 1 16,-4 1 5-16,7-3-5 0,-2-1 1 0,4 0-2 0,6-1-2 16,2-3-2-16,6-2 6 0,2 0 0 0,0 1-5 15,3 0 1-15,2-3-6 0,1 4-18 16,1-3-12-16,0 2 3 0,4-3-17 0,8 6-29 15,-1-3-36-15,6 0-68 0,6-3-130 0,0 1-337 0,-1-5 150 16</inkml:trace>
  <inkml:trace contextRef="#ctx0" brushRef="#br0" timeOffset="101304.61">6791 11514 120 0,'0'0'193'16,"1"-3"-14"-16,-1 3-14 0,2-4-15 0,-2 4-21 16,0 0-7-16,-2-5-16 0,2 5-11 0,0 0-12 15,0 0-10-15,0 0-13 0,0 0-7 0,0 0-4 16,-5 12-10-16,0 0-5 0,-4 0-1 0,-1 8-7 15,-4 1 1-15,-1 4-8 0,-2-1 2 0,3 1-8 16,-3 2-2-16,2-2 2 0,-3 1-1 0,3-1-5 16,-2-1 0-16,4 0 1 0,-3-2-2 0,8-2-18 15,-2-6-8-15,0 2-8 0,1-1-7 0,1-5-15 16,2 0-13-16,1-2-25 0,0 1-11 0,2-2-16 16,-1-4-110-16,2 2-242 0,-2-1 108 0</inkml:trace>
  <inkml:trace contextRef="#ctx0" brushRef="#br0" timeOffset="101634.82">6515 11608 188 0,'0'-7'266'16,"-1"0"-9"-16,1 2-16 0,-4 1-23 0,4-1-23 15,0 5-22-15,0-8-22 0,-1 5-18 0,1 3-15 0,0 0-14 16,0 0-13-16,0 0-10 0,18 16-5 0,-8-4-12 15,5 0-14-15,6 8-2 0,-1 2-3 16,3 0-7-16,-1 2-2 0,1 1-6 0,1 0 1 16,-1 0-6-16,3 0-2 0,-2-1 0 0,-2 1-3 0,-2-3-3 15,2-1 2-15,-5-3 1 0,-4-4-7 0,-1 0-11 16,-3-7-6-16,-1 2-11 0,-1-1 4 16,-3-3-5-16,1 0 0 0,-1-1 5 0,0-1 1 15,-2 0 3-15,2 2 3 0,-1-3 8 0,-3-2 7 0,1 1-3 16,-1-1 0-16,0 0 0 0,0 0 1 0,0 0-11 15,0 0-18-15,0 0-14 0,-4-12-29 0,3 8-28 16,-2-1-26-16,1 1-45 0,2-1-216 0,0-1-408 16,0-1 182-16</inkml:trace>
  <inkml:trace contextRef="#ctx0" brushRef="#br0" timeOffset="102024.1">7249 11664 172 0,'0'0'164'0,"-3"-5"-5"0,3 5-11 0,0 0-5 15,0 0-6-15,-3-2-13 0,3 2-6 0,0 0-8 16,0 0-11-16,0 0-6 0,0 0-14 0,0 0-6 16,0 0-4-16,0 0-9 0,0 0-7 0,7-5-2 15,-2 4-6-15,3-3-2 0,4 4-10 0,0 0-2 16,3-3-4-16,2 1 0 0,2 0-5 0,-2-1 2 15,-1 1-3-15,1 2-13 0,0 0-14 0,-5-2-15 16,1 4-14-16,-1-2-25 0,-5 0-10 0,5 0-21 16,-6 2-14-16,1 0-10 0,-2 0-40 0,-3 0-92 15,-2-2-265-15,0 0 118 0</inkml:trace>
  <inkml:trace contextRef="#ctx0" brushRef="#br0" timeOffset="102306.09">7241 11836 179 0,'0'0'183'0,"0"0"-16"0,0 0-19 0,0 0-12 15,0 0-17-15,0 0-7 0,10 2-16 0,2-2-7 16,2 0-9-16,5 0-5 0,4-1-9 0,5 1-7 15,-1-1-10-15,1-1 0 0,-6 2-1 16,-2 0-13-16,-1-1-8 0,-1 2 5 0,-4-1-7 16,-1 0-3-16,-5 0-4 0,-1 2-11 0,1-2-1 0,-3 0-6 15,-5 0 8-15,10 0-19 0,-10 0-8 0,0 0-2 16,8 0-25-16,-8 0-23 0,0 0-18 16,0 0-54-16,0 0-100 0,0 0-259 0,0 0 115 15</inkml:trace>
  <inkml:trace contextRef="#ctx0" brushRef="#br0" timeOffset="125950.5">8010 11548 19 0,'0'0'202'0,"0"0"0"16,0 0-13-16,0-5-7 0,0 5 1 0,0 0-12 0,3-4-10 15,-3 4-4-15,0 0-8 0,1-4-7 0,-1 4-10 16,0 0-4-16,3-2-7 0,-3 2-13 0,0 0-11 16,1-4-6-16,-1 4-7 0,0 0-10 0,0 0-6 15,0 0-8-15,0 0-7 0,0 0-7 0,0 0-8 16,0 0-4-16,0 0-8 0,0 0-12 0,0 0-24 15,0 0-19-15,0 0-5 0,0 0 1 0,-1 14 5 16,1-5 1-16,-3 2 5 0,2 5 3 0,1-1 2 16,-3 4 5-16,3-2-2 0,-1 3 0 0,1-1 4 15,-3-1 0-15,2-2-1 0,1 0 2 0,0 1 3 16,0-5-13-16,-1-1-14 0,1 2-24 0,-3-2-14 16,3-2-16-16,-1 1-9 0,-3 0-25 0,4-3-7 15,-1 0-6-15,1 0-39 0,-4-3-112 0,0-1-308 16,0 0 136-16</inkml:trace>
  <inkml:trace contextRef="#ctx0" brushRef="#br0" timeOffset="126211.27">8252 11875 132 0,'0'0'127'0,"-4"5"-12"0,-1 0-19 0,-3-1-1 0,2 3-16 16,-1 0-6-16,-2 0-3 0,-1 1-7 0,3 2-10 16,0-2-8-16,-3 3-1 0,0-1-5 0,3 1-22 15,0-3-25-15,-1 3-16 0,0-2-36 0,2 0-100 16,-1-1-172-16,2-2 76 0</inkml:trace>
  <inkml:trace contextRef="#ctx0" brushRef="#br0" timeOffset="126867.9">8589 11526 26 0,'1'-4'150'0,"5"0"-20"0,-3 3-8 0,3-2-14 16,1 0-9-16,2 0-12 0,0 2-13 0,1-1 1 15,3 4-12-15,-3-5-4 0,4 3-4 0,-1 0-5 16,0 3-8-16,0 1 2 0,-3 2-4 0,4-3 3 15,-5 6-10-15,1-3-9 0,-1 5 1 0,-3-2-12 16,0 4 12-16,-1 3-4 0,-5 1-5 0,-2 0-3 0,-1 4 2 16,-5 4 0-16,-3-2-1 0,-4 0-4 15,-1 1-3-15,-4-4 1 0,-1 1 8 0,0-3-8 16,6-3-4-16,-3-3 2 0,1 1 1 0,1 0 1 16,2-5-8-16,1-4 4 0,3 5-4 0,1-4 6 0,2-2-3 15,1 1 2-15,1-2 10 0,1 2 3 0,2-3 14 16,-2 2 4-16,4-3 16 0,0 0-5 15,0 0 0-15,0 0-6 0,0 0-2 0,20-3 4 16,-7 1-4-16,6 0-5 0,-1-1-1 0,1 0 4 0,4-1-6 16,-5 4 4-16,5-3-4 0,5 1 3 0,-7 0-4 15,-3 0-3-15,1 2-4 0,-8 0-1 0,2-1-4 16,-3-1-2-16,-3 2 0 0,-1 0-5 0,2-2 1 16,-8 2-3-16,7 0 4 0,-7 0-5 0,8 0-4 15,-8 0 2-15,0 0-3 0,5 0-5 0,-5 0-7 16,0 0-8-16,0 0-1 0,0 0-5 0,0 0-14 15,0 0-13-15,0 0-22 0,-9 9-26 0,9-9-24 16,-9 2-58-16,5-2-122 0,4 0-326 0,0 0 145 16</inkml:trace>
  <inkml:trace contextRef="#ctx0" brushRef="#br0" timeOffset="127097.95">9063 11898 104 0,'0'0'179'0,"0"0"-23"16,9 0-18-16,-9 0-19 0,0 0-9 0,0 5-13 16,0-5-8-16,-4 8-10 0,-1-1-5 0,0-2-7 0,0 5-1 15,-4 0-9-15,-1 2-7 0,-3 2-25 0,1 1-14 16,-1-1-22-16,0 0-27 0,-3-4-41 0,1 3-137 15,-2-5-233-15,7-3 103 0</inkml:trace>
  <inkml:trace contextRef="#ctx0" brushRef="#br0" timeOffset="127930.08">9409 11471 158 0,'0'0'179'0,"0"0"-6"0,0 0-16 0,2-3-15 0,-2 3-14 16,0 0-16-16,6-4-11 0,-6 4-11 0,9-2-11 16,-3 2-6-16,2 2-7 0,1-1-13 15,4 2-5-15,-2 0-2 0,3 0-7 0,-1 1-1 16,5 4-3-16,-4-1 3 0,3 2-9 0,-3 3-1 0,1-5-4 16,-2 5-3-16,-3 1 2 0,2-1-9 0,-2-1-6 15,-4 2 1-15,-1-2 0 0,0 4-1 0,-2-4-3 16,-3 0-1-16,-3 0 2 0,0 0-1 0,-1-1 1 15,-3-2-4-15,2 1 1 0,-2-3-1 0,-2 2 0 16,1-3-1-16,3 0 5 0,0 0-8 0,0-1 5 16,0-1-1-16,1 1 2 0,0-1-2 0,0 0-3 15,0-2 1-15,4-1 1 0,-2 4-1 0,2-4 3 16,0 0-2-16,5 6 1 0,0-3-2 0,1 0 4 16,6 1 0-16,-1 1 0 0,2-1-2 0,0 0 3 15,3 5 3-15,0-2 2 0,-5 0-4 0,7 2 0 16,-5 0 1-16,2 1-2 0,-6 0-1 0,0 0 2 15,0-1-6-15,-5 2 2 0,1-3-2 0,-2 3-6 16,-2 0 7-16,-5-2-3 0,-1 0-2 0,-4-1 5 16,-4 0 0-16,-3 0 4 0,-5-2-8 0,-8 2 1 15,2-1-3-15,-2 0-4 0,1-4-16 0,-2-1-15 16,8 0-20-16,2-1-36 0,0-2-49 0,0-3-134 16,6 2-301-16,5-2 134 0</inkml:trace>
  <inkml:trace contextRef="#ctx0" brushRef="#br0" timeOffset="128679.08">10060 11293 25 0,'0'0'137'16,"0"0"-10"-16,0 0-17 0,0 0-13 0,15 8-10 15,-8-1-5-15,0 3-4 0,5 7-22 0,3 5 11 16,-1 10 1-16,-1 1-8 0,3 13 5 0,1 3-1 15,1 6-11-15,-6-3-2 0,-1 4-1 0,-6 1-4 0,2-2-7 16,-5-6 1-16,-7 2-9 0,-3-6-3 0,-7-1 2 16,1-10 2-16,-16 9-4 0,1-4-7 0,-12-2 7 15,-7 0-5-15,-7-4-5 0,-31 14 6 16,-2-7-11-16,-4-6-25 0,-1-4-44 0,-2 0-50 0,-1-12-145 16,-1 0-272-16,5-6 121 0</inkml:trace>
  <inkml:trace contextRef="#ctx0" brushRef="#br0" timeOffset="129666.36">6689 11229 2 0,'0'0'164'0,"0"0"-10"0,0-6-10 15,0 6-12-15,0 0-14 0,0 0-13 0,0 0-12 0,-4-4-11 16,4 4-9-16,0 0-10 0,0 0-5 0,-20 10-5 16,4-1-10-16,-1 1-7 0,-8 7-2 15,-3 4-6-15,-1 4 1 0,-11 14-4 0,-1 7 4 16,-14 18 1-16,5 5-7 0,16-23-3 0,-2 3-1 0,8 2 2 15,6 0-5-15,3-1-6 0,1 0 1 0,9-1-5 16,4-14 3-16,3 12 3 0,5-16-2 0,6 3 0 16,11 9 2-16,1-14 1 0,15 11 0 15,5-3-33-15,11-10-50 0,4 0-53 0,2-8-126 0,1-5-268 16,-2-6 120-16</inkml:trace>
  <inkml:trace contextRef="#ctx0" brushRef="#br0" timeOffset="135676.94">12760 11468 90 0,'0'-3'134'0,"-3"0"-4"16,3 3-10-16,-1-5-10 0,1 5 0 16,0-6-5-16,-1 3-5 0,1 3-7 0,0-5 1 15,0 5-12-15,-3-7 2 0,3 7-12 0,0-2-6 0,0 2-6 16,0 0-10-16,0-5-7 0,0 5-9 0,0 0-8 15,0 0 4-15,0 0 1 0,-4 18-6 16,3-7-8-16,1 7 3 0,-4 8-4 0,4 1-7 16,0-1 5-16,0 3-6 0,0 0-10 0,2-1 7 0,0 1 1 15,-2 1-3-15,8-3-3 0,-6 2 2 0,7 0-1 16,-5-5 2-16,0 3 2 0,-3-8-5 0,2-2 6 16,-2 0-1-16,0-1 1 0,3-3-3 0,-4-1 0 15,0-4 6-15,4 2-7 0,-4-4-1 0,0 2 1 16,0-4 0-16,0 1 1 0,3 0 1 0,-3-2 2 15,1 2-2-15,-1-5 4 0,0 0-3 0,-1 5 2 16,1-5 7-16,-3 2-4 0,3-2 19 0,0 0-20 16,0 0-1-16,0 0-4 0,-9-12-14 0,8 8-22 15,-3-2-14-15,0-4-23 0,0 2-29 0,2-3-22 16,-1-3-21-16,2-2-98 0,-3-1-258 0,4-4 114 16</inkml:trace>
  <inkml:trace contextRef="#ctx0" brushRef="#br0" timeOffset="136059.81">12718 11367 47 0,'0'-6'151'0,"0"0"-8"0,0 1-9 0,0 2-10 16,1-2-14-16,2 0-10 0,-1 3-11 0,2-3-8 15,1 1-7-15,4 1 1 0,-4 2-12 0,5-3-2 16,4 4-9-16,3 0-2 0,2 1-1 0,3 1-8 16,-3 1 3-16,3 3-6 0,5 4-6 0,-1 0-4 0,-1 4 0 15,-5 1-2-15,3 2-2 0,-1 1-5 16,-4 0 1-16,-3 4-3 0,1-1 0 0,-8-3-3 0,0 1-3 16,-2-1 0-16,-3-1-2 0,-2 0-1 15,-5-1 1-15,-2 0 0 0,-2-1 3 0,-7 0-8 16,-5 2 7-16,-2-2-6 0,-5-1 1 0,0-1 0 15,0-2 2-15,1-2-3 0,-1-1-1 0,6-3 2 0,0-1-1 16,1 0-1-16,4 1 6 0,-2-2-8 0,5-1 0 16,-1 1 5-16,6-2-4 0,2 1-2 0,0-1-2 15,-2 0-15-15,4 1-7 0,4-2-5 0,-5 2 0 16,5-2-18-16,0 0-19 0,0 0-42 0,24-1-160 16,-11-2-287-16,-2-2 127 0</inkml:trace>
  <inkml:trace contextRef="#ctx0" brushRef="#br0" timeOffset="136845.24">14225 11448 86 0,'4'-2'133'0,"-4"2"-8"0,0 0-9 16,4-3-8-16,-4 3-5 0,0 0-13 0,0 0-12 15,0 0-10-15,0 0-9 0,0 0-5 0,0 0-2 0,0 0-1 16,-8 10-14-16,0 1-4 0,-3 0-5 0,-3 5 1 16,-4 7-5-16,-2-2 1 0,1 4-5 15,-3-4-3-15,-1 3 0 0,0 0-5 0,5 1 2 16,-3 0-3-16,1 1 3 0,2-2-4 0,1 0 0 0,2-2-2 16,3-4 5-16,0-3-7 0,2-1 5 0,-1 0-2 15,4-4-6-15,-2-1-10 0,5-2-13 16,-3 0-15-16,2-4-15 0,1 4-19 0,0-6-43 15,-1 0-86-15,5-1-213 0,-8-5 96 0</inkml:trace>
  <inkml:trace contextRef="#ctx0" brushRef="#br0" timeOffset="137090.99">13865 11535 186 0,'3'-4'174'0,"-3"2"-22"0,0 2-17 16,1-6-17-16,-1 6-5 0,0 0-16 0,14 8-9 16,-4-3-10-16,-2 5 0 0,7 2-2 0,5 6-6 15,1 0-10-15,0 3 1 0,2-1-3 0,0 2-3 16,2 0-5-16,2 1-7 0,-4 1-4 0,-1-2 1 16,1 1-5-16,-3-1-6 0,-1-1-18 0,-1-1-19 15,-5-4-20-15,0-4-27 0,-3 1-18 0,-3-4-31 16,-1-1-53-16,0-3-81 0,-2-1-256 0,-3-4 114 15</inkml:trace>
  <inkml:trace contextRef="#ctx0" brushRef="#br0" timeOffset="140260.31">14817 11604 47 0,'0'0'126'0,"-2"-3"-7"0,2 3-14 0,0 0-10 0,0 0 4 15,-2-4-6-15,2 4 2 0,0 0-6 0,0 0-16 16,0 0 0-16,0 0-5 0,0 0 0 0,-2-4 3 16,2 4-7-16,0 0-5 0,0 0 2 0,0 0 1 15,0 0-5-15,0 0 0 0,0 0-5 0,0 0 0 16,0 0-10-16,6-4-3 0,-1 1-3 0,4 2-5 16,3-3-4-16,2 3 0 0,8-4-5 0,4 3 0 15,5-2-13-15,-3 2-7 0,4-3-13 0,-2 3-11 16,-2 2-11-16,-7 0-9 0,1-2-21 0,-1-1-3 15,-2 3-19-15,-7-2-17 0,5 2-39 0,-12-1-89 16,7 0-249-16,-7 1 111 0</inkml:trace>
  <inkml:trace contextRef="#ctx0" brushRef="#br0" timeOffset="140431.84">14885 11739 92 0,'10'1'169'0,"-1"-1"-9"16,1 0-10-16,9-3-7 0,6 1-13 0,4-2-12 0,7 2-11 15,0-2-11-15,2-2-12 0,-1 4-20 16,-4-3-22-16,3 1-23 0,-4 1-29 0,-3 0-35 16,-7-1-64-16,-3-2-93 0,2 1-218 0,-1-2 96 15</inkml:trace>
  <inkml:trace contextRef="#ctx0" brushRef="#br0" timeOffset="140878.37">15552 11410 161 0,'0'-5'212'0,"0"2"-11"16,0-2-3-16,1 1-15 0,-1 0-12 15,0 0-19-15,0 4-13 0,2-6-16 0,-2 6-14 0,3-3-16 16,-3 3-8-16,0 0-11 0,0 0-9 0,0 0-10 16,5 9-5-16,-1-2-8 0,0 3-4 0,0 6-6 15,0 2 2-15,1 6-9 0,1 2-3 0,-2 2 1 16,1 0-3-16,0-1-4 0,-1 0 1 0,3-1-1 15,-1-1 1-15,-1 1-4 0,-1-7 0 0,-3-1-3 16,3-2 2-16,-1 0-6 0,-1-5 5 0,1-1-5 16,-2-1 3-16,-1-1-4 0,3-3 0 0,-1 0 5 15,-1-2-4-15,1 1-1 0,-2 0 5 0,0-4 3 16,1 6 0-16,-1-6 2 0,1 3 11 0,-1-3 7 16,0 4 0-16,0-4 3 0,0 0-5 0,0 0 0 15,0 0-8-15,0 0-6 0,0 0-15 0,5-12-10 16,-3 8-22-16,-1-1-14 0,1-1-14 0,0 1-24 15,-1-3-25-15,2 2-26 0,-1-4-31 0,2 0-46 16,1 1-113-16,0-1-347 0,2-1 153 0</inkml:trace>
  <inkml:trace contextRef="#ctx0" brushRef="#br0" timeOffset="141059.12">15882 11455 150 0,'1'-2'212'0,"-1"-3"-16"0,0 5-14 16,0-5-15-16,0 1-16 0,0 4-17 0,3-3-16 15,-3 3-12-15,0-4-13 0,0 4-22 0,0 0-19 0,0 0-22 16,0 0-22-16,0 0-26 0,8-1-24 0,-8 1-37 16,0 0-52-16,7 5-103 0,-7-5-253 15,4 3 112-15</inkml:trace>
  <inkml:trace contextRef="#ctx0" brushRef="#br0" timeOffset="141644.22">16162 11402 27 0,'0'0'203'0,"2"-6"-21"15,0 3-15-15,2 0-19 0,3-2-19 0,-1 4-8 16,5-3-18-16,1 3-9 0,5-2-7 0,2-1-5 16,0 3-10-16,-1-1-14 0,5 0-5 0,-1 2-6 15,-3 0-9-15,0 0-2 0,-6 0-17 0,2 0-5 16,-6 0-7-16,1 0-15 0,-5 0-6 0,3 0-2 15,-8 0-6-15,0 0 0 0,0 0-2 0,0 0-3 16,0 0 0-16,-23 1-3 0,5 0-2 0,-2 1 7 16,-2-2 5-16,-6 4 2 0,6-3-5 0,-1-1 5 15,4 3-9-15,-4-3 22 0,1 2-4 0,3 0 1 16,0-1 10-16,6 0-7 0,0 0-4 0,2 3 4 16,1-1-4-16,1 0 2 0,0-2 3 0,3 0 3 15,2 3-3-15,-1-1-4 0,2 2 4 0,-1-1 4 0,4 1 13 16,0 2-11-16,0-1 10 0,4 2 17 15,1 3-2-15,2-1 0 0,3 2 3 0,1 1 9 16,1 1 2-16,3 0-7 0,0 1 7 0,5 2-6 0,-5-3 10 16,1-2-12-16,6 5-2 0,-12-2-6 15,6-1-2-15,-5 1-3 0,1-1-4 0,-1-2 2 0,-4 0-2 16,-2-2-1-16,1-1-1 0,-2 2 0 0,-1-4-3 16,-2-1-5-16,3-1 2 0,-4 1-3 0,0 0-4 15,0-1 2-15,-4-2-1 0,3 0 0 0,-3-1-1 16,4-2 3-16,-8 3-1 0,3-3-4 0,5 0 4 15,0 0 0-15,-14-4-3 0,10 1 9 16,4 3-5-16,-4-3-3 0,4 3-10 0,-2-6-16 0,2 2-19 16,1-1-24-16,0 2-22 0,6-2-37 0,-1 1-133 15,-1-5-282-15,4 4 124 0</inkml:trace>
  <inkml:trace contextRef="#ctx0" brushRef="#br0" timeOffset="142067.91">16174 11405 104 0,'0'0'157'0,"-5"-2"-8"0,5 2-11 16,0 0-11-16,0 0-16 0,0 0-6 0,0 0-13 0,0 0-7 15,23-1-1-15,0 1-17 0,5-1-5 0,4 1-1 16,7-1-9-16,1-1-6 0,19 0 3 15,-5 2 0-15,1-3-3 0,-1 2-4 0,-1-2-6 16,-17-1-1-16,-4 4-12 0,-4-2 8 0,-5 0 0 0,-5 0-6 16,0-1 5-16,-7 2-10 0,1-3-4 0,-6 2 2 15,-1 1-2-15,0 0-2 0,-5 1-2 0,6-3-7 16,-6 3-12-16,0 0-21 0,0 0-9 16,-13-3-8-16,8 2-33 0,5 1-21 0,-16 1-26 0,7-1-129 15,2 0-274-15,-2 0 122 0</inkml:trace>
  <inkml:trace contextRef="#ctx0" brushRef="#br0" timeOffset="142719.13">16156 11418 89 0,'12'-3'90'0,"3"2"-10"0,3-1-7 0,4-2 1 16,6 1-3-16,3 0-5 0,1-1 3 0,2 2-5 16,-2-4-3-16,1 1-2 0,-5 1-18 0,-6 2 8 15,-3-1-5-15,2 3 2 0,-9-1-12 0,-1-2 0 16,0 2-3-16,-3-1-9 0,-3 2 1 0,1-1 4 16,-6 1-6-16,10 0 1 0,-6-1-3 0,-4 1-5 15,0 0-1-15,0 0-22 0,0 0-16 0,0 0-12 16,-15 9-19-16,7-6-39 0,-1-3-74 0,-2 0-184 15,2 2 82-15</inkml:trace>
  <inkml:trace contextRef="#ctx0" brushRef="#br0" timeOffset="143359.01">16150 11440 64 0,'0'0'104'0,"0"0"-8"0,0 0-9 0,-3 8-13 16,2-5-7-16,1 2-9 0,-1 1 0 0,0 0-10 15,-3 2-3-15,1 3-12 0,2-1 7 0,0 2-7 16,-4-1-4-16,2 2-8 0,-1 2 10 0,-2 1-4 15,3 0-8-15,-2-2-2 0,1-2-3 0,1 0 4 16,-3 5-3-16,1-6 1 0,3 1 0 0,-2-2-5 16,1 1-5-16,1-6 4 0,-1 0-6 0,2 2 2 0,-3-3 15 15,4 1-9-15,-1-2 25 0,-3-1 12 0,4-2 10 16,0 5 18-16,0-5 13 0,0 0 2 16,0 0-2-16,0 0-11 0,0 0-8 0,0 0-6 15,0 0-8-15,0 0-4 0,18-7-10 0,-17 4-6 0,6 1 0 16,-4 1-3-16,4 0-7 0,2-2 2 0,-3 2-8 15,0 1 0-15,7 1-1 0,-3 1-8 0,1 0 1 16,1 1-2-16,1 0-1 0,1 1-4 0,2 1 1 16,1 3-2-16,0 1-2 0,-3-1 1 0,0 3 0 15,3-1-2-15,-3 2-1 0,-3 0-3 0,2 3 4 16,-3-1-2-16,1 3-1 0,-2-3 2 0,-4 3-3 16,0-1-1-16,-3 0 5 0,-2-5-6 0,0 5-2 15,-1-1 0-15,-4 0 1 0,1-3 1 0,-4-1-2 16,0 0 2-16,-1-2 3 0,-2 0 1 0,-4-1-6 15,1 0 4-15,0-4-1 0,1 0 2 0,0-1-3 16,-2-1 7-16,6 0 4 0,-4-2 2 0,6 0 10 16,0-1 11-16,-1 0 9 0,2-2 14 0,1 1 3 15,1-5-3-15,2 4-6 0,0-2-5 0,2-1-1 16,4 2-7-16,0-3-2 0,1 1-3 0,4 1-4 16,0-2-4-16,0 0-1 0,5 4-6 0,-4-2-2 15,4 3 0-15,-1-2-1 0,0 3-5 0,6 1-7 16,-6 0-17-16,5-2-27 0,1 5-37 0,-1-3-40 15,2 0-52-15,-8 0-224 0,6-1-430 0,-3-2 190 16</inkml:trace>
  <inkml:trace contextRef="#ctx0" brushRef="#br0" timeOffset="143776.94">17167 11210 121 0,'4'15'119'0,"1"-5"-8"16,0 3 3-16,6 11-32 0,0 2 10 0,0 5-5 15,3 4 6-15,3 16 5 0,2 3-15 0,-6 3-8 0,-4-1 1 16,-3 3-6-16,-2 1-12 0,-8-4 3 0,-6 1-11 15,-4-6-2-15,-4-2-7 0,-6-4-1 16,-2-1-1-16,-7-5-1 0,-5-3-5 0,-10-2-2 16,-4-5 1-16,-31 10-12 0,1-5-15 0,-7-1-42 0,-2-4-44 15,-5-8-186-15,-3-5-288 0,-2-4 127 0</inkml:trace>
  <inkml:trace contextRef="#ctx0" brushRef="#br0" timeOffset="144492.99">13688 11235 68 0,'0'0'145'0,"0"0"-9"0,0-5-16 0,0 5-15 16,0 0-13-16,0 0-14 0,0 0-6 0,0 0-7 15,-12 18-9-15,2-2-8 0,-4 9-9 0,-7 4 3 16,-7 17-2-16,-2 5-2 0,-6 24 4 0,-5-2-7 16,14-21-6-16,4 4 4 0,-5 21-5 0,10-24-9 15,7 0 4-15,2-3-3 0,5-3-7 0,8 0 4 16,5-2-3-16,2-12 1 0,16 7-1 0,10-1 5 0,10-2-1 15,31 4-1-15,13-3-2 0,10-13-11 16,5 1-56-16,4-9-193 0,-8-5-265 0,0-3 118 16</inkml:trace>
  <inkml:trace contextRef="#ctx0" brushRef="#br0" timeOffset="164174.4">3443 14030 2 0,'0'0'102'0,"0"0"-1"16,4-8-5-16,-4 8-9 0,0 0 0 0,4-4 0 16,-4 4 5-16,1-2 2 0,-1 2-2 0,3-5 9 15,-3 5-6-15,0-4-1 0,0 4-5 0,1-6 4 16,0 5-9-16,-1 1-2 0,3-5-5 0,-3 5-2 15,1-5-10-15,-1 5-4 0,0-6 1 0,0 6-6 16,0-2-1-16,0 2-5 0,3-4-6 0,-3 4-6 16,0 0-3-16,0 0-6 0,0-5-4 0,0 5-9 15,0 0-22-15,0 0-27 0,0 0 0 0,0 0 6 16,1 11 0-16,2 0 3 0,-2 5 0 16,3 1 1-16,-3 7 4 0,3 4 0 0,-3 2 2 15,-1 0 12-15,3 0-9 0,-2 0 6 0,0 0-2 0,-1-2-3 16,0 1 5-16,4-2 1 0,-4-1 3 0,0-7-6 15,0-2 5-15,0 0-1 0,0-2 1 16,0 0 2-16,0-4 0 0,0 0-3 0,-1-2 7 16,-2-1-14-16,3-2-6 0,0-1 0 0,-1 0-8 0,0 0-5 15,-2-1 3-15,3 0 1 0,-5-2-21 0,1 2-23 16,-1-4-22-16,0 3-15 0,-3-3-111 0,-2 0-238 16,1-3 105-16</inkml:trace>
  <inkml:trace contextRef="#ctx0" brushRef="#br0" timeOffset="164397.59">3304 14000 110 0,'8'-16'180'0,"-1"3"-17"0,3 0-20 16,-1 3-12-16,4-2-15 0,3 2-13 0,-2 1-10 15,6 1-11-15,-1 1-21 0,-2 5-31 0,3-2-32 16,1 5-20-16,-3 2-20 0,-1-1-12 0,-1 8-4 16,0-1-13-16,-4 5-22 0,1 3-52 0,-4-1-158 15,-2 3 70-15</inkml:trace>
  <inkml:trace contextRef="#ctx0" brushRef="#br0" timeOffset="164538.94">3447 14478 64 0,'4'2'145'0,"-4"-2"0"0,17-1-12 16,-6 0-15-16,10-3-3 0,8 0-10 0,0-2-10 15,2 3-22-15,1-1-37 0,1-3-46 0,-1 2-67 16,-1-3-80-16,-3 5-171 0,-6-4 76 0</inkml:trace>
  <inkml:trace contextRef="#ctx0" brushRef="#br0" timeOffset="165108.57">4182 13890 121 0,'-2'-6'153'0,"1"2"-4"0,1 2-7 0,0 2-7 16,-1-7-18-16,1 7-13 0,-3-3-10 0,3 3-16 15,0 0-11-15,-2-4-12 0,2 4-6 16,0 0-4-16,-3 12-3 0,2-4-8 0,0 8-5 16,-3 1 0-16,0 7-3 0,2 5-6 0,-1 1-3 15,0 4 4-15,3 1 6 0,-1 15-10 0,2-6 5 0,-1-7 4 16,3-1-8-16,0 0 1 0,2-1-3 15,-3-1-1-15,3-2 1 0,0 0-2 0,2 0 0 16,-1-3 0-16,-1-4 0 0,-1 0-2 0,-1 2-5 16,-4-12 5-16,1-1-5 0,-3-3-1 0,0-2 0 15,2 1 1-15,-5-3-5 0,-1-2 8 0,-2 0-6 0,-1-1 1 16,-9-1 8-16,4-3-4 0,-7 0-4 16,4-2 2-16,-5-3-9 0,3 2 4 0,0-2 2 15,2 1-5-15,2-6 3 0,4 7 5 0,2-4-3 16,1 3-3-16,2 2 0 0,1-4-15 0,0 4-21 15,2-1-22-15,3 0-56 0,1-1-35 0,0 4-106 0,4-8-275 16,1 4 121-16</inkml:trace>
  <inkml:trace contextRef="#ctx0" brushRef="#br0" timeOffset="165472.17">4031 14308 109 0,'0'0'103'0,"0"0"-11"0,0 0-2 16,0 0-11-16,0 0-8 0,0 0 3 0,0 0 1 0,26-1-9 16,-5-2 2-16,10-2-6 0,5 0-5 15,2-2 5-15,16-5 1 0,-2 4 1 0,3-4 4 16,-5 4 1-16,-16 2-7 0,-4 1-5 0,-3 2-7 16,-8-1-6-16,-1 0-3 0,-8 3-4 0,0-1-8 15,-2 1 0-15,-3 1-10 0,0-2-18 0,-5 2-20 16,0 0-29-16,0 0-21 0,0 0-37 0,0 0-128 15,-18 7-252-15,7-3 111 0</inkml:trace>
  <inkml:trace contextRef="#ctx0" brushRef="#br0" timeOffset="166606.25">5894 14021 54 0,'-1'-7'174'0,"1"0"1"0,-1 1-11 15,-2-1-19-15,2 0-7 0,-2 2-8 16,1 0-18-16,-1 0-6 0,-1 1-22 0,-2-1-4 16,2 2-7-16,-6 1-10 0,2 1-10 0,-3-1 1 15,-2 4-10-15,-8 2-10 0,2 4 2 0,0-2-7 0,-1 3-6 16,2 2 0-16,-5 5 1 0,2 1-7 15,2 2-6-15,0 1 5 0,4-1-6 0,2 3-4 16,-4-1-3-16,11-3 2 0,-6 5 3 0,7-4 7 16,0-1 2-16,1 0-5 0,4 1 4 0,4-3-1 15,-4-3-3-15,3 0 0 0,3-4-3 0,-1 0 1 0,3 0 5 16,2-4-1-16,-1-2 7 0,1 0 6 16,4-2 15-16,-1-3 14 0,1-1 15 0,-1-1-4 15,0-1 7-15,3-5 4 0,-2-1 6 0,-1-1-1 16,-1-1-7-16,-1 0 1 0,-1-3 0 0,-1 2-3 15,0-3-8-15,-2 3-6 0,-1-1 2 0,-1 3 6 16,-4-1 8-16,3 3 0 0,0 1-8 0,-3-1 3 16,3 3 1-16,-3 0-7 0,2 4-14 0,-3-2-3 15,0 1-2-15,1-1-12 0,2 2 1 0,-3 3-13 16,1-4-5-16,-1 4-3 0,0-4-5 0,0 4-10 0,0 0-15 16,0 0-12-16,0 0-3 0,0 0 2 0,0 0 8 15,0 0-2-15,8 11 3 0,-7-6 4 0,2 2-2 16,-2 0 5-16,0 2 0 0,4-1 3 15,-2 2-1-15,-2-2 2 0,3 3 0 0,-3 1 3 0,2-2-4 16,-2 0 4-16,3 2-3 0,-1-3 1 0,-2 1 2 16,0 1 3-16,-1-2 2 0,4 0 0 0,-4-2-4 15,3-1 4-15,0 0-2 0,-3-1 1 16,0-2 1-16,3 2-1 0,-2-1 4 0,-1-1-1 0,0-3 1 16,3 3 4-16,-3-3-1 0,1 4 1 0,-1-4 13 15,0 0 4-15,4 1-8 0,-4-1 0 0,18-8 0 16,0 3-6-16,10-7-43 0,4-3-70 0,3 0-91 15,15-7-115-15,-4-5-199 0,0-3-551 0,-1-1 244 16</inkml:trace>
  <inkml:trace contextRef="#ctx0" brushRef="#br0" timeOffset="167907.58">7036 14038 16 0,'-1'-5'254'0,"1"-3"-7"0,-1 1-16 0,1 1-9 16,0 0-16-16,-1 1-8 0,1 0-15 0,-2 1-20 16,2 4-17-16,0-5-17 0,0 5-20 0,-1-4-9 15,1 4-21-15,0 0-2 0,0 0-3 0,0 0-15 16,0 0-9-16,0 0-5 0,5 18-4 0,-4-10-5 0,1 1-3 16,0 3-4-16,2 0-3 0,-3 0-3 15,3 3-3-15,-1 0-3 0,0-3 1 0,-2 0-2 16,2 0-3-16,0 0 3 0,-2-3-1 0,3 1-3 15,-3 1-7-15,1-5-4 0,-2 2-14 0,1-1-9 16,0-2-14-16,1 0-4 0,0 2-5 0,-2-7-3 0,0 0 1 16,0 5 0-16,0-5-9 0,0 0-53 15,0 0-48-15,0 0-46 0,0 0-145 0,-19-10-377 16,14 2 167-16</inkml:trace>
  <inkml:trace contextRef="#ctx0" brushRef="#br0" timeOffset="168060.94">6999 13842 127 0,'2'-12'209'16,"-1"5"-14"-16,0 1-16 0,0-1-18 0,1 2-17 0,-1 1-16 15,-1-1-16-15,0 0-26 0,1 3-31 0,-1 2-27 16,3-5-20-16,-3 5-10 0,0 0-15 0,9 1-21 16,-9-1-25-16,6 5-15 0,-2-2-128 15,0 2-223-15,0 2 98 0</inkml:trace>
  <inkml:trace contextRef="#ctx0" brushRef="#br0" timeOffset="169293.46">7108 13808 7 0,'-4'-6'165'0,"3"0"-10"0,-3-4-6 0,-1 3-7 15,4-3-5-15,-2 5-1 0,-1-4-9 0,3 4-2 16,-1 1-10-16,-1-4-7 0,0 3-2 0,2 2-8 15,1-1-10-15,-2 0-8 0,2 4-10 0,-3-6-6 16,3 6-7-16,-1-2-13 0,1 2-8 0,0 0-2 16,0 0-6-16,0 0-3 0,6 16-4 0,-5-6-3 15,3 9-2-15,0 11-5 0,2-3-1 0,-3 6 2 16,2 1-7-16,-1 12 5 0,-1-9-7 0,0 10 2 16,1-10 2-16,5 9-3 0,-5-12-1 0,0 0 0 15,-2-1 3-15,5-4-5 0,-3 0-1 0,-2 0 3 16,6-4-2-16,-6-6 1 0,2-2 5 0,0 0-3 15,-1-3 2-15,-2-4-5 0,-1 2 5 0,1-5-2 16,2 1-1-16,-2-3 1 0,-1 0 1 0,0 0 1 16,0-1-8-16,0-4-4 0,0 5-7 0,3-3-8 0,-3-2-9 15,0 3-8-15,0-3-6 0,0 0-14 16,-3 4-37-16,3-4-60 0,0 0-149 0,0 0-329 16,-9-12 146-16</inkml:trace>
  <inkml:trace contextRef="#ctx0" brushRef="#br0" timeOffset="169956.94">7076 14056 41 0,'0'-6'213'0,"-2"1"-7"0,0-2-15 0,1 3-21 0,1 0-17 16,3 0-18-16,0 0-17 0,5 0-8 0,2 2-16 15,3 0-17-15,6 0 1 0,2 1-7 0,7 2-11 16,1 0-4-16,-1 2-5 0,3 2-8 0,-3 0 1 15,0 3-3-15,-1 5-6 0,-8-8-1 0,-3 7-10 16,0-3-3-16,-3 2-7 0,0-4-3 0,-3 7-1 16,-4-6-4-16,-1 2-1 0,-2 0-1 0,-3-2 0 15,-5 2 2-15,-5 3-1 0,-6-3-4 0,-3 0 4 16,-4 1 0-16,-5-1-3 0,0-1 2 16,6-4-10-16,-3 1 11 0,3-1-1 0,2-2 1 0,-1-1 2 15,4-1 0-15,2-1-2 0,4 2 2 0,0-1 1 16,4-2 0-16,-1 1-2 0,4-2-22 0,4 2-21 15,4-7-17-15,4 0 7 0,6 1-2 0,2-4-1 16,11-1 1-16,1 0 0 0,2 0 15 0,3 0-10 16,5-1 9-16,12-4 4 0,0 0 2 0,2 0 10 15,-7-1-8-15,-8 5 6 0,3 3 11 0,-6-1-3 16,-2 1 4-16,-5-1 4 0,-8 3 8 0,0 1 17 16,-1 0 14-16,-8 1 25 0,-1 1 20 0,-1 1 7 15,-3 0 2-15,0-1 0 0,-1 2-7 0,0-2-9 16,-4 0-9-16,0 4-10 0,-1-4-7 0,1 4-6 15,-8-4-4-15,8 4-5 0,-14 1-2 0,2 2-3 16,2 1 1-16,-4 1-9 0,0 4-3 0,0 1-1 16,0-3-2-16,0 5-5 0,1 0 1 0,0 1-2 15,3 1-2-15,1 1-1 0,0-1 6 0,6-2-8 16,-1 1 1-16,2 0 2 0,1-2-1 0,2 1 0 16,2 0-2-16,3-3 3 0,2 2-1 0,0-2 0 15,3-4 0-15,7-1 3 0,-5 3-3 0,5-6 3 16,-2 1-1-16,3-3 2 0,-5 0-1 0,-1-2 0 15,0-4 0-15,5 0 0 0,-9 0-4 0,1-2 4 16,-1 0 0-16,-3-2-6 0,1 1-4 0,-2-8-13 16,-1 1-7-16,-6 1-7 0,0-1-2 0,-3 2 1 15,0 3-4-15,-3-2 6 0,-1 2-8 0,-1 0 0 16,0 4-7-16,-2 2 3 0,-1 0-13 0,3 2-17 16,-3 2-11-16,3 1-17 0,2 1-21 0,2 0-7 15,6 0-21-15,-10 3-126 0,9-1-297 0,1 0 132 16</inkml:trace>
  <inkml:trace contextRef="#ctx0" brushRef="#br0" timeOffset="170222.79">8060 13962 92 0,'0'-4'297'0,"0"4"-15"16,0-3-25-16,0 3-27 0,0-5-22 0,0 5-26 15,0-4-23-15,0 4-14 0,0 0-18 0,0 0-20 0,0 0-12 16,0 0-10-16,0 0-4 0,0 0-9 0,5 12-13 16,-4-8-6-16,1 4-3 0,-1 1-7 15,3 2-4-15,-2 0-5 0,0 2 4 0,2 3-9 16,-2-3-3-16,1 3-6 0,-2-2-17 0,0-1-7 0,-1 1-19 16,3-3-13-16,-3-2-11 0,-3 3-11 0,2-3-10 15,0-1-18-15,-1-1-10 0,0 1-12 16,-1-4-17-16,-2-2-30 0,0-1-180 0,5-1-362 0,-14-3 160 15</inkml:trace>
  <inkml:trace contextRef="#ctx0" brushRef="#br0" timeOffset="170380.94">8023 13739 220 0,'0'-6'233'0,"0"2"-19"0,3-4-23 0,-2 3-17 0,-1 1-25 16,0 1-18-16,0 3-27 0,4-5-22 0,-4 5-11 15,0 0-26-15,0 0-18 0,0 0-18 0,15 10-16 16,-11-6-15-16,0 3-25 0,3 1-29 0,-3 5-33 16,-1-5-123-16,-2 4-251 0,3 3 111 0</inkml:trace>
  <inkml:trace contextRef="#ctx0" brushRef="#br0" timeOffset="170956.65">8175 13962 15 0,'4'3'178'0,"-4"-3"-23"0,0 5-20 0,1 0-20 15,2-1 0-15,-1 4-18 0,-1 4-13 0,-1-2-1 16,0 7-17-16,3 0-3 0,-3-1-7 0,0 4-4 16,1-3-5-16,2-5-2 0,-3 0-5 0,1-2-6 15,-1 1-3-15,0-2 2 0,0-3-5 0,2-1 3 16,0 0 17-16,-1-3 43 0,-1-2 26 0,3 5 18 15,-3-5-11-15,0 0-11 0,11-9-12 0,-3 2-13 16,1-3-8-16,0 0-5 0,4-2-9 0,0-5-2 16,-1 2-10-16,1-1-8 0,0-2-1 0,0 6-5 15,-3-1-8-15,0 4 1 0,-2 0-7 0,-1 2-2 16,-3 2-2-16,1 0-4 0,0 0-8 0,-1 2 1 16,1 1-9-16,1 2-6 0,-6 0 2 0,11 1-4 15,-3 1-3-15,-2 3 0 0,0 2 1 0,6 1-3 16,-2-2-2-16,2 6 1 0,3 0-3 0,-1-2 0 15,3 2-14-15,-2-3-8 0,3 2-4 0,-1-5-9 16,0 2-2-16,2-3-7 0,-2-3 6 0,1-2-1 16,-3 0 5-16,3-5-1 0,-5-1 9 0,4-2 5 15,-7-5 0-15,4 2 6 0,-5-4 4 0,-1-2 8 16,1-1 16-16,-3 0 15 0,-1-7 3 0,0-1 2 16,-1-1 5-16,0-4 7 0,0 1-1 0,-2 0 9 15,2 4 4-15,-3-2 10 0,0 9 9 0,-1 2 6 16,0 5 3-16,2 2 4 0,-2 1-6 0,-2 4-10 15,4-2-10-15,-2 2-12 0,0 2-18 0,0 3-6 16,0 0-2-16,0 0-1 0,1 15-1 0,-1-3-3 16,0 6-1-16,0 4 5 0,0 8-2 0,0 0 2 0,1 0-3 15,-1 2-15-15,0 1-5 0,0-3-24 16,3 3-11-16,-3-7-16 0,3 0-15 0,-1-8-9 16,-2 0-18-16,3-1-10 0,-3-5-14 0,1-2-15 0,0-1-9 15,-1-4-3-15,2 0-157 0,-2-2-339 0,0-3 150 16</inkml:trace>
  <inkml:trace contextRef="#ctx0" brushRef="#br0" timeOffset="171221.15">8653 13957 1 0,'-8'-2'129'0,"3"2"-15"0,-4 0-6 0,9 0-7 0,-9-2-18 15,9 2-6-15,-5 2-3 0,5-2-11 16,0 0 6-16,0 0 16 0,0 0 2 0,24 3-2 0,7-3-8 15,1-1-3-15,19-3-3 0,2 1-12 0,4-1-6 16,4-6-8-16,1 8-3 0,3-6 0 0,26-6 4 16,-33 4 2-16,0 4-3 0,-2-3-4 15,-16 5-1-15,-4-6-9 0,-4 5 1 0,-6 0-5 0,-8 3-2 16,-5-1 3-16,-2 0-6 0,1 2-2 0,-7-2-1 16,-1 1-4-16,1 0-8 0,-5 2-2 0,0 0-8 15,0 0-12-15,0 0-14 0,0 0-30 16,-18 4 3-16,13 0-18 0,1-1-18 0,-5 1-23 15,6 2-144-15,-3-1-278 0,5 2 123 0</inkml:trace>
  <inkml:trace contextRef="#ctx0" brushRef="#br0" timeOffset="171554.18">9954 13935 23 0,'0'-6'303'0,"0"6"-21"0,-3-3-29 0,3 3-21 16,0-7-22-16,0 7-22 0,0 0-23 0,0 0-19 16,0 0-19-16,0-3-16 0,0 3-14 0,0 0-11 15,0 0-10-15,0 0-7 0,0 0-8 0,4 13-10 16,0-6-4-16,-3 0-3 0,-1 2-8 0,3 0-3 15,-2 1-2-15,2 2-2 0,-2-1-5 0,-1 1-2 16,5-2-1-16,-4 2-2 0,2-2 0 0,-2 2-12 16,-1-7-12-16,0 4-17 0,3-1-18 0,-3-1-11 15,0-2-17-15,0 0-18 0,0 2-4 0,0-3 4 16,1-2 3-16,-1-2-11 0,0 0-40 0,0 0-52 16,-15-6-126-16,8 0-337 0,-2-1 150 0</inkml:trace>
  <inkml:trace contextRef="#ctx0" brushRef="#br0" timeOffset="171703.98">9924 13750 152 0,'4'-11'235'15,"-2"5"-21"-15,0-1-17 0,2 2-17 0,0 0-23 16,2 0-21-16,-1 0-11 0,-1 3-24 0,4-1-33 16,-2 3-41-16,3 0-30 0,-9 0-34 0,21 4-34 15,-10 0-42-15,-2 1-115 0,0-1-247 0,-2 0 109 16</inkml:trace>
  <inkml:trace contextRef="#ctx0" brushRef="#br0" timeOffset="172022.69">10387 13808 44 0,'0'0'180'0,"0"0"-22"0,0 0-10 16,0 0-21-16,-17 0-15 0,17 0-8 0,-10 5-8 0,2-2-13 16,2 3-11-16,0-3-8 0,-2 5-5 15,0-1-6-15,2 2-5 0,0-1 2 0,-1 1-10 16,3 0-8-16,3 1 4 0,0 2-14 0,2-2 3 16,3 2 1-16,2 4-6 0,1-1 2 0,2-2-1 0,2 2-4 15,3 1-9-15,-1-2 6 0,1-1-6 16,0-1 3-16,3 2 0 0,-7-4 1 0,0 0-1 15,-4-3 0-15,2 3 2 0,-4-5 2 0,-1 2-10 16,-2-2 4-16,-1-1 0 0,-4 2-1 0,-5 1 4 0,0-3-4 16,-10 3-2-16,-4-2-27 0,-4 1-16 0,7-2-52 15,-7-1-192-15,-3 1-304 0,2-1 135 0</inkml:trace>
  <inkml:trace contextRef="#ctx0" brushRef="#br0" timeOffset="173459.93">11410 13904 210 0,'2'-4'251'0,"-1"1"-15"0,0-2-19 15,-1 5-20-15,2-4-22 0,-2 4-16 0,2-4-18 16,-2 4-21-16,0 0-19 0,0 0-25 0,0 0-8 16,0 0-9-16,0 0-4 0,8 8-11 0,-4-3-3 15,-2 2-1-15,2 3-11 0,-4-2 2 0,1 5-7 16,-1-2-3-16,2 1 1 0,-2 5-5 0,0-5-3 16,2 5-1-16,-2-5-1 0,1 0 5 0,-1-3-1 15,3 1-8-15,-3-5 2 0,0 0 1 0,0 2 0 16,0-3-4-16,1 0 16 0,-1-4 29 0,-1 5 33 15,1-5 30-15,0 0 20 0,5 2-26 0,-5-2-10 16,10-11-11-16,-5 2-9 0,3 0-9 0,4-6-5 16,-1 1-9-16,2-3-7 0,0 0-6 0,1-4 0 15,-3 7-6-15,1-3-10 0,-2 1 2 0,-2 8-9 16,-1-2 16-16,-2 2-16 0,-1 3-3 0,0 0-5 16,0 2 1-16,-1-2-13 0,-1 2-26 0,1 2-15 15,-3 1-1-15,0 0 2 0,0 0 6 0,11 5-4 16,-6 2 1-16,0-1 5 0,3 5 4 0,-2-2-3 15,5 4-2-15,1 1 2 0,1 2 0 0,1-5-3 16,9 5 0-16,3-3 1 0,-1-1-9 0,3-2-4 16,-1-3-8-16,1 0-4 0,3-5-3 0,0 1 4 15,-2-6 0-15,1 2 6 0,0-6 6 0,0 1 8 16,-2-3-1-16,-1-1 9 0,-7 0 3 0,-2 0-1 16,-3-1 4-16,1-3 5 0,-2 0 7 0,-4-1 0 15,1 4 16-15,-3-1 10 0,-2 2 13 0,-3 3 3 16,1-1 3-16,-3 1 0 0,0 1-9 0,-1 2 0 15,-1-3-8-15,-1 5-1 0,-5-1-6 0,1 3-4 16,-7 1-1-16,0 3 5 0,-2 2-4 0,-3 1-3 16,0 2-1-16,1 1 2 0,2 4-4 0,-2-2 1 0,5 1 1 15,0 1-5-15,2 1-6 0,1 0-5 0,4-3-1 16,2-1 0-16,3 0-2 0,3 0 3 16,-1-4 5-16,5 3-1 0,3-4 2 0,2-1-1 0,5-1 7 15,1-2-2-15,4-5 1 0,1 0 3 16,1-3-4-16,-3-2 3 0,-1 1 2 0,-3-3-5 0,-1 1 6 15,-1-3 1-15,-1-2-3 0,-3 1 1 0,-1-4 1 16,-1 1 3-16,-5 5-2 0,-1-1 0 16,-1-2-5-16,-2-1 4 0,-2 4 6 0,-1 1-13 15,-5 1 2-15,1 1-5 0,-5-1-4 0,1 4 1 0,-3 0-3 16,-2 0-3-16,2 5-3 0,0 0-8 16,-1 2-15-16,5 0-14 0,-2 2-10 0,2 0-29 15,1 3-13-15,5-2-11 0,0 0-19 0,3 4-50 0,2-3-106 16,6 3-319-16,-1-4 141 0</inkml:trace>
  <inkml:trace contextRef="#ctx0" brushRef="#br0" timeOffset="173922.99">12576 13641 270 0,'1'-6'277'0,"-1"0"-25"0,3 3-28 15,-3-1-27-15,0 4-30 0,0-5-33 0,0 5-16 16,0 0-15-16,0 0-9 0,6 19-10 0,-6-7-9 16,3 5-7-16,-3 8-11 0,0 3-4 0,0 4-5 15,-3 2 1-15,3 0-6 0,0 2-3 0,0-2-6 16,0 0-1-16,5-3-6 0,-5-2-14 0,4-3-17 16,0-1-11-16,-1-8-12 0,-2-3-14 0,0-4-3 15,-1 2-15-15,4-5 8 0,-3 0 5 0,2-2 14 16,-1-5 10-16,-2 0-9 0,0 0-2 0,0 0 1 15,0 0 10-15,3-11 8 0,-5 3-5 0,-2-3-7 16,-3 2-10-16,2-3 2 0,-4-4 0 0,-4 2 3 16,3-1 2-16,-2 0 10 0,1 0 3 0,-2 4 19 15,1-2 13-15,2 4 16 0,4 2 21 0,-2 2 11 16,3 0 10-16,2 2-4 0,0-2-5 0,0 2-7 16,1 1-5-16,2 2-8 0,2-7-5 0,6 5-3 15,6 0-3-15,18-3-4 0,1 1-1 0,17-3-8 16,5 1 3-16,5-1-2 0,0-1-2 0,8 3-5 15,26-9-1-15,-27 5 1 0,-6 2-3 0,-5 1-1 16,-16 2-2-16,-8 2-3 0,-4-2 2 0,-8 3 0 16,-8-2-5-16,1 2-8 0,-6 0-1 0,-1 0-10 15,-6 1-15-15,0 0-19 0,0 0-17 0,0 0-25 16,-41 3-25-16,19 0-34 0,-5 1-200 0,-1 4-378 16,1-2 167-16</inkml:trace>
  <inkml:trace contextRef="#ctx0" brushRef="#br0" timeOffset="175041.7">14468 13682 59 0,'-5'2'146'0,"5"-2"-18"16,-5 6 0-16,1-4-24 0,2 1-13 0,-1 2-2 16,1-1-12-16,0 0-7 0,2 1-8 0,2 0-6 15,0 2-8-15,3-2 3 0,3 2-9 0,2-1 0 16,-3-2-10-16,4-1 7 0,3-1-9 0,-1 0-6 16,5-1 2-16,0-1-3 0,0-3-2 0,-5 1 3 15,2 2 1-15,1-3 13 0,-4-1 1 0,-1-1 12 16,1 1 9-16,-2 0 11 0,-4 3 13 0,2-3 16 15,-3 0-1-15,0-1-3 0,-1 3-3 0,0 0-6 16,-4-1-5-16,0 3-10 0,5-5-12 0,-5 5-1 16,0 0-20-16,-9-4-10 0,0 5-4 0,-5-1-5 15,-1 4-2-15,-4 2-4 0,-2 1-4 0,-2 5 0 16,-1-2-4-16,0 4 1 0,-2 4-4 0,3-1-3 16,1-1 3-16,1 4-3 0,2 1 3 0,7-4-1 15,-1 5-2-15,4 2-3 0,5-4-2 0,3-1-7 16,2 2-2-16,7-3 1 0,10 2 1 0,4-1 3 15,6-3-1-15,10-6 5 0,20 2-1 0,4-7-15 16,3-3-7-16,30-4 2 0,-28-1-1 0,-1-8 3 16,25-4-3-16,-29 4 2 0,2-2 6 0,-10-2 0 15,-2 1 1-15,-16 2-3 0,-3-3 0 0,-3-2 10 0,-5 0 1 16,-2 3 10-16,-10 2 30 0,0 2 27 16,-7 0 2-16,1 1-5 0,-5-1-11 0,1 0-9 15,-6 4-4-15,2-2-2 0,-7 1-10 0,-1 2 1 16,-2 2-4-16,-2 1-3 0,-9 2-2 0,4 5-2 15,-4 0 0-15,3-1-2 0,1 7-2 0,2-1-3 0,-3 1-5 16,5 3-9-16,2-4-11 0,-2 5-9 0,8-2-2 16,-2 3-5-16,4-4 1 0,4 0 2 15,5-1 10-15,3-1 3 0,5 0 6 0,3-4-3 16,6 0 4-16,7-3 3 0,2-1 3 0,1-7-2 0,0 1 5 16,-1-2-2-16,-3-1 3 0,-4-2 2 0,-6 0 4 15,0 1 1-15,-3-4 7 0,-3 0 13 16,-1-1 7-16,-4 3-3 0,-1-4-5 0,0-5-7 15,-2 3-11-15,-4 4-1 0,-2-1-13 0,0 1-3 0,-4-1-2 16,-2 3-1-16,1-1-2 0,-2 3-2 0,-3 1-7 16,1-1-8-16,-2 7-9 0,1-2-24 0,0 3 0 15,-1 0-7-15,0 0-38 0,-1 3-29 0,5-2-150 16,-1 2-321-16,1 2 142 0</inkml:trace>
  <inkml:trace contextRef="#ctx0" brushRef="#br0" timeOffset="175422.73">15857 13751 160 0,'0'0'345'0,"7"-1"-32"0,-5-2-36 0,1 2-31 15,-3 1-31-15,0 0-24 0,0 0-29 0,0 0-23 16,0 0-25-16,0 0-10 0,4 9-14 0,-7 0-8 15,3-1-3-15,-2 9-10 0,-1-1-8 0,-2 4-6 16,4-1-8-16,-3 0-3 0,0-2-9 0,3 3-14 16,-2-3-7-16,1-5-8 0,-1-2-6 0,2 1-4 15,-2-3 4-15,3-3 1 0,0 1 1 0,-1-2 23 16,2 0 34-16,-1-4 16 0,0 0-2 0,0 0-7 16,0 0-2-16,13-15-12 0,-4 6-6 0,4-5-4 15,0 1-5-15,4-7-3 0,-2 4-3 0,0 2 5 16,-1 1-14-16,0 0-5 0,-3 0 2 0,2 4-7 15,-4 4-1-15,-4-2-2 0,3 2-6 0,2 2 8 16,-4 0-12-16,2 3-3 0,0 3-2 0,2 0 0 16,-2 3-6-16,2 2-1 0,0 0-4 0,3 5-4 15,-1 2-19-15,4 4-17 0,-4-2-25 0,0 0-40 16,4 4-50-16,-2-6-60 0,-3 0-240 0,-2-2-510 16,0-4 226-16</inkml:trace>
  <inkml:trace contextRef="#ctx0" brushRef="#br0" timeOffset="176372.86">16354 13450 193 0,'2'-5'201'0,"-1"0"-18"15,2-1-18-15,-2 5-21 0,-1 1-14 0,0 0-19 16,0 0-12-16,9 6-10 0,-7 2-10 0,1 4-10 16,3 3-6-16,-2 4-8 0,1 8-9 0,0-1 2 15,-3 1-6-15,2 6-9 0,-1-3-4 0,-1 2 2 16,5 1-3-16,-3 1-5 0,1-2 6 0,-1-1-8 16,-3-1-1-16,3-4-2 0,-4-5-1 0,1-3 4 15,-1 0-7-15,3-6-1 0,-3 1 2 0,1-3-5 16,3-1-2-16,-4-4-11 0,0 1-3 0,-4 0-7 15,8-1-5-15,-8-2 0 0,4-3-7 0,-1 4-16 16,-3-1-38-16,4-3-57 0,-13 0-149 0,4-3-309 16,-1 1 137-16</inkml:trace>
  <inkml:trace contextRef="#ctx0" brushRef="#br0" timeOffset="176723.83">16242 13883 245 0,'-3'-3'245'0,"3"3"-7"15,0 0-16-15,-1-4-18 0,1 4-27 0,0 0-16 16,9-8-15-16,5 4-17 0,4-2-12 0,12-1-15 16,3-2-11-16,5 1-8 0,13-3-5 0,3 3-12 15,-2 0-3-15,-16 4-8 0,1-3-6 0,0 2-6 16,-5 3-5-16,1-3-5 0,-7 0-5 0,-4 2-4 16,-5-2-2-16,-4 3-4 0,-2 0-1 0,0 2 0 15,-1-3 2-15,-6 3-3 0,4-2 1 0,-8 2 1 16,7-3-3-16,-2 3 2 0,-1-3 1 0,-4 3-4 15,0 0-4-15,8 0-3 0,-8 0-6 0,0 0-5 16,0 0-5-16,6 5 1 0,-6-5-2 0,1 5-1 16,-1-2 2-16,0 4 1 0,-1 1 0 0,1 1 0 15,0 1 6-15,-3 0-3 0,3 2-1 0,0 4 0 16,0-3 4-16,0-1 2 0,3 0-2 0,-3-2-1 16,4 2 3-16,-4-1-13 0,0-4-21 0,1 4-11 15,-1-4-13-15,3-2-21 0,-2 0-8 0,-1 2-22 16,0-2-8-16,-1-1-22 0,2 2-5 0,-1-6-11 15,-5 4-142-15,-2-3-322 0,0-2 142 0</inkml:trace>
  <inkml:trace contextRef="#ctx0" brushRef="#br0" timeOffset="176873.14">16719 13616 26 0,'1'-10'226'0,"-1"1"-18"0,1-1-18 16,2 3-19-16,-2 3-21 0,3-1-17 0,-2 2-18 15,4-1-26-15,1 3-36 0,-7 1-33 0,13 0-47 16,-5 3-15-16,2-1-34 0,-1 2-130 0,0 1-224 0,-1 1 100 16</inkml:trace>
  <inkml:trace contextRef="#ctx0" brushRef="#br0" timeOffset="177237.16">17025 13709 152 0,'0'0'247'0,"0"0"-30"0,0 0-25 0,4 4-23 15,-4-4-19-15,1 8-16 0,-1-3-13 0,0 2-12 16,2 6-12-16,-4 2-10 0,0 3-7 0,-1-1-8 16,1 9-9-16,-1-1-5 0,-2-1-5 15,1-5-7-15,2 0-6 0,-1-2-2 0,2-7-3 16,0 2-4-16,1-3 1 0,0-3-7 0,-2 1 4 0,2-2 25 15,0-2 30-15,-1 1 41 0,1-4 43 0,0 0-14 16,0 0-15-16,0 0-15 0,9-10-14 16,-1-1-17-16,3-2-9 0,3-9-4 0,0 10-13 15,-1-5 0-15,1 0-7 0,-1 3-15 0,1-2 2 0,-1 3-6 16,1 3-11-16,-8 3 0 0,3-1-3 0,-2 4-5 16,-5 1-13-16,6-1-19 0,-5 1-17 0,3 3-5 15,-6 0-6-15,10 5-10 0,0 0-12 0,-4 2-21 16,2 3-30-16,1 2-27 0,3 2-28 0,-2 1-31 15,1-1-31-15,2 2-240 0,-4-3-505 0,1 0 225 16</inkml:trace>
  <inkml:trace contextRef="#ctx0" brushRef="#br0" timeOffset="177888.92">17356 13923 222 0,'0'0'273'0,"0"-5"-16"16,0 5-8-16,0-6-22 0,0 6-22 0,0-7-25 15,0 2-18-15,3 5-12 0,-3 0-17 0,6-10-16 16,-2 8-8-16,5-3-16 0,1 2-12 0,2-4-9 16,4 0-7-16,1 2-11 0,2-2-9 0,1 0-3 15,1 0-9-15,7 0-9 0,-4-1-6 0,-2 3-2 16,9-5-7-16,-3-1-2 0,-4 3-3 0,-2 1 2 16,3-3-3-16,-3 0-3 0,1 0 4 0,-4 3-4 15,-1-3-3-15,-1 3 3 0,-4-1 6 0,-4 2-6 16,0 1 1-16,-3 0 5 0,0 0 4 0,-1 3 1 15,-1-1-4-15,-2-1-4 0,-2 4-1 0,-2-5-3 16,2 5-2-16,-10 0 2 0,-1 0-3 0,-2 4 0 16,-6 0 1-16,-1 2 6 0,1 1-7 0,0 1 1 15,1 2 0-15,-1 1-2 0,2 2 0 0,-1 1 1 16,3-2 0-16,2 1-2 0,4 1 4 0,1-1 0 16,2-1-1-16,4 0-2 0,3-2 5 0,3 2-1 15,7-3 1-15,5 3 6 0,11 1-8 0,7-3 4 16,2-2-5-16,2-3-2 0,16 2-6 0,1-6-6 15,-3-2-3-15,3-3-7 0,4-1-6 0,-7-6 0 16,0 5-4-16,-17-5-2 0,2 2 3 0,-6 0 1 0,-4-4 7 16,-4 1 14-16,-8 0 23 0,-1 3 13 15,-5-1 6-15,-3 2 3 0,-2-3 2 0,-2 1-4 16,-4 0-1-16,0 1-3 0,-6 1-5 0,1 0-6 16,-4 4 1-16,1-3-3 0,-4 4-5 0,0 1-2 15,-3 4-2-15,-2 0-2 0,1 3-1 0,2 1 3 0,-1 3-3 16,-1-1-1-16,5 4 0 0,-1 0 1 15,7-2 0-15,0 1-3 0,1 4-4 0,2-3 2 16,2-1 4-16,4 0 2 0,3-1-2 0,1-1 1 16,4-2 3-16,6 3 0 0,-1-6 0 0,7 0 0 0,0-2 0 15,-3-3 2-15,4-1 2 0,-3-1-2 16,-2 2 6-16,-1-7 6 0,-2 1 13 0,-3 2 4 16,-2-4 3-16,0 1-4 0,-1-1 0 0,-2-1-5 15,-4-2-7-15,1 0-8 0,-1 0-5 0,-2 0-8 0,-2 1-7 16,-3 2-12-16,0-3-6 0,-1 3-12 0,-3 4-12 15,-4-5-14-15,3 7-22 0,-3 0-13 0,-1 2-19 16,0 1-24-16,2 0-29 0,1 0-208 16,-2 2-409-16,2 1 181 0</inkml:trace>
  <inkml:trace contextRef="#ctx0" brushRef="#br0" timeOffset="178271.3">18545 13684 90 0,'0'0'264'0,"1"-2"-33"16,0-1-24-16,-1 3-26 0,0 0-24 0,0 0-16 16,0 0-15-16,0 0-15 0,1 15-11 0,-1-4-8 15,-1 2-10-15,1 3-9 0,-1 2-8 0,0 1-6 16,-1 6-8-16,1-5-3 0,-2 1-7 0,2-4 0 15,1 0 2-15,0-5-7 0,0 1-7 0,1-5 0 16,-1 0-3-16,2-2 8 0,-1-1 20 0,0 1 16 16,2-6 9-16,2 0-6 0,3-3-7 0,4-5-3 15,5 1 4-15,-2-4-4 0,1-4 9 0,-1 2-7 16,7-5-11-16,-8 4-2 0,8-1-6 0,-8 0-3 16,7-1-3-16,-6 1-7 0,-2 3-2 0,-1 0-2 15,-1 4 9-15,-3-1-11 0,1 4 2 0,-4 1-6 16,1-3-2-16,-2 6-4 0,0-4-7 0,1 3-15 15,-1 1-4-15,4 1-1 0,-2 3-4 0,2-1-8 16,1 3-11-16,0 2-16 0,1-3-19 0,4 8-19 16,0-4-39-16,3 2-25 0,-1 2-32 0,0-4-38 15,-4-2-203-15,5 0-460 0,0 1 204 0</inkml:trace>
  <inkml:trace contextRef="#ctx0" brushRef="#br0" timeOffset="178589.73">19319 13572 58 0,'4'-4'341'0,"-2"-1"-25"0,0 1-35 0,0 0-32 16,-2 4-25-16,0-4-23 0,0 4-30 0,4-2-21 16,-4 2-22-16,0 0-14 0,0 0-10 0,-14 9-14 15,9-1-11-15,-3-1-9 0,-2 7-8 0,0-1-8 0,-2 1-6 16,3 1-12-16,-1-1-12 0,5 1-6 0,-1 2 2 15,2-2-3-15,1 0-2 0,4 2-1 16,3 0-2-16,4 3 2 0,-1-3-1 0,3 0-4 16,1-2 1-16,-2 0-1 0,1-1-1 0,-2-2 0 15,-3-3-6-15,0-1-7 0,-1 1 6 0,1-4-2 0,-2 0-1 16,-2 2 4-16,-1 1-1 0,-3-6 1 16,-7 8 0-16,-4-4 4 0,-10 5-2 0,-9 1-32 15,-2 0-60-15,-19 1-79 0,5 0-97 0,-4 2-142 16,3-8-439-16,15-1 195 0</inkml:trace>
  <inkml:trace contextRef="#ctx0" brushRef="#br0" timeOffset="183555.36">20562 13263 140 0,'3'-17'212'0,"-1"4"-7"0,2-2 1 16,-4 2-10-16,4 4-9 0,-4 3-17 0,0-1-16 15,1 2-14-15,-1 0-15 0,3-1-17 0,-3 6-20 16,1-3-25-16,-1 3-8 0,0 0-4 0,4 15-6 16,-3 2-7-16,2 7-6 0,1 5-3 0,-3 2-7 15,4 5-2-15,-4 13-3 0,3-1 0 0,-4 0 0 16,3-13-6-16,-1 11 3 0,1 0 2 0,-2-10-3 16,2-2-2-16,-2 0-3 0,4-3 3 0,-1 0-4 15,1-1 3-15,-2-6 0 0,-2-5 0 0,0-4-2 16,2-3-5-16,-1-2 2 0,-2-3 2 0,0 0 3 15,2-2 1-15,-1 0 22 0,-1-1 16 0,0 1 13 16,0-5 13-16,0 0-6 0,-4 3-6 0,4-3-8 16,-18-4-6-16,8-4-3 0,-8 3-9 0,-3-5-4 15,-3 0-4-15,-5-2-9 0,2 1-6 0,-1-1 0 16,0 1-5-16,0-1 1 0,1 0 3 0,1 2-6 16,7 1 2-16,0 2-1 0,4-1-2 0,3 1 2 15,-1 5-1-15,4-2 0 0,2-2-1 0,0 3-1 16,2 0-7-16,1 2-3 0,1-2-19 0,3 3-13 15,0 0-8-15,0 0-9 0,18-5-13 0,1 2-15 16,9-1-15-16,6 0-8 0,2-1-4 0,6 1-19 16,9-2-10-16,-11 1 1 0,11-2-3 0,-13 2 11 15,1-2 10-15,-2-1 12 0,-3-1 16 0,-2-3 7 16,0 1 31-16,-5-5 26 0,-3 1 19 0,-1-2 18 16,-5-2 27-16,-1 1 26 0,-2-3 11 0,-2 4 20 15,0-5 14-15,-1-1 13 0,-3 6 8 0,-1 0 8 0,2 2 0 16,-6 1 1-16,1 2 15 0,-1 4-16 0,-3-1-11 15,3 2-12-15,0 2-13 0,-4 0-17 16,1 2-14-16,3-1-18 0,-4 4-24 0,0 0-8 16,0 0 2-16,9 17-8 0,-9-1 0 0,1 1 1 0,-1 12-3 15,0 0-3-15,0 1-3 0,-1 4 3 0,-2-2-1 16,2 1 4-16,-1 2-4 0,-1-3-4 0,3-3 1 16,-1 3-3-16,1-1 5 0,1-6 1 15,-1-6-6-15,3-2 7 0,-3-2-5 0,2-5 1 16,-2-1 3-16,0-2 6 0,1-2 11 0,-1-1 20 0,3-1 33 15,-3-3-9-15,0 0-8 0,0 0 13 0,14-14-23 16,-4 6-12-16,-2-2 0 0,1-3-2 16,0-1-10-16,1-2 2 0,2 4-9 0,-3 0-1 0,-1 1 1 15,-1 3 0-15,-2-1-11 0,0 5 6 0,-1-1-14 16,2 1-26-16,-1 1-13 0,1 1-9 0,0 2-13 16,-6 0-1-16,18 2-7 0,-9 2-10 15,2 3-14-15,3-3-6 0,1 3-12 0,1 3-7 16,-6-6-9-16,8 6-7 0,-9-5-3 0,3 5 1 0,-1-4 5 15,2 0 7-15,-2 1 5 0,0 0 17 0,-6-4 2 16,2 0 9-16,0-1 28 0,-2 1 17 0,-1-2 26 16,0 0 31-16,-4-1 24 0,5 3 11 0,-5-3 14 15,4 1 8-15,-4-1 10 0,0 0 6 0,0 0-1 16,0 0 1-16,3-6 0 0,-3 6-8 0,4-4-6 16,-4 4-2-16,0 0-6 0,1-4-7 0,-1 4-4 15,4-5-8-15,1 1-8 0,3-2-1 0,2 2-5 16,2-2-1-16,3-3-8 0,4 2-3 0,3-1-4 15,-3-1-1-15,4-2-4 0,-1 2-4 0,-3 0 5 16,-1 0-3-16,1-2 10 0,-4 1-12 0,1-2 0 16,-3 1 3-16,0 0-3 0,-1 0 1 0,-3 3-3 15,-4-1 3-15,0-2-7 0,0 4 2 0,-2 0-3 16,-2 3 2-16,-2-4-5 0,-2 1 0 0,-2 2-7 16,-5 4 2-16,-1-2-1 0,-3-1-1 0,-3 4 0 15,-2 4 9-15,-1-1-2 0,-6 2-7 0,0 5 1 16,1 0-1-16,4 0 1 0,6 2-1 0,-9 3 0 15,8-1 2-15,2 3 3 0,1-2-3 0,1 6 2 16,4 0 3-16,-1 0-3 0,8 0 4 0,1-1-6 16,2-3 0-16,5 0-4 0,4 0 2 0,3-2-2 15,4-4 3-15,10 1-1 0,3-5-6 0,4-2-5 16,1-1-3-16,-1-3-8 0,-1-5-1 0,2 0 1 16,-4-2 5-16,0-2 0 0,-1-4 0 0,-3 0 3 0,-3-2 5 15,-2 0 4-15,-1-1 8 0,-4 5 10 16,-3-2 21-16,-3 5 15 0,-3-1 11 0,1 1 16 15,-5 2 10-15,7-3-2 0,-8 7 2 0,-2-3-8 16,4 1-7-16,-2-2-15 0,-1 2-10 0,-3 3-7 16,5-2-1-16,-5 2-9 0,4 0-1 0,-4 0-12 15,0 0-2-15,1 6 2 0,-1 2-5 0,3-3-1 16,-3 4 4-16,0-2-1 0,0 4 4 0,1-4-9 16,0 3-9-16,1-3-1 0,-1-2 3 0,0 2 0 15,-1-2 0-15,1-2 5 0,2-1 1 0,-3-2 2 0,6 2 2 16,-6-2-1-16,16-10 3 0,-1 1 5 15,-1 0 1-15,1-1 3 0,1 0-1 0,0-2 1 16,-2 4-1-16,4-1-3 0,-5-3 1 0,-2 7-5 16,1-2 3-16,-2 2-2 0,3 0-5 0,-4 2 2 0,3 2-3 15,-1 0 0-15,0 2-6 0,1 1-26 0,1 2-25 16,-2 3-30-16,4 2-37 0,2 4-36 0,0-6-51 16,-2 5-267-16,4-4-521 0,-2 1 232 15</inkml:trace>
  <inkml:trace contextRef="#ctx0" brushRef="#br0" timeOffset="184701.96">23137 13284 109 0,'0'-4'166'0,"0"-4"-5"0,-2-1 5 16,2 1-1-16,2-1-4 0,-2 2 3 0,0-3-7 16,0 1-7-16,2 2-6 0,-2-1-7 0,0 3-10 15,0 1-11-15,0 1-9 0,0 3-17 0,0-6-14 16,0 6-19-16,0 0 1 0,0 0-13 0,0 0-5 16,2 16-7-16,-2-1-2 0,0 4-4 0,0 10-4 15,-4 2-2-15,4 3 1 0,0 1-6 0,0 11-1 16,-2-11 1-16,4 0-4 0,0 0-1 0,0-1 2 15,-2 0-8-15,0-2 4 0,3-1-1 0,0-2 0 16,1-2 0-16,-3-1 1 0,3-9 0 0,-4 0-2 16,2-5-3-16,0-2 4 0,-2 3-3 0,1-7-13 0,-1 1-3 15,0 1 6-15,3-5 0 0,-6 2 2 0,6-1 5 16,-3-4 5-16,0 5-2 0,0-5 0 16,0 0-10-16,0 0-27 0,0 0-32 0,0 0-32 15,-12-10-35-15,9 0-41 0,-2 0-196 0,0-3-398 0,3-2 177 16</inkml:trace>
  <inkml:trace contextRef="#ctx0" brushRef="#br0" timeOffset="185036.94">23015 13178 70 0,'-7'-19'212'0,"2"4"-2"16,1 1 1-16,-1 5-7 0,1-1-4 15,3-1-12-15,0 4-16 0,-2 1-18 0,3 2-18 16,-4-1-14-16,4 2-15 0,0 3-9 0,3-5-16 0,-3 5-8 15,10 1-6-15,4 3-9 0,4 1-3 0,6 7-7 16,7 1-7-16,2 0-4 0,14 11-6 0,-2 0-5 16,1 1-2-16,-4 4-4 0,-1 0-6 15,-13-5-1-15,0 1-6 0,-6 3-9 0,0-1 3 0,-3-1 2 16,-5-1 0-16,-4 1-2 0,-3-9 0 0,-6 1-3 16,-4 0 2-16,-4-1 2 0,-3-1-1 0,-7-2 0 15,-5 2-1-15,-5 0-1 0,-1-7 4 16,1 0-3-16,-1-1 2 0,3-1-2 0,3-2 3 0,0-4-4 15,2 4 3-15,-2-2 1 0,7-1-2 0,2-1 0 16,0 1 2-16,4 0 3 0,2-1-13 0,0-1-27 16,2 0-32-16,5 0-33 0,-8 2-29 0,8-2-17 15,0 0-45-15,0 0-159 0,27-2-377 0,-4-3 166 16</inkml:trace>
  <inkml:trace contextRef="#ctx0" brushRef="#br0" timeOffset="185447.43">24093 13332 197 0,'0'-3'246'0,"0"3"-17"0,1-5-23 0,-1 5-23 15,0-3-19-15,0 3-19 0,0 0-21 0,0 0-12 16,0 0-16-16,0 0-8 0,-11 12-9 0,2 1-8 16,-3 2-10-16,-2 2-2 0,-4 4-7 0,-1 1-10 0,0 2-1 15,2 2-5-15,0-1-1 0,0-1-4 16,-1 1-13-16,3 1-23 0,-2-2-14 0,3-1-15 16,-1-1-37-16,3-5-6 0,3-2-23 0,0 0-15 15,4-5-13-15,-4 1-38 0,4-3-101 0,0 1-289 0,-1-4 128 16</inkml:trace>
  <inkml:trace contextRef="#ctx0" brushRef="#br0" timeOffset="185736.95">23756 13421 74 0,'0'-17'252'0,"0"4"-10"0,-2 2 5 0,0 2-13 16,1 0-19-16,1 5-14 0,-2-3-31 0,4 4-21 15,-2 3-20-15,3-4-12 0,-3 4-13 16,0 0-11-16,13 11-12 0,-4-1-7 0,4 4-10 0,4 7-5 15,0 0-8-15,1 3-6 0,4 2-7 0,0-1-2 16,-3 0-7-16,4 0 1 0,-3 0-8 0,2 1-2 16,-3-5-3-16,0 0-8 0,-6-5-2 0,1-3-10 15,-4-1-9-15,2 0-10 0,-6-3-4 0,2-2-3 16,-4-1 10-16,0-2 3 0,-2 0 3 0,1-1 6 16,-2 1 11-16,3-3 2 0,-4-1 0 0,1 3-3 15,-1-3 8-15,0 0-1 0,0 0-16 0,0 0-12 16,0 0-10-16,0 0-26 0,0 0-42 0,-6-11-58 15,3 7-237-15,3-2-425 0,3 0 188 0</inkml:trace>
  <inkml:trace contextRef="#ctx0" brushRef="#br0" timeOffset="186012.94">24370 13451 85 0,'0'0'227'0,"0"0"-12"0,0 0-8 16,0 0-16-16,0 0-15 0,0 0-13 0,0 0-19 15,0 0-15-15,0 0-16 0,0 0-14 0,13-4-23 16,0 2-25-16,2-1-25 0,4-4-27 0,1 5-31 16,9-5-56-16,-1 2-22 0,-9 2-169 0,4-1-301 15,-4 3 133-15</inkml:trace>
  <inkml:trace contextRef="#ctx0" brushRef="#br0" timeOffset="186202.98">24402 13634 79 0,'-4'1'263'0,"4"-1"-4"0,-2 3-11 0,2-3-26 16,0 0-21-16,0 0-23 0,15-7-14 0,-1 3-19 16,4-1-28-16,3 0-37 0,8-3-37 0,-2 1-60 15,2 2-43-15,3-4-53 0,-3 4-189 0,-2-1-327 0,-5 0 145 16</inkml:trace>
  <inkml:trace contextRef="#ctx0" brushRef="#br0" timeOffset="186687.44">25110 13365 46 0,'0'-5'241'0,"1"-2"-15"0,2 0-9 0,-3 2-15 15,0-2-19-15,-3 2-20 0,2 0-17 0,-3 0-18 16,3 0-13-16,-3 2-14 0,-4 1-11 0,2-1-12 15,-5 3-7-15,-2 3-12 0,-1-3-8 16,-4 6-5-16,0 3-2 0,-1-1-7 0,1 3-6 0,-1 0 0 16,-3 5-5-16,4-3-6 0,3 0 0 0,3 3-2 15,-2-2-1-15,4-1 0 0,1-1-2 0,3-1-5 16,-1-4 0-16,2 1 2 0,3-2-3 0,0 1 3 16,1-4 0-16,2 0 1 0,3 1 2 0,1-3 6 15,7 1 5-15,-3-2 1 0,5-3-1 0,-1 1 4 16,0-2-3-16,0 1 3 0,4-4 1 0,1 2-2 15,-4-1-4-15,1 0 0 0,-3 1-4 16,1 2-2-16,-3-1-2 0,-1-1 3 0,1 2-8 0,-4 0-1 16,2 1-4-16,0-1-2 0,-1-1 0 0,0 4-6 15,1-1 6-15,-1 2-13 0,1 1-3 0,3 0-9 16,-2 2-17-16,5-2-24 0,-2 3-26 16,2 0-43-16,-1-1-33 0,3-1-45 0,-4 2-164 15,-2-3-401-15,3 0 179 0</inkml:trace>
  <inkml:trace contextRef="#ctx0" brushRef="#br0" timeOffset="187071.28">25358 13041 36 0,'5'-5'225'0,"-4"1"-11"16,3 1-17-16,0 0-16 0,0 0-19 0,1-1-18 15,0 2-13-15,3 1-15 0,-8 1-16 0,13 3-15 16,-6-2-10-16,5 7-15 0,2 1 5 0,5 9-5 15,-2 5-5-15,0 4-3 0,0 3-9 0,2 13 2 0,0 4 1 16,-4 1-4-16,-4 1-4 0,-1 1-2 16,-5 3-6-16,-2-4-7 0,-2-1 3 0,-5 1-5 15,-1-14 0-15,-5 12-5 0,-3-1 3 0,-5 1-1 16,-5-2 0-16,-5-2 4 0,-4-4 0 0,-4 5-3 16,-7-3-13-16,-4-4-39 0,-6-2-37 0,-26 10-68 15,1-3-234-15,15-22-402 0,-1-3 178 0</inkml:trace>
  <inkml:trace contextRef="#ctx0" brushRef="#br0" timeOffset="187740.16">22808 12896 6 0,'0'0'157'0,"-3"-3"-14"0,3 3-22 0,0 0-11 16,-10 7-11-16,1 6-16 0,-8 8-13 15,4 9-5-15,-10 17-1 0,-1 4-11 0,5 8-4 0,-4 21 1 16,0-1-11-16,6-20 0 0,7-2-2 0,0 2-5 16,5-2 2-16,1-3 1 0,12-1-3 0,1 0 2 15,3-7-4-15,7 0 1 0,8-5-3 0,-1-2 0 16,11-5-3-16,8-1 0 0,7-8-7 0,6-3 7 15,32 0-31-15,4-3-48 0,0-7-80 0,-3-5-94 16,-27-4-247-16,3-6 109 0</inkml:trace>
  <inkml:trace contextRef="#ctx0" brushRef="#br0" timeOffset="189417.95">23774 13148 18 0,'0'0'178'15,"-2"-1"-17"-15,2 1-24 0,0 0-15 0,0 0-14 16,-14 14-13-16,5 1-13 0,-1 7-4 0,1 5-11 15,-4 3-7-15,4 7-8 0,-1 10-3 0,-1 1 8 16,3 0-17-16,4 1-1 0,3-1-7 0,5-14-3 16,1 2-1-16,9 10 1 0,4-2-1 0,5-1 0 0,0-11-6 15,11 9-4-15,-2-5-26 0,-4-9-42 0,-1-2-61 16,-1-4-121-16,-2 1-250 0,-2-4 110 16</inkml:trace>
  <inkml:trace contextRef="#ctx0" brushRef="#br0" timeOffset="190734.98">22737 13101 29 0,'-9'9'86'0,"-7"4"-3"0,-4 7-6 0,3 2-4 16,-1 6-9-16,4-1-3 0,-2 4-5 0,1 16 0 0,1-2-9 15,4-10-2-15,2 12-8 0,4-11-7 0,-1 8-1 16,6-10 3-16,3-1 2 0,5 1-9 0,4-4-5 16,7-4 8-16,1-1-7 0,-1-3-1 15,5-2 6-15,0-6-6 0,3-3 4 0,0-1-6 16,-1-7 0-16,-8-1 7 0,4 0-6 0,-5-1-1 0,-6-2 15 15,2-1 18-15,-5 0 3 0,2 1 10 0,-5-1 7 16,0-3 4-16,-2 1-2 0,-1 0-7 0,-3 3-6 16,0 1-8-16,0 0-8 0,-7-10-2 0,-1 10-4 15,-2 4-9-15,-3-1-5 0,-4 6-4 0,-7 4 0 16,2 7-4-16,-2-2 0 0,1 3-1 0,2 1-14 16,2 0 10-16,4 3-3 0,1 0 2 0,3-1-6 15,4-4 2-15,2 4 2 0,4-5-6 16,1 2 5-16,4-1-3 0,1-3 3 0,4-1-1 0,4-3 2 15,3-1-4-15,2-5 4 0,2 0 1 0,2-6 1 16,10 1-5-16,-3-4-1 0,1-2 3 0,-2-4 0 16,-2 2-4-16,-6-3 5 0,-3 1 2 0,-2 0-6 15,-5 0 5-15,-1 2 18 0,-1-1 0 0,-3 0 9 16,0 5 10-16,-1-3-1 0,-1-1-4 0,0 2-12 16,-3 4 1-16,-3-2-2 0,3 2-8 0,-13 0-4 15,1 5-4-15,1 2-1 0,-5 2 1 0,1 3-5 16,0-3 0-16,3 4-1 0,-1 1-2 0,3-1-3 15,-1 0-8-15,6-1-6 0,1-1-1 0,1 0-9 16,4-2 2-16,1 0 2 0,3 0 4 0,1-3 3 16,4-1-2-16,3-4 8 0,5-1-1 0,0-1 1 15,0-4 5-15,-3-1-4 0,-1-3 3 0,-1 0 1 16,1-1 1-16,-8 0 6 0,2 1 2 0,-5-1 3 16,-2-2-11-16,-1 2-1 0,-4 0-3 0,-4 0-5 15,-2 3-2-15,-1-1-1 0,-6 2-13 0,-6 4-14 16,1 1-5-16,3 1-25 0,-4 1-28 0,4 0-37 15,0 4-42-15,1 2-124 0,4-2-324 0,5-1 143 16</inkml:trace>
  <inkml:trace contextRef="#ctx0" brushRef="#br0" timeOffset="191517.69">26093 13371 134 0,'0'0'175'0,"-3"-4"-11"0,3 4-13 0,0 0-8 15,0 0-9-15,0 0-8 0,0 0-11 0,0 0-7 16,-3-2-8-16,3 2-9 0,0 0-4 0,0 0-6 16,0 0 5-16,0 0-9 0,0 0-4 0,0 0-6 15,0 0 1-15,0 0-5 0,0 0-6 0,0 0-8 16,0 0-4-16,12-7-3 0,0 6-2 0,6-3-8 16,1 0-9-16,2 1 0 0,10 0 2 0,-3-1-5 15,4-1-2-15,0 0-2 0,-2 4-3 0,-2-1 2 16,-7 0-2-16,-3 0-4 0,0-1 0 0,-8 1-2 15,3 2-2-15,-6-1-18 0,0 1-20 0,-2 0-16 16,-5 0-17-16,9 1-7 0,-9-1 0 0,0 6-15 16,0-6-9-16,-10 6-31 0,5-1-37 0,-7 0-122 15,1 2-310-15,-6-2 137 0</inkml:trace>
  <inkml:trace contextRef="#ctx0" brushRef="#br0" timeOffset="191800.07">26138 13612 24 0,'-3'2'274'0,"3"-2"-6"16,0 0-3-16,0 0-12 0,-4 3-15 0,4-3-19 15,0 0-25-15,0 0-23 0,0 0-16 0,24-5-15 16,-6 2-15-16,10-2-3 0,3 1-24 0,0 1-8 15,1-1-11-15,0 0-13 0,0 0-2 0,-4 2-7 16,-8 2-8-16,-4-3-5 0,-2 3 2 0,-3 0-10 16,-1 0-4-16,-5-1-3 0,4 1-7 0,-9 0-20 15,9-2-18-15,-9 2-22 0,5 2-23 0,-5-2-30 16,0 0-21-16,0 0-57 0,-11 6-53 0,3-3-188 0,-6 3-442 16,5-3 196-16</inkml:trace>
  <inkml:trace contextRef="#ctx0" brushRef="#br0" timeOffset="194984.04">27279 13066 132 0,'2'-11'205'0,"-2"2"-2"16,0 0-6-16,0 1-5 0,1 2-19 0,1-1-17 15,-2 0-13-15,0 4-15 0,0-3-15 0,2 3-13 0,-2 3-12 16,0-5-17-16,0 5-32 0,0 0-15 0,0 0-9 16,0 0-1-16,4 15-4 0,-4 4 1 0,4 10-5 15,-7 3 0-15,3 4-2 0,0 14 0 16,-1-1-4-16,-3 5 3 0,0-4-6 0,4 1 5 0,-3 0-4 15,3-3 1-15,-2-14-2 0,-1 2 0 0,3 12 1 16,-2-15-2-16,2-2 3 0,0 0 0 0,0-2-2 16,0 0 7-16,0-9-2 0,0-1-2 0,0 0-5 15,0-2 8-15,0-5 1 0,0-1-3 0,0-5-1 16,0 4 4-16,0-5 0 0,0 1-2 0,0 0 3 16,0-1 0-16,0-3 2 0,0-2 3 0,-2 7-1 15,2-3-4-15,0-4 1 0,0 0 3 0,-2 4 0 16,2-4 1-16,0 0-4 0,0 0-28 0,0 0-46 15,0 0-44-15,-5-12-63 0,3 7-116 0,2-7-313 16,0-4 139-16</inkml:trace>
  <inkml:trace contextRef="#ctx0" brushRef="#br0" timeOffset="195317.13">27147 12963 108 0,'-5'-12'225'0,"1"3"-15"16,0 0-11-16,3-2-17 0,0 6-17 0,-1-1-18 15,5 0-13-15,-2 1-20 0,6 1-14 0,4 2-9 16,3 1-8-16,14 2-9 0,2 3-12 0,4 3-11 16,-1 6-4-16,3 1-8 0,10 8-6 0,-4 4 0 15,-12-1-5-15,4 9-5 0,-9-6-1 0,-4 2-4 16,-3 3 1-16,-4-1-5 0,-2 0-1 0,-7-1 0 15,-5 3-1-15,-4-4-4 0,-5-2 5 0,-9 1-4 16,1-4-5-16,-3-1 3 0,-5-1 2 0,-2-4-2 16,2-1-1-16,-2-4 0 0,3 0 2 0,4-6-6 15,2 1 4-15,-1-1-2 0,2-1 1 0,3 0-2 0,5-2-1 16,-4-2-5-16,8 0-16 0,-2-2-25 0,3 2-15 16,1-1-20-16,3-2-27 0,0 0-43 15,0 0-168-15,23-5-343 0,-7 0 152 0</inkml:trace>
  <inkml:trace contextRef="#ctx0" brushRef="#br0" timeOffset="195702.5">28252 13227 45 0,'2'-5'222'0,"-1"1"-12"15,1 2-20-15,-2 2-23 0,2-6-21 0,-2 6-17 16,0 0-16-16,0 0-12 0,0 0-15 0,-8 11-5 15,-1-2-8-15,-1 6-7 0,-2 1-8 0,-3 6-7 16,-2 4-7-16,0-1-13 0,-4 1 8 0,4 1-7 16,-2-1 1-16,1 0-5 0,1 0-5 0,0-1 0 15,0-2 1-15,2-2-1 0,5-1-7 0,-2-6-1 16,2 1-14-16,1 2-21 0,4-5-16 0,-3-1-19 16,2-3-11-16,-2 1 0 0,4-3-16 0,1-3 2 15,0 1-23-15,-1-2-15 0,4-2-123 0,-9 0-261 16,9 0 116-16</inkml:trace>
  <inkml:trace contextRef="#ctx0" brushRef="#br0" timeOffset="195908.93">27884 13297 143 0,'-1'-12'245'0,"1"7"-17"0,0-2-22 16,0 2-20-16,0 1-27 0,0 4-18 0,2-4-17 15,-2 4-15-15,0 0-9 0,0 0-10 16,13 12-9-16,-5-4-7 0,2 5-6 0,0 1-6 15,8 8-1-15,-5-1-7 0,5 4-5 0,-1-1-1 0,3-2-5 16,-2 7-3-16,2-5-4 0,1-2-22 0,-4 0-11 16,2 1-22-16,-3-2-26 0,0-7-28 15,1-2-32-15,-4 0-27 0,0 0-58 0,0-2-110 16,-3-5-325-16,-1 0 143 0</inkml:trace>
  <inkml:trace contextRef="#ctx0" brushRef="#br0" timeOffset="196469.52">28826 13114 17 0,'1'-5'145'0,"-1"5"-17"16,0 0-11-16,0 0-11 0,0 0-14 0,-10 16-5 15,2-9-12-15,-2 8-12 0,0-3-7 0,-3 5-5 16,-3 3-3-16,-1 1 1 0,-2 1-12 0,0 3-8 16,-2-4 2-16,2 3 0 0,4-4-5 0,-2 1-1 15,4-5-5-15,2-2-2 0,-1 0-2 0,7-4-7 16,-3-1 4-16,2-1-2 0,1-2-14 0,3 0 17 15,-2-2-8-15,1 2 2 0,1-2 3 0,0-1-7 16,2-1 7-16,0-2-14 0,2 7 20 0,0-4 7 16,1 2 3-16,3 1 1 0,-1-3 1 0,5 3-2 0,-1 0-5 15,0-1-1-15,4 2-4 0,-3 1-1 16,4 1 4-16,-5-1-6 0,7 1 4 0,-1 2-4 16,-2-2-2-16,-2 0-2 0,3 0 7 0,-5-1-1 15,3-1-7-15,-3 3-10 0,-2-6-9 0,3 4-14 0,-2 0-20 16,-3-3-29-16,-1 0-35 0,3 3-133 15,-4-3-262-15,1-2 116 0</inkml:trace>
  <inkml:trace contextRef="#ctx0" brushRef="#br0" timeOffset="198868.95">27705 13339 143 0,'2'-7'136'0,"-2"1"-16"15,-2 2-10-15,2-2-13 0,-4 2-22 0,0 1 2 16,-4-4-2-16,-4 5-16 0,0 2-7 0,-6 0-3 16,-3 6-4-16,-7 0-2 0,-1 4-2 15,-2 4-12-15,0 0-6 0,1 3-3 0,0 0 2 0,-2 3-3 16,3 4-3-16,2-2 0 0,2 0 2 0,1 0-5 15,4 0-8-15,2-1-2 0,11-4 1 0,1 0 1 16,5-4 0-16,6 3 5 0,6-2 8 0,12 1-11 16,11-1 7-16,18-2-5 0,12-6 1 0,28-4-3 15,-28-3 2-15,26-4 2 0,-25-2-4 0,-1-4-8 16,-2-2-7-16,2-1 9 0,-5 2-5 0,-8-5-10 16,-14 2 4-16,-4-2-5 0,-3 0 10 0,-6-2 0 15,-6-5 12-15,-5 4 4 0,-6-7 0 0,-4-1 2 16,-7 1-3-16,-5 1 3 0,-5-1 7 0,-4 0 7 15,-4 1 3-15,-6 2 0 0,-1-1 6 0,-4 8-3 16,-3 0-2-16,-13 1-3 0,0 6 2 0,9 5-7 16,-11 5-9-16,0 3 1 0,11 4-1 0,-11 5 3 15,2 5-10-15,1 3-3 0,2 3 2 0,5 6-4 16,9-5 1-16,4 1 0 0,6 3-3 0,2-1 2 16,7 3 3-16,4 0-4 0,8-2 5 0,11-1-3 15,7-1 3-15,11-4 0 0,20 2-4 0,11-2-14 16,6-11-17-16,32 2-16 0,-6-7-8 0,-1-7 3 15,-24-5-2-15,29-9 8 0,-31 3 3 0,26-9 6 16,-35 7 2-16,-3-3 2 0,-16 5 11 0,-8-8-6 16,-2-3-2-16,-8-2 0 0,-4 1 6 0,-8-4 3 15,-6 3 8-15,-6-1 7 0,-7 1 10 0,-5 3-1 16,-5-1 10-16,-7 5 7 0,-4 3-3 0,-2 3 12 16,-2 5-2-16,-1 2 0 0,-18 3 0 0,5 4 0 0,1 5-4 15,1 6-5-15,1 4-7 0,14-1-1 0,-10 6 7 16,13 0-9-16,0-2-5 0,3 4-2 15,3 4 4-15,5-3 0 0,8 1 3 0,6 1-3 16,7-1 2-16,13-1-3 0,7-4-1 0,15-3 9 0,17 3-6 16,4-9-10-16,7-5-1 0,2-9-10 0,-1-3-8 15,-4-5-5-15,-1-6-3 0,-5-4 13 16,-8-2 5-16,-12 1 8 0,-7-1 12 0,-8-5 5 0,-8-5-3 16,-5-1-1-16,-10 0 9 0,-5 0 4 0,-13 0 4 15,-8-4-3-15,-11 1 1 0,-8 10-8 0,-7 6-3 16,-4 1 1-16,-3 9-6 0,1 6 7 0,-3 6-10 15,1 9-3-15,-27 12-36 0,28-2-41 0,-23 16-31 16,4 3-154-16,29-8-278 0,2 5 123 0</inkml:trace>
  <inkml:trace contextRef="#ctx0" brushRef="#br0" timeOffset="199937.83">24706 15193 73 0,'0'-3'90'16,"0"3"-13"-16,0 0-7 0,0 0-8 0,0 0-4 15,0 0-11-15,0 0 2 0,0 0-4 0,0 0 5 16,0 0-4-16,0 0 5 0,0 0-2 0,0 0-3 16,0 0 2-16,0 0 8 0,0 0-4 0,0 0 1 15,0 0-8-15,0 0 0 0,0 0-8 0,0 0 3 16,0 0-6-16,0 0-13 0,0 0 5 0,0 0-4 15,12-3 1-15,-1 3-2 0,1-1-5 0,8-3 2 16,1 2-8-16,8-2 5 0,3 3-5 0,1-5 4 16,4 0 0-16,-5 2-6 0,4 0 3 0,-5 0-1 15,-4 0-4-15,-6 2 2 0,-3 1-2 0,-4 1-1 16,-4 0-2-16,2-1-16 0,-6 1-28 0,2 0-35 16,-8 0-5-16,3 4 12 0,-5 0-9 0,-5 0-111 15,-5 0-205-15,-3 1 91 0</inkml:trace>
  <inkml:trace contextRef="#ctx0" brushRef="#br0" timeOffset="200235.29">24770 15455 37 0,'0'0'209'0,"0"0"-16"0,0 0-25 0,22-6-15 16,-4 1-10-16,11-2-18 0,3-1-15 0,5-2-8 15,0-1-6-15,3 3-5 0,11-4-10 16,-14 3-7-16,0 0-4 0,0 4-5 0,-5 0-11 16,-10 2-5-16,-3-2-4 0,-1 2 1 0,-7 2-15 15,-3 0-4-15,0-2-19 0,-3 2-14 0,2 1-24 0,-7 0-22 16,8 0-21-16,-5 2-1 0,-3-2 0 0,-3 7-24 15,-1-2-41-15,-7 0-100 0,3 3-258 16,-1-3 114-16</inkml:trace>
  <inkml:trace contextRef="#ctx0" brushRef="#br0" timeOffset="201851.04">26288 14774 151 0,'0'-11'203'15,"-1"2"-8"-15,1-3-12 0,0 6-9 0,0-3-13 16,0 4-14-16,-1 1-10 0,1-1-14 0,1 0-16 16,-1 5-9-16,0-5-17 0,0 5-26 0,0-3-22 15,0 3-6-15,0 0-4 0,1 13-6 0,1-1 2 16,-4 8-4-16,1 6-2 0,1 4 1 0,-1 3 8 15,1 2-4-15,-3 0-2 0,2 1-2 0,0 9-2 16,2-11-1-16,-1-1 1 0,0-2-3 0,1-2 1 16,2-3-1-16,-1 1-1 0,0-6 0 0,3-3 1 15,-1-1-5-15,-1-1 6 0,0-3-3 0,-2-4 0 16,0-1 1-16,-1 1 7 0,2-3-11 0,-2-1 6 16,1-1 1-16,-1 0-3 0,1-1 5 0,-1-3 0 15,0 7 0-15,0-7-4 0,0 0 5 0,-1 3-18 16,1-3-35-16,0 0-35 0,0 0-45 0,-8-15-53 15,5 6-140-15,3-3-338 0,-2-3 149 0</inkml:trace>
  <inkml:trace contextRef="#ctx0" brushRef="#br0" timeOffset="202140.18">26232 14667 92 0,'0'-8'222'0,"0"-1"-26"16,0 1-13-16,0 2-17 0,1-1-21 0,2 1-13 15,1 2-12-15,2 1-18 0,2-1-8 0,2 3-14 16,8 3-7-16,1-1 2 0,2 4-8 16,8 5 0-16,0-2-3 0,-1 5-11 0,1 1-8 0,-3 4-2 15,1 2-4-15,-5-2-3 0,-2 4-5 0,-2 2-5 16,-5 2 0-16,-3-3-2 0,-2 1-2 0,-6 4-3 16,-2-4-4-16,-2-4 1 0,-8 5 1 15,-3-4-4-15,0-4 2 0,-9 2-3 0,2-1 2 16,-3-4-5-16,1 1 3 0,4-4-5 0,1-1 1 0,1-1 1 15,-2-1-2-15,2 0-4 0,3-4-14 0,0 1-18 16,1-3-10-16,4 3-23 0,1-3-17 16,2-1-25-16,0 1-19 0,5-2-35 0,0 0-141 15,0 0-325-15,0 0 144 0</inkml:trace>
  <inkml:trace contextRef="#ctx0" brushRef="#br0" timeOffset="203302.27">27088 14864 154 0,'0'0'186'0,"0"-6"-9"16,3 3-12-16,-2 0-11 0,-1-2-19 0,0 5-14 15,5-6-14-15,-4 4-14 0,6-1-9 0,-5 1-6 16,-2 2-14-16,13 2-8 0,-5-2-10 0,1 5 0 16,-3 2-9-16,6 0-3 0,-3 5-1 0,2 0-2 15,1 3-8-15,-3 3-7 0,2 3 2 0,-3-1-2 16,-3-1-5-16,1 5 1 0,-3-4-2 0,-3 6-3 16,-2 1 0-16,0-9 1 0,-3 7-3 0,-3-8 0 15,1 1-2-15,0-2 6 0,1-2-3 0,-1-1-1 16,1-5 1-16,0 1-1 0,2 0 0 0,0-4 1 15,1 0 5-15,2 1 17 0,-3-5 21 0,4-1 24 16,-1 5 29-16,-3-2 31 0,4-3 29 0,0 0 0 16,0 0-16-16,0 0-15 0,3-12-14 0,2 3-16 15,1-3-7-15,3-3 11 0,4-2-22 0,2-6-27 16,0 0 3-16,5 1-10 0,-2-3-1 0,-2 3-6 16,2 1-9-16,-5 3 1 0,-2 1-7 0,-2 3-2 15,-1 2-6-15,1 4 2 0,-4-1-7 0,-1 4 2 16,0 0-9-16,-2 0-14 0,1 3-31 0,1-1-19 15,-4 3-2-15,0 0 9 0,0 0 3 0,6 12 3 16,-3-3 6-16,-3 2 3 0,1-1-4 0,0 3-2 16,3 3-1-16,0-2 0 0,0 1-5 0,2 2-8 15,3-1-13-15,0 0-20 0,1 0-17 0,2-3-24 16,-1 0-38-16,2-2-33 0,2-2-223 0,-4-4-457 16,6 1 203-16</inkml:trace>
  <inkml:trace contextRef="#ctx0" brushRef="#br0" timeOffset="203703.9">27938 14754 160 0,'0'0'188'16,"0"0"-35"-16,1-3-16 0,-1 3-12 0,0 0-10 16,0 0-20-16,0 0-5 0,0 15-9 0,-7-5-7 15,0 1-11-15,-4 3-9 0,-1 2-5 0,-6 6-3 16,-3-2-6-16,-1 4-1 0,0 0-7 0,4-3-5 16,-5-2-2-16,4 1-2 0,1-1-4 0,3-4 1 0,3-2-3 15,1 0-6-15,3-3 0 0,-1 0-2 16,4 0 2-16,-1-5-7 0,4 2 4 0,-4-1-2 15,5 1 1-15,1-2 0 0,2 3-2 0,3-3 6 16,2 3 9-16,2 1 8 0,1-1-1 0,1-1 0 16,6 4-2-16,-2-2 6 0,2 1-11 0,2 3-4 15,-1-7-1-15,-1 6-2 0,1-1-1 0,-3 1 0 16,2 0-2-16,-2 0 1 0,0-2 1 0,-1 2-3 16,-4-4-7-16,-1 1-22 0,-1-1-22 0,0 0-26 15,-2-1-26-15,-1-1-39 0,-3-1-36 0,1 2-86 16,1-1-276-16,-5-1 124 0</inkml:trace>
  <inkml:trace contextRef="#ctx0" brushRef="#br0" timeOffset="203915.96">27754 15413 83 0,'0'0'163'16,"0"0"-21"-16,0 0-11 0,10 8-4 0,-2-4-13 16,2 0-7-16,11 4-6 0,-1-1-10 0,7 0-4 0,2 1-14 15,1-1-2-15,-1 2-25 0,0-2-56 16,2 2-66-16,-9-6-133 0,6 0-225 0,0 0 99 16</inkml:trace>
  <inkml:trace contextRef="#ctx0" brushRef="#br0" timeOffset="204503.67">28413 14976 89 0,'-5'-5'185'0,"1"1"-22"15,-3-1-18-15,-1 2-15 0,-1 2-17 0,-5 1-8 0,-1 1-15 16,2 2-15-16,-6 2-2 0,2 4-6 0,0-1-12 16,-2 3 0-16,4 2-4 0,-3-1-17 15,-2 8-1-15,4-6-2 0,6 1-2 0,-3-1-10 16,3 0 10-16,4 1-8 0,-1-3-3 0,4-3 4 15,3 1-5-15,0-1 1 0,2-2 7 0,2 0 9 0,2-1 20 16,2-2 11-16,2-1-2 0,4-1 8 0,0-3 3 16,8 0 3-16,-2-2 3 0,-2-1 0 0,3-2-2 15,-2 1 3-15,0-1-1 0,-2-1-3 16,-2 0 3-16,0 3-6 0,-6-4 2 0,3 4-4 16,-2 0-1-16,-5 0-2 0,4 2 1 0,-4-1-10 15,-1 0-1-15,4 2-8 0,-6-2 0 0,-2 3-13 0,8-2-1 16,-4 1-6-16,-4 1-20 0,8-2-21 15,-8 2-15-15,12 2-12 0,-7-1-22 0,3 0-25 16,1 0-27-16,-1 2-31 0,1 1-17 0,2-1-49 16,1-2-230-16,-2 0-473 0,1-2 211 0</inkml:trace>
  <inkml:trace contextRef="#ctx0" brushRef="#br0" timeOffset="204767.2">28601 14778 160 0,'0'-5'200'0,"0"1"-20"0,0 4-21 0,5-3-20 15,-5 3-14-15,14 4-18 0,-5 4-9 16,4 4-10-16,1 2 0 0,5 8-13 0,-1 4-4 16,1-3-1-16,-3 9-5 0,0 1-5 0,-2-1-5 0,0 4-8 15,-5-3 1-15,0 14 0 0,-7-11-10 0,-4 10-2 16,-3 3-3-16,-8-5-1 0,-6 2 4 15,-8-1-4-15,-2-4 0 0,-4 1-8 0,-7-6-20 16,-3-1-29-16,-6-5-31 0,-1-1-51 0,-6-3-51 16,-4-6-143-16,0-3-326 0,1-5 145 0</inkml:trace>
  <inkml:trace contextRef="#ctx0" brushRef="#br0" timeOffset="205317.08">27022 14587 22 0,'0'0'156'0,"0"-4"-19"0,0 4-10 0,0 0-14 16,0 0-17-16,-1-3-15 0,1 3-3 0,0 0-14 15,-7 10-5-15,2 0-3 0,-4 8-12 0,-4 9-10 16,-2 3 3-16,-9 17-5 0,-1 4 9 0,1 5 9 15,1-1-7-15,3 1-4 0,-1-1 2 0,8-1-4 16,-3-3-8-16,9-3-1 0,5 1-1 0,2-1-6 16,5 0 4-16,3-14-4 0,4 0 3 0,10 8 0 15,-3-12 3-15,16 5-24 0,-6-11 13 0,18 0-9 16,3-3 10-16,7-4 4 0,4-4-27 0,-1-5-44 16,3-4-55-16,-5-4-148 0,2-3-274 0,-2-2 122 15</inkml:trace>
  <inkml:trace contextRef="#ctx0" brushRef="#br0" timeOffset="206111.97">29244 15083 155 0,'0'0'194'0,"0"0"-11"0,0 0-6 15,0 0-9-15,0 0-4 0,0 0-6 0,0 0-9 16,0 0-8-16,-4-3-10 0,4 3-14 0,0 0-12 16,18-5-10-16,-4 1-9 0,10 2-12 0,7-2-6 15,4-2-1-15,2 4-10 0,16-6-10 0,-2 1-1 16,0 2-7-16,-14 0-5 0,-1 0-2 0,0 1-5 16,-4 1 0-16,-4-1-6 0,-9 3-1 0,-6-1-3 15,4 1 1-15,-5 0-3 0,-4-1-10 0,0 1-12 16,-3 1-5-16,1 0-19 0,1-3-16 0,-7 3-20 15,6 0-44-15,-6 0-24 0,0 0-55 0,0 0-150 16,0 0-368-16,0 0 163 0</inkml:trace>
  <inkml:trace contextRef="#ctx0" brushRef="#br0" timeOffset="207049.16">30427 14647 87 0,'2'-5'212'0,"-1"0"-11"16,0 1-16-16,-1 4-14 0,0-3-20 0,2-1-20 0,-2 4-11 15,3-5-20-15,-3 5-12 0,0 0-8 0,0 0-10 16,3 9-9-16,-2 2-7 0,0 5-8 0,-2 2-7 16,1 9-4-16,0-2-5 0,-1 5 7 15,-1 3 4-15,4-1-12 0,-2 3-16 0,2-1 1 0,-1-1-4 16,2 0 6-16,1-2-8 0,0 0 0 0,-2-4-1 16,4 0-2-16,-6-8 4 0,4 1-4 15,-1-3 0-15,1-1 2 0,-3-6-5 0,2 0 1 0,-2 0 2 16,-1-5 2-16,1 2-1 0,-1-1-1 15,2-4 6-15,-1 2-8 0,0 1 9 0,-1-5-4 0,1 4-5 16,-1-4 4-16,0 4 4 0,0-4-5 0,0 0 8 16,0 4 0-16,0-4-2 0,0 0 0 0,0 0-10 15,-2 4-7-15,2-4-12 0,0 0-45 16,0 0-44-16,0 0-51 0,-7-11-156 0,5 6-337 16,1-4 150-16</inkml:trace>
  <inkml:trace contextRef="#ctx0" brushRef="#br0" timeOffset="207515.93">30321 14497 183 0,'-4'-4'180'15,"4"1"-2"-15,-4 0-10 0,4 3-10 0,-2-7-14 16,2 7-16-16,-3-1-13 0,3 1-11 0,0 0-13 16,0 0-12-16,0 0-6 0,0 0-10 0,5-4-7 15,-5 4-4-15,13 1-8 0,-4 1-5 16,5 0-4-16,0 3-5 0,8 3-2 0,6 0-3 0,-1 5 4 15,5-1-1-15,-3 1 0 0,17 6-5 0,-19-2 2 16,0 3-1-16,0 1-3 0,-3-3-5 0,-3 3-2 16,-2 3-3-16,-5-2-4 0,-1-1 1 15,-6-4-2-15,-4-2-6 0,-3 1 5 0,-3 0 1 16,-4-2 0-16,-4 2-4 0,-5-3 6 0,-2-1-5 0,-7 2 0 16,-1-1 3-16,0-2 0 0,-5-3-3 0,7 3 2 15,3-7-2-15,1 1 3 0,1 0-4 0,1-1 1 16,4-2 0-16,3 0 4 0,1 1-3 0,2-1-3 15,1-1-13-15,1 1-17 0,2-1-16 16,4-1-16-16,0 0-8 0,0 0-31 0,0 0-38 0,18 4-170 16,-4-7-331-16,5 1 146 0</inkml:trace>
  <inkml:trace contextRef="#ctx0" brushRef="#br0" timeOffset="208801.67">31205 14766 115 0,'3'-7'186'16,"-3"5"-5"-16,0 2-20 0,0-8-3 0,1 6-19 15,-1-4-9-15,4 4-14 0,1-3-20 0,0 2-4 16,0-3-13-16,3 4-3 0,0-1-13 0,3 3-9 15,1 0-5-15,-1 0-3 0,2 3-14 0,0-1-3 16,3 5-3-16,-1 0-11 0,1 3-4 0,-2 2 7 16,-1 1-1-16,0 3 0 0,-4-1-3 0,-1 2-2 15,0 2-7-15,0 4 7 0,-7-3-5 0,1 0 1 16,-4-1-1-16,-2 1-2 0,-3 3-1 0,-2-1-2 16,-1-5 3-16,1 0 0 0,0-2-4 0,-3-2 4 15,4-4-4-15,-1 1 1 0,1-3 1 0,1 0 0 16,2-2 3-16,0 0-1 0,1-1 4 0,0 1-12 15,2-3 23-15,-2 1 23 0,1-1 24 0,3-2 27 16,0 0 28-16,0 0-10 0,0 0-12 0,0 0-15 16,13-14-7-16,-4 5-6 0,1-3-9 0,11-5-4 0,-5 1-7 15,2-5-9-15,1-2-5 0,4 0-13 16,-1-1-11-16,0-3-6 0,-2 3-5 0,0-2 3 16,-1 5-4-16,-4-1 6 0,-4 7-4 0,-2 1-1 15,-2 5 6-15,0 0 1 0,-3 1-1 0,1 2-2 16,-3 1-3-16,0 0 0 0,1 3-11 0,-1-1-16 15,-2 3-15-15,0 0-2 0,0 0 3 0,0 0 7 16,-3 12 0-16,-1-2 1 0,2 2 5 0,0 5 3 16,-2 2 0-16,3 0-1 0,1-1 7 0,2 8-1 15,1-6 0-15,3 3-4 0,1 2-3 0,3-1-17 16,1-8-26-16,-2 1-39 0,8-2-40 0,-3-2-47 16,0-2-180-16,3-3-402 0,0-1 178 0</inkml:trace>
  <inkml:trace contextRef="#ctx0" brushRef="#br0" timeOffset="209317.44">32042 14676 164 0,'2'-1'217'16,"-2"1"-25"-16,3-3-19 0,1 0-24 0,-4 3-17 15,0 0-16-15,0 0-10 0,4 11-8 0,-6-4-20 16,-4 3-4-16,-4 6-9 0,-6 4-7 0,-5-1-4 16,0 3 1-16,-3-1-15 0,-1 2 2 0,1 0-12 0,-2-2-2 15,6 0 1-15,-1-2-6 0,0-2 1 16,6-3-4-16,-1-2-5 0,7-3 4 0,0 0-7 15,0 0 1-15,3-2-4 0,0-3 2 0,4 1 1 16,-2-2-6-16,1 1-3 0,0-1 2 0,0 0 0 16,2 1 1-16,1-1 3 0,1 2-4 0,4-2 15 15,3 4 2-15,1 0 5 0,2 0 1 0,6 2-4 16,3 2 3-16,2 1-6 0,2 1-7 0,-4-4 0 16,6 3 1-16,-6-2-1 0,-1 2 1 0,0-3-7 15,-1 2 1-15,1-1 1 0,-4-3-3 0,-3-1 3 0,-1 1-2 16,-2-5-3-16,1 2 0 0,-4 1 2 15,0-4-2-15,-1 2 7 0,0-1 11 0,-5-2 14 16,9 1 12-16,-8 0 36 0,-1-1 5 0,0 0-2 16,6 4-3-16,-6-4-11 0,0 0-6 0,6 0-5 15,-6 0-7-15,0 0-5 0,5 1-12 0,-5-1-11 16,0 0 1-16,0 0-18 0,0 0-18 0,0 0-23 16,0 0-21-16,0 0-55 0,0 0-89 0,0 0-78 15,0-7-167-15,0 2-477 0,0 0 212 0</inkml:trace>
  <inkml:trace contextRef="#ctx0" brushRef="#br0" timeOffset="209751.69">32454 14855 49 0,'-1'-3'252'0,"-1"-3"-25"0,0 1-19 15,0 0-21-15,-1 2-21 0,-3-1-19 0,-2 1-14 16,1 3-18-16,-3-1-14 0,-4 1-8 0,0 1-9 16,-3 5-12-16,-1-2-6 0,-1 3-10 0,1 2-4 0,4 0-5 15,1 0-5-15,-2 0-3 0,4 2-3 16,0-1-7-16,4-1-3 0,0 0-4 0,2-2 0 15,1 1 0-15,3-3-4 0,-3 2 3 0,4-2-4 16,0 2 2-16,4-2 6 0,2-4-7 0,1 2 9 16,3-2-1-16,5 0 2 0,-4-1 4 0,5-1 3 15,-3-1 2-15,1-1 2 0,-1 0 2 0,-3-1 8 16,0 2-8-16,2-1 3 0,-3 0-3 0,0 1-4 16,-2 2 3-16,-1-3-3 0,-1 3-4 0,-5 0-5 15,8-1-2-15,-2 0-3 0,-6 1-7 0,6-2 0 16,-6 2-4-16,0 0-12 0,9 3 3 0,-4-2-10 15,1 2-16-15,0 2-19 0,-1-1-21 0,1 0-31 16,-1 0-26-16,3 0-31 0,0 1-51 0,1 0-202 16,-2-2-436-16,-1-2 193 0</inkml:trace>
  <inkml:trace contextRef="#ctx0" brushRef="#br0" timeOffset="210032.8">32594 14624 147 0,'0'-5'242'0,"2"2"-32"0,-2 3-20 0,3-2-20 16,-3 2-25-16,11 5-15 0,0 1-11 0,-1 2-7 16,6 4-11-16,4 7-11 0,-1 3 3 0,-1 3-12 15,1 1-9-15,1 3-6 0,3 13-6 0,-9-9-4 16,0 12-7-16,-8-10-3 0,-1 11-2 0,-5-10-5 15,-9 8-1-15,-1-9-4 0,-4-4-1 0,-5 2-4 16,-11 7-1-16,-2-3 1 0,-5-2-6 0,-7-5-14 16,-2 2-28-16,-7-2-40 0,-3 0-40 0,-3-8-67 15,-33 5-191-15,32-12-387 0,-7-10 171 0</inkml:trace>
  <inkml:trace contextRef="#ctx0" brushRef="#br0" timeOffset="210515.25">31250 14347 157 0,'0'-2'211'0,"4"-2"-30"0,-4 4-18 0,0 0-23 16,0 0-15-16,0 0-17 0,-23 21-14 0,1 2-4 16,-6 15-17-16,-6 5-8 0,3 7-8 0,-14 25-7 0,17-21-5 15,-8 24-4-15,18-23-1 0,3 3-7 0,7-2-9 16,7 2 8-16,6-3-10 0,5-6 0 0,15 1 1 15,4-6 2-15,13-2-16 0,6-2 14 16,28 6 4-16,-17-17-2 0,23 8-20 0,-23-17-72 16,30 8-97-16,-33-18-117 0,-3-2-302 0,-14-8 134 15</inkml:trace>
  <inkml:trace contextRef="#ctx0" brushRef="#br0" timeOffset="-211149.09">24993 16529 56 0,'0'0'131'16,"0"0"-11"-16,0 0-10 0,0 0-4 0,0 0 1 15,0 0-8-15,0 0-1 0,0 0-5 0,0 0-4 16,0 0-10-16,0 0-8 0,0 0-6 0,0 0-4 16,-4 3-5-16,4-3-6 0,0 0-9 0,0 0-1 15,0 0-2-15,0 0-8 0,0 0 10 0,0 0-13 16,0 0-6-16,0 0 2 0,0 0-5 15,0 0-4-15,0 0-3 0,25 0 3 0,-7 0 1 16,3-2-1-16,6 0-3 0,7 2-3 0,-1-3 3 16,3 2-1-16,0-3-2 0,0 1-4 0,-1-1 5 0,-1 3-7 15,0-3 5-15,-3 2-3 0,-8 1-1 0,-4 1 7 16,-2-1-3-16,-6 1-5 0,-1 0 0 0,-10 0-1 16,12-1-3-16,-6-1-8 0,-6 2-1 0,10-1-21 15,-10 1-1-15,0 0-13 0,0 0-9 0,0 0-27 16,-19 11-28-16,8-7-26 0,0-1-85 15,-1 1-237-15,-1-2 106 0</inkml:trace>
  <inkml:trace contextRef="#ctx0" brushRef="#br0" timeOffset="-210854.75">25108 16781 110 0,'0'0'110'0,"0"0"9"0,0 0 6 16,21 1-1-16,-8-1-8 0,9-1-2 0,7-6-9 15,8 5-17-15,0-4-8 0,18-2-2 0,-14 3 1 16,12-3-3-16,-15 4-8 0,-2-1-4 0,-2 5-9 15,-2-3-8-15,-12 3-9 0,0 0-23 0,-6 0-19 16,-4-2-35-16,0 2-17 0,-1 0-27 0,-4 2-17 16,-5-2-4-16,8 0-2 0,-8 0-81 15,0 0-202-15,0 0 89 0</inkml:trace>
  <inkml:trace contextRef="#ctx0" brushRef="#br0" timeOffset="-210363.34">26112 16440 241 0,'0'-4'296'0,"-1"-1"-23"0,1 5-22 0,0-5-27 16,0 5-28-16,0-4-24 0,0 4-19 0,0 0-22 15,0 0-16-15,0 0-13 0,0 0-14 0,7 11-7 16,0-1-11-16,-3 2-8 0,3 2-9 0,0 5-1 16,-1 1-5-16,3 4-9 0,1 0-1 0,-3 1-5 15,1 0-4-15,-2 0-1 0,-1-1-2 0,1-6-5 16,-2 1 3-16,-1-1-8 0,-1 0 4 0,4-2-5 16,-3 0-2-16,-2-4 0 0,-1-1-2 0,2-3-12 15,0 0 2-15,-4-2-6 0,4-3 5 0,-2 2 0 16,0-1 22-16,-2-1 15 0,2-3 28 0,0 0 3 15,0 0-8-15,0 0-6 0,-14-8-10 0,7-1 1 16,-1-7-9-16,-3-1 3 0,1-8-4 0,-3-1 2 16,2-5-9-16,0-3 1 0,1-14-3 0,0-1-2 15,6-2-4-15,0 1-2 0,2 0 0 16,-1 5-5-16,3 11 7 0,0 2-2 0,3-1 14 16,-3 8 8-16,2-1-1 0,2 6 4 0,1 6-8 0,0 2 3 15,0 0-13-15,3 4-3 0,1-1-12 0,4 4-1 16,5 1 4-16,-1-1-1 0,14 5-14 0,-3 2-22 15,3 5-17-15,-2 2-22 0,1 1-28 16,2 5-26-16,-4 1-27 0,1 2-31 0,-1 1-39 0,3 0-37 16,-9 0-218-16,1-3-509 0,-2 0 226 15</inkml:trace>
  <inkml:trace contextRef="#ctx0" brushRef="#br0" timeOffset="-210116.75">26120 16598 156 0,'-4'1'195'0,"0"0"-17"15,4-1-12-15,-4 5-16 0,4-5-13 0,0 0-13 16,18 0-11-16,11-5-8 0,3 3-13 0,5-2-8 15,21-4-26-15,3-2-41 0,3 3-49 0,28-7-43 16,-27 8-44-16,-5-3-107 0,3-1-243 0,-7 0 108 16</inkml:trace>
  <inkml:trace contextRef="#ctx0" brushRef="#br0" timeOffset="-209499.86">27409 16431 112 0,'-1'-2'208'0,"1"2"-25"0,-6-3-22 16,1 1-26-16,5 2-5 0,-15 5-12 0,5-1-17 16,-5 6-4-16,-1-1-17 0,1 5-1 0,-7 2-16 15,4 2-2-15,-1 2-4 0,2-2-9 0,6 0-6 16,-3 5-6-16,5-7 3 0,0-1-7 0,1 2-2 16,5-6-6-16,-4 1 6 0,5-1-12 0,0-2 6 15,0-4-5-15,2 3 2 0,2-4-1 0,1-3 8 16,3 1 8-16,-6-2 1 0,14-3 10 0,-2-4 9 15,-1 0 12-15,3-3 3 0,-3 3 2 0,0-5-2 16,3 0-4-16,-4-1-5 0,2 0 1 16,-1 1 4-16,-3 1 8 0,0 2 5 0,-1 3 0 15,-3 0 2-15,1 0-12 0,-1 4-9 0,-1-1-8 16,1-1-7-16,-3 1-13 0,-1 3-10 0,6-2-4 0,-6 2-2 16,9 7-9-16,-4-4-6 0,0 1 4 0,3 4-5 15,0 0-8-15,2 1-9 0,-1 0-15 0,4 4-23 16,-1-1-23-16,1-3-20 0,1 4-27 0,-1-2-25 15,-1-4-35-15,-1 0-29 0,-2-1-190 16,0-4-438-16,-3 2 194 0</inkml:trace>
  <inkml:trace contextRef="#ctx0" brushRef="#br0" timeOffset="-209250.51">27601 16291 67 0,'2'-3'212'0,"-2"3"-24"0,0 0-20 15,0 0-8-15,14 7-8 0,-9-2-18 0,4 2-3 16,4 6-11-16,2 8-2 0,-1 3-7 0,1 1-11 16,-4 4-4-16,-1 1-9 0,-1 3-4 0,-4 2-6 15,-1 2-10-15,-5 8-4 0,-7-10-6 0,-1-1-9 16,-1 0-15-16,-7-3-22 0,-8 9-28 0,-4-2-25 15,3-12-30-15,-2-1-36 0,-13 2-94 0,6-9-105 16,-12-1-334-16,13-5 148 0</inkml:trace>
  <inkml:trace contextRef="#ctx0" brushRef="#br0" timeOffset="-208932.76">27018 16194 144 0,'0'0'187'15,"0"0"-14"-15,-13 7-23 0,2 4-16 16,-2 5-14-16,-5 10-12 0,0 3-3 0,-6 17-13 16,-2 2-4-16,3 3-7 0,0 0-9 0,7 0-6 15,3 0-10-15,5-3-1 0,8 1-6 0,3-13-4 0,9 8-2 16,9-1 0-16,2-12-1 0,18 6-2 0,2-4-24 16,7-2-62-16,5-11-129 0,4-5-107 15,-2-8-305-15,2-7 135 0</inkml:trace>
  <inkml:trace contextRef="#ctx0" brushRef="#br0" timeOffset="-206009.82">28390 16600 25 0,'-6'-1'137'0,"0"2"-6"0,6-1-13 16,-12 0-16-16,12 0-7 0,-6 0-9 16,6 0-14-16,-3 3 0 0,3-3 4 0,0 0-17 15,0 0-6-15,0 0-9 0,0 0 3 0,0 0-16 16,0 0 0-16,0 0 2 0,0 0-10 0,0 0 1 15,7 7-5-15,-7-7-10 0,0 0 6 0,0 0 2 16,0 0-2-16,0 0-11 0,0 0 3 0,0 0 8 16,0 0-9-16,0 0 7 0,2 2-3 0,-2-2-2 15,0 0 2-15,0 0-8 0,0 0 5 0,0 0-4 16,0 0 5-16,0 0-5 0,0 0 0 0,0 0 2 16,0 0-3-16,0 0-4 0,0 0 8 0,0 0 2 15,0 0-10-15,0 0 5 0,0 0 5 0,0 0-1 16,0 0 0-16,0 0-1 0,8 3 14 0,-8-3 7 15,11 0 1-15,1-3-1 0,7 3 6 0,1-1-11 16,14-2 3-16,-1 2-5 0,5-3 3 0,17-1-5 16,1 0 8-16,0 0 3 0,3 0-6 0,-4 3 6 15,-15-2-10-15,-4 4 7 0,-2-4-2 0,-2 3-6 16,-4 1-2-16,-7 0 2 0,-9-1-6 0,2 1 0 16,-2-1-5-16,-6 2 0 0,2-2 6 0,-2 1-6 15,-6 0-1-15,8 0-10 0,-8 0-8 0,0 0-12 16,0 0-12-16,0 0 0 0,-23 1-19 0,15-2-7 15,3 2-14-15,5-1-19 0,-14 0-30 0,9 0-124 16,-3-1-269-16,8 1 119 0</inkml:trace>
  <inkml:trace contextRef="#ctx0" brushRef="#br0" timeOffset="-205566.72">29457 16363 166 0,'0'-4'247'0,"0"4"-21"15,5-4-30-15,-5 4-18 0,-1-5-24 16,1 5-16-16,0 0-17 0,0 0-15 0,5 9-11 16,0 2-11-16,-1 1-8 0,1 1-7 0,3 11-9 15,2 1-3-15,-5 0-6 0,2 2-7 0,-1 0-7 16,3-1-1-16,-4 1-4 0,0-3-5 0,-1 5 5 15,0-10-9-15,-1 0-1 0,-1-2 0 0,4 0-6 16,-3 0 2-16,-2-8-7 0,0 0 3 0,1 0-3 16,-4-2 3-16,4-3 2 0,-2 1 23 0,0-5 28 15,-3 6 30-15,3-6 4 0,0 0-14 0,0 0-8 16,-12-10-6-16,5 3-8 0,2-7-3 0,-5 0-1 16,1-4-13-16,-3-7 0 0,3 1 0 0,-1-7 6 15,1 1 1-15,4-5-4 0,1-13 0 0,2-1-8 16,0 1 2-16,6 0-2 0,-3 13 9 0,7-13-4 15,-3 16-1-15,2 1 4 0,0 2-7 16,2 3-2-16,0 9 7 0,1-2-22 0,-1 2-1 0,9-1-6 16,4 4-3-16,4 0-2 0,4 6-6 0,2 0-12 15,0 4-34-15,8 4-33 0,-1 4-31 0,-3 2-43 16,-1 5-34-16,-3 0-45 0,-2 5-43 0,-4 2-242 16,-2 1-548-16,-10-6 243 0</inkml:trace>
  <inkml:trace contextRef="#ctx0" brushRef="#br0" timeOffset="-205199.37">29562 16538 82 0,'-5'2'146'0,"5"-2"-10"0,-5 2-15 16,5-2-12-16,-5 1 0 0,5-1-12 0,0 0-2 15,0 0-8-15,0 0-2 0,0 0 13 0,0 0 2 16,0 0 4-16,0 0-5 0,0 0-2 0,25-3-6 16,-11 0-7-16,4 0-8 0,10-5-8 0,4 2-2 15,0-2-11-15,8 2 3 0,10-4-3 0,-12 5-2 16,0 0-5-16,-4 0 2 0,-4 1-16 0,-2-3 3 15,-10 6-4-15,-1-2-2 0,-6 2-1 0,2-2-8 16,-4 1 7-16,-4 0-9 0,2 2 0 0,-1-2-1 16,-2 1-4-16,-4 1-5 0,6-2-12 0,-6 2-12 15,0 0-21-15,0 0-23 0,0 0-25 0,0 0-23 16,0 0-30-16,0 0-27 0,-25 3-166 16,25-3-357-16,-9 1 159 0</inkml:trace>
  <inkml:trace contextRef="#ctx0" brushRef="#br0" timeOffset="-204367.35">30914 16385 219 0,'1'-10'226'0,"-2"1"-17"0,0-1-19 0,0 2-19 16,-1-3-18-16,-2 6-11 0,-3-2-19 0,-1 1-16 16,-1-1-12-16,-8 5-11 0,-3-1-5 0,-12 6-14 15,5 2-6-15,-1 1-8 0,-1 4-5 0,-1 3-3 16,1 2-6-16,2 2-11 0,4 1 3 0,-4 0-2 16,4 3-2-16,4 1-4 0,1 0-7 0,4-1 6 15,5-4-5-15,0 2 2 0,5-2-4 0,-2 0 0 16,6-6-3-16,4 1 2 0,0-1 1 0,2-1-1 15,3-2 3-15,4 1-3 0,4-6 2 0,3-2-3 16,0 0-1-16,-2-4 8 0,3-1-9 0,-6-3 12 16,3-1 8-16,-3-1 7 0,1-3 1 0,-4-1 1 15,4-3 22-15,-1-6-2 0,0 8 4 0,-4-1 8 16,1 2 6-16,-7 2 4 0,3 1 8 0,0 0 3 16,-3 1 5-16,0 4-15 0,-1 0 2 0,-2 0-16 15,1 2-11-15,-3 3-11 0,4-4-31 0,0 1-3 16,-4 3 1-16,6 8-3 0,2 0-2 15,-1 1-5-15,4 4-15 0,3 3-27 0,5 3-32 0,-1 0-36 16,1-1-47-16,1 0-47 0,3-2-55 0,-10-5-217 16,6-1-512-16,-1-3 228 0</inkml:trace>
  <inkml:trace contextRef="#ctx0" brushRef="#br0" timeOffset="-203915.4">31205 16487 104 0,'0'0'123'0,"0"0"-8"0,0 0-6 0,-9 0-14 0,9 0-6 15,0 0-19-15,0 0-1 0,0 0-8 0,0 0-7 16,0 0-3-16,0 0-10 0,0 0 1 0,0 0-12 16,0 0 0-16,0 0 2 0,0 0-11 0,0 0-4 15,0 0 0-15,0 0 12 0,0 0 4 16,0 0-1-16,0 0 12 0,0 0 7 0,0 0-3 16,0 0 4-16,0 0 4 0,0 2 5 0,0-2-4 15,0 0 12-15,0 0 2 0,0 0 2 0,0 0-8 16,0 0-9-16,0 0-2 0,17-2-5 0,-2 1-5 15,-2-3-4-15,9 3-7 0,6-1 1 0,0-3-9 16,-7 4 1-16,0-2-6 0,0 2-1 0,-6 1 0 16,-1-2-4-16,0 1 2 0,-4 0-4 0,-2 1 2 15,-8 0-1-15,10 0-6 0,-10 0 4 0,13 0-9 16,-13 0 2-16,0 0-19 0,10 0-17 0,-10 0-8 16,0 0-20-16,0 0-18 0,0 0-41 0,-23 6-25 15,18-3-29-15,5-3-125 0,-13 0-321 0,13 0 142 16</inkml:trace>
  <inkml:trace contextRef="#ctx0" brushRef="#br0" timeOffset="-203568.03">31605 16191 136 0,'0'0'235'15,"2"-8"-26"-15,-2 8-29 0,0 0-20 0,0 0-14 16,0 0-24-16,16 18-4 0,-7-4-20 0,2 8-2 15,1 5-5-15,-3 4-9 0,0 13-10 0,-3 2-10 16,-6 2-1-16,-2 3-6 0,-7-3-5 0,-4 3-5 16,-6-5-8-16,-4 3 9 0,-3-5-15 15,-8 1 3-15,-3 0-23 0,-4-1-34 0,-7-2-33 0,-1-3-45 16,-4-4-80-16,-5-8-122 0,-4-3-328 0,2-3 145 16</inkml:trace>
  <inkml:trace contextRef="#ctx0" brushRef="#br0" timeOffset="-203051.52">30358 16058 116 0,'-18'19'137'16,"6"3"-6"-16,-5 8-14 0,-9 16-7 0,-3 2-9 16,1 3 18-16,-3 4-13 0,-1 21-10 15,9-24-33-15,4-1-8 0,4-2 0 0,6 0-4 16,6 0-10-16,8-14 3 0,4 13-3 0,13-7-6 16,7 2 1-16,14-6 1 0,11-2-28 0,36 0-81 0,-29-13-166 15,45 0-259-15,-6-12 115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7T08:17:46.07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3434 2351 78 0,'0'0'144'0,"3"-3"7"0,-3 3 14 0,0-5-3 16,0 5 5-16,0 0 8 0,0-7 0 0,0 7-1 16,0-2-3-16,0 2-6 0,0-5 0 0,0-2-5 15,0 7 2-15,0-5-1 0,0 1-8 0,0-2-5 16,0 4-12-16,0 2-6 0,0-9-15 0,1 4-3 16,-1 2 0-16,0-2-20 0,0 1-13 0,0-1-3 15,0 5-6-15,-1-4-16 0,1 4-12 0,0 0-37 16,0 0-36-16,0 0-44 0,0 0-45 0,0 0-15 15,0 0 15-15,6 25 3 0,-2 1 23 0,-3 6 2 16,3 19 19-16,0 3 7 0,-8 1 4 0,4 2 10 16,-4-3 3-16,8-3 13 0,-5-1-1 0,2 0 5 15,-1 0 6-15,0-15 1 0,3-3 10 0,-3 2-3 16,1-7 4-16,0-9-3 0,-2-1 7 0,1-6 0 16,0 0 2-16,0-3-1 0,1-1 4 15,-1-1 13-15,3-2 15 0,-2-1 13 0,-1 2 14 0,0-1 16 16,0-4-1-16,0 0-1 0,0 6 13 0,0-6-5 15,0 4-6-15,0-4-3 0,0 0-2 0,0 0-22 16,0 0-26-16,-5-16-34 0,1 10-39 0,3-2-32 16,-3-3-53-16,4-1-46 0,0-3-234 15,0-2-459-15,0-2 204 0</inkml:trace>
  <inkml:trace contextRef="#ctx0" brushRef="#br0" timeOffset="365.6">3317 2375 174 0,'0'0'194'0,"0"0"-14"16,-5-3-19-16,5 3-15 0,0 0-17 0,21-5-8 16,-4 1-4-16,14-3-9 0,4 2-7 0,18-7-2 15,3 4-4-15,3-2-8 0,1 1-5 0,0 0-1 16,-5 3-11-16,-3-3-8 0,-15 4-4 0,-1 1-6 16,-1-2-3-16,-6 2-5 0,-7 0-7 0,-9 4-1 15,4-6-9-15,-4 6 0 0,-3-3-3 0,-3 1-12 16,-1 2-13-16,-1 0-15 0,-5 0 1 0,0 0 2 15,0 0-4-15,-14 12-10 0,0-8-8 16,-4 2-9-16,-6 6-16 0,6 0-27 0,0-5-34 16,-1 5-34-16,-1 4-142 0,3-5-322 0,0 1 142 0</inkml:trace>
  <inkml:trace contextRef="#ctx0" brushRef="#br0" timeOffset="748.76">3500 2827 22 0,'0'0'189'0,"-4"3"-20"15,4-3-5-15,-4 1-10 0,4-1 1 0,0 0-5 16,0 0-5-16,0 0-7 0,-1 5-15 0,1-5-6 16,0 0-3-16,0 0-20 0,0 0-6 0,14 0-5 15,1-4-6-15,13 2-7 0,7-3-9 0,17-3-5 16,-1-1-6-16,4 1-4 0,-3 0-9 0,2 0 2 16,-17 4-1-16,2 0-7 0,-4 0 0 15,1 1-6-15,-3-2-5 0,-8 3-2 0,-5-1 0 0,-5 2-1 16,-2 0-3-16,-4-1 0 0,1 2-3 0,-3-2-4 15,-2 2-8-15,-5 0-14 0,0 0-5 16,0 0-13-16,0 0-14 0,0 0-23 0,-27 9-19 16,15-4-38-16,-2-1-35 0,-1 0-176 0,-3 1-364 15,9-1 162-15</inkml:trace>
  <inkml:trace contextRef="#ctx0" brushRef="#br0" timeOffset="1075.3">4486 2750 354 0,'1'-5'363'0,"-1"5"-16"15,0 0-30-15,0 0-28 0,0 0-32 0,0 0-24 16,0 0-29-16,0 0-26 0,1-4-19 0,-1 4-26 15,0 0-10-15,0 0-26 0,0 0-11 0,0 0-8 16,0 16-10-16,3-7-9 0,-3 0-6 0,1 3 0 16,2-1-5-16,-3 1-4 0,1 3-4 0,3-1 0 15,-3 2-6-15,2-3 16 0,-2-1-24 0,4-1-3 16,-4 0-4-16,2-3-26 0,-2-1-14 0,2 1-31 16,-2-3-17-16,-1 2-13 0,0-3-2 0,0-4 2 15,3 5 6-15,-3-5-22 0,0 0-51 0,0 0-49 16,0 0-50-16,-22-16-188 0,13 3-470 15,0-4 208-15</inkml:trace>
  <inkml:trace contextRef="#ctx0" brushRef="#br0" timeOffset="1215.71">4371 2502 168 0,'-1'-6'275'0,"-1"1"-20"0,2-2-16 0,0 3-17 0,2-1-27 0,-4 0-22 15,5 2-17-15,0-1-15 0,0 1-14 16,3 0-22-16,0 3-35 0,-6 0-49 0,15 5-38 15,-8-3-55-15,3 4-47 0,-4 3-205 0,-1-1-350 16,0 1 156-16</inkml:trace>
  <inkml:trace contextRef="#ctx0" brushRef="#br0" timeOffset="2201.86">4730 2747 122 0,'5'3'284'0,"-5"-3"-27"16,0 3-32-16,0-3-23 0,0 0-24 0,4 5-11 16,-4-3-16-16,0 4-14 0,0-2-8 15,4 1-14-15,-4 2-7 0,1 2-7 0,3 0-14 16,-4 1-10-16,1 1-4 0,3-1-6 0,0 3-6 15,0-3-8-15,-3 0-6 0,-1-3 0 0,1 0-10 16,2-1 1-16,-2-2-5 0,-1-4 0 0,3 9 1 16,-2-6 6-16,-1-3 26 0,0 7 34 0,0-7 14 0,0 0 3 15,0 0-10-15,0 0-15 0,16-10-9 16,-9 1-8-16,1-3-7 0,3-1-11 0,2-3-10 16,0 1-10-16,1 1-1 0,0 0-6 0,-3 2-5 15,-6 2-4-15,2 3-1 0,-3 2-9 16,-2 1 4-16,2-2-3 0,-3 3-28 0,4 1-15 0,-5 2-6 15,0 0 2-15,8 0 8 0,-8 0-3 0,5 11 4 16,-1-5 4-16,0 3 4 0,1 2-1 0,5 5 5 16,0-1 0-16,11 1 5 0,-2 4 7 0,8-2-2 15,2-3 0-15,6 0-6 0,3-2-9 0,12 1-9 16,1-7-10-16,8 1-8 0,-7-4-8 0,2-6-5 16,-3 4-5-16,1-9-7 0,-12 3 0 0,11-6 3 15,-2-1-9-15,-15 2 6 0,-1-4 1 0,-3 2 11 16,-6-4 2-16,-1 2 7 0,-4 1 4 15,-6 1 9-15,-3 1 5 0,-5 1 14 0,0-1 12 0,-2 0 4 16,-3 1 3-16,0 4 6 0,-5-3-3 0,-2 2 10 16,-7 2 3-16,-1-3 4 0,-8 5 0 0,-8 2 0 15,1 0-3-15,-1 5 5 0,-1 0-13 0,1 4 4 16,3 1-3-16,2 0-3 0,1 3 4 0,6-5-5 16,2 2 0-16,2 5 2 0,5-8-1 15,1 3-14-15,1 0-15 0,2-1-4 0,5 1-2 16,2 0 5-16,-1-1-5 0,7 1 7 0,0-5-4 15,12 2 6-15,-2-4-4 0,2 2 1 0,-1-8-8 16,4-2 2-16,7 0-2 0,-1-2 3 0,0-3 1 0,-1 0 1 16,-4-5 0-16,-1-1 8 0,-2-3 2 15,-3-1 8-15,-1-2 0 0,-1-3 12 0,-3-8-2 16,-2-1-1-16,-1-14-5 0,-1 0 2 0,-4-1 3 16,-3-4 15-16,-1 5 29 0,-1 0 29 0,-3 14 34 0,0 4 33 15,-1-1 29-15,1 4 27 0,-1 0-3 16,0 9-8-16,1 1-1 0,0 1 6 0,0 7-4 15,3 0-13-15,-4 2-17 0,3 2-17 0,2 0-16 16,0 1-21-16,-3 1-17 0,3 3-28 0,0 0-52 16,0 0-39-16,0 0-26 0,0 0 7 0,-2 14 5 0,4 4 9 15,-1 9-5-15,3 5 15 0,1 2 21 16,-4 0-19-16,2 12 3 0,0 0 5 0,-1-10-1 16,-1-2 10-16,6-1 0 0,-6 4 2 0,3-6-4 15,0-1 6-15,2 0-2 0,-5-2 1 0,6-1 15 16,-2-3-21-16,-1-4 7 0,-3-1 6 0,3 0-1 15,-4-2-5-15,4 0 1 0,-2-3-9 0,-2-3 10 16,3 2 2-16,-2-3-2 0,3 0 5 0,-3 0-5 16,-1-1 3-16,3-2-5 0,-2-1 3 0,-1 0 2 15,4 0-2-15,-1-1 3 0,-2 0-5 0,-1-5 1 16,4 6 9-16,-4-6-4 0,1 7 6 0,-1-7-10 16,5 4 24-16,-5-4 6 0,8 4 12 0,-2-3-5 15,7-1 2-15,18-1-2 0,8-3-44 0,21-9-91 16,3-1-137-16,27-19-519 0,1-2-815 0,-8-4 361 15</inkml:trace>
  <inkml:trace contextRef="#ctx0" brushRef="#br0" timeOffset="7348.77">7715 2364 215 0,'0'0'195'0,"-1"-4"-26"0,1 4-24 16,0 0-11-16,-3 12-16 0,3 1-11 0,-1 5-14 16,0 14-5-16,1 0-12 0,2 18-5 15,1 1-7-15,3 0-3 0,2-1-9 0,2 1 7 16,-4 0-7-16,7-2-6 0,0 1 2 0,-4-3 0 15,2-4-5-15,1-9 1 0,-3-1-7 0,0-3 9 16,1 0 0-16,-1-4 5 0,-2-1-8 0,0-7-6 0,-1-3-1 16,-3-2-5-16,1-3-2 0,0-1-2 0,0 0-1 15,-3-4-2-15,2 0-2 0,-1-1 3 16,0-1 23-16,-2-3 3 0,2 8 7 0,-2-8 6 16,0 0 1-16,0 5-1 0,0-5-7 0,0 0-7 15,0 0-9-15,0 0-22 0,0 0-29 0,-19-16-16 16,11 10-24-16,0-4-22 0,-2 0-25 0,-2 1-31 15,0-5-41-15,3 0-48 0,-3 0-143 0,2-3-389 16,1 1 172-16</inkml:trace>
  <inkml:trace contextRef="#ctx0" brushRef="#br0" timeOffset="7797.1">7585 2403 181 0,'-3'-6'204'16,"2"1"-9"-16,1-2-19 0,-3 2-12 0,3 1-17 0,0 4-13 15,7-12-19-15,-1 11-10 0,3-4-4 0,10 0-5 16,2 3-13-16,7 2 0 0,2 2-8 0,7 4-6 15,3-1-5-15,11 8-4 0,1-1-2 16,-2 6-6-16,-1 1-3 0,-8 6-5 0,-10-5-4 16,-1 3-5-16,-6 3-3 0,-2 1-1 0,-4 0-3 15,-4 2-5-15,-7-1-1 0,-4 1-2 0,-4-2 0 16,-12 0-4-16,-5-1 2 0,-6 0-2 0,-6-5 1 16,-14 5-2-16,-3-4 2 0,-1-1 1 0,10-8 3 15,-13 2-2-15,12-4 1 0,-11 1 5 0,15-5 2 16,-1 0 8-16,6-2 2 0,-1-1 5 0,10 0 3 15,8-1 3-15,0-2-3 0,1 2-9 0,6-2 8 16,-2 0-8-16,8-1-2 0,-9 1 0 0,9-1 0 16,-10 0-4-16,10 0-7 0,0 0 1 0,0 0-4 15,0 0-8-15,0 0-14 0,0 0-24 0,23 5-25 16,-9-5-36-16,-4 2-34 0,3-2-49 0,1 2-50 16,-1-5-220-16,1 4-476 0,-14-1 211 0</inkml:trace>
  <inkml:trace contextRef="#ctx0" brushRef="#br0" timeOffset="8581.07">9034 2614 5 0,'0'0'309'0,"-2"-7"-21"16,0 5-5-16,2 2-8 0,0-4-15 0,-4 2-16 15,4 2-25-15,0-6-23 0,0 6-22 0,0 0-17 16,0 0-19-16,-2-3-23 0,2 3-22 0,0 0-3 16,0 18 0-16,-3-5-19 0,4 12-3 0,1-1-8 15,-5 7-7-15,4-1-4 0,-1 5-5 0,0-3-1 16,4 14-6-16,0 0 4 0,0-12-7 0,2-2-2 15,-1 1 3-15,0-4-8 0,-1 0-5 0,0-10-1 16,1-1 1-16,-1-1-1 0,-3-2-10 0,3-4 2 16,-4 0-2-16,1-5 1 0,2 1-1 0,-2-2 4 15,-1-2-2-15,0-3-2 0,0 7 3 0,0-2 3 16,0-5 0-16,3 5-9 0,-3-5 7 0,0 0-4 16,0 0 3-16,0 0 7 0,1 4-14 0,-1-4-14 15,0 0-12-15,0 0-62 0,0 0-35 0,0 0-27 16,0 0-34-16,0 0-43 0,0 0-58 0,0-21-188 15,0 11-506-15,1 5 224 0</inkml:trace>
  <inkml:trace contextRef="#ctx0" brushRef="#br0" timeOffset="10346.27">9978 2514 67 0,'4'-4'211'0,"0"-3"-5"0,-3 2-11 16,3 0-4-16,-3 1-10 0,3 1-11 0,-1-2-15 15,-3 5-16-15,6-4-16 0,-6 4-12 0,1-2-16 16,-1 2-13-16,0 0-9 0,0 0-6 0,-6 17-9 15,-3-3-2-15,-4 3-6 0,-6 7-7 0,-3 0-4 16,-1 4 0-16,0-2-8 0,-2 0 0 0,2-2-2 16,2 0-5-16,1-2-1 0,-2 0-1 0,9-7-3 15,-2 2-4-15,2-5-1 0,0-1 1 0,7-1-2 16,-2-3-2-16,4 0-2 0,1-2 2 0,-4-1-2 16,4 1-4-16,3-5 2 0,-7 6 3 0,7-6 0 15,-3 5 0-15,3-5 0 0,0 0 9 0,12 8 3 16,-6-4-1-16,3-1-2 0,3 1 0 0,3 1 0 15,7 1-3-15,-6 0-1 0,1-1-1 16,1 4-5-16,1 1-1 0,1-3 3 0,0 5-4 0,3 1 3 16,-7-1 1-16,7 1-4 0,-5 0 2 0,-1-2 0 15,-2-1-7-15,1 1 8 0,-5-2-5 0,3 0 1 16,-6-2-4-16,2 0 1 0,-4-1 3 0,0-3 0 16,-4 2-3-16,2-2 2 0,-4-3-4 15,9 4 1-15,-7-2-4 0,1 3-5 0,-3-5-9 0,4 5-11 16,-4-5-10-16,0 0-21 0,0 0-20 15,0 0-19-15,0 0-22 0,0 0-31 0,0 0-43 16,0 0-173-16,0 0-395 0,0 0 175 0</inkml:trace>
  <inkml:trace contextRef="#ctx0" brushRef="#br0" timeOffset="10562.83">9629 3176 154 0,'-1'4'180'0,"1"-4"5"0,6 8 2 0,3-1 5 0,3-2-1 16,8 5-2-16,7-4-9 0,5 3-13 0,1-4-15 16,3 2-15-16,4 0-13 0,-1-3-31 0,0 2-50 15,-4-2-59-15,5-2-73 0,-4 1-88 0,-2-6-139 16,-3-1-341-16,-2 1 150 0</inkml:trace>
  <inkml:trace contextRef="#ctx0" brushRef="#br0" timeOffset="11213.34">10483 2659 205 0,'4'-3'206'0,"2"1"-6"0,0-1-19 16,1 0-12-16,1 1-15 0,4 2-6 0,-1 0-10 16,0 2-9-16,3 3-12 0,-1 1-10 0,2 0-7 15,-1 4-6-15,0 2-8 0,2 3-5 0,-5 1-7 16,1 1-10-16,-6 1-6 0,7 5-1 0,-9-3-6 15,-2-2-7-15,-2 3 1 0,-2 4-8 0,-5-1-2 16,0 1-4-16,-5 0-2 0,7-8-2 0,-3 0-3 16,-3-1 1-16,2-3-4 0,-4 0 1 0,5-3-4 15,3-2-2-15,0-2 0 0,0 0 2 0,2-2 4 16,2 1 25-16,1-5 27 0,-6 6 36 0,6-6 37 16,0 0 6-16,0 0-16 0,0 0-28 0,0 0 3 15,0-24-14-15,6 9-7 0,2-2-28 0,2-5 12 16,4-2-6-16,0-2-8 0,3 1-19 0,1-4 3 15,0 5-27-15,-3 0 17 0,0 3 2 0,-4 6-3 16,-4 2-3-16,2 4-7 0,-4 0-5 0,-1 4 0 16,1 0-8-16,-2-1-10 0,-1 2-27 0,-2 4-28 15,7 0 7-15,-7 0 7 0,0 0 0 0,2 14 3 16,-4-6 4-16,-1 6 5 0,2 3-5 0,2 2 13 16,-2 1-3-16,5 6 2 0,-1-1 0 0,5 1 5 15,1-1 0-15,5-1 5 0,4-3-16 0,1 0-6 16,4-3-30-16,7-2-42 0,3-1-44 0,-1-7-81 15,4 0-343-15,-1-5-621 0,4-6 274 0</inkml:trace>
  <inkml:trace contextRef="#ctx0" brushRef="#br0" timeOffset="11918.95">11556 2396 177 0,'3'-2'231'0,"-1"-1"-10"0,-2 3-12 0,3-4-18 15,-3 4-21-15,2-2-14 0,-2 2-19 0,0 0-16 16,0 0-12-16,0 0-16 0,0 0-9 0,0 0-9 16,0 0-3-16,-3 16-10 0,-4-8 0 0,-5 9-8 15,-7 6-1-15,-2 0-8 0,-5 3-1 0,2 2-6 16,2-3-1-16,-5-2-5 0,3 3-2 0,4-5-3 16,3 1-2-16,2-6-5 0,3 0-1 15,0-4-3-15,4-2-5 0,-4 3 3 0,7-5-2 16,0-3-2-16,1 0 2 0,2 2-2 0,-1-4 0 15,-2-1 7-15,5 1 8 0,-4 1 6 0,4-4 8 16,0 5 1-16,0-5 7 0,3 3 13 0,-1-1 4 16,5 0-1-16,4 3-7 0,-2 0-5 0,8 1-6 15,1 1-4-15,2 2-9 0,8 4-11 0,1 0 8 16,2 4 16-16,2 2 2 0,11 5-7 0,2 4 1 16,-3-4 0-16,-9-2-4 0,-5 0 5 0,3-1-7 15,-1 3-2-15,-6-8 0 0,2 5-4 0,-3-5-5 16,-8-3-3-16,-1-3 2 0,-2 0-4 0,-2-4-22 15,-2 0 23-15,-5-1-1 0,1-1-2 0,-1 1 6 16,-1-4-2-16,-3-1 0 0,7 4-1 0,-7-4 18 16,5 3-3-16,-5-3-5 0,0 0-3 0,5 1 3 15,-5-1-11-15,0 0 6 0,0 0-11 0,0 0-46 16,0 0-52-16,0 0-32 0,8-9-33 0,-8 9-29 16,4-8-50-16,0 2-65 0,1-4-230 0,0 0-566 15,0 1 250-15</inkml:trace>
  <inkml:trace contextRef="#ctx0" brushRef="#br0" timeOffset="12781.02">12171 2576 51 0,'4'-3'211'16,"1"1"-12"-16,4 1-16 0,-2-1-14 0,4-1-13 16,6 3-7-16,-4 0-13 0,6 4-8 0,-1-2-12 15,2 3-10-15,-1 4-7 0,-3-2-6 0,2 4-11 16,-4 2-4-16,3 0-12 0,-7 1-6 0,0 2 1 16,2 0-10-16,-7 1-7 0,-3 1 0 15,-3 0-4-15,-3 2-3 0,-6 2-3 0,-4 2-5 16,1-4-3-16,-3 2 1 0,-6-4-5 0,8-3 0 0,-8 3-2 15,-3-2-3-15,8-5 3 0,2 0-6 0,2 1 1 16,3-6 1-16,0-3 1 0,0 4-1 0,4-2-1 16,0-3-3-16,-1 2 1 0,4 0 1 15,0 0-1-15,3-4 5 0,-6 5 10 0,6-5 6 16,-4 3 3-16,4-3 4 0,0 0-6 0,-7 2 10 16,7-2-1-16,0 0 1 0,0 0-13 0,0 0 9 15,-6 3-3-15,6-3-5 0,0 0-2 0,0 0-3 16,0 0-4-16,0 0 3 0,0 0-2 0,0 0-2 15,0 0-6-15,0 0 13 0,0 0 10 0,0 0-1 16,0 0 2-16,0 0 6 0,0 0-1 0,0 0 1 16,0 0 2-16,0 0 0 0,0 0-6 0,0 0-9 15,27-5-3-15,-7 2-2 0,8-1 1 0,2-1-8 16,4 0 4-16,-1 2-7 0,3-1-3 0,5-1 5 16,-3 2 9-16,-2-1-23 0,-3 1 26 0,-2 0-4 15,0 2-4-15,-11-2 9 0,0 3-1 0,-7 0 8 16,-2-2-3-16,-4 0-4 0,2-1 7 0,-9 3 2 15,0 0 0-15,17-1-6 0,-17 1-1 0,9-1-8 16,-9 1 2-16,0 0-9 0,0 0-38 0,9 0 17 16,-9 0-20-16,0 0-14 0,0 0-21 0,0 0-24 15,0 0-34-15,0 0-33 0,0 0-35 0,0 0-33 16,0 0-44-16,0 0-50 0,0 0-223 0,0 0-575 16,-18-11 254-16</inkml:trace>
  <inkml:trace contextRef="#ctx0" brushRef="#br0" timeOffset="13129.14">12830 2269 73 0,'7'-3'227'0,"-1"3"-16"16,4 2-15-16,2 1-12 0,4 6-17 15,5 8-9-15,2 3-1 0,0 7-10 0,5 14-5 16,0 7-8-16,-1 3-4 0,-4 4-7 0,2 26-4 16,-12-24-7-16,2 23-6 0,-9-24-10 0,0 26-5 15,-7-22-4-15,-6-2-12 0,-7-2-6 0,-2 0-6 16,-6-6-2-16,-6 1-6 0,1-6-2 0,-7-4-3 0,-5-4-6 15,-2-4-3-15,-6-2 0 0,-3-2-4 0,0-6-5 16,-10 1-5-16,-1-3-29 0,-30 3-49 16,-2-2-55-16,-2-5-81 0,0-6-307 0,0-7-535 15,0-4 236-15</inkml:trace>
  <inkml:trace contextRef="#ctx0" brushRef="#br0" timeOffset="13778.49">8851 2279 90 0,'-4'-6'230'16,"3"4"-11"-16,1 2-12 0,0-3-20 0,0 3-22 16,0 0-13-16,0-7-25 0,0 7-14 0,0 0-13 15,-9 15-11-15,0 5-8 0,-9 10-12 0,-6 16-4 16,-11 33-7-16,-3 0-5 0,2 4 6 0,0 2-12 15,7 3-7-15,-3-1 0 0,7 7-1 0,7-11 3 16,9 1 26-16,9-27-5 0,4-2 6 0,6 0 1 16,10-6-6-16,7-1-1 0,10-4-1 0,14-6-12 15,32 9 4-15,9-14-12 0,9-9-40 0,9-7-63 16,1-9-88-16,0-4-297 0,7-7-481 0,-12-1 214 16</inkml:trace>
  <inkml:trace contextRef="#ctx0" brushRef="#br0" timeOffset="22010.14">13671 3395 183 0,'0'0'207'0,"3"-7"-17"0,-3 7-19 15,0 0-21-15,0 0-12 0,0 0-23 0,0 0-12 16,0 0-12-16,0 0-6 0,0 0-13 0,0 0-3 15,-9 20-9-15,2-12-2 0,-2 6-10 0,-5-2-1 16,4 5-4-16,-7-3 0 0,-2 8-7 0,-4-1-7 16,-10 0-21-16,-9 5-27 0,-3 4-33 0,-5-5-63 15,2 2-55-15,2-6-95 0,11-5-288 0,2-2 128 16</inkml:trace>
  <inkml:trace contextRef="#ctx0" brushRef="#br0" timeOffset="22778.05">15219 2458 163 0,'0'-3'224'16,"-2"0"-18"-16,2 3-17 0,0-6-23 0,0 6-15 16,-2-6-18-16,2 6-15 0,0 0-21 0,0 0-11 15,0 0-8-15,1 20-9 0,-1-4-6 0,0 2-9 0,1 11-4 16,1-1-4-16,-1 6-2 0,4-3-4 0,-1 1-4 16,-3 4-4-16,3 0-2 0,0-1-5 15,-1-1 3-15,-1 0-6 0,3-2 2 0,-5 1-4 16,3-1-1-16,-1-8-1 0,0-5-3 0,2 2 3 15,-2-3-3-15,-2-1-5 0,0-5 2 0,1-2-2 16,-1 2 1-16,0-6 1 0,0 2-4 0,1-1-11 16,-2-4-8-16,1 4-4 0,0-4-4 0,0-3 5 15,0 0-11-15,-1 7-29 0,1-7-41 0,0 0-32 16,0 0-35-16,0 0-142 0,-21-14-327 0,16 6 145 16</inkml:trace>
  <inkml:trace contextRef="#ctx0" brushRef="#br0" timeOffset="23127.12">15055 2455 118 0,'-1'-6'225'0,"-1"-3"-21"0,2 4-20 16,0-4-22-16,3 4-15 0,3 2-18 0,3-2-13 15,5 1-11-15,5 1-8 0,8 3-8 0,-5 3-4 16,6 6-8-16,8-1-5 0,-1 4 1 0,1 5-8 16,9 4-4-16,-13-1-9 0,0-1-6 0,-1 5-4 15,-4-2-6-15,-8 4-3 0,-1-4-10 0,-3 5-3 16,-7-9-2-16,-4 1-2 0,-4 0-1 0,-4-1-5 16,-7-1 4-16,-8 6-5 0,-4-3 1 0,-6-2-1 15,-3-1 0-15,-3-2-1 0,6-5 3 16,-4 2-5-16,6-6 2 0,-4 2-2 0,1-2 0 15,0-3-1-15,12 2 1 0,-1-4-1 0,5 1 0 16,1 1 0-16,3-2-3 0,2-1-29 0,8 0-40 0,0 0-69 16,-8-4-57-16,8 4-145 0,0 0-364 0,17-11 162 15</inkml:trace>
  <inkml:trace contextRef="#ctx0" brushRef="#br0" timeOffset="25380.38">16541 2563 155 0,'0'0'202'0,"-1"-9"-8"0,-1 6-9 15,2-1-15-15,0 4-9 0,0-8-12 0,0 4-12 16,2-1-15-16,0 0-11 0,1-1-13 0,1 1-8 16,3-1-6-16,5-1-14 0,-2 2-11 0,4 0-2 15,1-2-9-15,3 0-3 0,0 4-6 0,4 3-5 16,-3 0-5-16,2 2-2 0,-1 3-4 0,-1 5 6 16,-3 0-7-16,0 2-5 0,0 2-4 0,-1 1 0 15,-6 3 0-15,1 7 0 0,-5-2-3 0,-1 3 0 16,-10 0 0-16,-2 3-5 0,-8 0 0 0,-1-4-4 15,-8 4 4-15,-13 8-5 0,11-16 3 16,-1 2-3-16,-4-3 0 0,3 1 4 0,-2-7 0 16,3 3-1-16,1-5 0 0,-1-5 1 0,9 0 0 15,-2-2 3-15,7-2 9 0,0-2 21 0,3-1 16 0,-1 0 24 16,3-1 5-16,4-3 1 0,5 4-11 0,-4-7-10 16,6 1-8-16,2-2-7 0,6 0-3 0,1 2-7 15,5-2-4-15,4 1-11 0,-2 1 7 16,10-1-4-16,2 3-3 0,-1 4-7 0,3-1 1 0,-1 2-1 15,0-1-6-15,1 3-18 0,3 1-27 16,-6 3-24-16,3-2-36 0,-3-2-40 0,1 4-50 16,-1-4-62-16,-7-2-180 0,6 2-464 0,-7-1 206 15</inkml:trace>
  <inkml:trace contextRef="#ctx0" brushRef="#br0" timeOffset="25845.45">17580 2360 71 0,'4'-1'193'0,"-4"1"-24"0,0 0-14 0,0 0-17 16,0 0-16-16,0 0-10 0,0 0-18 0,-3 17-2 16,-2-6-6-16,0 5-6 0,-8 1-7 0,-1 5-6 15,-5 6-8-15,-3-2-6 0,-5 3-4 16,-7 2-3-16,-3 3-3 0,9-10-10 0,2-1-3 0,-1-2-2 15,3-2-3-15,-1 0-5 0,0-4-1 0,10-1 1 16,0-1-5-16,2-1 3 0,1-5-5 0,3 2 1 16,3-4-8-16,1-1 6 0,0-2-6 15,0 5 3-15,2-4 8 0,3-3 8 0,0 7 10 16,5-3 12-16,3 2 5 0,2 0-6 0,8 2-3 16,0-1-2-16,7 0-3 0,4 3-5 0,1-1-8 15,-2 3-1-15,4-1 1 0,-1 3-1 0,-2 1-3 16,2-4-4-16,-2 5-11 0,-1-2-24 0,2 2-32 15,-11-5-44-15,-1-2-56 0,0-1-54 0,-9 1-126 16,-2 0-356-16,-4-1 159 0</inkml:trace>
  <inkml:trace contextRef="#ctx0" brushRef="#br0" timeOffset="26065.81">17213 3050 154 0,'0'0'173'0,"8"9"-18"0,2-4-10 0,0 3-5 16,4-1-9-16,8 2-17 0,6 3-7 0,3-2-9 16,2-2-10-16,4 1-11 0,0-1-15 0,0 1-45 15,0-4-57-15,-2 2-73 0,-3-1-105 16,-3-4-237-16,-2-1 105 0</inkml:trace>
  <inkml:trace contextRef="#ctx0" brushRef="#br0" timeOffset="26663.17">17954 2534 225 0,'4'-4'203'0,"1"0"-13"0,-1 0-20 15,5 1-15-15,0-1-21 0,4 3-8 0,0 0-15 16,-1 3-9-16,8 1-4 0,-1 4-8 0,0 2-9 16,1 4-2-16,-3 0-6 0,4 3-7 0,-4 6-6 15,-3-6-4-15,-5 1-9 0,4 7 1 0,-4 1-4 16,-3-1-1-16,-3-5-9 0,-3 0 0 0,-3 3-6 16,-1-2 2-16,-2 6-8 0,-7-2 3 0,0-3-6 15,0-5 3-15,2 1-2 0,-3-2 3 0,0-1-4 16,1-2 7-16,4-3 5 0,0-3 6 15,3-1 9-15,2-1 11 0,-2-1 19 0,2 0 18 0,0 1 35 16,4-4 28-16,0 0 21 0,0 0-28 0,0 0-14 16,-9-12-7-16,13 4-17 0,1-9-17 0,3 5-5 15,2-7-18-15,3-5-3 0,5-1-18 0,2 0-9 16,-1-2-12-16,4 0-6 0,-5 2-26 0,3 3 20 16,-7-1-2-16,-3 7-6 0,2 3 4 0,-4 3-3 15,-3 0 5-15,1 3 2 0,-3 0-11 16,-1 3-19-16,1 0-14 0,-1 0-26 0,1 2-15 15,-4 2-2-15,0 0 15 0,3 9 3 0,-3-4 7 16,0 7-10-16,0 1 18 0,0 3 1 0,0 1 7 0,2 0 0 16,0 4 5-16,1-3 4 0,3 8 2 0,2-8 1 15,5 3 7-15,-2-4-17 0,8 4-13 0,-1-4-30 16,5-3-26-16,0-1-39 0,4-1-44 0,0-5-54 16,1-2-269-16,-7-5-542 0,9 0 239 15</inkml:trace>
  <inkml:trace contextRef="#ctx0" brushRef="#br0" timeOffset="27181.89">19246 2280 207 0,'1'-6'220'16,"-1"6"-17"-16,6-3-17 0,-6 3-14 0,0 0-22 15,6-2-17-15,-6 2-14 0,0 0-17 0,0 0-10 16,0 0-7-16,0 0-9 0,0 0-5 0,-4 18-9 16,-5-4-3-16,-6 9-6 0,-4-1-3 15,-6 7-3-15,-9 5-7 0,-2 3 0 0,0-2-8 16,-2-1-1-16,11-10-2 0,4 2-1 0,0-3-5 16,3-4-1-16,2 0-4 0,5-6 0 0,3-1-2 0,2-3-3 15,2-2-1-15,2-2-1 0,0 0-2 0,2-1 3 16,-1 0-4-16,-1 0 5 0,3-1 2 15,1 1 15-15,0-4 2 0,6 7 2 0,-2-5 1 16,9 3-4-16,-3 0-4 0,3-2-4 0,5 4-1 16,0 3-5-16,0-5 0 0,3 3-2 0,6 1-1 15,-1 4-4-15,-1-1 3 0,2 2-3 0,0-2 2 16,-2 0-13-16,-2 2-11 0,0 0-28 0,-6-2-29 16,2-1-36-16,-3-1-46 0,-2-1-63 0,-7-2-158 15,1 1-402-15,-3-5 179 0</inkml:trace>
  <inkml:trace contextRef="#ctx0" brushRef="#br0" timeOffset="27402.12">18886 3047 14 0,'-3'3'163'0,"2"4"3"16,2-2-4-16,3 2-1 0,0-1-8 0,6 3-4 16,9 1-12-16,6 2-9 0,7-1-11 0,17 2-10 15,5-1-17-15,-1-3-27 0,0-1-50 0,-12-7-71 16,11 4-80-16,-17-2-101 0,-2-1-256 0,-2-2 113 16</inkml:trace>
  <inkml:trace contextRef="#ctx0" brushRef="#br0" timeOffset="28263.81">19885 2398 91 0,'7'-2'175'0,"5"0"-16"0,1 2-13 0,5 0-2 15,1 2-12-15,3 3-5 0,-2-2-8 0,6 9-9 16,-7-5-10-16,7 8-6 0,-7-3-8 0,1 5-9 16,-8-3-11-16,0 7-5 0,-4-5-11 0,-3 1-2 15,-4 0-8-15,-5 1-4 0,-3 0-3 0,-2-1-2 16,-5-2-10-16,1-1 3 0,-10 0-1 0,1 2 6 15,5-5-13-15,-1-2 1 0,6-4 1 0,1 2-4 16,-2-2-5-16,5-2 9 0,-2 0-9 0,4 1-1 16,-1-1 1-16,5-1 0 0,-2 2 6 0,4-4 0 15,-4 1-1-15,4-1-3 0,9 3 0 0,0 1 1 16,9 0-1-16,0 2-6 0,0-4 2 16,7 5 10-16,-6 1 1 0,1-3 2 0,-1 4 2 15,2-2-1-15,-3 3 2 0,0-2-3 0,-4 3 1 0,3-1-6 16,-7 0-2-16,3 1-2 0,-6-3-2 0,0 1-3 15,-5 0-6-15,1 0 1 0,-6-2-3 0,-3 3-4 16,-3-4 0-16,-9 3-2 0,-1-3-6 16,-3 2-15-16,-6-1-17 0,-1-5-28 0,-2-1-41 15,3 1-28-15,-1-4-54 0,2 0-108 0,5-2-330 16,5 0 146-16</inkml:trace>
  <inkml:trace contextRef="#ctx0" brushRef="#br0" timeOffset="28577.75">20525 2206 176 0,'7'7'193'0,"5"7"-9"0,1 8-17 0,2 5-9 16,1 6-12-16,2 17-5 0,-3 0-11 0,2 8-5 16,-6 1-9-16,4 22-8 0,-12-25-10 0,-2 1-6 15,-6-1-11-15,-10 27-3 0,1-30-8 0,-8 2-2 16,-5-6-6-16,-6-2-6 0,-7 0 0 0,-5-5-8 16,-26 9 2-16,16-16-7 0,-25 8-17 15,-1-5-31-15,-7-7-48 0,1-4-62 0,-4-8-72 0,2 1-165 16,-3-9-382-16,1-4 169 0</inkml:trace>
  <inkml:trace contextRef="#ctx0" brushRef="#br0" timeOffset="29193.31">16367 2140 136 0,'0'0'157'0,"0"0"-25"0,0 0-10 16,-18 19-20-16,0 6-3 0,-3 4-10 0,-10 23 1 16,-19 25-5-16,-1 5-4 0,3 4-3 0,2-1-5 15,2 0-1-15,3-3 1 0,13 2-6 0,1 2 16 16,17-26-3-16,0 20-6 0,10-22-5 16,7-3-3-16,12 1-2 0,6-5-5 0,8-2-3 0,35 6-5 15,11-8-8-15,9-10-16 0,17-10-52 0,2-8-69 16,11-6-242-16,-6-7-362 0,0-6 161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8T05:35:40.12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4036 2120 95 0,'-2'-7'228'0,"4"0"-8"0,2 2-14 0,-3-5-21 16,2 5 5-16,-1-1-11 0,-2-1-1 15,0-1-15-15,3 3-7 0,-3-3 0 0,0 2-6 16,1-1-5-16,1 2-6 0,-2 0-9 0,2 0-5 16,-2 0-8-16,-4 3-16 0,4 2-7 0,-4-7-13 15,4 7-10-15,-1-3-17 0,1 3-19 0,0 0-7 16,0 0 3-16,1 18-8 16,-3 0-6-16,-5 8 4 0,0 8-3 0,-2 15-1 15,3-5-1-15,-2 4-1 0,3 1-1 0,-3-1-5 16,7-3 6-16,-2-10-6 0,1 1 7 0,2 1-6 15,0-4-4-15,1-1 1 0,0-3 3 0,-1-10-2 16,3 0 9-16,-6-3-12 0,7-4 5 0,-4-3-2 16,0-3-4-16,0 0 3 0,1 0 4 0,-2-1 0 15,1-5 12-15,0 6-9 0,0-6-4 0,0 0-29 0,0 0-41 16,0 0-33-16,0 0-33 0,0 0-25 0,-1-27-33 16,1 17-39-16,0-2-27 0,-3-5-167 0,1-1-452 15,-1-2 200-15</inkml:trace>
  <inkml:trace contextRef="#ctx0" brushRef="#br0" timeOffset="369.62">3929 1980 30 0,'-4'-4'288'0,"2"-2"-12"16,-1 2-19-16,2 0-22 0,1 4-22 0,-3-6-24 15,3 6-20-15,-1-3-24 0,1 3-19 0,0 0-14 0,0 0-16 0,0 0-8 16,14 9-7-16,-4-1-11 0,17 3-5 0,0 5-5 16,1 1-7-16,6 3 9 0,11 9-8 0,-5-1-8 15,0 5-1-15,-4 2-6 0,-9-6 0 16,5 8-2-16,-13-6-4 0,2 1-3 0,-7 0-3 16,-4-1 2-16,-2 2 2 0,-8-1-7 0,-3 3 4 15,-6-5-7-15,-7 2 3 0,-11 4 7 0,2-9 1 0,-14 6 4 0,10-11 1 16,-3 0 2-16,-12 5-2 0,12-13 2 0,1 1 2 15,2-3-1-15,-2-1-2 0,2 0-2 0,9-4-6 16,2 0 2-16,5-5-8 0,4 3 2 0,1-3-2 16,-2-1-5-16,5 1-11 0,5-2-9 0,0 0-28 15,0 0-34-15,0 0-51 0,0 0-39 0,23-16-46 32,2 6-62-32,-1-1-218 0,2-3-518 0,4-1 229 0</inkml:trace>
  <inkml:trace contextRef="#ctx0" brushRef="#br0" timeOffset="654.47">4670 2386 275 0,'0'-6'392'0,"0"6"-20"0,0 0-38 0,0 0-30 15,3-5-25-15,-3 5-38 0,0 0-14 0,0 0-37 16,0 0-18-16,0 0-23 0,0 0-20 0,0 0 2 15,0 14-14-15,-2-1-12 0,2-1-6 0,-1 6-5 16,1 2-13 0,-1-1-8-16,2 1-6 0,-2-1-5 15,1-2-6-15,1 0-2 0,-1-1-8 0,1-3 7 0,-2 1-14 0,2-3-2 0,-1-4 0 16,2 2-17-16,-2-3-21 0,0-1-21 0,0 0-4 16,0-5-14-16,0 6-8 0,0-6-33 0,0 0-66 15,0 0-74-15,0 0-74 0,-10-26-264 0,8 9-607 16,-2-3 269-16</inkml:trace>
  <inkml:trace contextRef="#ctx0" brushRef="#br0" timeOffset="785.94">4644 2196 309 0,'-1'-8'351'0,"-1"1"-12"16,2 2-14-16,-2-1-30 0,2 0-11 0,-2 2-32 16,2 4-31-16,-2-5-21 0,2 5-24 0,0 0-19 15,0-8-19-15,0 8-34 16,0 0-49-16,2-7-42 0,-2 7-38 0,0 0-48 15,0 0-68-15,0 0-82 0,24 15-237 0,-18-11-498 16,0 1 220-16</inkml:trace>
  <inkml:trace contextRef="#ctx0" brushRef="#br0" timeOffset="1155.83">5135 2237 303 0,'4'4'277'0,"-4"-4"-28"0,0 0-23 16,3 6-16-16,-3-6-20 0,0 0-17 0,-2 7-9 15,2-7-15-15,-5 10-12 0,-1-3-11 0,-2 4-12 0,-2 0-11 16,0 3-13-16,-5 0-5 0,4 0-10 0,1-1-6 16,-2 4-6-16,2-2-9 0,2-1-3 0,1 1-5 15,-2 0-9-15,4-1 1 0,1 0-2 0,0-2-6 16,3-1-3-16,2 2-1 0,2-3-4 0,3 6 0 15,0-4 0-15,5-4-4 0,1 2-1 0,5 1-5 16,-2 2 2 0,4-7-1-16,-2 5-1 0,0-4 1 0,-2 2-9 15,-3-3 4-15,-2 0-5 0,-1 0 2 0,-2-1-9 16,-3 0-4-16,-1 0 6 0,-3 0-2 0,-7 2-6 0,-3-2-4 16,0 3-3-16,-8-3-8 0,0 3-5 0,-1-3-16 15,-2 0-8-15,-7-2-25 0,9-2-16 16,-1-1-31-16,3 0-32 0,2-2-38 0,5-2-216 15,-7-1-444-15,8-2 197 0</inkml:trace>
  <inkml:trace contextRef="#ctx0" brushRef="#br0" timeOffset="1471.7">5586 2068 306 0,'0'-5'366'0,"1"0"-18"0,-1 5-27 0,3-7-24 16,-2 4-30-16,-1 3-30 0,0 0-27 0,0-6-28 15,0 6-22-15,0 0-20 0,0 0-15 0,0 0-15 16,4 21 1-16,-1-3-13 0,-2 7 3 0,-1 6-21 16,0 3-1-16,0 10-8 0,0 2-9 0,0-11 0 0,0-1-6 0,0-1-4 15,0 0-8-15,0-1-3 0,1-3 6 0,3-2-10 16,-4-8-4-16,0-2-2 0,0 0-3 15,0-1 3-15,1-6-20 0,-1-2-25 0,0-1-16 16,0 0-14-16,0-4-12 0,3 1-8 0,-3-4-27 16,0 0-66-16,0 0-78 0,0 0-73 0,0 0-217 15,5-22-567-15,-5 5 251 0</inkml:trace>
  <inkml:trace contextRef="#ctx0" brushRef="#br0" timeOffset="1719.3">5425 2424 32 0,'-14'4'227'0,"-1"0"-19"16,2-1-7 0,4 0-15-16,1-3-11 0,3 0-10 15,5 0-11-15,-10 2-13 0,10-2 7 0,0 0 7 0,0 0 1 0,20 2-12 16,2-6-12-16,10 3-6 0,7-5-18 0,12-4-5 16,1 5-14-16,3-5-8 0,-1 5-8 0,-19-2-5 15,3-1-10-15,-3 4-7 0,-3 2 6 0,-4-2-13 16,-8 1-6-16,-4 2-2 0,-4-2-6 0,-6 3-7 15,2-2-14-15,-8 2-9 0,0 0-18 0,0 0-15 16,0 0-17-16,0 0-6 0,-36 9-5 0,17-5-14 16,-2 1-16-16,1-1-21 0,-6 3-22 0,7-2-29 15,5-3-69-15,-3 1-134 0,0 0-396 0,5 1 176 16</inkml:trace>
  <inkml:trace contextRef="#ctx0" brushRef="#br0" timeOffset="2258.34">6027 2336 296 0,'5'-2'273'16,"-5"2"-26"-16,13-3-19 0,-4 1-11 0,4 3-5 0,-3-1-15 0,4 1-12 15,-1 4-12-15,2 2-11 0,2-2-13 0,-2 5-8 16,-1-1-8-16,-4-1-12 0,3 1-14 0,-3 5-10 15,2-1-5-15,-6 2-6 0,-1 0-11 0,-1 2-6 16,0 0-2-16,-4-4-13 0,0 2-1 16,-4 1-2-16,-1-4-6 0,1-1-5 0,-1 0-1 0,0-1-4 15,1-3-2-15,-1-1-5 0,1-1 2 0,4 1-2 0,-4-5 4 16,4-1-9-16,-4 4 23 0,4-4-7 0,0 0-4 31,0 0-3-31,21-12-8 0,-7 2-6 0,10-7-1 16,3 0-3-16,0 3 1 0,5-5-1 0,-3 3 5 15,1-1-10-15,0 2-4 0,1-2-4 0,-4 0 6 16,4 5-2-16,-6 0-6 0,-2 0 7 0,-5 4-4 16,-3 1 9-16,-3 2 19 0,-2 0 12 0,-1 1 14 0,-4 1 3 15,-5 3-4-15,10-2-9 0,-10 2-7 0,9-5-4 16,-9 5-2-16,0 0-8 0,7-2-17 0,-7 2 19 0,0 0 11 16,6 14-12-16,-5-7-2 0,2 5 1 0,-2 0 4 15,2 3 2-15,-1 1-2 0,-2 2-2 16,1-1-1-16,2 0-6 0,1 2 2 0,-3-4-2 15,0 1-6-15,2-4-1 0,-3-2 3 0,4 0-1 0,-3 0 2 0,-1-4 2 16,0 0-7-16,0-6 5 0,1 9 1 0,-1-9-2 16,0 0 3-16,3 5 1 0,-3-5-36 0,0 0-56 15,0 0-35-15,0 0-35 0,-4-22-34 0,0 9-39 16,4-3-48-16,-1-4-53 0,1 2-318 0,-4-8-685 16,4-6 304-16</inkml:trace>
  <inkml:trace contextRef="#ctx0" brushRef="#br0" timeOffset="2389.64">6651 2174 18 0,'-3'-10'277'0,"-3"3"9"16,2-2 0-16,1 1 1 0,-2 6 0 0,5 2-2 15,-4-12 2-15,2 7 1 0,2 5-20 0,-3-5-17 16,3 5-27-16,-2-7-15 0,2 7-24 0,0 0-22 16,0 0-25-16,0 0-37 0,0-7-61 0,0 7-63 0,7-3-62 0,-7 3-82 15,0 0-82-15,22 3-311 0,-22-3-605 0,19 1 267 16</inkml:trace>
  <inkml:trace contextRef="#ctx0" brushRef="#br0" timeOffset="2937.09">6890 2563 157 0,'2'5'289'0,"-2"-5"-5"0,1 2 2 0,-1-2-7 0,8 0-17 15,-8 0-17-15,0 0-12 16,14-11-14-16,-5 4-15 0,0-1-15 0,4-5-15 0,-3 0-20 0,4-4-13 0,0-3-17 16,0-4 9-16,-1 2-29 0,0-6-7 0,-1 2-11 15,0-2-7-15,-1-6-11 0,0 0-2 0,-1 0-8 16,1-3-10-16,-2 4 17 0,-1 2 6 0,-3 1 4 15,-1 2 3-15,1 9 7 0,-4 1 5 0,3 1 3 0,-4 5 13 16,3 0 10-16,-3 3-5 0,1 4-8 0,-2-2-13 16,2 2-8-16,-2 2-18 0,1 3-10 15,1-5-32-15,-1 5-16 0,0 0-5 0,0 0 6 16,-8 21-3-16,7-3 1 0,-8 9-2 0,4 4 6 0,0 15 0 16,1 6 3-16,0-17 0 0,2 12-3 0,2-9 2 15,2-2 3 1,2-2-3-16,1-1 0 0,-1 2 1 0,4-10 0 15,-2 1-2-15,-1-8 2 0,0-2-1 0,3-4 3 16,-4-3 0-16,6-1 9 0,-1-1 8 0,3-4 3 16,2-1 0-16,-2-4-4 0,6 0-2 0,0-4-4 15,-1 1 0-15,-2-5-1 0,-1-2-3 0,-4 0-3 16,3-4-1-16,-4 2-2 0,-2-2-2 0,-1 1-2 16,-1-2-2-16,-4 5-2 0,-1-2 0 0,0 2-8 0,-5 2-10 0,1 1-13 15,-1-1-21-15,0 5-13 0,-4-2-21 0,-2 5-28 16,-1-1-33-16,1 1-26 0,-2 4-32 0,1 1-33 15,-2-2-30-15,5 6-33 0,-2 1-48 16,1 1-304-16,2 0-702 0,2-2 311 0</inkml:trace>
  <inkml:trace contextRef="#ctx0" brushRef="#br0" timeOffset="3822.73">7474 2380 216 0,'3'-4'377'0,"4"0"-16"16,-4-1-15-16,0 2-20 0,-3 3-26 0,0 0-25 16,5-4-31-16,-5 4-28 0,0 0-23 0,0 0-21 0,0 0-14 15,0 0-10-15,8 13-12 0,-8-6-14 0,1 4-18 16,-1 1-3-16,2 1-14 0,0 4 4 0,-2 0-13 16,0-4-9-16,-2-1-7 0,4 0-1 0,-2-3-9 15,-2 0-5-15,2-4 6 0,2 2-17 0,-2-2 1 16,0-5 5-16,3 5 13 0,-3-5-3 0,0 0-1 15,0 0-4-15,21-14-1 0,-8 7-11 0,0-5 2 0,-3-1-5 0,7 2 0 16,-7-2-5-16,4-1 0 0,-1 3 0 0,1-1-6 16,-3-1-1-16,0 7-11 0,0-3 5 0,-2 3-2 15,0 2-9-15,1-1-3 0,-4 5 3 0,2-1-1 16,1 2 4-16,3 2-3 0,-1 3-5 16,-2 2 6-16,9 1 1 0,-4 2 2 0,0 1-5 15,3 0 14-15,-2 0-12 16,3-2 2-16,-3 1 4 0,3-1-5 0,-1 0 0 15,-1-3-5-15,0 1 5 0,-4-4-1 0,0 0-2 16,3-4 1-16,-4-1-3 0,0-2 0 0,2-2 3 16,-3-4 9-16,3-3-13 0,0-1 0 0,-2-3 5 15,3-6-6-15,-2-2 6 0,-3 1 16 0,-2 0 20 16,2-9-1-16,2 6 2 0,-1-6 8 0,-1-2-2 16,-3 1 3-16,0-2-3 0,3 2 9 0,-1 4 9 0,-3 5 18 15,-4 4 8-15,3 3 5 0,-2 7-3 0,0-1-11 16,-1 5-10-16,-1 2-12 0,3-1-12 0,-2 0-33 0,-1 3-47 15,0 2 1-15,0 0-3 0,0 12 3 0,3 2 5 16,-3 6 2-16,-3 11 6 0,3 3 5 0,-1 0 2 16,1 0 0-16,-3 2 3 0,6-2 4 15,-6 0 4-15,6-2-6 16,-3-4 4-16,1-9-1 0,-1-1 3 0,0-2-1 0,3-8-3 0,-3 2 6 0,-3-6 6 16,6 1 0-16,-6 2 7 0,3-7-3 0,-4 2-3 0,4-2-2 31,0 0-1-31,-18-13-2 0,7 9-3 0,-2-9 2 0,3 7 1 0,0-4-2 0,-4-1-2 0,1-1 0 15,4 4-7-15,0-1-1 0,1 2-6 16,-1-1-5-16,3 3 1 0,2 1-11 16,2 1-17-16,-2-1-22 0,4 4-8 15,-4-6 3-15,4 6-1 0,0 0-4 0,0 0 3 16,9-7 9-16,1 7 4 16,4 0 4-16,3 0 3 0,11-2 8 0,-1 2 1 0,2-2 4 0,1 2-5 0,-1 0 7 15,-1-1 9-15,3 0-3 0,-3-3 0 0,-8 2 6 16,2-5 4-16,-2 7 16 0,-5-1 12 0,-3-3 17 15,-2 1 25-15,1 2 8 0,-4-2 8 0,1 3 6 0,-8 0-6 16,9-2-7-16,-9 2-6 0,0 0-10 0,0 0-3 16,14 2-10-16,-14-2-4 0,4 9 4 0,-3-4 1 15,-1 5-5-15,4-1 0 0,-1 4 0 0,-1 3 2 16,1 1-6-16,-2 1 1 0,3 0-6 0,1 0 3 16,0 1-1-16,0-1-2 0,0-1-3 15,-1-1 3-15,0-4-19 0,-1-2-15 16,0-3-22-16,1-2-21 0,-1 0-11 15,-1 0-25-15,1-2-33 0,-3-3-60 0,0 0-66 16,10-9-52-16,-7 2-40 0,0-2-55 0,1-4-214 16,-1-4-671-16,2-2 297 0</inkml:trace>
  <inkml:trace contextRef="#ctx0" brushRef="#br0" timeOffset="3938.08">8570 2177 137 0,'-3'-13'285'0,"2"4"4"0,-1-3 5 0,-2 4-14 0,2-3-22 15,2 7-25-15,-2-1-24 0,1-1-21 16,-2 3-19-16,3 0-21 0,0 3-34 0,0 0-27 15,0-4-28-15,0 4-26 0,0 0-37 0,0 0-43 0,13 7-44 16,-8-1-59-16,6 1-45 0,-3 0-188 0,5-2-415 16,2 2 184-16</inkml:trace>
  <inkml:trace contextRef="#ctx0" brushRef="#br0" timeOffset="4275.92">8919 2202 143 0,'0'0'220'0,"-5"7"-9"0,-3-3-6 16,2 1-7-16,-3 1-7 0,-2 2-10 0,-4 4-6 0,2 0-13 16,-2 2-12-16,2 1-15 0,-1-2-10 0,3 2-8 15,-1-2-17-15,5-3-6 0,3 2-13 0,-1 0-6 16,1-3 3-16,2 3 2 0,1-4 5 0,4 4 9 16,-1-7 10-16,5 3 5 0,2-2 0 0,3-3-14 15,8 0-5-15,0-3-8 0,0-3-9 0,10-1-6 16,-3-6-6-16,-8 4-4 0,-1-3-9 0,6-8-2 15,-10 7-6-15,3-5-4 0,-6 4 3 0,-2-6-11 0,1 0-8 0,-2-2 2 16,-5 2 1-16,-1 2-3 0,-2 1-3 16,-2 3 4-16,-1-2-12 0,-3 3 2 0,-2 0-8 15,-1 4 2-15,-4-1-2 0,-1 3-3 0,-3 0-8 0,0 4-17 16,-1 0-20-16,0 0-23 0,0 7-25 0,5-2-30 16,0 0-35-16,-1 4-31 0,4-2-45 0,5 1-47 15,-4 1-205 1,9-2-526-16,0 0 233 0</inkml:trace>
  <inkml:trace contextRef="#ctx0" brushRef="#br0" timeOffset="4591.64">9085 2279 53 0,'0'0'298'0,"0"0"-22"0,0 0-25 0,0 0-22 0,0 0-26 15,10 3-2-15,-10-3 3 0,-1 6-12 0,1 1-6 0,0-1-17 16,-4 0-5-16,4 4-17 0,-1 2-9 15,-3-3-20-15,0 6-7 0,3-3-2 0,-3 0-12 16,0-2-11-16,0 1-10 0,3-5-8 0,-2 1-5 16,-2 1-4-16,5-6 24 0,0-2 30 0,-1 7 34 15,1-7-1-15,0 0-11 16,0 0-12-16,24-10-11 0,-6-2-7 0,-2 2 10 16,10-6 7-16,-3-1-2 0,2 2-6 15,-9 3-5-15,1 0-7 0,-2 1-6 0,-3 3-11 16,-2 3-7-16,0 0-10 0,-1 0-9 0,-3 3-10 0,2 2-7 15,-8 0-4-15,18 7-17 0,-10 1-9 0,2 6-16 16,0 0-20-16,-2 1-25 0,1 4-42 0,-1 0-53 16,-2-2-52-16,-1 8-63 0,-4-8-85 0,-1 3-96 0,-2-9-251 15,-2-4-747-15,-2 0 331 0</inkml:trace>
  <inkml:trace contextRef="#ctx0" brushRef="#br0" timeOffset="7696.16">10212 2057 108 0,'0'-9'248'0,"4"-3"-6"0,-2 3-3 0,-2-1-7 16,1 5-4-16,-1-2-7 15,0 2-19-15,0 1-23 0,2-1-25 0,-1 2-15 16,-1 3-21-16,0 0-24 0,0 0-14 0,0 0-4 15,3 12-9-15,-6 2 1 0,3 7-14 16,-5 8 4-16,4 8-16 0,-7 14 6 0,3-15-6 16,1 12-5-16,0 1-3 0,3-14 0 0,1 12-4 15,-1-16-2-15,-2 2-1 0,3-7-2 0,-1 1-2 16,1-10-2-16,-3-1-1 0,6-6-2 0,-3 0 0 0,0-3-1 0,-3-2 2 16,3 0 3-16,3 0 42 0,-3-5 24 0,0 0-7 15,0 0-5-15,0 0-14 0,0 0-20 0,0-24-7 16,1 8-6-16,-1-1-19 0,0-6-15 0,0 2-14 15,0-5-11-15,3-4-12 0,-3 0-12 0,1-7-11 16,-1 5-4-16,4-2-2 0,-4-15 3 0,0 14 4 16,1 2 8-16,-2 0 9 0,-3-1 16 0,4 1 34 0,-1 5 30 15,-2 0 24-15,-1 3 19 0,3 6 31 0,-4-1 12 16,5 2 19-16,0 2 3 0,-1 6 8 0,1-1-17 0,0 1-6 16,0 1-13-16,1 2-13 0,-1 1-10 15,5-2-8-15,-4 0-17 0,6 2-9 0,-1 2-7 16,6-3-6-1,2 4-7-15,4-2-24 0,3 4-32 0,9 0-28 0,-1 3-33 16,4 6-27-16,2-1-37 0,-3 3-24 0,-1 3-35 16,-3-3-26-16,-3 9-39 0,-2-1-34 0,-5 1-252 15,-7-3-601-15,-2-1 266 0</inkml:trace>
  <inkml:trace contextRef="#ctx0" brushRef="#br0" timeOffset="7881.02">10238 2325 118 0,'-4'4'260'0,"0"-2"-18"0,1 1-15 16,-2-1-12-16,5 1-12 0,0-3-13 0,-4 4-20 15,4-4-11-15,0 0-18 0,0 0-11 0,16-2-17 16,1 2-22-16,2-5-44 0,2 3-57 0,2-1-70 16,9-3-85-16,-5 5-178 15,5-6-369-15,-2 3 164 0</inkml:trace>
  <inkml:trace contextRef="#ctx0" brushRef="#br0" timeOffset="8598.9">10759 2302 268 0,'-5'-1'341'0,"5"1"-18"15,-5-4-10-15,5 4-22 0,0 0-13 0,-6-4-24 16,6 4-30-16,0 0-28 0,0 0-18 0,0 0-21 15,0 0-16-15,0 0-14 0,0 0-4 0,-6 14-19 16,7-4-11-16,-1 3-11 0,3 3 3 0,-2 1-17 16,2 1-3-16,-1 2-6 0,2-1-5 0,0-2-5 0,0-1-6 15,0-5-1-15,1 2-6 0,-3-1-3 0,2-5-2 0,1 0 5 16,-1 0-16-16,6-3 9 0,-2 0-2 16,1-3 2-16,1-1-12 0,4-4 7 0,2-1-7 15,0-4-1-15,11-4-7 16,-12 2 4-16,5-8 2 0,0 1 7 0,-1-2-16 15,-2 1 2-15,-1-5-3 0,2 5-5 0,-5 2 3 16,-4 1 2-16,0 5 8 0,-4 2 8 0,4 0 15 16,-4 1-14-16,0 5-3 0,-1-3-4 0,0 3 0 15,-3-2-23-15,-1 5-15 0,4-1-6 0,-4 1 4 16,0 0 5-16,0 0-5 0,14 17 8 0,-9-9-1 16,0 2-18-16,3-1 1 0,3 4-20 0,1 1-7 15,1-3-14-15,3 4-11 0,2-2-8 0,4 1 0 16,-3-5-1-16,0-3-4 0,-1 4 8 0,1-8-2 0,-2 3 11 15,2-5 6-15,0 0 9 0,0-3 6 0,-1 0 9 16,-1-6 14-16,-1 0 7 0,-3-1 30 0,1-2 14 16,-5 4 32-16,-1-1 11 0,2-3 30 0,-5 2 28 15,0 0 4-15,2 1 17 0,-3 4 9 0,-3 0 0 16,5-2-7-16,-3 4-18 0,-3 3-10 0,1-6-3 16,-1 6-22-16,5-5-10 15,-5 5-18-15,0 0-4 0,0 0-1 0,0 0-14 16,0 0-1-16,4 18-8 0,-4-7 0 0,-1 0-1 15,-2 6-1-15,2 0-3 0,0-1-4 0,-2 4-3 16,2-3 6-16,-2-2-3 0,3-5 2 0,0 2-6 16,0-3 0-16,-1 2-5 0,2-5 6 15,-1 0-9-15,0-2 1 0,0 1 11 0,0-3 6 0,0-2 20 16,4 3-7-16,-4-3-3 0,12-5-3 0,-3-2-2 0,-1-1-3 16,4 1-5-16,2-4 1 0,0 0-2 0,3-3-6 15,-3 4-3-15,-3 1-5 0,2-1 0 0,-4 5 0 16,1-1-10-16,0 2 4 0,-2-1 6 0,0 0-6 15,-3 3 0-15,5 0-5 0,-5 2-13 0,-5 0-12 16,0 0-33-16,27 2-27 0,-18 3-31 0,0-1-28 16,2 2-34-1,0 0-38-15,-2 0-29 0,2 4-45 0,1-6-40 16,-2 4-260-16,1-4-644 0,-2-1 285 0</inkml:trace>
  <inkml:trace contextRef="#ctx0" brushRef="#br0" timeOffset="9500.84">11966 2406 111 0,'2'-4'275'0,"-2"4"-17"16,0 0-24-16,1-4-20 0,-1 4-12 0,0 0-14 15,0-4-9-15,0 4-16 0,0 0-15 0,0 0-15 16,0 0-17-16,4-2-9 0,-4 2-13 0,0 0-7 16,10 2-9-16,-10-2-8 0,13 2 1 0,-2-2-15 15,-2 0-4-15,3-2-6 0,2 2-3 0,2 0-5 16,2 0-5-16,-1-2-8 0,2-1-2 0,0-1-3 0,-1-1-2 0,1 2 0 15,-2-6-4-15,3 1 0 16,-2-1 4-16,-1 4-8 0,-2-7-4 0,1 3-1 16,-3-2 5-16,-3 2 0 0,-3 1 2 0,2-1 8 15,-4 0 8-15,-4 1 8 0,2 2-14 0,-3-2-2 16,0 3-3-16,-4 0 0 0,-1 0-1 0,-4 2 4 0,-4 1-6 0,-2 4-2 16,-3 1 1-16,-2 6-2 0,-1-4-1 15,2 7 0-15,-4 2-2 0,4-5-4 16,6 5 2-16,-2 0-4 0,2 2 4 0,4 1 1 15,-1-1 2-15,7 1-5 0,2 0 4 0,5 1-3 0,6 0 4 0,0-4 0 0,12 4 2 0,6-4 3 16,5-2-11-16,2-3-1 0,5-1-14 16,12-4-15-16,-14-2-6 0,17-1-1 0,-16-4-5 15,0-4 10-15,12-2 2 0,-11-4 2 16,6-6 1-16,-15 5 6 0,-2-6 2 0,-1-1 4 16,-2-2 4-16,-1-3 5 0,-8-4 7 0,2 0 7 15,1-14 9-15,-8 10 6 0,-3 1 9 0,1-1 20 16,-2 0 11-16,-2 0 23 0,-3 5 6 0,1 0 22 15,-3 9 4-15,-1 4 7 0,1 3 4 0,0 4-14 16,-1-1-8-16,0 1-17 0,2 5-17 0,-2 0-10 16,0 0-26-16,0 4-18 15,0 0-20-15,0 0 3 0,0 0 3 0,1 21-2 16,-1-4 0-16,-1 8 5 0,-1 3 1 16,1 4-5-16,1 4-6 0,1 13 26 0,2-14-19 15,-3 0 5-15,1-1-1 0,4 0 1 0,-2-1-4 0,1-4-7 16,2-2 11-16,-3-6 1 0,-1-4-5 0,1-2-8 15,-2-6-7-15,0 2 3 0,1-4 3 0,1 0 10 16,-3-3-11-16,-3 1 7 0,6-2 1 0,-3-3-6 0,0 0-1 16,0 0 5-16,-28-10-7 0,13-1-11 0,-1 4 9 15,-1-6-4-15,-1 3 8 0,-5-2-9 0,5-1 15 16,1 4-6-16,-1-1-4 0,3 2 3 0,4 0 0 16,0 3-2-16,1 0 5 0,4 0-7 0,-1 3-6 15,2-1-14-15,5 3 2 0,-4-6-13 0,4 6-9 16,9-7-2-16,8 3-6 0,2-1 7 0,4 3-18 0,9-2-5 0,4 1-4 15,1 3 0-15,2-3 5 0,14 2 8 0,-2-3 3 32,-14 0 5-32,4 1 7 0,-3-1 17 0,-2 1-13 15,0-2 10-15,-3 2 9 0,-2-2 6 0,-9-1 20 16,-3 4 30-16,-8-1-1 0,2 2 28 0,-2 1 20 16,-4-2 8-16,-1-1 0 0,-6 3-1 0,14-1-11 15,-14 1-12-15,7 0-10 0,-7 0-10 0,6-3-14 0,-6 3-6 16,0 0-3-16,0 0-7 0,10 9-3 0,-10-3 2 15,0 5-3-15,1-1 5 0,-1 3-5 0,3 3-5 16,-2-4 0-16,1 6 2 0,0 1 6 0,2-3-3 16,-1 2-5-16,-1-3 7 0,2 1-1 0,1-3-23 15,-2-3-30-15,-1-1-31 0,-2-1-28 0,4-2-19 16,-3-1-19-16,2 0-14 0,-3-5-65 0,0 0-110 0,0 0-280 16,0 0-656-16,5-17 290 0</inkml:trace>
  <inkml:trace contextRef="#ctx0" brushRef="#br0" timeOffset="9632.25">13481 2123 2291 0,'-4'-8'151'0,"1"0"-20"15,1 3-2-15,-2 0-7 0,1-1-27 0,0 1-26 16,0 0-10-16,3 1-28 0,0 4-18 0,0-5-27 16,0 5-23-16,0 0-27 0,0 0-31 0,15 0-47 15,-15 0-77-15,21 5-201 0,-10 0-455 0,6-1 201 16</inkml:trace>
  <inkml:trace contextRef="#ctx0" brushRef="#br0" timeOffset="9986.41">13964 2249 174 0,'-19'7'236'16,"-1"3"-9"-16,-5 0-9 0,-1 4-9 0,2 1-13 0,2 4-17 0,0-1-13 0,1-1-14 0,7-3-17 15,1 0-11-15,1 0-9 0,3-1-11 0,3-3 13 16,2 4-6-16,3-2-4 0,1-2 7 16,3 1 6-16,2-1 8 0,5-2 5 0,4 1 8 31,5-4-21-31,-1 0-17 0,15-3-6 0,-1 1-11 16,-1-6-13-16,-2-1-4 0,2-4-7 0,-5 3 0 15,-2-7-11-15,-4 3-9 0,-4-3-3 0,0 1 3 0,-3-3-9 16,-3-2-4-16,0-2-10 0,-2-2 2 0,-3-1-7 0,0-5-2 15,-6 6-8-15,-3 1-4 0,-1-7-3 0,-4 9 5 16,0 0-6-16,-5 5-4 0,1-1-2 0,-6 4 1 16,2 0-8-16,-2 1-11 0,2 4-7 0,0 0-14 15,3 0-24-15,0 4-26 0,2 0-33 0,1 3-30 16,3-1-32-16,0 2-29 0,2 0-34 0,5 3-224 0,2-1-521 16,9 1 232-16</inkml:trace>
  <inkml:trace contextRef="#ctx0" brushRef="#br0" timeOffset="10302.44">14256 2282 45 0,'7'3'256'0,"-7"-3"-26"16,6 2-25-16,-6-2 9 0,0 3-13 0,4 2-6 16,-4-5-12-16,1 10-12 0,-1-3-3 0,-1 0-15 15,1 1-7-15,1 4-13 0,-2 0-14 16,-2 0-10-16,-2 2-4 0,3 3-11 0,0-5-10 15,1-2-16-15,-2-3 1 0,2 2-10 0,1-3 0 16,-2-4-6-16,2-2 18 0,-3 7 45 0,3-7 3 0,0 0-12 0,0 0-10 16,25-9-7-16,-4-1 6 0,-7 1 2 0,4-4 1 15,5-1 2-15,-7 2 3 0,-1 1-3 0,-4 5 0 16,1-4-4-16,-2 5-4 0,-2-1-13 0,-3 0-10 16,2 1-11-16,-3 4-9 0,-4 1-11 0,10 1 2 15,-10-1-11-15,16 11-7 0,-10-2-29 0,7 3-37 16,-4 1-56-1,2 2-46-15,1 0-58 0,-2 2-70 0,-1-2-121 16,3 0-246-16,-6-8-693 0,4-4 307 0</inkml:trace>
  <inkml:trace contextRef="#ctx0" brushRef="#br0" timeOffset="11235.37">15797 2242 191 0,'4'-3'242'0,"-4"3"-8"16,0 0-13-16,0 0-16 0,0 0-18 0,1-3-19 15,-1 3-12-15,0 0-20 16,0 0-15-16,0 0-12 0,0 0-11 0,-17 15-10 15,8-7-10-15,-5 6-4 0,-1 1-9 16,-4 6-6-16,1-1-2 0,3-5-7 0,0 6-2 16,2-4-6-16,4-1-3 0,3 2-5 0,-3-3-5 15,5-3-1-15,3 0-1 0,-2-3-3 0,3-1 2 0,3 0 12 16,1-4 13-16,4 3 19 0,1-4 14 0,4-4-7 16,8-3-4-16,5-4-9 0,0-2-4 0,3-4-9 15,-6-3-6-15,0-2-6 0,2 2-16 0,-5-3 14 16,-7 4 0-16,2-9-7 0,-2 2-1 0,-4-1-10 15,-4 8-2-15,0-8-21 0,-4 7 6 0,-2 0-4 16,-4 5-3-16,1 0-6 0,-2 0-3 0,-2 3-4 0,-1 2-2 16,-2 1-10-16,-1 0-14 0,-1 1-17 0,2 2-17 15,-2 1-22-15,-1 4-28 0,1-1-27 0,-1 1-45 16,5 0-56-16,0 2-170 0,-1-1-462 0,6-1 204 16</inkml:trace>
  <inkml:trace contextRef="#ctx0" brushRef="#br0" timeOffset="11641.52">16210 1879 7 0,'1'-5'302'0,"1"0"-37"0,-2 5-31 15,2-2-29-15,-2 2-20 0,0 0-24 0,0 0-14 0,0 14-10 16,0-1-20-16,0 6-11 0,-4 9 4 0,0 4-6 15,-3 14-9-15,-6 4-8 0,4 7-1 0,-3-4-12 16,1 0-2-16,1 0-10 0,2-4-2 0,3-14-6 16,3-1-4-16,0 1-2 0,1-6-6 0,4-3-4 15,-1-9-3-15,3 0 2 0,-1-3 12 0,-1-3-4 16,-1-4 18-16,-1-2 10 16,2 1 11-16,0-5 10 0,-3-1-1 0,9 0-5 15,-9 0-7-15,10-11-17 0,-6 2-5 0,-1-3-5 16,-1 0-10-16,-2-5-10 0,-3-1-12 0,-5-7-13 15,0 8-8-15,-7-7-1 0,-1 0-5 0,-1 2-1 16,-6 2 3-16,3 1-2 0,6 5 13 0,-3 4 4 16,8 0 0-16,0 6 9 0,1-2-8 15,2 2 0-15,1-1 0 0,3 2-5 0,2 3-1 16,0 0 0-16,16-3 6 0,20-3-11 0,16 3-24 16,9 0-51-16,33 2-70 0,0-3-89 0,2 0-113 0,0-3-184 15,-6-8-573-15,-28 3 254 0</inkml:trace>
  <inkml:trace contextRef="#ctx0" brushRef="#br0" timeOffset="12137.54">18211 1814 70 0,'5'-12'217'0,"-1"-1"-2"0,4-2-2 0,-2 4-4 16,-1 0-10-16,-1 3-1 0,3-2-7 0,-5 6-11 15,2-3-17-15,0 3-18 0,-3-1-20 16,1 1-16-16,-2 4-19 0,0 0-8 0,0 0-7 16,3 13-11-16,-6 3-2 0,0 2-4 0,-5 9 2 15,-1-2-15-15,3 6-1 0,-6-2-8 0,3 0 0 0,0 3-4 0,3 0 2 16,-3-4-7-16,4 1-12 0,1-2-24 0,0-10-18 16,2 1-26-16,2-7-28 0,-2 3-26 0,2-2-28 15,-1-4-22-15,2-1-45 0,-1-7-169 0,-4 5-401 16,4-5 178-16</inkml:trace>
  <inkml:trace contextRef="#ctx0" brushRef="#br0" timeOffset="12475.28">18094 1627 118 0,'-3'-7'294'15,"-1"1"-28"-15,2 2-30 0,0 0-27 0,1 1-23 16,1 3-22-16,0 0-15 15,0 0-16-15,0 0-11 0,0 0-16 0,10 20-8 16,-1-8-9-16,8 9-10 0,4 2-7 0,3 0-11 16,2 5-1-16,13 5-6 0,-2 1-3 0,-9-10-4 15,9 10-3-15,-13-9-8 0,1 1-1 0,-1 0-6 16,-4-2 0-16,-7 1-3 0,4-1-4 0,-6-2 1 16,-7-3-4-16,-4-1 3 0,-2 2 7 0,-6 3 2 15,-10 1-1-15,-4 0 0 0,-3-5-2 0,-5-2 2 0,-4-3-4 16,-2-1-3-16,0 0 4 0,-1-3-7 0,4 1 3 15,-2-4-4-15,3 2-2 0,-1-6 2 0,5 2-4 16,5-5-2-16,5 0-1 0,4 4-2 0,4-8-5 16,10 4-22-16,-13-2-65 0,9-2-62 0,4 4-52 15,18-18-48-15,-1 7-191 16,11-3-469-16,3-3 208 0</inkml:trace>
  <inkml:trace contextRef="#ctx0" brushRef="#br0" timeOffset="12729.6">18699 1978 212 0,'0'0'388'0,"3"-9"-13"15,-3 9-21-15,0-8-18 0,0 8-24 0,0 0-19 0,4-7-19 0,-4 7-46 16,0 0-21-16,2-5-26 0,-2 5-21 0,0 0-24 16,0 0-21-16,0 0-12 0,0 0-17 0,0 0-14 15,0 0 1-15,3 22-7 0,-4-12 1 0,-1 2-4 16,1 2-17-16,1 1 5 0,-3-1 2 0,3 1-13 15,-2-2 2-15,3 0-3 0,-2-1-4 0,1-2-22 16,-3-3-24-16,3 0-18 0,0-7-31 0,-2 11-14 0,0-5-23 16,0 1-13-16,2-7-20 0,-8 5-39 0,8-5-52 15,0 0-50-15,0 0-271 0,-23-13-586 0,19 4 259 16</inkml:trace>
  <inkml:trace contextRef="#ctx0" brushRef="#br0" timeOffset="12891.44">18652 1765 151 0,'0'-9'340'0,"0"1"-19"0,4 3-30 16,-4-3-18-16,0 8-36 0,0-9-12 0,0 9-36 0,0-7-19 15,0 7-30-15,2-6-41 0,-2 6-40 0,4-3-34 16,-4 3-37-16,0 0-50 0,0 0-26 0,21 7-31 16,-14-5-82-16,-7-2-139 0,13 4-368 0,-5 2 163 15</inkml:trace>
  <inkml:trace contextRef="#ctx0" brushRef="#br0" timeOffset="13207.68">19134 1820 95 0,'-9'8'245'0,"9"-8"-19"15,-13 5-15-15,2-1-15 0,0 0-15 16,-4 0-6-16,1 2-14 0,-3 0-10 0,3 1-13 15,0-2-11-15,0 3-13 0,3-1-6 0,-5 0-18 16,5 0-10-16,-1 2-5 0,5 2-9 0,0-2-8 16,1 1-3-16,2 2-5 0,-2-4-7 0,4 5 0 15,1-4-7-15,1 2-3 0,4 0-2 0,2-2-1 0,-1 0 1 0,6 3-4 16,-2-2-6-16,1-3 5 0,0 1-6 16,0 0-1-16,2 1-1 0,-3-1-3 0,0-3 0 0,2 1-6 15,-6 1 1-15,-1-4-1 0,1 1-3 0,-5-4-3 16,4 9 5-16,-4-9-3 0,-4 6 2 0,4-6-8 15,-11 9 6-15,4-4-23 0,-5-3-6 0,-1-1-11 16,1-1-15-16,2 2-25 0,10-2-32 0,-22-2-29 0,13 2-66 16,2-5-202-16,1 0-438 0,6 5 193 0</inkml:trace>
  <inkml:trace contextRef="#ctx0" brushRef="#br0" timeOffset="13570.84">19498 1932 186 0,'0'0'244'0,"0"0"-16"16,0 0-19-16,0 0-23 0,0 0-16 0,0 0-19 15,0 0-14-15,7-1-17 0,-7 1-11 0,20-4-11 0,-9 0-9 0,1 0-12 16,1 3-4-16,3-4-13 0,-4 0-1 0,4-1-9 15,-4 0-2-15,-1-1-9 0,-1 2 0 0,-1-3-4 16,0 1 2-16,-2 2 9 0,-3-1 9 0,-1 0 1 16,1 4-3-16,-2-3-2 0,-2 5-9 0,-4-7-2 15,-1 3-10-15,5 4 0 0,-16-1-5 0,16 1-2 16,-23 5-3 0,5 0-1-16,2 4-2 0,-2 1 1 0,0-1-5 15,0 1-1-15,0 5-2 0,-1 2-2 0,9-3 7 16,-3 3-5-16,-1-2-3 0,4 2 1 0,5-1-28 15,1 1-15-15,2-4-26 0,6-1-22 0,0 0-28 16,5-5-63-16,0 0-52 0,1-2-165 0,3-2-423 16,1-3 188-16</inkml:trace>
  <inkml:trace contextRef="#ctx0" brushRef="#br0" timeOffset="13892.5">19810 1859 292 0,'0'0'280'15,"5"-4"-26"-15,-5 4-32 0,0 0-25 0,5-3-21 16,-5 3-15-16,0 0-20 16,12 7-15-16,-7-2-11 0,2 2-13 0,0 2-7 15,-1-1-11-15,2 2-4 0,-1-1-9 0,2 7-9 16,-5-2-3-16,1 0-6 0,0-1-7 0,0 4 1 16,-1-1-7-16,-4-4-3 0,0-2-1 0,1 0-5 15,-2-1 0-15,1-1-4 0,-2-3 5 0,0 1 1 16,2-6 6-16,0 7 18 0,0-7 31 0,0 0 40 0,-1 6 43 15,1-6 22-15,0 0-10 0,0 0-22 0,0 0-7 16,0 0-6-16,1-18-11 0,3 10-14 0,0-2-13 16,-1 0-18-16,3-2-14 0,3-4-27 0,1 1-32 15,3 0-35-15,1 0-30 0,4-4-33 0,-2 7-30 0,0 0-32 16,0 2-31-16,3 1-35 0,-3 4-24 16,2-2-44-16,-1 4-33 0,0-2-239 0,-6 0-592 15,2 5 263-15</inkml:trace>
  <inkml:trace contextRef="#ctx0" brushRef="#br0" timeOffset="14425.21">20213 1981 143 0,'0'0'197'0,"0"0"-3"16,0 0 1-16,-2 6-7 16,2-6 0-16,0 0-15 0,0 0-15 0,0 0-15 15,15-2-13-15,-15 2-18 0,25-5-5 0,-6 1-11 16,-1 1-12-16,9-2-7 0,-6-4-6 0,0 2-7 15,-2-1-9-15,8-1-2 0,-3-3-7 0,-5 2-6 16,-1-1-4-16,0 0-4 0,0 1-1 0,-2-2-5 16,-3 2 3-16,1-3 7 0,-7 5 11 0,-1-2 6 15,-1 2 3-15,-4-3-5 0,-2 5-3 0,-1-1-6 0,-1 0-3 16,-3 0-5-16,-5 3 1 0,-1-1-2 0,1 4-2 16,-8-1-6-16,2 5-7 0,-2 1 3 0,0 0-9 0,-4 7 2 15,4-2-3-15,5 2 4 0,-8 3-6 0,7 0-5 16,3 1 5-16,5-1-2 0,-1 2-1 15,3 0 1-15,3 2 1 0,2-1 3 0,5 0 8 16,5 1-10-16,5-1-2 16,7 0 4-16,2-3 1 0,3 1-4 0,2-3 2 15,3-6-6-15,1 2 2 0,3-5-1 0,0-3 4 16,-4-3-5-16,1 0 5 0,-2-3-5 0,-4-3 6 16,-2-2-1-16,-7 1 9 0,1-6 7 0,-1 2 13 15,-7-1 0-15,2-9 3 0,0 2 10 0,-2-6-1 16,-4 1 12-16,2-1-5 0,-2 0 7 0,-5 1 18 15,3 3 9-15,-2 4 9 0,2 6 16 0,-5 1 8 0,1 4-6 0,-1 2-15 16,0 0-9-16,3 1-19 0,-3 2-15 16,0 4-34-16,1-5-49 0,-1 5-6 0,0 0 7 15,0 0-2-15,-9 19 10 0,5 1 5 0,-2 6-3 16,-2 4 5-16,-1 0-3 0,-1 0 9 0,2 1 11 16,3-2-15-16,1 3 7 0,-1-5 5 0,0 0 0 15,1-9-20-15,3-1-19 0,-1-1-16 0,0-5-17 0,2 0-17 0,0-3-15 16,-1 2-17-16,-2-4-18 0,3-6-7 0,-1 6-4 15,1-6-41-15,0 0-94 0,0 0-299 0,0 0-626 16,0 0 277-16</inkml:trace>
  <inkml:trace contextRef="#ctx0" brushRef="#br0" timeOffset="14656.92">20783 1918 113 0,'0'0'365'16,"-15"-1"-12"-16,15 1 0 0,0 0-6 0,0 0-26 16,0 0-31-16,0 0-34 0,0 0-28 0,19-11-19 15,-1 6-26-15,13 0-14 0,-2 2-20 0,1-4-29 0,2 1-30 0,-2 0-35 16,-7 3-33-16,-2-4-29 0,0 6-28 0,-3-3-22 16,0 0-21-16,-4 4-21 0,-1-3-23 0,-3 1-17 15,-1-1-37-15,-2 1-34 0,-7 2-59 16,0 0-137-16,8-4-438 0,-8 4 194 0</inkml:trace>
  <inkml:trace contextRef="#ctx0" brushRef="#br0" timeOffset="14978.91">21164 1984 67 0,'0'0'242'0,"0"6"3"0,0-6-1 15,0 0-6-15,0 0-7 0,0 0-7 0,0 0-5 0,14 1-15 0,-14-1-16 16,20-1-15-16,-1-1-21 0,-3-1-16 0,5-2-13 0,-1 1-12 16,2-3-12-16,3-1-9 0,-5-1-8 0,-1-1 0 15,4-2-16-15,-5 0-8 0,-2 0-10 16,-2 2 2-16,-1-5-7 0,-4 6-4 0,-3 0 9 16,-2-2 10-16,0 1-12 0,-4 2-2 0,-4-2-7 15,-1 3-2-15,-3 1-6 0,-2 1 2 0,-8 2-4 0,-1 3-6 0,-4 5-5 16,-4 1-4-16,2 6-1 0,0 2-8 0,1 3 6 15,5 0-8-15,1 3 8 0,3 1-2 0,2 3-3 16,5-6 5-16,5 9 0 0,6-1 5 0,6-1-1 16,9 0 3-16,9-4-24 0,20 4-40 0,2-7-84 15,7-4-103-15,3-9-355 0,30-6-640 0,-30 1 284 16</inkml:trace>
  <inkml:trace contextRef="#ctx0" brushRef="#br0" timeOffset="16114.42">22399 1794 239 0,'2'-7'219'0,"1"5"-11"16,2-2-22-16,-1 1-17 0,2-1-22 15,-1 3-15-15,2 0-14 0,3 2-13 0,0-1-12 16,0 4-4-16,2 0-13 0,2 6 7 0,1 0-3 16,-1 3 0-16,0 3-2 0,1 6 2 0,1-2-10 0,-1 4-1 15,-3 0-4-15,-2 2 7 16,0-2-16-16,-3 1 0 0,-4-6-8 0,1 8 1 15,-2-3-8-15,-2-3 0 0,-2-3-3 0,-3 8-1 0,1-8-4 16,-1 1 4-16,-1-6 5 0,-3 3 1 0,1-6 10 16,-1-1 1-16,2 0 13 0,-1-2 9 0,-1-2 20 15,-3 0 16-15,6-4 25 0,-3-1 8 0,9 0 3 16,-13-8 3-16,4-2-2 0,4 0-3 0,1-6-8 16,4-3-14-16,2-1-10 0,8-4-14 0,0-5-9 0,3 3-13 15,6-3-5-15,-1-3-8 0,8 3-8 0,-5 0-10 16,2 2 1-16,-2 1-11 0,-1 2-6 0,-1 7 4 15,-5 2-6-15,-6 6-3 0,2 1-4 16,-1 1 3-16,-4 0-8 0,-1 3-7 0,1 0-18 0,0 0-23 16,-1 3-32-16,-3-3-40 0,-1 4-34 0,8-2-39 0,-8 2 0 15,0 0-6-15,4 7-19 0,-4-2-16 0,0 2-30 16,-1 2-29-16,1-1-28 0,-4 2-257 0,1 1-606 16,3-1 269-1</inkml:trace>
  <inkml:trace contextRef="#ctx0" brushRef="#br0" timeOffset="16313.38">22977 2179 425 0,'-1'5'422'0,"1"-5"-16"0,-1 4-36 0,1-4-41 0,0 0-28 16,0 0-34-16,0 0-43 0,0 0-40 0,0 0-63 15,13-9-56-15,-7 6-57 0,2-2-75 0,-2 1-84 0,3-1-115 16,0 1-174-16,0-3-477 0,-4-1 212 0</inkml:trace>
  <inkml:trace contextRef="#ctx0" brushRef="#br0" timeOffset="16699.14">23280 1901 399 0,'0'-5'415'0,"0"2"-43"0,0 3-34 16,0-7-38-16,0 7-30 0,0 0-28 0,2-2-34 16,-2 2-21-16,0 0-25 0,0 0-17 0,7 9-9 0,-2-1-19 0,2 1-10 15,-1 8-5-15,1-2-13 0,-2 2-1 0,0 2 3 16,0-1-27-16,-3 7-3 0,2-7-4 0,-1 0-5 15,-1-1-5-15,-2-2 3 0,4-3-14 0,-4-4-1 16,0 3 0-16,1-5-3 0,1-1 1 0,-1 1 8 16,-1-6 38-16,1 3 52 0,-1-3 57 0,0 0 45 15,0 0-3 1,0 0-22-16,12-9-24 0,-6-1-16 0,1-2-16 16,4-3-16-16,-1 2-14 0,7-10-17 0,1 0-9 0,0 0-5 15,0-2-13-15,2-1-6 0,-3 0-11 0,-1 1-10 16,0 4-5-16,-4 4-3 0,-3 2-9 0,0 1-16 15,-1 5-18-15,-4 3-34 0,0-1-46 0,-1 5-55 16,1-3-57-16,0 3-87 0,1 1-62 0,-5 1-44 16,15 3-47-16,-4 4-395 0,-1-2-895 0,5 7 396 0</inkml:trace>
  <inkml:trace contextRef="#ctx0" brushRef="#br0" timeOffset="16855.55">23872 2101 434 0,'0'0'457'0,"1"5"5"16,-1-5 2-16,4 3-7 16,-4-3-14-16,0 0-32 0,0 0-37 0,0 0-37 0,1 4-47 0,-1-4-66 15,0 0-76-15,0 0-99 0,11-7-106 0,-11 7-127 0,9-4-142 16,-7 0-339-16,4-2-718 0,-2 0 318 0</inkml:trace>
  <inkml:trace contextRef="#ctx0" brushRef="#br0" timeOffset="18936.18">5098 3338 138 0,'0'0'176'0,"-3"-5"-15"16,3 5-11-16,-2-2-21 0,2 2-5 0,0 0 7 15,0 0-14 1,0 0-12-16,0 0-7 0,5-8-9 0,0 8-7 16,3-3-11-16,1 2-8 0,0-2-8 0,4 2-4 0,1-1-4 15,2 2-5-15,5 1-5 0,-1 0-5 0,1 0-5 0,5 2 0 16,-4 1-1-16,6 1-5 0,0 0-2 0,3 0 5 16,-3 1-5-16,7-1-2 0,-2 1-3 0,1-1-1 15,20 2-2-15,-21-4-7 0,3 1 5 16,19-1 1-16,-17-2-7 0,21 1 7 0,-7-1 2 15,11 2-5-15,-7 0 1 0,3-3 11 0,4 2-14 16,-5-3-2-16,5 2 1 0,-3-1-1 0,0 0-1 16,1 0 0-16,2 3 0 0,0-3 0 0,-2 0-2 0,0-1 3 15,-2 2-3-15,-1 0 3 0,3 1 0 16,-1-2-1-16,0 0 0 0,-2-2-1 0,-1 1-1 16,-2 1 2-16,-4-4-2 0,4 3 1 0,-3-5 0 0,2 4 1 0,1 0-4 15,0-1 4-15,1-4-5 0,3 3 6 0,0-2-2 16,1 1-1-16,0 0-3 0,0 1 5 0,0-2-1 15,1 3-1-15,-2 0-6 0,-8-1 5 0,2 0 2 16,-15 2-3-16,16-2 0 0,-16 2 3 0,13-3-2 16,1 5 1-16,-14-1 5 0,15-3-4 0,-4 1 0 15,-8 3 1-15,-2 0-2 16,16-1-2-16,-16-2 4 0,13 3 3 0,-12-1-5 16,-2-2 4-16,14 3-7 0,-12-2 3 15,11-1 0-15,3 2 0 0,-17-2-2 0,15-1 3 16,-1 0-3-16,3 4 4 0,-16-2 0 0,16-2-5 15,-2 1 4-15,-12 1 0 0,18-1 1 0,-5 3-5 16,3-3 5-16,-1-1-4 0,0 3 4 0,0-1-2 0,4 0 1 16,-3-1-2-16,0 1 1 0,1 0-1 0,0 1 10 0,-2-1 3 15,7 0 7-15,-5 0 0 0,4-3 1 0,2 4-8 16,2-1-1-16,0-1-1 0,-1 3-1 0,1 0 1 16,26 2 4-16,-32-2-6 0,5-2-4 0,2 1 0 15,-1 0 1-15,27 1 0 0,-29-3-3 0,2 2 3 16,28-2 0-16,-27 3-1 0,28 0-3 0,-30-1 2 15,32-2-1-15,-36 4 2 16,8-3-7-16,30 1 8 0,-34 1-4 0,25 0 3 16,-26 0-3-16,29-3-1 0,-28 6 1 0,25-4 0 15,-22 2 1-15,26 1-2 0,-29-1 4 16,27 2-1-16,-25 0-1 0,28-1 2 0,-5 1-1 16,-22-2 0-16,28 2-3 0,-3 2 2 0,-25-2-4 0,25-3 3 15,-26 2-2-15,30 1 1 0,-29-1 0 0,27 0 0 16,-29 0 2-16,30 3 0 0,-3-5-4 0,0 2 4 0,-26 1-4 15,29-1 3-15,-6 1-1 0,-25 0 2 0,29 1-2 16,3 1 0-16,-32-5 4 0,30 6-1 0,0-2-3 0,-28 0 1 16,30-4-1-16,-4 5 0 0,-27-5 2 0,27 3-3 15,-25-2 1 1,27 3 5-16,-30-2-4 0,27-1 4 0,-27 0 2 0,33 2 0 0,-34-3 1 16,30 1 2-16,-30 1-2 0,26 1 3 0,-24-5-3 0,4 3-2 15,20-2 3-15,-22 2-2 0,27 0 0 0,-30 0-2 0,32-2 1 16,-29 0-2-16,26 0-1 0,4-3 3 0,-33 0-2 15,29 3-2-15,-28-5-5 0,1 5 9 0,0-4-2 16,27 1-1-16,-26-2-2 0,25 5 1 16,-30 0-1-16,5 1 2 0,22 0-5 0,-25-3 4 15,-1 3 0-15,-1 0 1 16,6-2-2-16,22 0 3 0,-28 4-3 0,5-2 0 16,23 0-2-16,-22 0 4 0,21 0 0 0,-23 0-3 15,0 0 3-15,27-3 0 0,-29 4 2 0,31-3 7 16,-32 2 4-16,0 0 1 0,5 2-3 0,28-2 1 15,-30 2-5-15,25-2 3 0,-24 0-3 0,23-2-4 16,2 4 4-16,-30-2-3 0,3-2-2 0,28 4 1 16,-28-4 1-16,31 1 0 0,-31 1 1 0,32 0-4 0,2-1-2 0,-1-2 3 15,-7 2-1-15,3-3-2 0,-27 4 0 16,27-3 2-16,-2 6 0 0,3-6-2 0,0 3 3 0,2-2 1 16,1-1-3-16,-1 3-2 0,0-2 2 0,-1 2-2 15,-1-3-2-15,-2-1 2 0,7 4 2 0,-1-2-2 16,4 2 1-16,-1-1-2 0,0-3 1 0,-2 3-2 15,3 0 4 1,-2 1-1-16,-1-3-2 0,1 3 1 0,-7 3 1 16,3-1 5-16,-29 1 3 0,33 1 0 15,-37 0 0-15,1-1 4 0,27-2-3 0,-33 1 6 0,-2 0 2 0,-3 0 4 0,-14 1-1 16,-2 0-3-16,-1-3 0 0,-5 0 7 16,-9 0 2-16,-3 1 9 0,-7-1 6 0,0 0 11 15,-4 0 8-15,-3 0 5 0,1-1-13 0,-7 1 1 16,10 1-12-16,-5 0-6 0,-5-1-20 0,5 0-28 0,-5 0-31 15,0 0-37-15,0 0-49 0,0 0-57 0,0 0-74 16,-28 0-223-16,15 0-521 0,-1 0 230 0</inkml:trace>
  <inkml:trace contextRef="#ctx0" brushRef="#br0" timeOffset="29338.55">4991 4850 5 0,'0'-4'301'15,"0"-3"-10"-15,1 4-6 0,-1 3-12 0,0-8-18 16,0 8-14-16,0-4-26 0,0 4-24 0,0 0-15 16,-1-3-21-16,1 3-21 0,0 0-30 0,0 0-27 15,0 0-8-15,-4 10-11 0,0 4-1 0,-9 9-8 16,-1 5-3-16,0 4-6 0,-9 11-2 0,-2 1-6 16,-1 0 1-16,3 0-2 0,0 0-6 0,4-12 2 0,1 12-3 0,-5-1-4 15,9-12 2-15,-4-1-1 0,1-3-2 0,3-3-2 16,0 2-1-16,4-9 0 0,0 0-1 15,0-1-1-15,2-2-19 0,2-3-19 0,-2-3-24 16,0 1-24-16,2-2-29 0,1 0-34 0,0-6-64 0,-2 1-269 16,7-2-507-16,-12-6 224 0</inkml:trace>
  <inkml:trace contextRef="#ctx0" brushRef="#br0" timeOffset="29654.59">4510 4991 335 0,'-1'-10'350'16,"-3"0"-2"-16,3 2-20 0,1 2-23 0,0 2-34 0,-3 0-29 0,3 4-27 15,0-7-27-15,0 7-34 0,0 0-9 0,0 0-15 16,13 11-16-16,-4 0-16 0,9 13-16 0,1-2 3 16,5 8-9-16,7 8-7 0,2 5-9 0,1 0-3 15,0-3 1-15,-2 2-10 0,0 3-3 0,1-4-8 16,0-4 0-16,-11-7-3 0,1 0-1 0,-3-2-4 15,-2-4-1 1,4-1-6-16,-9-7 1 0,-3 0-7 0,-1-3 7 0,-1-3-4 16,-2-3-4-16,-2-2-1 0,0 2 6 0,0-4-6 15,-2 2 0-15,1 0 8 0,1-5 2 0,-3 2-8 16,-1-2-3-16,4 3 2 0,-4-3-8 0,0 0-5 16,5 4-18-16,-5-4-20 0,0 0-27 0,1 4-22 15,-1-4-25-15,0 0-27 0,0 0-31 0,0 0-34 16,0 0-76-16,0 0-254 0,0 0-574 0,9-8 254 0</inkml:trace>
  <inkml:trace contextRef="#ctx0" brushRef="#br0" timeOffset="30317.25">5613 5357 139 0,'0'0'158'0,"0"0"-6"0,0 0-10 0,0 0-16 0,0 0-8 16,0 0-16-16,0 0-10 0,0 0 12 0,0 0-3 16,19-3-11-16,-6 3 0 0,6-1-9 0,10 0-8 15,-2 0-6-15,9-2-2 0,-1-1-6 0,3-3 0 16,13 5-5-16,-1-4 11 0,-11 1-4 0,1 1-5 16,-4 1-3-16,0 0-3 15,-4-1-6-15,-4 1-1 0,-8 0-6 0,-2 3-7 16,-8-2 0-16,1 0-3 0,-5 2-5 0,2 0-5 15,-3-2-9-15,-5 2-2 0,0 0-23 0,0 0-23 16,0 0-18-16,-25 4-18 0,9-1-17 16,-2-1-29-16,3-1-29 0,-3-1-160 0,0 0-337 15,5 0 150-15</inkml:trace>
  <inkml:trace contextRef="#ctx0" brushRef="#br0" timeOffset="30620.6">6198 5134 197 0,'2'-5'242'16,"-2"5"-29"-16,0 0-23 0,0 0-18 0,0 0-20 0,0 0-7 0,0 0-6 0,20 9-7 16,-10-5-3-16,9 4-4 0,-2 0-7 0,9 7-6 15,0-1-9-15,-4 3-4 0,-3 0-8 0,0 3 1 16,1-2-5-16,-8-3-7 0,2 2-1 0,-5-1-6 15,-1-1-1 1,-1 2 4-16,-5-2-11 0,3 2 2 0,-10-1-1 16,1-4-1-16,-1 0-5 0,-7 2-8 0,1 2 4 0,-4-3-8 15,-2 0-5-15,0-1-5 0,-2-2-5 16,3 0-8-16,-2-2-11 0,-1-1-36 0,2-1-43 0,-1-1-50 16,4 2-66-16,1-3-102 0,3-2-198 0,4-2-521 15,6 0 231-15</inkml:trace>
  <inkml:trace contextRef="#ctx0" brushRef="#br0" timeOffset="31903.86">7370 5130 59 0,'0'-6'245'0,"0"0"-9"0,1-5 5 0,2 3-6 16,-3 1-3-16,1 0-5 0,-1 0-7 0,0 0-5 15,3 2-14-15,-3 0-21 0,0 1-14 0,1 0-19 16,-1 4-6-16,0-5-29 0,0 5-16 0,0 0-25 16,0 0-4-16,0 0-10 0,0 0-4 0,0 18-5 15,0-6-5-15,-1 7-6 0,-2-3-3 0,2 5-1 16,-3 3-1-16,4 2-7 0,-4-6 0 0,4 0-5 0,-4 5-30 0,-1-5-17 16,4-1-17-16,0-2-20 0,1-2-20 0,-3-1-28 15,3 0-36-15,-4-4-52 0,3-2-269 0,-3-3-506 16,0-2 224-16</inkml:trace>
  <inkml:trace contextRef="#ctx0" brushRef="#br0" timeOffset="32203.73">7264 4968 197 0,'-1'-5'236'0,"1"5"-25"0,-3-2-21 0,3 2-22 15,0 0-10-15,0 0-19 0,18 10-17 0,-6-5-8 16,7 5-11-16,10 4-7 0,-2 0-10 0,1 1-4 0,4 1-6 16,13 5-3-16,-15-2-9 0,1-1-6 0,-3 0-4 15,-5 3-5-15,-2-1-5 0,-4 0-5 0,-5-4-1 16,-3-1-6-16,-4-3-6 0,-2 4 1 0,-3 0-1 16,-6 1 3-16,-5 0-4 0,-7 0-1 0,-5-1 0 15,0-3 0-15,-5-1 0 0,-3 2-3 0,3-6-1 0,1 2-2 16,-2-3-3-16,2 0 2 0,4 0-4 0,4-5-2 0,1 1 2 15,4 1-4-15,5-2 3 0,0-1-18 0,2 4-30 16,3-5-34-16,4 0-64 0,0 0-82 0,0 0-176 16,0 0-422-16,29-15 186 0</inkml:trace>
  <inkml:trace contextRef="#ctx0" brushRef="#br0" timeOffset="32457.6">7865 5168 270 0,'0'-3'369'0,"0"-2"-8"16,1 3-18-16,-1 2-20 0,0 0-44 0,-1-8-29 15,1 8-2-15,1-4-36 0,-1 4-29 16,0 0-11-16,0 0-29 0,0 0-19 0,0 0-9 0,0 0-16 0,1 16-6 16,0-8-4-16,-1 4-15 0,0 0-9 0,2 0-6 0,-2 2 0 15,1 2-7-15,-1 0 0 0,0-5-1 0,0 2-14 16,1 2-6-16,-1-6 2 0,0 0-8 0,0 2-19 15,0-4-31-15,0 0-24 0,-1-1-29 0,1-2-14 16,0 1-14-16,0-5-26 0,0 0-61 0,-10 0-85 16,10 0-266-16,-9-8-590 0,3 1 261 0</inkml:trace>
  <inkml:trace contextRef="#ctx0" brushRef="#br0" timeOffset="32620.56">7886 4992 208 0,'0'-4'353'0,"0"1"-9"15,2-1-33-15,-2-1-27 16,1 3-32-16,-1 2-23 0,1-5-28 0,-1 5-27 16,1-5-34-16,-1 5-53 0,0 0-36 0,0 0-29 15,0 0-40-15,0 0-53 0,11 11-67 16,-6-5-93-16,1-2-136 0,0 2-397 0,2-5 176 16</inkml:trace>
  <inkml:trace contextRef="#ctx0" brushRef="#br0" timeOffset="35393.9">8317 5086 91 0,'0'0'222'0,"4"-4"-1"16,-4 4-4-16,4-4-4 0,-4 4-9 0,0 0-10 16,4-3-15-16,-4 3-11 0,0 0-18 0,0 0-13 15,0 0-13-15,2-4-13 0,-2 4-16 0,0 0-6 16,0 0-11-16,0 0-13 0,0 0-6 15,0 0-6-15,-13 7-6 0,5-2-2 0,-3 2-7 16,1-2-2-16,-8 4-6 0,5 0-5 0,4-1 2 16,-5 2-5-16,0 0-5 0,0 2-1 0,6-5-3 15,2 3 4-15,-2 1-4 0,2-2-3 0,0 0-1 16,2 1 0-16,1 1 1 0,3-2 2 0,1 2-4 16,2-2-1-16,2 1 2 0,0 2-1 0,8-2-4 15,-7 1 8-15,7 2-5 0,-4-5 3 0,4 3-5 0,-3-4 0 0,-1-1-4 16,-1 1 6-16,-3-2-5 0,0-2-2 0,0 2 2 15,-1 1-2-15,-4-6 0 0,5 3 1 0,-5-3 3 16,0 0-4-16,-5 7 2 0,0-6 3 0,-5 3 3 16,-2-4-2-16,-6 0-2 0,0 2 3 0,-1-2 1 15,0-5-3-15,0 5 1 0,5 0-1 0,-4 0-1 16,0-1 2-16,4 1-4 0,1-1 0 0,3-1-4 0,2 2-16 0,1 0-23 16,7 0-26-16,0 0-72 0,-9-3-85 0,9 3-233 15,0 0-493-15,12-10 218 0</inkml:trace>
  <inkml:trace contextRef="#ctx0" brushRef="#br0" timeOffset="35779.01">8592 5186 9 0,'0'0'252'0,"0"0"-13"16,0 0-15-16,-3-2-13 0,3 2-11 0,0 0-15 0,0 0-12 0,0 0-14 16,0 0-17-1,0 0-16-15,0 0-9 0,0 0-13 0,0 0-9 16,9-7-11-16,-4 6-8 0,4-1-7 0,1 0-7 16,3 0-7-16,-3-1-4 0,3 1-9 0,-3-1-2 0,2 0-2 15,-2 1-4-15,3-2-1 0,-4 1-4 0,-2-1-4 16,-3 0 6-16,4 3 14 0,-3-2 12 15,0 0 5-15,-2-1-5 0,-2 2-2 0,-1 2-10 16,0-8-6-16,0 8-2 0,-8-1-11 0,3-3-1 0,-5 4 2 16,0 0-9-16,-1 4-2 0,-1-3-4 0,-1 2-2 15,-5 2-1-15,4 1-3 0,1 0 1 0,-1 0-1 16,-1 5-3-16,6-2 2 0,-3 1 0 16,4-2-2-16,0 3 2 0,1-1-10 0,2 2-26 15,3-2-16-15,0 0-27 0,4 4-30 0,2-5-46 0,2 1-62 0,0-2-265 16,6 1-517-16,-2-4 228 0</inkml:trace>
  <inkml:trace contextRef="#ctx0" brushRef="#br0" timeOffset="36120.35">8916 5121 25 0,'4'0'276'0,"1"-1"-23"0,-1-3-30 0,2 2-23 0,1 1-17 0,-7 1-18 0,13 3-11 0,-6 1-10 15,0-3-10-15,3 6-8 0,-3 1-10 0,3-1-9 16,1 8-8-16,-1-3-6 0,-1 2-9 0,-3 1-6 31,0-3-8-31,0 2-4 0,0 3-7 0,-3 0-2 0,-3 0-4 0,0-1-1 16,-3-3 0-16,2-1-2 0,1-2 2 0,-5-1-1 16,5-1 3-16,-4-3 3 0,0 0 5 0,3 2 12 15,0-2 23-15,1-5 31 0,-4 3 21 0,4-3 29 16,-4 2 28-16,4-2-6 0,0 0-20 0,0 0-9 15,-4-8-5-15,4 1-14 0,0 0-11 0,2-6-11 16,-4 2-12-16,6-2-21 0,-4-6-18 0,4 7-23 0,2-5-31 0,-1 0-38 16,3 1-26-1,1 1-57-15,2 0-46 0,5 1-53 0,-6 3-32 16,4 2-34-16,4 0-40 0,-1 3-46 0,0-1-307 0,-4 4-708 16,5 2 314-16</inkml:trace>
  <inkml:trace contextRef="#ctx0" brushRef="#br0" timeOffset="36698.86">9275 5267 117 0,'0'0'205'0,"0"0"-13"0,0 0 6 16,0 7 3-16,0-7-5 0,0 0-4 0,0 0-10 16,0 0-13-16,1 1-16 0,6-1-15 0,-7 0-12 15,18-1-13-15,-4-2-10 0,4-2-11 0,1-2-7 0,3 5-11 0,-2-5-6 16,7-2-6-16,1-1-10 0,-4 2-3 0,3-4-6 15,-3 0-6-15,2-1-1 0,-9 3-5 0,0-1-2 16,-1-2-5-16,0 2-1 0,-3-4-3 0,-1 2 1 16,-1 0-4-16,-7 3-1 0,0-1 3 0,0 1 3 15,-5 0-5-15,-1 2 3 0,-3 1-2 0,1-2-3 16,-6 3-1 0,0 1-3-16,-2 1 1 0,1 2-2 0,-3 2-4 15,-3 0-2-15,-1 4 0 0,-1 3 1 0,2-2 1 0,1 3-1 16,-1 3-3-16,1 2-1 0,4-1-3 0,-1 1 9 0,4 3-5 15,4-2 4-15,1 1-3 0,4 1-1 0,3-4 2 16,5 3-1-16,1 0 1 0,7-1 0 0,8 2 0 16,6-2-2-16,3 1 2 0,4-6-1 0,3 0-4 15,-1-2-7-15,1-4-9 0,0 2 2 0,-2-6-4 16,2-1 4-16,-5-6 2 0,-1 2 1 0,-4-4 9 16,1-2 13-16,-12 3 15 0,3-6 30 0,-3-2 8 15,-4 1 12-15,-5-2 22 0,3-4-2 0,-4 6 12 16,3-14-4-16,-5 5 6 0,2-3 3 0,-6 0 5 15,1 0 2-15,-3 4 7 0,0 4 3 0,1 2 4 16,-2 8 9-16,2 0-13 0,-2 4-15 0,-2 0-8 0,2 0-15 0,0 1-14 16,0 1-19-16,0 4-32 0,0 0-21 0,0 0-21 15,0 0 12-15,-4 16 3 0,1 0-2 0,-1 3 0 16,-2 6 3-16,1 4-1 0,-2 3 2 0,1-3-1 16,1-2-8-16,-4 3 11 0,5-1 3 0,2-3-3 15,-4-1 4-15,4-6-10 0,-1-3-19 0,1 0-14 16,2-6-20-16,-2-1-19 15,2 1-31-15,0-4-25 0,3-1-19 0,-2 3-17 16,-1-5-4-16,0-3-15 0,0 0-51 0,0 0-70 16,0 0-320-16,0 0-679 0,25-17 302 0</inkml:trace>
  <inkml:trace contextRef="#ctx0" brushRef="#br0" timeOffset="36950.71">9951 5124 84 0,'-11'2'214'0,"-1"0"-20"15,5-1-14-15,0-1-15 0,2 1-1 16,-3 0 8-16,5 2-6 0,3-3 4 0,0 4 14 16,0-4 9-16,16 3-5 0,-3-1-16 0,15 0-16 15,7-1-10-15,-2 0-21 0,-1-1-10 0,4 0-9 0,3-2-2 16,-2 0 6 0,-1 4-6-16,-1-5-4 0,-5 2 1 0,-2 1 5 15,-7 0 6-15,-11-3-8 0,3 3 0 0,-6 0 7 16,1 0-8-16,-3-2-8 0,-5 2-4 0,9-1-11 15,-9 1-12-15,0 0-23 0,0 0-32 0,0 0-19 16,0 0-36-16,-22-1-33 0,12 2-46 0,0 2-46 16,-2 0-55-16,1-3-94 0,1 1-267 0,1 0-631 15,1-1 278-15</inkml:trace>
  <inkml:trace contextRef="#ctx0" brushRef="#br0" timeOffset="37751.64">11460 5002 171 0,'0'0'284'0,"3"-5"-19"0,-2 0-17 16,3 4-15-16,-3-2-19 0,3 0-19 0,1 1-18 0,-1-2-15 0,6 1-16 0,-1 2-16 0,3 0-13 16,2 2-10-16,0-1-13 0,5 4-6 15,-2 5-6-15,2-4-4 0,6 6-6 0,-2 2-3 16,-6 1 2-16,-2-1-9 0,6 7-1 0,-7-5-4 16,0 1-1-16,0 7-9 0,-4-6-5 0,-1 6 0 15,-1-4-2-15,-3-2-4 0,-1 0-2 0,-4 3-6 16,0-1 0-16,1 0 3 0,-4-3-1 0,-2-1 13 15,-2-5-1-15,-1 0 19 0,-1 1-15 0,3-3 7 16,-4-1 0-16,-1-2-4 0,1-3 15 0,0 1 13 0,2-1 10 16,-1-3 15-16,-1-4 3 0,1 1 7 0,0-4-2 0,5-1-1 15,-1-4-9-15,1-2-9 0,4-3-14 0,5-8-6 16,3 2-3-16,1-5-12 0,6 0 2 0,-2 2-18 16,9-3-13-16,-3 0 5 0,1 1-3 15,1 3-2-15,-3 4-5 0,0 0 1 0,-2 2-5 0,-2 8 1 16,-1-1-2-1,-5 5-6-15,-1 2 1 0,-1-1 1 0,-3 3-7 16,5 1 0-16,-3-2-3 0,0 3 3 0,-4-1-4 16,2 1-24-16,-3 2-24 0,5-4-41 0,-5 4-20 15,0 0 11-15,0 0-8 0,9 6-31 0,-5-1-31 16,1 1-37-16,-4 0-45 0,6 4-45 0,-2 0-76 16,-4-1-243-16,6-1-662 0,-1 1 293 0</inkml:trace>
  <inkml:trace contextRef="#ctx0" brushRef="#br0" timeOffset="37914.24">12076 5211 122 0,'-2'3'398'0,"2"-3"8"0,0 0-2 16,0 5-19 0,0-5-17-16,0 0-23 0,0 0-29 15,0 0-28-15,-2 4-29 0,2-4-36 0,0 0-43 16,0 0-40-16,0 0-47 0,11-9-77 0,-9 6-60 0,2-1-66 15,-4 4-68-15,7-6-86 0,-4 4-295 0,1-1-603 16,-4 3 267-16</inkml:trace>
  <inkml:trace contextRef="#ctx0" brushRef="#br0" timeOffset="38368.47">12462 5014 160 0,'1'-5'359'0,"3"3"-21"0,-4 2-22 16,4-2-24-16,-4 2-31 0,3-2-28 0,-3 2-20 16,0 0-27-16,0 0-25 0,0 0-10 0,0 0-10 0,9 4-28 15,-5 3-18-15,-2-3 5 0,3 5-15 0,0 0 1 0,-1 3-9 16,1-2-9-16,0 2-2 0,3 3-4 0,-6-4-10 15,2 2-3-15,1 2-7 0,-2-1-1 0,2-2 1 16,-1-3-6-16,-3 0-3 0,-1-1-4 16,4 0-1-16,1-3-4 0,-5 2-2 0,1-4-2 15,2 2 0-15,-3-5-1 0,4 7 51 0,-4-7 36 0,1 3 36 16,-1-3 34-16,0 2 34 0,0-2 33 0,0 0 6 16,0 0-20-16,9-9-26 0,-4 1-21 0,8-5-17 15,-4 0-17-15,1-3-16 0,7-3-13 0,-1-5-15 0,2 1-8 16,-1 2-10-16,0 0-12 0,-5 4-8 0,2 2-6 15,-3 0-4-15,1 1-8 0,-4 0 1 0,1 8-11 16,-3-1-5-16,-2 0-7 0,1 4-1 0,-1-3-20 16,0 2-28-16,-3 1-35 0,2 0-42 0,1 0-52 15,-4 3-65-15,0 0-68 0,2-2-33 0,-2 2-23 16,5 7-24 0,-2-2-46-16,-2 2-404 0,3 1-884 0,0 2 392 0</inkml:trace>
  <inkml:trace contextRef="#ctx0" brushRef="#br0" timeOffset="38546.42">12964 5236 22 0,'0'4'425'0,"-1"-2"12"16,1 2-9-16,0-4 19 0,0 6 2 0,0-6 4 16,0 2-14-16,0-2-34 0,0 0-35 0,0 0-36 15,0 5-33-15,0-5-47 0,0 0-57 0,0 0-109 16,0 0-140-16,0 0-147 0,0 0-168 0,0 0-372 15,5-13-800-15,-5 13 354 0</inkml:trace>
  <inkml:trace contextRef="#ctx0" brushRef="#br0" timeOffset="44913.23">5421 8494 103 0,'3'-8'197'0,"-2"3"-8"0,-1-1 1 0,4-1 6 15,-4-1-9-15,0 1-3 16,0 0-9-16,3 0-6 0,-2 0-9 0,0 1-5 0,-1 0-6 16,3 1-5-16,-2 2-8 0,-1-1-15 0,0 1-17 15,0 3-11-15,0-7-10 0,0 7-14 0,0 0-6 16,0 0-8-16,0 0-10 0,0 19-1 0,0-4-6 16,-4 4-4-16,2 10 4 0,-1 4-9 0,-1 1-3 15,0 13-4-15,-2 3-1 0,2-15-1 0,-1 12-4 16,4-1-1-16,-2-10 0 0,-1-1 0 0,2-3-2 15,-2-1 1-15,1-2-3 0,1-3 0 0,-1-1-3 0,2-6-1 16,1 0 1-16,-1-4-2 0,-2-5 0 0,3-1 0 16,0-2 2-16,-1-1 3 0,1-1 1 0,0-1 18 15,0-2 27-15,0-2 7 0,0 5 13 0,0-5-15 16,0 0-26-16,0 0-21 0,-4-10-19 0,1 4-10 16,1-2-28-16,-2-2-20 15,4-1-23-15,-4-1-25 0,4-1-27 0,-5-2-26 16,5-4-44-16,-1 0-36 0,2-9-207 15,-2 0-486-15,7 0 215 0</inkml:trace>
  <inkml:trace contextRef="#ctx0" brushRef="#br0" timeOffset="45203.78">5374 8370 50 0,'-4'-5'248'0,"3"1"-9"0,-3 0-17 15,4 0-16-15,0 0-17 0,0 4-16 0,-4-3-14 0,4 3-15 16,0-5-15-16,0 5-11 0,0 0-9 15,0 0-14-15,0 0-11 0,0 0-9 0,0 0-4 16,5-4-6-16,3 4 2 0,5 2-5 0,2-2-5 16,7 1-4-16,6-1-2 0,1-3-3 0,3 1 1 0,0-1-2 0,4 1-3 15,1-1-4-15,-5 0 0 0,3 1-7 0,-6-2-5 16,0 0-2-16,-8 3-2 0,-8-1 0 0,3-1-5 16,-7 3-2-16,-1 0-3 0,-1-1-1 0,0 1-7 15,-7 0-11-15,9-1-13 0,-9 1 2 0,5 1-3 16,-5-1 2-16,0 0 0 0,0 0-8 0,-13 11-12 15,0-5-13-15,3 1-21 16,1 1-26-16,-3-2-40 0,1 2-16 0,0 0-65 16,-2 1-159-16,5 0-407 0,3-1 180 0</inkml:trace>
  <inkml:trace contextRef="#ctx0" brushRef="#br0" timeOffset="45529.88">5513 8782 2 0,'-5'3'253'0,"1"-1"-13"0,2 0-15 0,2-2-13 16,-5 5-13-16,5-5-13 0,0 0-14 0,-3 3-11 15,3-3-12-15,0 0-8 0,21-6-5 0,-9 4-13 0,7-2-13 16,8-1-8-16,-1-3-6 0,5 4-8 16,-2-1-3-16,1 0-6 0,0-2-7 0,0 3-8 15,-2 0-5-15,-7 2-6 0,-2-1 1 0,-3 1-14 16,-5 0-6-16,1 0-4 0,-4 2 0 0,-2 0-4 0,3-1-20 0,-5 0-12 16,-4 1-11-16,6-1-10 0,-6 1-11 0,0 0-1 15,0 0-12-15,0 0-16 0,0 0-32 0,-9 9-31 16,5-6-46-16,-2-1-42 0,6-2-176 0,-6 1-425 15,6-1 188-15</inkml:trace>
  <inkml:trace contextRef="#ctx0" brushRef="#br0" timeOffset="46046.37">6410 8511 239 0,'4'-4'239'0,"1"1"-22"0,4-2-24 16,2 5-17-16,-2-2-19 0,3 2-20 0,-3 0-14 16,5 0-9-16,-2 0-15 0,-2 5-9 0,4 1-8 15,-1 0-6-15,2 3-8 0,2 1 2 0,-7-1-5 16,1 4-2-16,-4-1-1 0,4 1-9 0,-6 3 0 0,1-1-5 15,-4 2-4-15,-1-1 2 0,-3-1-5 0,-1 2-3 16,-3-1-2-16,-3-1 0 0,3-3 2 0,-2 0-6 0,0-1-2 16,-1-2 3-16,3 0 1 0,1-1 1 0,-3-3 2 15,5 0 7-15,-1-1 13 0,1 0 17 0,0-1 27 16,3-3 33-16,-3 2 19 0,3-2 2 16,0 0-10-16,-4-9-20 15,5 3-11-15,3-5-1 0,0-1-23 0,4-3-14 16,4-8-3-16,-2 5-2 0,7-4-16 0,-2 0-9 15,-3 6-5-15,2 1 3 0,-2-1-8 0,0 4-2 16,-3 0-2-16,-1 4-3 0,-1-1-12 0,1 2 4 16,-3 2-5-16,-1-1-5 0,-3 2 0 0,4 1-5 0,-1 1-6 0,-4 2-11 15,4-3-11-15,-4 3-13 0,0 0-1 0,0 0 5 16,5 10 6-16,-5-3 2 0,0 2-8 0,-1 4 11 16,2 3 1-16,-1 0 0 0,4 0-10 0,-3 3-9 15,3-2-9-15,0 0-16 0,2 0-18 0,1-2-16 16,-2-5-24-16,0-2-23 0,0 2-27 0,4-2-41 15,-1-3-47-15,-3-2-290 0,1-3-595 0,3 0 263 16</inkml:trace>
  <inkml:trace contextRef="#ctx0" brushRef="#br0" timeOffset="46268.99">6979 8393 138 0,'6'-1'188'16,"-6"1"-13"-16,0 0-1 0,8 9-8 0,-2-2 2 0,-2 3-16 0,1 4 1 16,2 2-5-16,-1 1-3 0,-1 9-7 0,2-6-12 15,-2 5-10-15,0 1-8 0,-3 2-10 0,0 0-8 16,-6-1-6-16,1 1-9 16,-3-4-3-16,-2-4-2 0,-1-2-12 0,-2-2-14 0,-3 1-14 0,-5 0-36 0,-4 1-36 15,-3-5-60-15,3-4-74 0,-5-2-223 0,-1-3-432 0,8 0 193 16</inkml:trace>
  <inkml:trace contextRef="#ctx0" brushRef="#br0" timeOffset="46585.13">6473 8263 185 0,'-4'-2'291'0,"3"-2"-28"0,1 4-25 16,0 0-27-16,-4-3-25 0,4 3-18 0,0 0-20 0,0 0-18 16,-16 11-13-16,9-2-10 0,-6 3-18 0,-5 10-7 15,2 5-10-15,-2 3-3 0,1 2-9 0,-5 12-5 16,1 1-3-16,3 0-6 0,5-9-2 0,4 10-5 0,4-12-2 15,5-2-2-15,0-1-4 0,8-1 9 0,2-5-8 16,9 0 0-16,5-1-8 0,7-7-37 16,16 0-90-16,7-11-152 15,6-2-164-15,-2-5-454 0,-1-7 202 0</inkml:trace>
  <inkml:trace contextRef="#ctx0" brushRef="#br0" timeOffset="48102.46">2541 8804 115 0,'0'0'145'16,"0"0"-18"-16,0 0-8 0,0 0-11 0,0 0-4 16,0 0-3-16,0 0-2 0,0 0-4 0,0 0-5 15,-7-1-3-15,7 1-3 0,0 0-4 0,0 0-7 16,0 0-9-16,0 0-7 0,0 0-2 0,0 0-6 16,0 0-4-16,11-6-3 0,-11 6-4 0,9-3-4 15,-3 0-6-15,3-1-3 0,0 2-2 0,-1-3 0 0,2-2-6 0,-1 2 8 16,0 0-8-16,0 0-4 0,4-2 0 0,-6 0-1 15,1 1 10-15,1-3 4 0,-1 4 11 0,-5-2 2 16,1 1 4-16,-1 0 8 0,1-1-4 0,-3 4 2 16,0-4-7-16,-2 2-4 0,1 5-4 0,-6-5-5 15,0 2-4-15,-4 3-6 0,-1 1-4 0,-6 5 1 16,-2 2-2-16,1-1-2 0,-9 7-6 0,0 5 1 0,3 2 0 16,-3 1-1-16,3 2-2 0,-5-1-1 0,8 5-3 0,-3-2 0 15,2-1-3-15,7 1 4 0,-3-2 1 16,6-3-1-16,1 4-1 0,7-7-1 0,-1 0 2 15,8-1 1-15,0 0 1 0,4-1 1 0,4-4 1 16,6-3 3-16,10 3-2 0,2-7 2 0,6-3-30 0,2 0-45 16,2-5-72-1,15-2-98-15,-4-3-125 0,-13 2-392 0,1-5 173 16</inkml:trace>
  <inkml:trace contextRef="#ctx0" brushRef="#br0" timeOffset="48750.12">3033 8704 197 0,'-1'-2'299'0,"-2"-3"-10"15,3 5-14-15,-1-4-16 0,1 4-18 0,0-5-26 16,0 5-20-16,0 0-23 0,-4-3-18 0,4 3-23 15,0 0-13-15,0 0-14 0,0 0-9 0,0 0-12 16,3 19-8-16,-2-8-7 0,0 3-7 0,-1 1-6 0,4 11-5 0,-4 1 4 16,0-4-12-16,4 2-3 0,-5 2-5 0,1-7-5 15,0 6-23-15,0-8-12 0,0-1-21 0,-3 1-19 16,3-2-14-16,0-3-19 0,0-1-23 0,-4 0-32 16,3-4-31-16,1-1-34 0,-1-4-222 0,-2 1-455 15,-2-2 202-15</inkml:trace>
  <inkml:trace contextRef="#ctx0" brushRef="#br0" timeOffset="49088.46">2923 8652 67 0,'0'0'177'0,"0"0"-21"0,0 0-16 16,0 0-13-16,0 0-11 0,0 0-10 0,21 13-4 15,-11-5-4-15,6 0-12 0,2 3-8 0,8 1-6 16,-3 5-9-16,2-2-3 0,0 2-7 16,3 3-3-16,-5 1-8 0,-3-4-5 0,2 3-1 15,-4 1-5-15,-7-4-5 0,-3 0-1 0,1 1 9 0,-4 0 3 16,0 2 8-16,-5-4 2 0,-5 2 6 0,0-2 5 0,-12 4 2 16,2-5-1-16,-5 5 0 0,-3-3-6 0,0-3 2 15,-2 0-9-15,2-2-2 0,5-1-1 0,-2-3-5 16,5 0-4-16,-2-3-1 0,3 2-5 0,4-2-4 15,-2-3 2-15,5 1-5 0,-1-2-1 0,3 2 0 16,1-3-4-16,4 0-1 0,-9 3-19 0,5-3-28 16,4 0-47-16,0 0-80 15,0 0-248-15,5-10-442 0,3 5 196 0</inkml:trace>
  <inkml:trace contextRef="#ctx0" brushRef="#br0" timeOffset="49574.21">3494 8816 8 0,'0'0'321'0,"6"-1"-33"0,-6 1-29 0,0 0-28 16,3-1-25-1,-3 1-23-15,0 0-19 0,0 0-8 0,8 4-13 0,-7-1-12 16,2 7-14-16,-1-5-6 0,0 5-9 0,-1 4-10 16,3-2-10-16,-3 2-5 0,2 4-8 0,-1-2-8 15,0 1-2-15,-2 0-7 0,0-1-6 0,0 4-3 16,-3-3-3-16,3-5-4 0,-3 3-4 0,3-3-5 16,-1-2-1-16,-2-1 0 0,1-3 8 0,2 0 7 15,0-1 10-15,-3-2 17 0,2 1 19 0,1-4 33 0,0 4 25 0,0-4 34 16,-3 4 19-16,3-4 9 0,0 0-23 0,-6-8-18 15,1 4-16-15,0-5-13 0,1-2-10 0,-2-3-15 16,-2-5-9-16,3-5-14 0,-4-2-13 0,5-4-14 16,-1-4-11-16,1 2-6 0,-1-14-9 0,1 14-7 15,8-1 0-15,-8 0-5 0,4 4 1 0,4 3 1 16,-4 0-1-16,0 10-1 16,4-1 1-16,-3 4-1 0,-1 1-3 0,3 3-3 15,-2 0-5-15,-1 1-1 0,4 2-3 0,0 0-7 16,0 1-12-16,2 0-21 0,3-2-20 0,1 4-22 15,2 1-18-15,3-1-32 0,4 3-26 0,-1 3-23 16,4 0-38-16,-2 3-30 0,2 0-35 0,-3 1-45 16,0 0-54-16,-5 0-267 0,-1 0-694 0,-4-3 307 15</inkml:trace>
  <inkml:trace contextRef="#ctx0" brushRef="#br0" timeOffset="49752.71">3381 8918 48 0,'-5'2'247'0,"1"1"-8"16,1 1-8-16,1-1-17 0,2-3-12 0,0 0-7 15,0 0 0-15,0 0-17 0,20 1-14 0,1-2-15 0,13-4-15 16,3-2-47-16,14-3-58 0,2 0-74 16,4-4-100-16,-6 4-209 0,-13-1-383 0,0 1 169 15</inkml:trace>
  <inkml:trace contextRef="#ctx0" brushRef="#br0" timeOffset="50623.33">7379 8661 16 0,'-4'-7'251'16,"4"7"-10"-16,-1-2-11 0,1 2-7 0,0 0-17 0,-3-3-1 15,3 3-9-15,0 0-13 0,0 0-3 0,-1-2-12 16,1 2-9-16,0 0-12 0,0 0-16 0,0 0-13 16,4-6-13-16,0 2-12 0,-4 4-9 0,9-5-9 15,1 4-9-15,0-2-9 0,2 2-10 0,2-3-22 0,-2 1-24 0,8 3-30 16,-1-2-29-16,-3 2-36 0,3 0-38 0,2-3-51 16,-2 3-62-16,-1 0-166 0,0 0-446 15,-4 0 197-15</inkml:trace>
  <inkml:trace contextRef="#ctx0" brushRef="#br0" timeOffset="50776.94">7434 8816 216 0,'-4'4'263'0,"0"0"-20"0,2-2-20 16,2-2-26-16,0 0-16 0,7 2-22 15,7-2-13-15,8-2-13 0,10-6-32 0,5 5-65 16,14-4-79-16,4-4-95 0,-6-1-149 0,3 5-310 0,-16-6 138 15</inkml:trace>
  <inkml:trace contextRef="#ctx0" brushRef="#br0" timeOffset="53796.71">9082 7353 127 0,'0'0'130'0,"-2"-1"-17"0,2 1-10 0,-3-5-7 16,3 5 6-16,-4-4-12 0,4 4-8 16,0 0 1-16,-5-3-4 0,5 3-10 15,0 0 4-15,0 0-4 0,0-2-11 0,0 2-12 16,0 0 2-16,-4-4 0 0,4 4-7 0,0 0-1 15,-1-3-3-15,1 3-12 0,0 0 6 0,0 0-7 0,-5-3 0 16,5 3 1-16,-2-4-6 0,2 4-1 0,0 0 4 16,-6-4-4-16,6 4-1 0,-1-3-3 15,1 3-6-15,0 0 9 0,-5-4-6 0,5 4 1 0,-3-2-4 0,3 2 5 0,-1-4-3 16,1 4-2-16,0 0 0 0,0 0 3 16,-5-2 1-16,5 2 0 0,0 0-3 0,-3-3 1 15,3 3 0-15,-5-3 0 0,5 3-3 0,0 0 7 16,-6-3 4-16,6 3 10 0,-3-2-2 0,3 2 2 0,0 0-1 15,-3-4 0-15,3 4 10 0,0 0 0 16,-3-3 2-16,3 3 0 16,0 0-1-16,0 0-2 0,-4-2-1 0,4 2 0 15,0 0-5-15,0 0 6 0,0 0 1 0,0 0 0 16,0 0-6-16,0 0-5 0,0 0-6 0,0 0-7 16,0 0-6-16,0 0-17 0,0 0-17 0,0 0-8 15,0 0-3-15,7 11 1 0,-7-3 3 0,0 3 4 16,0 5 2-16,0 4 1 0,-2 7 5 0,1 7 1 15,-3 0 4-15,0 20 1 0,2-1 4 0,-4 5 2 0,0-1 5 0,-1 25 0 16,1-26-2-16,-2 3 1 0,1 0 3 0,0-2 0 16,-1 3 1-16,3-4-2 15,-3 3 0-15,0-7 4 0,-2 4-3 16,4 3 5-16,-4-1 0 0,-2-3-2 0,1 3 1 0,-2 0 0 16,-5 0 1-16,-3-2 4 0,2 2-1 0,-1-7 0 15,-1-1-2-15,1-3-5 0,-3-4 3 0,2 3 3 16,1-14 1-16,5-1-2 0,-3 10-2 0,0-9 4 15,0-5-2-15,2 2 7 0,0-5-8 16,1 2 3-16,-1-7-4 0,5-2 6 0,-1-3 2 0,3-2-4 0,1-3-2 0,3 0 13 0,1-4 20 16,0-1 23-1,1 1 19-15,2-3 8 0,1-2-8 0,0 0-9 16,0 0-7-16,0 0-5 0,-4-14-12 0,9 5-7 0,0-2-4 16,2 3-11-16,4-5-6 0,2 4-3 0,1-1 1 0,1-1-4 15,-3 3-3-15,3 0 6 0,-2 2-7 0,-2 2-3 16,1-1-1-16,-2 2-3 0,3 2-1 15,-4 1-5-15,1 1-6 0,3 3-14 0,-4 1 3 0,0 3-4 16,4 5 4-16,-3 3 3 0,-4 2 3 0,4 7 0 16,-3 4-2-16,-6 2 5 0,2 3 2 0,-3 13-2 15,0 0 2-15,-2 2-1 0,0-1 1 0,-1 1 5 0,1 1-1 16,-3-2 1-16,-2 3-1 0,2 0 2 0,-1 3 5 0,-2 8-1 16,-2 18 2-16,1-22-1 0,-8 24 0 15,7-23 1-15,-8 22 2 0,4-24-2 0,3 0 3 16,-2-1-2-16,0 2 0 0,-7 24 2 0,0 1 2 15,5-28 2-15,0 1 1 0,0 0 1 0,-2 2 1 0,-5 23 8 16,8-27 4 0,0 2 1-16,0-4 3 0,-3 2-3 0,7-2 0 15,-3 0-5-15,0 1 2 0,5 1-2 0,5-4 4 16,-2-2 11-16,2 1 1 0,5-12-2 0,2-2-2 16,3 0-1-16,6 11 0 0,1-12-5 0,6-5-2 15,15 6-2-15,2-1-6 0,8-4-28 0,8-6-20 16,10-5-49-16,26 3-67 0,6-11-107 0,-3-11-208 15,5-6-503-15,9-15 222 0</inkml:trace>
  <inkml:trace contextRef="#ctx0" brushRef="#br0" timeOffset="56684.75">10240 7275 154 0,'0'0'241'0,"0"-5"-11"0,0 5-11 15,-1-5-12-15,1 5-13 0,-1-5-11 0,1 5-18 16,0 0-15-16,-3-3-13 0,3 3-17 0,0 0-12 16,0 0-13-16,0 0-15 0,0 0-4 0,0 0-8 15,0 0-9-15,-18 13-6 0,9-5-8 0,0 1 1 16,-1 6-7-16,-3 0-10 0,-1 7 2 0,-2-1-4 16,3 1-4-16,0-1 5 0,1 3-10 0,5-6-2 0,0 0-2 0,-4 0 0 15,6 1 0-15,1-1-4 0,0-1 0 0,4-4 1 16,-3 2 1-16,3-1-1 0,4 3 2 0,0-7-1 15,-1-1 5-15,2-1-2 0,1 0 1 16,4-3 11-16,2-3 10 0,7 1 0 0,0-3-1 0,8-6 3 16,3-5 1-1,-2 0 1-15,-2-4 6 0,-1 1 6 0,-2-3 3 16,-3 0 6-16,-1-4 23 0,-2 1-17 0,-7 2-9 16,2-6 1-16,-2 1-8 0,-4 4 1 0,-2-1-7 0,-5-6-5 15,-2 6-1-15,-3-3-5 0,1 5-8 0,-4 1-10 16,-4 3-23-16,-4 1-12 0,-2 2-28 15,-6 3-27-15,-2 1-30 0,-1 2-31 0,-3 9-38 16,3 1-42-16,10 3-93 0,0 1-193 0,6-1-541 0,5 0 240 16</inkml:trace>
  <inkml:trace contextRef="#ctx0" brushRef="#br0" timeOffset="59735.44">12333 7399 142 0,'-4'-1'159'0,"4"1"-12"0,-6-2-4 15,6 2-13-15,-10-2-4 0,10 2-12 0,-8-1-13 16,8 1-6-16,-4-2-8 0,4 2-11 15,0 0-1-15,0 0-15 16,-7-1-2-16,7 1-3 0,0 0-3 0,0 0-6 0,0 0 2 16,0 0 6-16,0 0-2 0,-4-1 2 0,4 1-8 15,0 0 1-15,0 0-4 0,0 0-3 16,0 0-4-16,0 0 3 0,0 0 3 0,0 0-2 0,0 0 2 16,0 0 0-16,0 0 5 0,0 0 1 0,0 0 2 0,0 0 1 15,0 0-2-15,0 0-3 0,0 0 0 0,0 0-6 16,0 0-4-16,0 0 0 0,0 0-6 0,0 0-2 15,0 0-3-15,0 0 0 0,0 0-7 16,0 0 0-16,0 0-6 0,0 0 3 16,0 0-1-16,0 0-3 0,0 0 1 0,0 0-1 0,0 0-4 0,0 0 0 15,0 0 1-15,0 0-5 0,0 0 1 0,0 0-2 16,0 0 3-16,0 0 0 0,0 0-3 0,0 0 1 16,0 0 2-16,0 0-3 0,0 0 1 0,0 0 0 0,0 0 0 0,0 0 0 15,0 0 1-15,0 0-6 0,0 0 3 0,0 0 1 16,0 0-2-16,0 0 1 0,0 0 0 0,0 0 1 15,0 0-3-15,0 0 1 0,0 0 1 0,0 0-1 16,0 0 2-16,0 0-3 0,0 0-3 0,0 0 6 16,0 0-3-16,0 0-1 0,0 0-1 0,0 0 7 15,0 0-6-15,0 0 0 16,0 0 1-16,0 0 0 0,0 0 2 0,0 0-1 16,15-3-1-16,-1 2 2 0,4-2-1 0,9 2-1 15,4-2 1-15,2-1-3 0,4 2 2 0,1 0 0 16,-1 0 2-16,-1 1-1 0,0-4-3 0,-1 4 2 15,-4 0 1-15,-2-2 0 0,-8 2 1 0,-2 1 0 16,0-2-3-16,-6 2 7 0,-1-1-4 0,-2 0-1 16,-4 1 2-16,-6 0 0 0,9 0 2 0,-9 0-2 0,8 0-2 0,-8 0-12 15,0 0-14-15,0 0-18 0,0 0-29 0,0 0-15 16,0 0-26-16,0 0-36 0,-17 4-44 16,12-3-195-16,5-1-421 0,-10 3 187 0</inkml:trace>
  <inkml:trace contextRef="#ctx0" brushRef="#br0" timeOffset="61324.23">13451 7335 56 0,'0'0'132'0,"0"0"-17"0,0 0-5 16,3-7-2-16,-3 7-9 0,0 0-7 16,0 0-4-16,0 0-8 0,0 0-16 15,0 0 7-15,1-5-17 0,-1 5-10 0,0 0 3 0,0 0-2 0,0 0-10 16,0 0 5-16,0 0-9 16,4-2-3-16,-4 2-5 0,0 0 2 0,0 0-7 15,0 0 1-15,0 0-4 0,0 0 10 0,0 0-14 16,0 0 3-16,0 0 0 0,0 0-2 0,0 0 7 15,0 0-11-15,0 0-5 0,0 0 0 0,0 0 3 16,0 0 1-16,0 0-4 0,0 0-1 0,0 0 2 16,0 0 0-16,0 0-2 0,0 0 1 0,0 0-8 15,0 0 9-15,0 0-8 0,0 0 6 0,0 0-2 16,0 0 3-16,0 0 0 0,0 0-2 0,0 0 1 0,0 0-2 0,0 0-6 16,0 0 5-16,0 0 2 0,0 0 0 0,0 0-1 15,0 0 2-15,0 0 4 0,0 0-5 0,0 0-2 16,0 0 1-16,0 0 5 0,0 0-1 0,0 0 0 15,0 0 1-15,0 0 1 0,0 0 1 0,0 0 4 16,0 0-4-16,0 0 2 0,0 0-3 0,0 0-2 16,0 0 2-16,0 0-7 0,0 0 3 0,0 0-1 0,0 0 6 0,0 0-7 15,0 0 0-15,0 0 6 0,0 0-8 0,0 0 3 16,0 0 2-16,0 0-2 0,0 0 1 0,0 0 3 16,0 0-4-16,0 0 0 0,0 0 1 0,0 0 4 15,0 0 9-15,0 0-4 0,0 0 6 0,0 0 2 16,0 0 4-16,3-3 2 0,-3 3 3 0,0 0 2 15,0 0 1-15,0 0-4 16,0 0-2-16,0 0 0 0,0 0-2 16,0 0-1-16,0 0-3 0,0 0-4 0,-3-5 2 0,3 5-6 15,5-2 1-15,-4-3-1 0,-1 5-3 0,4-6 0 16,-4 2 0-16,0 0-5 0,3 0 2 0,-3-2 5 16,0 1 0-16,1-2 0 0,0-2 1 15,0-2 6-15,1 1 1 0,-1-1 2 0,-1 1 10 0,3-2 6 16,-2 4 7-16,2-3-1 0,-3 1 3 0,0 3-4 0,1-1-5 15,-1 2-4-15,0 1-1 0,0-1-1 0,0 2-5 16,0-1-2-16,1 2-3 0,-1 3-4 0,-1-7-4 16,1 7-2-16,1-6-2 0,-1 6-16 0,0 0-1 0,0 0-3 15,-9 0 4-15,0 6 1 0,-5 3-1 0,-4 1-1 16,-6 7 4-16,-2 1-1 0,0 2 1 16,-3-1 3-16,0 1-4 15,-2 1 3-15,1 0 1 0,-14 3 2 0,12-2-5 16,0-4 4-16,-1 4 1 0,2-5 2 0,5-2-1 15,-1-3-5-15,6-1 3 0,7-5 3 0,0 2-2 16,5-4 3-16,-2 1-3 0,3-2 7 0,2 0 8 0,3-1 18 16,-3-1 2-16,6-1-1 0,0 0 5 0,-10-6 11 15,8 2-14-15,2-2-1 0,5-4-6 0,-2 1-1 0,2-3-6 16,4-2-2-16,4 2-2 0,0-2-2 0,-2-1-3 16,3 2-1-16,-4 7-1 0,3-3-3 0,-4 2-1 15,0 0 0-15,4 1-4 0,0 4-4 0,-2 1 0 16,3 2-2-16,-2 2 1 15,5 4-1-15,-1 2-5 0,0 3 5 0,1 1-1 16,2 7 2-16,-6-4 4 0,6 4-7 0,-5 1 1 16,-1-4 0-16,-4 0 5 0,5-1-2 0,-6 0 0 15,-1-4 0-15,0-4 2 0,0 3 2 0,0-5-2 16,-3 2 5-16,-1-3-2 0,0-1 2 0,0 1 0 16,-1-1 28-16,3-1 24 0,-2-3 23 0,-3 0-21 15,0 0-6-15,13-6-5 0,-10 0-7 0,3 2-4 16,0 0-7-16,3-5-4 0,-3 0 0 0,2-2 2 15,3-1-16-15,2-1-11 0,-5 3-20 0,-1 1-11 16,2 0-12-16,2 1-21 0,0 2-26 0,-2-1-33 0,0 2-37 0,5 0-39 16,-1-1-62-16,-3 4-184 0,4-2-479 0,-1 0 212 15</inkml:trace>
  <inkml:trace contextRef="#ctx0" brushRef="#br0" timeOffset="61793.77">14090 7100 225 0,'0'-4'273'0,"0"4"-28"15,3-3-20-15,-2 0-21 0,-1 3-20 16,3-2-18-16,-3 2-19 0,0 0-18 0,2-4-16 15,-2 4-14-15,0 0-11 0,0 0-10 0,-5 11-6 0,-3-3-8 16,-2 4-4-16,-6 2-8 0,0 3-5 0,-4 2 1 16,-3 0-10-16,0 0-1 0,2 0-4 15,-2 0-5-15,-1 0-1 0,11-6-3 0,-6 0-3 0,6 0 0 0,-1-1-6 16,4-1 1-16,-2-2-2 0,2-2 0 0,5 0-3 16,-1 0 3-16,1-2-5 0,1-1 0 0,0 4 0 15,3-3-2-15,0 2 1 0,1 1-2 0,2-3 7 16,6 7 2-16,-1-5-12 0,4 3 5 0,2 2-5 15,4-1 1-15,1 1 1 0,5 4 4 0,-1-1-6 16,-4-2-1-16,5-1 1 0,-1 2-1 0,-5-3 1 16,0-5 3-16,-2 2-5 15,-4-3 2-15,1 2 3 0,-3-2-1 0,-4-2-3 16,4-1 7-16,-5 1 16 0,1-2 8 0,-1 2 7 16,1-3 0-16,-5 0 4 0,0 0 1 0,4 4-7 15,-4-4-2-15,5 1 0 0,-5-1-7 0,0 0-2 16,0 0-7-16,5 2-17 0,-5-2-22 0,0 0-24 15,0 0-83-15,0 0-75 0,8-7-81 0,-4 4-173 16,0-1-494-16,1-1 219 0</inkml:trace>
  <inkml:trace contextRef="#ctx0" brushRef="#br0" timeOffset="62241.87">14325 7253 46 0,'8'-3'158'0,"-3"3"-16"16,4 0-15-16,-4 3-5 0,4 0-16 0,-1 1 2 31,-1 3-7-31,0 1-8 0,-1 0 2 0,-1 4-8 16,-2-2-7-16,1 2 3 0,-3 0-10 0,0 4-3 15,-2-1 0-15,-2 2-7 0,1-5-7 0,-1 1-1 0,1 0 5 0,-3-1-6 16,-1-2 0-16,1 2-3 0,-2-3-6 15,3 1 5-15,-1 0-3 0,-3-4 2 0,5-1-3 16,0 1 8-16,-1-4 3 0,3 3 17 0,-2-3 13 16,3-2 23-16,-4 3 18 0,4-3 33 0,-1 3 18 0,1-3 6 15,0 0-16-15,0 0-20 0,5-11-14 0,5 2-22 16,0-3-4-16,2-1-24 0,7-6-5 0,0 0-22 0,1-2-21 16,4 0-5-16,-3-2-9 0,0 4-8 0,-1 4 1 15,-3 2 2-15,-7 2-3 0,1 3-9 0,-4 3 2 16,-1 1 0-16,1 0-5 0,-3 0 14 0,1 3-39 15,-2 0-18-15,-3 1 0 0,0 0-4 0,10 8 1 16,-8-3 2-16,-1 1 3 0,3 6 1 0,-1 1 9 16,2 2 2-16,-2 2 0 15,3 1 7-15,0 0 0 0,3-1 1 0,0 1 3 16,5 4-7-16,-2-7-16 0,2-1-30 0,1 1-42 16,8-1-64-16,-1-5-97 0,-3-2-260 0,4-5-574 15,5-2 253-15</inkml:trace>
  <inkml:trace contextRef="#ctx0" brushRef="#br0" timeOffset="64699.77">15324 7061 68 0,'0'-4'178'0,"0"4"-27"0,0 0-2 16,3-3-14-16,-3 3-20 0,0 0-7 0,0 0-12 15,0 0-10-15,0 0-7 0,0 0-5 0,-6 11-10 0,-1-5-3 16,-2 7-1-16,-1 1-5 0,-4 0 7 0,-1 6-15 16,-7 1-3-16,-1-1 5 0,1 2-9 0,3 1-3 15,-4-2-10-15,3-2 5 0,4-4-4 0,-2 2-4 0,4-3 3 16,2-2 3-16,1-3-12 0,2 0 0 16,2 0 1-16,0-1-4 0,0-2-7 0,2-2 5 15,1 4-4-15,0-5-1 0,1 2 4 16,2 1 3-16,1 0 5 0,1-2-3 0,-1 3 2 0,6 1 1 0,-1 1-3 0,6-1 2 0,1 4 4 15,0 0 2-15,4-3-3 0,-1 3-2 0,4-3 0 16,2 7-1-16,3-4 0 0,-6-3-3 16,1-1 3-16,-2 4 4 0,-1-4-3 0,-4 0 0 15,-2-2-1-15,0-1 1 0,-1 0-3 0,-4-3 2 0,3 2 12 16,-3-1 11 0,-1-2 14-16,0 0 7 0,0 2 7 0,-1-3 9 15,-3 0 8-15,3 3 6 0,-3-3-7 0,5 2-5 16,-5-2-6-16,0 0-6 0,0 0-9 0,5 2-5 15,-5-2-8-15,0 0-5 0,0 0-8 0,0 0-10 16,0 0-11-16,0 0-19 0,0 0-21 0,0 0-19 0,0 0-27 16,0 0-25-16,0 0-32 0,6 1-47 0,-6-1-84 15,0 0-204-15,6-7-502 0,-4 6 223 0</inkml:trace>
  <inkml:trace contextRef="#ctx0" brushRef="#br0" timeOffset="65316.12">15539 7161 39 0,'0'-5'228'0,"0"1"-6"0,3 1-22 16,-1 0-20-16,2-1-19 0,1 1-20 0,2 1-14 16,0-1-13-16,1 3-10 0,2 0-13 0,4 0-8 0,-2 4-14 15,3 4 1-15,-3-2-5 0,3 5-6 0,-6-3 0 0,1 6-10 16,3 2 1-16,-4 0-6 0,-3 0-3 0,1 1-7 15,-4 0 1-15,-1 2-5 0,-1-2 3 0,-4 0-7 16,-2-1-1-16,-1 2 1 0,-2-1-4 0,-1-2 3 16,-1 1-1-16,0-5-6 0,1 0 5 0,0-2 6 15,0-1-5-15,0 0 2 0,-1-2 1 0,5 0-2 16,-2-3 1-16,5 1 5 16,-2 0 6-16,0-2 19 0,0-1 29 0,4-1 30 15,-5 4 37-15,5-4 10 0,0 0-31 0,0 0-16 16,5-14-10-16,4 4-11 0,-1 0-8 0,6-6-13 15,3-5-8-15,3 2-8 0,-1-3-10 0,3-2 2 16,0 3-3-16,-1 2-10 0,-3-1-1 0,-2 7-8 16,-5 0 0-16,-1 4-3 0,-1 1-9 0,-1 1 12 15,-3 2-12-15,0-1 0 0,-1 4-11 0,2 0-8 0,-2-1-11 0,-1-1-9 16,-2 3-21-16,-1 1-1 0,0 0-2 16,0 0 3-16,5 10 6 0,-5-6 1 0,0 7 0 0,0-1 3 15,0 2 3-15,3 1-3 0,-3 2-9 0,1 0-28 16,3-2-13-16,0 3-21 0,1 1-26 0,0-2-26 15,3 1-55-15,-2-4-81 0,4-5-183 0,0 0-515 16,1-2 228-16</inkml:trace>
  <inkml:trace contextRef="#ctx0" brushRef="#br0" timeOffset="65494.71">16144 7328 16 0,'1'-5'313'16,"-1"5"-18"-1,0 0-10-15,2-3-38 0,-2 3-24 0,0 0-26 16,0 0-25-16,0 0-17 0,0 0-20 0,0 0-8 16,0 12-12-16,0-4-8 0,-1 4-7 0,0 3-11 15,0 0-8-15,1 5-9 0,0-2-1 0,1 7-25 16,-1-5-46-16,1 5-59 0,-2-5-56 0,3 9-80 16,-4-12-219-16,1 0-447 0,-1-8 199 0</inkml:trace>
  <inkml:trace contextRef="#ctx0" brushRef="#br0" timeOffset="67549.1">10018 8313 67 0,'1'-10'181'0,"3"0"-2"0,-2 0 2 0,1 1 15 15,1-1-7-15,-4-1 0 0,3 3-10 0,0-2-9 16,0 4-8-16,-3 0-7 0,1 1-5 0,0 0-13 15,-1 0-11-15,0 5-14 0,0-6-13 0,0 3-12 16,0 3-26 0,0 0-22-16,0 0-4 0,0 0-7 0,0 0-3 15,-6 26-3-15,-3-3-2 0,3 5-6 0,-2 3 4 0,0 6 2 16,-2 14-2-16,0-2 0 0,-2 4-1 0,2-3-1 16,1 0-10-16,4-2 0 0,-4-1 0 0,4-13 1 15,1-1-3-15,2-2 1 0,-1-3-1 16,-1-1 3-16,0-7-2 0,3-3-1 0,-2 0 0 0,2-6 2 15,1-2 9-15,-5 0 4 0,3-2 9 0,0 0 2 0,1-2 12 16,-2-1-5-16,0-1 7 0,-3 1-7 0,-1-1 3 16,-6 0-12-16,3-3 11 0,-5 0-14 0,0 0-5 0,-1-3 1 15,-1-1-7-15,-2 0 0 0,6 0 4 0,2 2-5 16,-2-2 3-16,0 0-4 0,-1 0-3 16,5 1 0-16,0 1 1 0,4-2-3 0,-3 1 1 15,3 0-4-15,1 2 2 0,1 0-8 0,0-3-19 0,-1 1-35 0,4 3-45 0,-2-7-51 16,3 4-51-16,0-5-42 0,4 1-216 15,0-2-497 1,3 1 221-16</inkml:trace>
  <inkml:trace contextRef="#ctx0" brushRef="#br0" timeOffset="67813.7">9767 8614 40 0,'0'0'239'0,"-5"-3"-17"0,5 3-18 0,0 0-13 15,0 0-17-15,0 0-17 0,0 0-11 0,0 0-7 0,18-5-5 0,1 2-9 16,4 1-10-16,4 0-7 0,4-1-13 0,4-2-9 16,-3-1-9-16,-1 1-6 0,0 1-8 0,-11 2-6 15,2 0-11-15,-3 1-2 0,-2-1-15 0,-3 1-20 16,-5 0-24-16,-2 1-24 0,2 0-21 0,-9 0-1 15,7 1-5-15,-7-1-9 0,2 3-18 0,-2-3-27 16,0 0-21-16,-9 4-177 16,9-4-343-16,-10 1 153 0</inkml:trace>
  <inkml:trace contextRef="#ctx0" brushRef="#br0" timeOffset="68268">10424 8459 149 0,'0'0'146'16,"13"1"-11"-16,-8 3-11 0,0-3-3 0,-1 4-17 16,5 3 1-16,-4-1-12 0,0 5-7 0,-2-3-6 0,0 0-6 15,-1 4-7 1,-4-1 3-16,1 1-3 0,-1 2-5 0,-4-1-3 15,0 3 2-15,0-1-5 0,-3-1-1 0,0-1-1 16,0-1-5-16,-1-1-2 0,1-3-1 0,2 0-2 16,-3-3-4-16,5 1 0 0,0-2-5 0,1-2 4 15,0 1 4-15,0-2 15 0,3 3 16 0,1-5 25 16,-5 2 21-16,5-2-7 0,0 0-11 0,0 0-9 16,5-14-9-16,0 5-14 0,4 1-6 0,3-8-6 0,7-4-8 0,0 1-2 15,-1-1-8-15,2 1-6 0,-1 0-1 0,-4 6-6 16,0-1-4-16,-4 4 3 0,-2 1-5 0,-1 1 1 15,0 1-9-15,-2 2 10 0,-1 1-9 0,0-1 0 16,-1 2-5-16,1 1 2 0,-1 2-11 0,-4 0-8 16,4-3 1-16,-4 3-6 0,0 0-1 0,0 0 2 15,5 7-2-15,-5 0 0 0,1 1 4 0,2 4 0 0,-3 0 2 0,0-2 2 16,1 5-21-16,-1-3-15 0,4 1-7 0,-4 0-15 16,4-1-13-16,-3 1-20 0,4-4-25 0,-4 3-25 15,3-2-55-15,-4-5-224 0,4-1-460 0,-1 1 203 16</inkml:trace>
  <inkml:trace contextRef="#ctx0" brushRef="#br0" timeOffset="68581.59">10775 8572 174 0,'0'0'290'16,"3"-4"-16"-16,-3 4-23 0,0 0-24 0,0 0-14 15,0 0-24-15,0 0-20 0,0 0-21 0,0 0-17 0,0 0-15 0,0 0-15 16,0 0-8-16,0 0-11 0,5 8 2 0,-5-3-17 16,1 0-5-16,-1 1-7 0,0-1-3 0,3 1-8 15,-3 5-5-15,0-5 1 0,0 4-5 0,0-4-4 16,0 5-3-16,0-5-5 0,0 2-1 0,0-1-2 16,-3 1-2-16,6-1 1 0,-3 0-2 0,0-2-3 15,0 0 2 1,1 0-4-16,-1-2 2 0,0 1-1 0,0-4-3 0,0 8 1 15,0-6-2-15,0-2-1 0,0 4 0 0,0-4-10 16,0 0-7-16,0 0-1 0,0 4-14 16,0-4-6-16,0 0-14 0,0 0-8 0,0 0-14 0,0 0-30 0,0 0-84 0,0 0-273 0,-5-11-491 15,3 5 217-15</inkml:trace>
  <inkml:trace contextRef="#ctx0" brushRef="#br0" timeOffset="68870.38">10949 8393 157 0,'4'-3'200'0,"0"1"-14"0,1 1-20 0,-5 1-17 16,8-1-14-16,-8 1-9 0,12 4-1 0,-4 2-10 15,1 2-6-15,-3 1-6 0,6 7-5 0,-6-1-3 16,3 4-6-16,3 4-6 0,-7-2-9 0,0 3-1 0,0 2-8 31,-1 1-2-31,-4-3-6 0,0 3-7 0,-4-1-3 0,-1 0 3 16,-4-1-14-16,-4-1 7 0,-1-2-9 0,3-5-1 15,-6 5-6-15,-6-5-2 0,-4 1-18 0,-1-4-29 16,-5-2-44-16,0-1-39 0,-3-4-106 0,0-3-159 16,-4-2-400-16,4-3 178 0</inkml:trace>
  <inkml:trace contextRef="#ctx0" brushRef="#br0" timeOffset="69239.89">10438 8194 173 0,'0'0'201'0,"-3"-3"-13"15,3 3-12-15,-7 0-14 0,7 0-20 0,-14 5-5 16,5 2-18-16,-5 3-14 0,-2 3-11 0,-3 9-15 15,-2 6-1-15,0 2-7 0,-3 11-4 0,0 2-5 16,2 2-9-16,4 0 0 16,3 0-6-16,7-13-5 0,4 1-5 0,3 0-3 15,2 1 0-15,6-1 1 0,4-4 0 0,1-5-5 16,7 1-3-16,4-4 3 0,6-1-27 0,6-5-62 16,17-3-103-16,-15-5-188 0,0-7-377 0,1-3 168 15</inkml:trace>
  <inkml:trace contextRef="#ctx0" brushRef="#br0" timeOffset="71977.31">12756 8364 63 0,'0'-6'167'0,"0"2"-8"0,0-1-11 0,4 3-15 16,-4 2-12 0,6-5-10-16,-2 3-12 0,1-3-9 0,0 2-13 0,3 2-7 15,1 1-4-15,0-1-2 0,2 1-5 0,1 1-8 16,-1 0 2-16,1 6-1 0,-1-1-3 0,2 2-3 15,1 3-8-15,-2 3 3 0,-3 3 3 0,0-1-9 16,-3 2-3-16,0 4-1 0,-2 5-4 0,0-3-1 16,-6-3-2-16,-4 2-5 0,1 3-1 0,-2-1 1 15,-2-8 7-15,1 0-2 0,-1-1 0 0,-2 1 3 16,0-3-1-16,1 0 8 0,0-4-1 0,1-1 1 0,0 0 2 16,1-3-6-16,-1 2-1 0,3-4 0 0,1-1 11 15,0 0 5-15,1 0 17 0,-1-1 23 0,1 0 27 16,4-2 22-16,0 0-10 0,0 0-10 0,-8-7-12 15,11 2 0-15,-2-5-23 0,3-2-2 0,5-2-12 16,0-4-7-16,2-3-6 0,2 4-7 0,0-7-5 0,5 2-5 16,-5 7-8-16,-2 1-1 0,6-6 5 0,-7 8-8 0,0 1-3 15,-1 2 3-15,-2 2-7 0,0 1-2 0,-2-2 0 16,0 6-5-16,-1-1 0 0,0 1-6 0,0-3-3 16,-4 5-6-16,5-2-14 0,-5 2-12 0,4 0-3 15,-4 0-2-15,0 0 6 0,5 9-5 0,-4-4 8 16,-1 4-1-16,1 1 5 0,2 1-2 0,-3 0 6 15,5 1 1-15,-1 0-7 16,-3-1 2-16,6 4-22 0,-2-4-10 0,-3 1-16 16,5-2-23-16,-2 2-19 0,3-2-30 0,2-3-47 15,-4 2-61-15,2-6-183 0,-3 1-470 0,8-1 207 16</inkml:trace>
  <inkml:trace contextRef="#ctx0" brushRef="#br0" timeOffset="72231.28">13248 8557 81 0,'0'-5'268'15,"0"5"-23"-15,0 0-26 0,4-4-18 0,-4 4-22 16,0 0-17-16,0 0-20 0,0 0-17 0,0 0-14 16,0 0-11-16,0 0-10 15,-4 16-12-15,3-6-4 0,-3 1-9 0,4 5-7 16,0-4-7-16,-1 5-3 0,-2 0-3 0,3 1-8 15,-4-1-2-15,4-1-3 0,-1 0-3 0,0-4 1 16,1 1-5-16,0-1-3 0,0-2 2 0,-3-1-4 16,3 1 0-16,3-4-4 0,-6 2-19 0,3-3-13 15,0-2-16-15,3 3-4 0,-6-3-2 0,3-3-5 16,0 4 4-16,0-4-4 0,-1 4-55 0,1-4-103 0,0 0-147 0,-5-11-376 16,2 4 167-16</inkml:trace>
  <inkml:trace contextRef="#ctx0" brushRef="#br0" timeOffset="72631.48">13938 8353 11 0,'0'0'250'0,"3"-4"-23"16,-3 4-26-16,0 0-17 0,5-2-19 0,-5 2-21 0,0 0-12 16,0 0-11-16,-12 9-14 0,5-2-9 0,-7 4-7 15,-2 2-8-15,-7 2-7 0,0 3-12 0,1 1-5 16,1-2-8-16,-1 1-5 0,4-1-7 0,2-4-3 16,4-2-1-16,-1 2-6 0,3-4-6 0,4 0-1 15,-3 0 1-15,1-2-5 0,5-1 0 0,0 0-3 16,0 0-1-16,2 0-2 0,-2 0-3 0,3 0 3 0,0 2 2 0,3 0-3 15,1 0-2-15,1 2 2 0,0-1-3 0,4-1 4 16,-2 4-3-16,4-5 2 0,1 6 4 0,1 1 6 16,-1-2-6-16,3 1 7 0,-1-1-2 0,0 0-1 15,-1 0-7-15,1 0 3 0,-4 0 0 0,-2-5-24 16,2 3-27-16,-2 1-28 0,-2-4-24 0,-2 3-34 16,1-2-35-1,-1-1-206-15,-4-2-394 0,0 0 174 0</inkml:trace>
  <inkml:trace contextRef="#ctx0" brushRef="#br0" timeOffset="72815.39">13691 8884 143 0,'0'0'161'0,"3"6"-3"0,0-2 5 16,2 0 5-16,4 1-13 0,1 1-5 0,4 0-19 15,6 2-9-15,8 1-10 0,3 1-15 0,1-3-20 16,-4 2-45-16,4-2-54 0,-4-1-87 16,-9-2-148-16,-2-1-277 0,3-3 122 0</inkml:trace>
  <inkml:trace contextRef="#ctx0" brushRef="#br0" timeOffset="73347.52">14288 8497 22 0,'0'0'171'0,"13"0"-18"0,-4 2-8 15,-3 3-11-15,6-1-9 0,-6 3-5 0,2 3-13 16,2-2-4-16,-4 4-10 0,2 1 2 0,1 3-6 16,-4 0-13-16,0 0 1 0,-3 1-11 0,-2 1-6 15,-2 0 1-15,-2 1-4 0,1-2 0 0,-5-1-8 16,-1 0 3-16,-1 1-6 0,-3-2 0 0,4-2-4 16,0-3-2-16,-2 2-2 15,2-4 3-15,1-1-1 0,0-1 1 16,3-2 2-16,2 1 7 0,-3-1 13 0,2-1 27 15,3-2 35-15,-3 2 22 0,4-3 13 0,0 0-15 0,0 0-9 16,2-11-5-16,1 1-26 0,5 0-12 0,2-7-10 16,7-5-7-16,2-1-12 0,-1-2-17 0,4-2-14 15,2-2-2-15,0 3-14 0,-3-1-2 0,2 5-1 16,-3 3-3-16,-3-1 9 0,-6 9-12 0,-2 3 2 0,-4 0-6 0,-1 3-1 16,4 1-3-16,-6-1 1 0,2 0-19 15,0 3-11-15,-1 0-7 0,-3 2 0 0,0 0 7 16,2 11 2-16,-2-4 1 0,0 4 3 0,0 0 2 0,0 6 3 15,-1 0-2-15,1-2 6 0,1 5 10 0,2-3-9 16,-2 4 4-16,3-1 1 0,1-2-5 0,4-2-13 16,0 0-20-16,1 0-27 0,5-3-46 0,-2 0-66 0,6-5-90 15,2-4-210-15,-2-2-523 0,0-2 232 0</inkml:trace>
  <inkml:trace contextRef="#ctx0" brushRef="#br0" timeOffset="73879.39">15203 8328 219 0,'3'-3'231'0,"1"0"-18"0,-2-1-6 0,1 0-11 16,-1 1-18-16,-2 3-10 0,5-3-20 0,-5 3-16 16,4-2-13-16,-4 2-18 0,0 0-12 0,0 0-3 15,5 5-16-15,-5-5-7 0,-2 12-2 0,-2-3-5 16,-5 6-5-16,-8 6-2 0,-2 1-7 0,0 1 0 16,-3 3-4-16,-3-5-4 15,0 0-6-15,4-1-3 0,1-1-2 0,5-6-3 16,2 0 2-16,1-2-5 0,4-1-4 15,0-3-1-15,3-2 2 0,0 0-2 0,0 0-3 0,1-1-1 16,2-1 6-16,-1 0-3 0,-1-1 9 0,4-2 10 16,-1 5-6-16,-2-2 0 0,3-3-3 0,3 5 0 15,-3-5 0-15,8 6 4 0,-3-2-3 0,5 3 1 16,0-1-4-16,3 4 3 0,6-3-7 0,-1 4-4 0,-1 2 3 0,9-1 2 16,1 2-1-16,-3 1-1 0,6-2 1 0,-3 1-4 15,-4-2 1-15,-4-2 1 0,1 0 4 0,-4-3-6 16,2 2 2-16,-4-2-4 0,-3-4-1 15,-3 4-1-15,0-4 1 0,-3-2 4 0,2 3-1 0,-2-2 15 16,-1 2 15-16,-4-4 13 0,5 3-1 0,-5-3 1 16,4 0-4-16,-4 0-7 0,0 0 1 0,4 3-5 0,-4-3-9 15,0 0-2-15,0 0-17 0,5 0-11 0,-5 0-22 16,0 0-19-16,0 0-22 0,0 0-19 0,0 0-40 0,0 0-46 16,0 0-43-16,0 0-305 0,0 0-557 15,0 0 248-15</inkml:trace>
  <inkml:trace contextRef="#ctx0" brushRef="#br0" timeOffset="75851.42">15584 8374 171 0,'5'-3'175'0,"0"1"-20"0,0-2-14 0,4 4-11 16,0-1-13-16,4 1-15 0,-1-1-4 0,0 2-8 16,1 0-10-16,0 5-2 0,-2 1-6 0,0 1-3 15,1 2-10-15,-4 1-1 0,2 1-6 0,-2 5-4 16,-3-2-1-16,-1 2-1 0,-4 1-1 0,-4 2-5 16,1-1 4-1,-3-1-7-15,-4 4 0 0,1-5 3 0,-4-1-3 16,0 0-2-16,2-2 4 0,-3-3 4 0,3-3-3 15,3-1 1-15,-1 3 1 0,1-6 3 16,0 2 5-16,2-2 9 0,2-1 13 0,3 1 31 0,-2-2 20 16,-1 1 29-16,4-3-1 0,0 0-12 0,0 0-19 15,4-14-9-15,4 3-19 0,2-2 1 0,6-2-14 0,-1 1-10 16,8-8-6-16,-1 2-5 0,2-1-10 0,0-2-9 0,0 1 3 16,-2 4-9-16,-3-1-5 0,-6 5 5 0,1 3-5 15,-5 2-8-15,0 1 2 0,-1 2-4 0,-3 2-7 0,-1 2-4 16,-2-3-5-16,1 1-9 0,-3 4-23 0,5-2-10 15,-5 2-3-15,0 0 4 0,5 11 2 0,-4-5 4 16,-1 3 1-16,3 3 0 0,-1 5 6 16,1 0 2-16,-2 0-18 15,2 1-23-15,-1 0-24 0,1-1-23 0,2 2-34 0,-1-4-43 16,3-1-70-16,-3-2-237 0,1-3-537 16,-1 2 238-16</inkml:trace>
  <inkml:trace contextRef="#ctx0" brushRef="#br0" timeOffset="76120.8">16112 8514 129 0,'2'-3'222'0,"-2"3"-13"0,12 0-12 16,-6 0-14-16,3 2-18 0,-3 0-14 0,3 4-11 15,1 1-13-15,0 0-8 0,-3 3-16 0,1-1-1 16,-1 2-6-16,1 4-7 15,-4 2-8-15,-3 1-7 0,1-1-9 0,-2 3-6 16,-3 1-3-16,-1-2-7 0,0 0-4 0,-1-1-4 16,-1-1-1-16,2-3-8 0,0-2-1 0,0-2-4 15,-1-1-6-15,5-1 3 0,-2-3-5 0,0 2 3 16,1-3 1-16,1 0 2 0,3 1 2 0,2-1 0 16,5-1-11-16,10-3-40 0,11 0-74 0,6 0-125 15,0-5-193-15,13-5-450 0,-11 3 200 0</inkml:trace>
  <inkml:trace contextRef="#ctx0" brushRef="#br0" timeOffset="77555.45">10019 9514 32 0,'3'-4'229'16,"-2"0"-5"-16,0-2-10 0,-1 0 7 0,0 0-8 0,0-1-3 0,1-2-10 16,-1 3-2-16,2-3-9 0,0 5-8 0,-2-4-9 15,0 1-6-15,2 2-12 0,-2 0-12 0,0-2-13 16,1 4-14-16,1 0-9 0,-2 3-17 0,3-6-1 15,-3 6-26-15,0-6-18 0,0 6-24 0,0 0-30 16,0 0-11-16,0 0 3 0,0 0 0 0,-2 21 3 16,1-5 2-16,-4 5 3 15,1 7 1-15,1 1-1 0,-4 0-9 0,2 2 3 16,0 1 0-16,-1 1 4 0,2-1-3 0,0-1 5 16,0-1 4-16,0 1-1 0,2-3 2 0,-2-2 8 15,1 0-7-15,2-8-2 0,-4 2 9 0,1-3-5 16,0-7 3-16,0 7 0 0,2-5-1 0,-5-3 9 15,3-1-1-15,2-1 0 0,-3-1 9 0,1-1-2 16,-1 1 2-16,-3-1 2 0,3-3 9 0,-4-1-12 0,-1 1-1 0,1-4 1 16,-1 1 1-16,0 1-3 0,1 0 0 0,0-2-2 15,1 2 0-15,2-2-4 0,-1-1 0 0,2 1-2 16,-2 0 1 0,7 2-2-16,-9-1 6 0,6 0-8 0,3 1 1 15,0 0-1-15,-9-1 3 0,9 1 8 0,-5-3-16 0,5 3-6 16,0 0-26-16,-5-4-44 0,5 1-29 0,0-3-32 15,-4 3-28-15,4 3-28 0,0-11-53 0,0 5-169 16,0 0-451-16,3-1 200 0</inkml:trace>
  <inkml:trace contextRef="#ctx0" brushRef="#br0" timeOffset="77773.2">9757 9771 144 0,'0'0'224'0,"0"0"-18"0,0 0-13 15,0 0-16-15,0 0-15 0,-9 0-12 0,9 0-19 0,0 0 1 0,0 0-7 16,28-4-8-16,-10 2-12 0,1-3-15 16,9 5-6-16,2-3-9 0,-1 1-14 0,-2 2-30 15,-4-1-24-15,5 1-44 0,-10 0-37 0,2 0-49 16,-7 0-207-16,0 0-358 0,-4 0 158 0</inkml:trace>
  <inkml:trace contextRef="#ctx0" brushRef="#br0" timeOffset="79490.86">10442 9549 53 0,'12'0'104'0,"1"2"-17"0,0 1 0 0,5 4-4 15,-2-2-2-15,-1 5-9 0,-1-1 5 0,1 4-9 16,-5-1-15-16,3 0 12 0,-5 5-7 0,-3-3 3 16,0 1-2-16,-4 2-1 0,-2-1 6 0,1-2-6 15,-5 3 0-15,-3-1 1 0,-2-3-2 0,1 2 2 16,-2-2 3-16,-3 1-11 0,5-6 10 0,0-1 2 15,-3 1-4-15,5-1 4 0,1-2 6 0,0 0 8 16,2-1 13-16,-1-2 19 0,1 0 21 0,3 1 27 16,1-3 12-16,0 0-7 0,0 0-16 0,-5-10-18 0,7 5-10 15,2-2-14-15,1-4-6 0,2-1-13 0,4-2-9 0,0 0-6 16,1-5-6-16,4 0-11 0,-2 2-6 0,-3 2-3 16,3 1-5-16,-1 2-5 0,-4-1-1 0,0 6-6 15,-3-2 0-15,1 3-6 0,-2 0-2 0,-4 3-6 16,3-1-1-16,2 3-7 0,-6-3-19 0,0 4-21 15,0 0-5-15,8-1 1 0,-8 1 4 0,2 6-2 16,1 0-2-16,-3 2 7 16,4 0 0-16,0 3-3 0,-3 0-5 0,2 2-13 15,3 2-17-15,-2 2-10 0,0-3-19 0,1 1-19 16,0 2-28-16,-3-3-43 0,1-4-80 0,1-2-165 16,-2-1-471-16,-1 0 209 0</inkml:trace>
  <inkml:trace contextRef="#ctx0" brushRef="#br0" timeOffset="79775.52">10798 9681 5 0,'0'0'189'0,"0"0"-11"0,8-1-10 0,-8 1-16 0,0 0-17 0,13 2-13 15,-7 1-10-15,-2-1-8 0,1 1-11 0,-1 1-5 0,1 1-5 16,-1 5-7-16,4-4-2 0,-6 3-8 0,1 2-7 0,-3-1-1 15,0 2 0-15,-3 0-9 16,1 1-4-16,-3-4-1 16,1 4-7-16,0-2-1 0,0-5 4 0,3 0-14 15,-2 2 1-15,-1-3-4 0,3-1-1 0,0 1-2 16,1-2-1-16,-3 1-3 0,3-4 3 0,0 5 1 0,0-5-4 16,0 4 1-16,0-4 3 0,9 3-2 0,0-5 1 15,3 1-4-15,6 0 2 0,1-2-13 0,-1-2-32 16,1 1-56-16,0-4-48 0,-2 4-226 0,-1-3-388 0,-2 0 173 15</inkml:trace>
  <inkml:trace contextRef="#ctx0" brushRef="#br0" timeOffset="80029.39">11031 9537 102 0,'0'0'157'0,"10"1"-14"0,-10-1-14 0,16 5-6 15,-5 1-6-15,-2 1-10 0,4 3 2 0,2 2-5 16,-2 4-12-16,3 5-1 16,-5-3-5-16,3 3-2 0,-4 2-5 0,-2 2-2 15,-4 1-8-15,-4 1 1 0,-4-1-10 0,-3-3-4 16,-2 3-8-16,-6 0 0 0,1-4-2 0,-6-1-3 16,-2 1-15-16,0-4 8 0,-5 1-3 0,-1-1-4 15,-3-4-12-15,-4-2-30 0,-2-3-34 0,1-1-55 16,-1-5-97-16,-3-3-105 0,2 0-329 0,3-3 146 15</inkml:trace>
  <inkml:trace contextRef="#ctx0" brushRef="#br0" timeOffset="80363.78">10538 9333 25 0,'-3'-2'225'0,"3"2"-23"0,-2-6-19 0,2 6-19 0,0 0-18 15,0 0-15-15,-12 11-10 0,3-1-17 0,2 5-6 0,-6 9-16 16,-1 5-6-16,0 4-4 0,-4 9-6 15,1 1-7-15,3 3-4 0,1-2-5 0,3-10-6 16,6 0-4-16,3 0-4 0,1 2 1 0,1-5-7 16,7 1 1-16,5-4 0 0,0-1 2 0,8 2-5 0,6-4 1 15,4-4-16-15,3-4-41 0,20 0-105 0,-17-10-209 0,0-1-370 16,1-6 164-16</inkml:trace>
  <inkml:trace contextRef="#ctx0" brushRef="#br0" timeOffset="81325.98">12751 9564 36 0,'0'0'239'0,"-3"-5"-18"16,3 5-11-16,3-7-15 0,-3 7-18 0,1-5-13 16,3 0-15-16,-3 1-9 0,3 1-16 0,1-2-14 15,-1 1-10-15,1 1-13 0,-1 1-6 0,1-1-7 16,3 3-12-16,-2-3-7 0,2 3-8 0,-8 0-7 15,13 3-6-15,-4-1-1 0,-3 3-2 0,3 1-5 0,-1 2-1 16,0 0-6-16,-2 4-1 0,-1-1 1 0,-1 2-1 16,0 3-3-16,-3-1-2 0,-1-4 0 0,0 5-4 15,-3 2 0-15,1-5 1 0,-2 2-1 0,0 0-1 0,-1-3-1 16,-1-2 5-16,0 1-6 0,3-3 1 0,-1-1 2 16,1-3-3-16,1 2-1 0,-1-1 1 0,2-1 10 15,-2-1 12 1,3-3 22-16,-1 5 28 0,1-5 28 0,-3 4 28 15,3-4 4-15,0 0-10 0,0 0-11 0,0 0-9 16,13-19-17-16,-4 11-9 0,5-6-6 0,4-4-9 16,1 0-14-16,2-1-13 0,0-1 3 0,1 1-13 15,-3 1-4-15,-2 6 0 0,-2-1-3 0,-2 0-1 0,-4 6-4 16,1 0-4-16,-1 1-1 0,-5 1-5 16,1 1-1-16,1 3-7 0,-3-3-24 0,1 2-8 0,-4 2-12 0,5-2-6 15,-5 2 5-15,0 0 4 0,4 8 2 0,-3-3 2 16,-1 2-1-16,1 3 3 0,1 1-2 0,-1 0-13 15,0 2-16-15,2 3-15 0,-2-5-21 0,3 6-20 16,0 0-26-16,-1-5-38 0,1-1-81 0,0-1-196 16,-1-5-501-16,2 3 221 0</inkml:trace>
  <inkml:trace contextRef="#ctx0" brushRef="#br0" timeOffset="81610.95">13274 9650 47 0,'5'-2'192'0,"-5"2"-15"0,10-2-19 0,-10 2-11 15,9 2-21-15,-3 1-6 0,2-1-12 0,0 1-7 16,-2 2-13-16,0 2-12 0,1 0-3 0,-2 0 3 0,-1 1-7 16,-2 3-1-16,0-1-4 0,-4 3-5 0,2-1-3 15,-5 0 0-15,-2 5 0 0,0-5 1 0,2 0-2 16,-1-3-4-16,0-1-2 0,-1 1-6 0,3-4-2 15,0 0-4-15,2 0-4 0,-2 0 0 0,1-2-2 0,2 1-12 16,0-2 14-16,1-2 5 0,0 5-3 0,0-5 0 16,7 3-6-16,2-3 0 0,5 0-1 0,14-2-7 15,0 2-17-15,3-3-39 0,5 0-49 16,-3-1-41-16,0-1-83 0,1-3-153 0,-2 1-392 0,0 2 174 16</inkml:trace>
  <inkml:trace contextRef="#ctx0" brushRef="#br0" timeOffset="82033.78">14329 9415 145 0,'0'0'198'16,"0"0"-12"-16,5-1-12 0,-5 1-9 0,0 0-7 15,0 0-17-15,-11 10-16 16,-2-3-4-16,4-2-14 0,-4 6-8 0,-5-1-10 16,2 0-10-16,-1-1-5 0,1 1-3 0,1 2-10 15,3-2-6-15,0-1-5 0,1-3-5 0,3 3-3 0,-1-2-8 16,1 1-4-16,2-3-1 0,1 2-3 0,0-2-5 15,0 0-1-15,1 0-3 0,0-1-1 0,3 1-1 16,-2-2-4-16,2 1 0 0,1 0 3 0,0 2-5 16,0-6 9-16,1 10 11 0,3-5 4 0,1 2 12 0,-1 0 5 15,9 1 3-15,-3 1 1 0,5 1-5 0,3 2 2 16,1-3-12-16,4 3-1 0,2 1 6 0,0-1-13 16,2-3-1-16,-8-1-2 0,-1 1-15 0,2-2-18 15,0 0-27-15,-6-1-38 0,0 1-34 0,-5-2-42 16,1-3-43-16,-4 1-228 0,1-2-450 0,-4 3 199 15</inkml:trace>
  <inkml:trace contextRef="#ctx0" brushRef="#br0" timeOffset="82234.23">14141 9835 45 0,'0'0'195'0,"0"0"-17"0,-2 4-2 0,2-4 1 16,0 0-4-16,7 5-8 0,-1-2-11 16,4 1-14-16,2 0-11 0,8 1-14 0,-2-1-9 0,12 1-10 15,2 2-8-15,-1-2-21 0,-2 0-37 0,-1 2-41 16,-7-5-65-16,-2 1-93 0,1-2-128 16,-1-1-321-16,0 0 142 0</inkml:trace>
  <inkml:trace contextRef="#ctx0" brushRef="#br0" timeOffset="82749.33">14697 9535 63 0,'1'-4'255'0,"3"0"-27"16,0 0-16-16,2 1-19 0,0 1-21 0,0 2-17 0,-1 0-20 15,-5 0-11-15,14 2-17 0,-5 1-5 0,-1 2-11 16,1-1-8-16,-3 6-6 0,-1-1-7 0,2 1-6 0,-2 2-8 16,-1 0-2-16,-1-2-3 0,0 5-9 0,-2-3-2 15,0 2-2-15,-2-4-3 0,0 2 0 0,-4 0-5 0,1-1 0 16,0 0-2-16,-1-2-2 0,1 1 2 0,0-3 1 15,2-1-2-15,-1-2-2 0,2 0 0 0,-3 0 18 16,3-1-4-16,-3 1 20 0,4-4 18 0,0 2 26 16,0-2 28-16,0 0 20 0,0 0 1 0,0 0-29 15,0 0-16-15,0 0-4 0,18-14-18 0,-9 5-6 16,5-3-11-16,1-4-4 0,0 4-5 0,6-5-9 16,1 1-3-16,-1 0-9 0,-4 4-14 15,2 1 7-15,-6 3-4 16,1 0-2-16,-5 1-6 0,-4 3-5 0,-1-1 12 0,5 3-26 15,-5 0-11-15,-2 0-10 0,2-1-12 16,-4 3-2-16,10 1 4 0,-10-1-9 0,8 6 6 0,-6-1-1 16,2 0-1-16,-1 2 1 0,1 3-3 15,0 1-7-15,1-3-16 0,-1 6-22 0,1-2-19 0,-2-2-24 16,3 0-31-16,0-1-35 0,-1-1-48 0,0 0-281 16,2-4-562-16,-2 0 249 0</inkml:trace>
  <inkml:trace contextRef="#ctx0" brushRef="#br0" timeOffset="83113.16">15572 9407 202 0,'4'-4'235'0,"-4"4"-21"0,4-2-20 15,-4 2-19-15,0 0-16 0,0 0-15 0,0 0-12 16,0 0-11-16,-11 10-10 0,4-6-13 0,-3 4-10 0,-5 4-9 16,-1 0-7-16,1-2-6 0,-2 5-6 0,2-1-8 15,-3-1-2-15,3-1-9 0,0 2-3 0,-1-1-4 16,1 0-3-16,3-3-3 0,2 1-3 0,1-5-1 16,4 4 0-16,-3-3-10 0,3 1 2 0,0-4-2 15,3 5 0-15,-1-3-3 0,3 0 16 0,0 2 8 16,3-3 14-16,1 4 5 0,3 0 2 0,-1 0 3 15,6-1-5-15,3 3-3 0,2-1-6 0,2-1-2 0,8 3-5 0,0-2-3 16,-8-2 1-16,8 0-12 0,-7 1-20 16,8-2-30-16,-6-2-33 0,-3 1-51 0,2-3-50 0,-1 4-98 15,-3-6-170-15,-3 0-463 0,-1-3 206 0</inkml:trace>
  <inkml:trace contextRef="#ctx0" brushRef="#br0" timeOffset="83568.14">15880 9514 132 0,'6'0'208'0,"-6"0"-20"0,11-1-18 0,-6-1-17 15,3 4-13-15,-2-1-15 0,4 3-9 0,-2 3-12 16,0-1-7-16,-2 2-2 0,2 2-9 0,-2 0-8 16,-1 0-4-16,0 4-10 0,-2 1-1 0,-3-3-5 15,-1 6-6 1,1-3-5-16,-3 1-1 0,-3-2-8 0,2-2 1 16,-4 2-5-16,1-2 0 0,0-1-3 0,2-2 0 0,-1 0 3 0,2-4 0 15,-1 2-1-15,2-2 4 0,-1-1 3 0,3 0 9 16,-1-2 18-16,-1 2 22 0,3-4 32 0,-3 1 25 15,3-1 38-15,0 0-10 0,0 0-21 0,0 0-11 16,12-11-15-16,-6 4-19 0,7-2 1 0,0-4-19 16,3 2-14-16,6-6-3 0,1-2-22 0,-1 1-9 15,-2-1-14-15,6 0-8 0,-7 1 2 0,-4 9-7 16,-2-3-4-16,-4 7 5 0,1-2-8 0,-5 2 2 16,1 1-10-16,-1 0-2 0,-1 3-21 0,-4 1-17 15,4-3 4-15,-4 3-7 0,3 11 12 0,-4-5-8 16,-1 4 11-16,0 6-1 0,1-1 7 0,0 3-3 15,-1 1 9-15,5-2-2 16,2 7 6-16,3 2 11 0,3-2-10 0,4 0-7 16,3-3-23-16,9 2-68 0,1-6-106 0,4-2-395 15,5-3-659-15,1-7 292 0</inkml:trace>
  <inkml:trace contextRef="#ctx0" brushRef="#br0" timeOffset="89193.26">9085 9633 93 0,'0'0'143'0,"0"-8"-6"0,1 5-14 0,2 0-3 0,-3 3 2 15,1-9 4-15,-1 3-2 0,0 0-6 0,4-2 0 16,-3 1-1-16,-1 0-5 0,0-1-5 0,0 1 0 31,1 0-8-31,-1 0-3 0,0 2-11 0,3-2-5 16,-3 3-9-16,-3 0-7 0,3 4-5 0,0-7-7 15,3 5-5-15,-3 2-11 0,0 0-24 0,0 0 0 0,0 0-3 16,0 0-10-16,-9 13 10 0,8 0-5 0,-6 4 3 16,5 3 1-16,-6 6 4 0,4 1 0 0,-6 4 2 15,2-2 1-15,2 3 1 0,0-1-1 0,-2 1-1 16,0 2 2-16,1-2 1 0,4 1 1 0,-2-4-3 0,-3-2 1 15,3-6-2-15,3-4-1 0,-2 1 0 16,1-4-1-16,2-2 2 0,0-2-1 0,-1-1 2 0,0 1 2 0,0-5 1 16,2 0 1-16,-2 1 2 0,1-3 1 0,-4 1 2 15,1-1 0-15,0 2-5 0,-1-4 1 0,-3 1 0 16,-1 2-3-16,-1-3-3 0,1 0 1 0,-1 0-5 16,1 2 2-16,-1-2-1 0,-3-2-1 0,5 1-4 0,2 0 3 15,-5-4-1-15,1 4-3 0,0 0-1 0,2-1-3 16,0 1-5-1,1-1-15-15,-2-1-23 0,1 0-32 0,0 0-36 16,1-1-47-16,2 0-56 0,-1-2-187 0,0-2-433 16,5 0 192-16</inkml:trace>
  <inkml:trace contextRef="#ctx0" brushRef="#br0" timeOffset="89377.66">8838 9844 202 0,'0'0'208'16,"-1"-2"-22"-16,1 2-11 0,0 0-17 0,0 0-16 15,0 0-15-15,0 0-13 0,14-5-8 0,-5 3-16 16,1-1-10-16,4 3-26 0,-2-2-29 0,6 0-41 0,-6 1-44 0,4-1-66 16,-3 0-119-16,1-1-264 0,0 1 117 0</inkml:trace>
  <inkml:trace contextRef="#ctx0" brushRef="#br0" timeOffset="89809.3">9132 9740 93 0,'0'0'135'0,"12"-3"-15"0,-1 3-7 16,-1-1-2-16,-1 2-18 0,1 1 2 0,1-1-9 15,-1 2-9-15,0 2 6 0,-2 0-19 0,-2 2 3 0,1 2-8 16,-1-2-1-16,0 3-8 0,-2 0 1 0,-2 0-6 0,0 2 5 16,-2-2 0-16,1 1-4 0,-2 2-4 0,-1-1 3 15,-4-2-3-15,5 2-3 0,-6-3-2 0,3 2-1 16,1-6 4-16,3 3 0 0,-4-3-1 0,0-1 3 16,4 0 9-16,0-4 13 0,-2 4 16 0,2-4 30 15,-3 3 10-15,3-3 21 0,0 0 17 0,-1 4 3 16,1-4-15-16,0 0 2 15,0 0-26-15,5-15-18 0,-2 6-1 0,3 0-23 16,-2-2-9-16,3 1-2 0,-1-1-9 0,0-1-11 16,-1 3 3-16,0-1-7 0,1 2-10 0,-2 1 1 15,0 0-8-15,0 3-6 0,-3 1 2 0,2 0-6 16,-2-1-15-16,-1 4-14 0,4-5-16 0,-4 5-14 16,3-2-4-16,-3 2 6 0,0 0-2 0,0 0 3 15,10 7-4-15,-9-1 0 0,3-1-6 0,-3 3 1 0,3-3-12 0,0 4-15 16,1 2-7-16,-2-2-15 0,1 3-21 0,-1-2-20 15,1-1-32-15,0 2-42 0,-1-6-237 0,-2 3-484 16,3-5 214-16</inkml:trace>
  <inkml:trace contextRef="#ctx0" brushRef="#br0" timeOffset="90024.93">9398 9864 100 0,'0'0'257'16,"0"-5"-18"-16,0 5-21 0,0 0-18 0,0 0-20 15,-1-5-14-15,1 5-20 0,0 0-12 0,0 0-17 16,0 0-16-16,0 0-11 0,0 0-9 0,0 0-8 16,0 0-2-1,0 0-14-15,0 0-3 0,0 0-4 0,7 12-6 0,-7-6-4 16,2 0-1-16,-1-1-5 0,-1 1-2 0,0-1-16 16,0 4-10-16,1-5-24 0,-2 3-11 15,1 1-22-15,0-3-14 0,0 2-38 0,1-2-50 0,-3-3-202 16,2-2-384-16,0 7 171 0</inkml:trace>
  <inkml:trace contextRef="#ctx0" brushRef="#br0" timeOffset="90293.84">9500 9656 43 0,'0'0'185'0,"4"-3"-14"0,0 1-19 0,-4 2-8 16,0 0-11-16,11 3-13 0,-6 1-5 0,3 3-4 16,-3-2-8-16,3 5-6 0,-2-2 6 0,2 3-12 15,0 4-7-15,-2-1-13 0,2 2-1 0,-3 2-7 0,-1 2-2 16,-2-2-3-16,2 7-8 0,-4-1-3 0,-3-4-2 16,1 6-3-16,-2 0-6 0,-5-4-2 15,-1-2-3-15,0 2-4 0,-3-7-7 0,0 0-10 0,-1 1-22 0,-4-4-29 16,-1 0-36-16,1-7-52 0,-1 4-214 0,1-6-373 15,0-3 165-15</inkml:trace>
  <inkml:trace contextRef="#ctx0" brushRef="#br0" timeOffset="90582.74">9167 9590 133 0,'0'0'154'0,"0"0"-16"0,0 0-9 16,-8 8-10-16,5-2-15 0,1 1-3 0,-7 7-3 15,5 2-10-15,-5 2-9 0,4 6-1 0,-1 2-12 16,-2 0-2-16,4 0-8 0,-1 2 1 0,1 1-6 15,0-3-4-15,4 4-3 0,3 0-2 0,1-7-7 16,2 1-1-16,1-4-3 16,3-3-3-16,0-1-3 0,3-2-9 0,1-1-29 0,3-4-43 0,0-2-82 0,1-4-131 0,3-1-290 15,-1-5 128-15</inkml:trace>
  <inkml:trace contextRef="#ctx0" brushRef="#br0" timeOffset="91048.22">9623 9772 4 0,'0'0'205'0,"0"0"-5"0,0 0-14 0,0 0-12 16,0 0-12-16,0 0-12 0,0 0-16 0,0 0-10 0,0 0-13 15,0 0-15-15,0 0-9 0,19-5-11 0,-11 4-2 16,3 0-12-16,3-2-10 0,-1 2-18 0,4 0-20 15,2-2-23-15,0 1-27 0,0 1-40 16,-4-1-36-16,1-2-174 0,-6 0-309 0,4 3 137 0</inkml:trace>
  <inkml:trace contextRef="#ctx0" brushRef="#br0" timeOffset="91295.76">9756 9619 89 0,'0'-4'217'0,"0"4"-25"0,-3-5-20 0,3 5-16 15,0 0-19-15,0 0-16 0,0 0-10 16,0 0-12-16,3 12-6 0,-2 0-5 0,-1-2-12 16,0 4-2-16,0 1-7 0,-1 4-4 0,1-1-5 15,0 7-6-15,-4-3-5 0,5 4-12 0,-1-1-29 0,-1-5-45 0,1 6-70 16,-4-7-193-16,-1-2-325 0,0-1 145 0</inkml:trace>
  <inkml:trace contextRef="#ctx0" brushRef="#br0" timeOffset="92830.96">9500 10493 270 0,'0'0'267'0,"0"-7"-11"0,0 7-14 16,0-3-6-16,0 3-16 0,0-7-19 0,0 7-18 0,0 0-17 15,0-3-11-15,0 3-31 0,0 0-37 0,0 0-45 16,0 0-54-16,0 0-49 0,0 0-1 16,0 0-19-16,0 12-27 0,1-4-45 0,-2 1-176 15,1 1-357-15,0 4 159 0</inkml:trace>
  <inkml:trace contextRef="#ctx0" brushRef="#br0" timeOffset="92984.9">9449 10976 58 0,'-2'9'153'0,"0"0"-7"0,0-2 6 0,0-3 11 0,0-1 9 16,2 2 0-16,-1-1-12 0,1-4-8 15,0 6-17-15,0-6-12 0,0 6-16 0,0-6-24 0,-2 1-46 0,2-1-51 0,0 5-19 16,0-5-95-16,3 6-145 0,-2-4-296 0,-1-2 131 16</inkml:trace>
  <inkml:trace contextRef="#ctx0" brushRef="#br0" timeOffset="93986.09">9743 11279 49 0,'4'-11'207'16,"-3"0"10"-16,-1 2-7 0,0 0-16 0,3-1-14 0,-3 4-4 15,1 0-15-15,-1 1-11 0,0-1-15 0,1 1-12 16,-1 1-15-1,0 4-20-15,0-3-23 0,0 3-10 0,0 0 0 0,0 0-10 0,-9 20-7 16,4-5 5-16,-4 8-10 0,-1 2 0 0,-2 4-1 16,2 2-2-16,-4 16-5 0,3 0 3 0,1 0-2 15,3-13 2-15,1 2-3 0,-1 9-2 0,1-12-1 16,3 1-3-16,0-2-4 16,1-2 1-16,-2-5-2 0,2-4 1 0,-1-4-2 0,2-6-1 15,0 1 0-15,-1-2 0 0,1-3-1 16,0-1 5-16,0 0 4 0,-1-2 13 15,1 1 10-15,-4-5-6 0,5 0-1 0,-10 0-5 16,2-5-4-16,-1 2-5 0,-1-2 2 0,0-3-6 16,-3 2-1-16,4-1 6 0,-4-1-10 0,3 1 1 15,1-1-3-15,0 2-1 0,-1-1 2 0,1 0-8 0,5 3-22 0,-2-2-28 0,0 2-37 16,0 0-46-16,2-1-64 0,1-2-255 0,0 2-485 16,2 0 215-16</inkml:trace>
  <inkml:trace contextRef="#ctx0" brushRef="#br0" timeOffset="94233.29">9468 11569 47 0,'0'0'241'0,"0"0"-17"0,-5 0-13 16,5 0-16-16,0 0-13 0,0 0-15 0,0 0-16 15,0 0-14-15,26-4-14 0,-10 1-14 0,14-1-4 0,2-2-9 0,0 0-10 16,2 3-9-16,-1-1-10 0,-2 0-8 0,2 0-12 16,-12 3-20-16,-1-3-21 0,-3-1-19 0,-5 4-19 15,0-1-31-15,-3 1-27 0,-4 1-28 0,1 0-40 16,-6 0-157-16,0 0-339 0,0 0 150 0</inkml:trace>
  <inkml:trace contextRef="#ctx0" brushRef="#br0" timeOffset="94688.59">10067 11429 38 0,'6'0'153'0,"-6"0"-7"16,11 1-16-16,-6 1-11 0,2 1-10 0,-2-2-5 16,1 5-9-16,-5 0-11 0,3 4-4 15,0 0-4-15,-3 1 3 0,2 2-2 0,-6-1 3 0,0 4-12 0,-3-1 8 16,0 1-8-16,-2 0-4 0,-1-2-9 0,3-2-2 16,0-1-3-16,-3-1-4 0,0 0-2 0,2-2 2 15,2-3-4-15,1 0 2 0,0 0 6 0,0-1 7 16,1-2 17-16,0 2 25 0,1-2 24 0,2-2 7 15,-1 5 2-15,1-5-13 0,0 0-15 0,0 0-10 0,12-12-6 16,-4 3-14 0,1 1-9-16,0-2-4 0,5-1-7 0,-6 1-5 15,4-2-3-15,-3 2-5 0,0 1-4 0,-1 0-3 16,2 3-5-16,-5 0-3 0,0 1-4 0,-1 1-3 16,0 0-5-16,0 1-11 0,-3 1-3 0,4-1-10 15,-5 3-7-15,0 0-1 0,0 0-3 0,12 4-4 16,-11 0-1-16,0 3 1 0,3 0-8 0,-1 0-16 15,1 2-20-15,-1 3-14 0,1 0-29 0,0-1-32 0,1 0-44 0,2-1-71 16,-5 0-174-16,6-2-467 0,-5-1 207 0</inkml:trace>
  <inkml:trace contextRef="#ctx0" brushRef="#br0" timeOffset="94957.31">10333 11608 128 0,'0'0'308'0,"0"-3"-8"16,0 3-24-16,2-4-15 0,-2 4-25 0,0 0-21 16,3-3-17-16,-3 3-12 0,0 0-33 0,0 0-16 15,0 0-19-15,0 0-12 0,0 0-14 0,0 0-8 16,2 10-8-16,-2-3-8 0,0-3-9 0,2 3-5 16,-2 0-5-16,-2-1-3 0,4 2-5 0,-2 0-6 0,0 1-3 0,0-3-4 15,1 0 0-15,-1 1-6 0,0-2 3 0,0 3-2 16,3-6-5-16,-6 2 0 0,3-4-12 0,0 6-14 15,0-6-3-15,0 5-12 16,0-5-4-16,0 0-8 0,0 0-7 16,0 4-18-16,0-4-10 0,0 0-7 0,0 0-10 0,0 0-16 15,0 0-18-15,0 0-64 0,0 0-245 0,0 0-466 0,0 0 207 0</inkml:trace>
  <inkml:trace contextRef="#ctx0" brushRef="#br0" timeOffset="95373.93">10563 11402 266 0,'2'-5'283'16,"-2"5"-28"-16,0-4-25 0,0 4-28 0,0 0-16 16,2-4-25-16,-2 4-18 0,0 0-14 0,0 0-16 15,0 0-13-15,8 13-6 16,-2-5-10-16,-2 4-7 0,1 1-7 15,-1 3-6-15,1 2-2 0,-1 10-9 0,0-8-5 0,1 5-2 16,-4-2-4-16,-1 4-2 0,0-1-6 0,-5-8-4 16,0 6 1-16,-3 1-5 0,2-7-2 0,-7 5-3 15,4-7-2-15,-4-1-3 0,-2 0-3 0,2-2-16 16,-6-1-21-16,1-2-27 0,-6 2-36 0,-3-2-47 16,4-6-74-16,-5-3-202 0,5-1-443 0,2-1 197 0</inkml:trace>
  <inkml:trace contextRef="#ctx0" brushRef="#br0" timeOffset="95674.9">10070 11235 54 0,'-3'-4'257'16,"2"2"-17"-16,-1-2-16 0,-1-2-20 0,-1 4-22 0,4 2-19 16,-5-3-19-16,5 3-15 0,0 0-18 0,0 0-12 0,-11 9-9 15,5 1-8-15,-4 3-7 0,1 4-8 0,-1 6-4 16,-1 1-7-16,-1 3-6 0,-2 3-6 0,4 3-2 16,-3 11-2-16,3-9-4 0,1 12-2 0,5-15-2 0,4-1-2 15,0 2-3-15,4-3 0 0,1-2-11 16,4 0 9-16,6-4-3 0,-2-2-2 0,10-2-25 15,1-3-30-15,3-4-54 0,4-1-81 0,2-5-228 0,-1-1-431 0,1-4 190 16</inkml:trace>
  <inkml:trace contextRef="#ctx0" brushRef="#br0" timeOffset="95960.07">10887 11628 171 0,'0'0'246'0,"0"0"-29"16,0 0-24-16,0 0-16 0,0 0-20 0,19-10-14 15,-7 10-14 1,3-4-17-16,5 1-9 0,9-1-19 0,-1 1-16 16,-1-3-25-16,-5 4-35 0,1-4-35 0,-4 2-57 0,-2-1-69 15,-3-1-112-15,-3 0-287 0,-1 2 128 0</inkml:trace>
  <inkml:trace contextRef="#ctx0" brushRef="#br0" timeOffset="96160.31">11013 11461 195 0,'0'0'207'0,"0"0"-24"0,-6 0-17 0,6 0-15 15,-4 7-14-15,1-3-11 0,2 3-10 16,-3 3-6-16,3 2-8 0,-2 4-7 0,2 2-6 16,-3 2-7-16,0-2-10 0,3 2-4 0,-3 1-7 0,2 4-7 15,-2-7 0-15,3 1-7 0,-1 1-22 0,1-4-27 16,2 1-33-16,-1-4-23 0,2-1-50 0,-4-1-216 15,5-1-349-15,3-3 156 0</inkml:trace>
  <inkml:trace contextRef="#ctx0" brushRef="#br0" timeOffset="96338.9">11555 11643 192 0,'5'-2'303'0,"0"0"-30"16,0-2-28-16,2 2-26 0,1-1-23 0,-1-1-28 0,3 0-53 16,3 1-56-16,4-1-67 0,0 3-99 15,4-5-170-15,-2 4-298 0,3-3 132 0</inkml:trace>
  <inkml:trace contextRef="#ctx0" brushRef="#br0" timeOffset="96490.13">12055 11614 253 0,'-2'4'312'0,"2"-4"-17"15,0 0-16-15,2 4-23 0,-2-4-31 0,0 0-25 16,0 0-43-16,21-4-57 0,-13 1-81 0,7-1-111 16,2-3-242-16,1 1-363 0,-3 0 161 0</inkml:trace>
  <inkml:trace contextRef="#ctx0" brushRef="#br0" timeOffset="96994.09">12748 11521 108 0,'0'0'145'0,"0"0"-6"0,-5 1-7 0,5-1 0 0,0 0-3 15,0 0 1-15,0 0 5 0,0 0 1 0,0 0 1 16,0 0-5 0,0 0-8-16,23-5-13 0,-11 5-8 15,2-3-10-15,5 0-8 0,3 0-9 0,7-1-6 0,2 2-8 16,-1-3-6-16,2 1-14 0,0 2-23 0,-1-2-25 0,-4 2-32 16,-10-3-39-16,-4 3-49 0,-1-1-216 0,-4 0-370 15,-1-1 164-15</inkml:trace>
  <inkml:trace contextRef="#ctx0" brushRef="#br0" timeOffset="97225.58">12891 11351 149 0,'-1'-4'299'0,"1"4"-21"0,-1-3-22 16,1 3-22-16,-4-4-20 0,4 4-25 0,0 0-21 15,0 0-23-15,0 0-14 0,0 0-15 16,0 0-12-16,-4 10-8 0,4-1-9 0,0 0-4 0,-1 4-9 15,-1 7-8-15,0-2-8 16,1 10-6-16,1 0-2 0,0 1-4 16,-1 2-2-16,2-2-14 0,-1-3-28 0,1-1-28 15,-1-5-44-15,0 0-31 0,0-2-31 0,0-1-42 0,-2-2-238 16,3-5-445-16,0 0 196 0</inkml:trace>
  <inkml:trace contextRef="#ctx0" brushRef="#br0" timeOffset="97644.22">13596 11161 228 0,'0'-5'241'0,"0"2"-26"0,0 3-15 0,2-7-20 0,-2 6-17 0,0 1-19 0,0 0-16 32,0 0-16-32,0 0-12 0,-9 10-13 0,0 0-15 15,4 4-1-15,-6 4-5 0,-3 4-7 0,1 5 0 16,-1 0-5-16,-2 5-3 0,4-1-6 0,-5 1-1 0,3 14-3 0,-4 1 1 16,5-3 0-16,3-7-5 0,5-3-3 0,-4 1 0 15,5-2-6-15,-1 2 6 0,0-4-8 0,2-2-4 16,2-3-4-16,-3-2 2 0,3-5-3 0,-3-4 3 15,0-2 0-15,2-1 1 0,-1-5 6 0,0 2-2 16,0-1 3-16,-1-5 2 0,0 2 0 0,-2-4-1 16,-1 2-2-16,-1-3 6 0,-1-2-11 0,-3-1 0 0,-1-4-7 15,3 4 1 1,-2-2-1-16,0-4-5 0,1 4-9 0,0-5-13 0,1 4-9 0,2-2-20 0,-1 0-26 0,3-1-31 16,-2 0-21-16,3 0-44 0,5 0-43 0,-4-1-191 15,5-1-429-15,-1 1 190 0</inkml:trace>
  <inkml:trace contextRef="#ctx0" brushRef="#br0" timeOffset="97864.52">13297 11497 208 0,'0'0'281'0,"0"0"-19"16,-8 0-20-16,8 0-21 0,0 0-23 0,0 0-20 16,17-7-16-16,-6 4-19 0,7 1-15 0,4-3-12 15,8 1-15 1,1 2-18-16,2-1-34 0,-3 0-38 0,-2 0-51 16,-7 2-78-16,-1-5-63 0,-1 3-160 0,-1-4-370 15,-6 3 165-15</inkml:trace>
  <inkml:trace contextRef="#ctx0" brushRef="#br0" timeOffset="98339.37">13965 11312 48 0,'0'0'201'0,"13"1"-20"0,-6-1-9 0,1 1-7 16,0 3-14-16,2-1-14 0,0 2-8 0,-1 1-10 16,0 2-12-16,-3-1-3 0,-1 3-7 0,2 0-11 0,-4 2 2 0,-1 1-9 15,-1 0-9-15,-1 1 0 0,-1 3-5 0,-3 0-8 16,-1 1-2-16,1-4-4 0,-6 1-4 0,1 2-5 16,0-4-1-16,0 3-6 0,0-4-3 0,2-3-4 15,-1 0-2-15,3 0-2 0,-1-2-1 0,0-2-3 16,3-1 0-16,-1-1 0 0,2 0 12 0,0 1 29 15,-1-1 31 1,3-3 18-16,-2 1 12 0,2-1-23 0,0 0-10 16,7-9-1-16,0 1-12 0,5-4-9 0,3 2-5 0,-3-3-3 15,8-12-11-15,1 4-8 0,1 1-4 0,-3 1-7 0,0-3-5 16,1 2-1-16,-5 6-9 0,-1-1-1 0,-1 1 2 16,-4 4 0-16,-2-1-1 0,1 3 2 0,-2 1-5 15,-1 1 1-15,1 2 2 0,-3 1-3 0,1-1-7 16,1 0-8-16,-5 4-18 15,3-1-18-15,-3 1-2 0,0 0 6 0,0 0 2 0,6 6 0 16,-2 0-4-16,-4 4 0 0,1 0-1 0,1 3-1 16,4 3-14-16,-5 2-20 0,6 0-27 0,-5 1-46 0,3-1-60 15,-1-2-283-15,1-5-530 0,3-4 235 16</inkml:trace>
  <inkml:trace contextRef="#ctx0" brushRef="#br0" timeOffset="98727.34">14426 11426 228 0,'0'0'255'0,"-2"-4"-18"0,2 4-26 0,0 0-24 0,0 0-19 16,0 0-16-16,0 0-19 0,0 0-13 0,0 0-11 15,0 0-14-15,0 0-6 0,-3 13-11 0,3-9-1 16,-1 4-12-16,0-1-7 0,-1 3-6 0,1 0-4 15,-2 2-6-15,2-1 0 0,0 0-5 0,0-2-5 16,-2-3-4-16,3 2-2 0,-1-3-1 0,-2 2 0 16,2-3-1-16,1 0 16 0,0 0 23 0,0 1 25 0,0-5 36 15,-1 4 26-15,1-4 25 0,0 0-20 0,0 0-11 0,0 0-17 16,14-11-18-16,-9 6-2 0,4-4-15 0,0 0-13 16,-2 0-5-16,2 2-8 0,-1 0-3 15,2 0-9-15,-1 0-5 0,-1 1-10 0,-3 4-12 16,1-3 4-16,-1 3-6 0,-1-1-7 0,4 2-7 0,-3 0-11 15,-5 1 7 1,13 0-31-16,-8 3 8 0,0 0-25 0,3-2-17 16,-2 4-22-16,2 0-18 0,-2 2-32 0,1 0-27 15,-3 0-26-15,0-1-37 0,2-2-48 0,-4 1-280 0,1-1-593 16,-1-3 263-16</inkml:trace>
  <inkml:trace contextRef="#ctx0" brushRef="#br0" timeOffset="98961.19">14701 11306 24 0,'5'-5'191'0,"0"2"-17"15,2-1-14-15,0 0-9 0,-2 3-18 0,4 1-12 16,-9 0-6-16,13 4-5 0,-4 1-10 0,1 3-7 16,-1 0-2-16,0 7-3 15,-1 0-1-15,-1 5-6 0,-3 2 4 0,-2 7-2 16,-2 2-4-16,-6 1 0 0,-2-1-9 0,-5 6-2 15,-9 3-5-15,3-8-6 0,-12 4-4 0,-1 0-5 16,7-8-7-16,-5-6-4 0,-10 6-25 0,9-10-44 16,-5 0-35-16,-2-6-65 0,-13 1-246 0,1-8-408 15,9-3 180-15</inkml:trace>
  <inkml:trace contextRef="#ctx0" brushRef="#br0" timeOffset="99298.38">13924 11075 155 0,'-14'4'165'0,"4"7"-7"0,-7 4-16 0,-2 6-14 0,-1 4-14 16,-1 2-14-16,1 1-2 0,-5 12 2 0,2 3-10 16,7-9 3-16,-1 10-6 0,4 3-5 15,3 0 19-15,8 0-7 0,4-12-3 0,2 1-8 16,9-1-5-16,8 5-3 0,9-1-3 0,8-6-6 0,7-5-15 0,2-2-64 0,7-9-127 15,-4-5-205-15,2-7-374 0,-1-7 165 0</inkml:trace>
  <inkml:trace contextRef="#ctx0" brushRef="#br0" timeOffset="102088.93">16229 11197 129 0,'0'-3'135'0,"0"3"8"0,1-5-20 0,-1 5-14 16,8-3-5-16,-4 2-14 0,5 1-9 0,4 0-5 16,-2 1-12-16,3 3-6 0,3 0-10 0,1 2 2 15,-3 0-2-15,3 2-3 0,-3 3-5 0,3-1-6 16,-5 3-1-1,0 1-7-15,-3 0 5 0,-4 3-2 0,3-2 3 0,-5 3-6 16,-4 3-1-16,0-1 4 0,-4-3-2 0,-6 7 2 16,-1 0 5-16,0-1-2 0,-5 0-3 0,3-8 2 15,-1 1 2-15,-3 4-4 0,2-7 5 0,1-3 6 16,-1 1 0-16,3-2 2 0,2-4 1 0,1 2 2 16,1-5 5-16,3 2 0 0,-4 0 12 0,7 0 17 15,-2-1 22-15,0 0 26 0,0-1 25 0,4-2-20 0,0 0-3 16,0-12-20-16,4 4-15 0,5-6-6 0,9-7-11 0,0 1-11 15,1-2-10-15,4 0-13 0,4 0-8 0,-1-1-7 16,3 0-7-16,0 2-7 0,-6 2-2 16,4-1-3-16,-5 1 1 0,-7 8-1 0,2 0-8 15,-7 1 3-15,1 3 3 0,-2 0-3 0,-1 2-1 0,-3 1 0 16,1 0 0-16,-2 0-13 16,0 2-9-16,-4 2-11 0,4-3-2 15,-4 3 0-15,0 0 1 0,2 9 2 0,-3-1 2 0,0 0 2 16,0 2 3-16,-2 1 0 0,2 1 1 0,-1 5 5 0,1 0 0 15,0-2 5-15,3 2 1 0,1-3-6 0,2 2-7 16,0 0-19-16,5 2-29 0,-2-4-31 0,2 1-50 16,4-3-66-16,-1-1-232 0,1-5-487 0,-1 2 216 15</inkml:trace>
  <inkml:trace contextRef="#ctx0" brushRef="#br0" timeOffset="102806.58">16873 11429 169 0,'0'0'230'0,"0"-7"-13"15,0 7-12-15,0 0-14 0,1-3-12 0,-1 3-20 16,0 0-13-16,3-4-19 0,-3 4-13 0,0 0-18 15,0 0-6-15,0 0-12 0,0 0-9 0,0 0-5 16,0 11-8-16,0-6-5 0,0 3-6 0,-4-1-5 16,3 2-4-16,-3 4-6 0,4-3 5 0,-4 5-10 15,-2 3-2-15,2 0-4 0,-2-4-2 0,-1 5 0 0,1-4 0 16,2-2-3-16,-4 1 1 0,5-3-6 0,-3-2 0 0,4-1 3 16,-2-4-1-16,3 2 2 0,-1-1 8 0,0-1 17 15,0-1 21-15,2-3 15 0,-2 5 23 16,1 0 10-16,1-5 25 0,0 0-15 0,0 0-10 15,0 0-16-15,13-17-10 0,-7 10-10 0,8-7-2 16,-4 2-11-16,3-1-7 0,2-2-18 0,-2 1-1 0,5 4-10 0,-9 1-1 16,3-2-2-16,-5 3-1 0,1 0 0 0,-4 2-5 15,1 3-3 1,-1-2-5-16,-3 2-17 0,5 2-7 16,-6 1-2-16,0 0 4 0,11 4-5 0,-8 1 1 0,1-2 1 15,-1 3-3-15,1 1 0 0,1-1 4 0,-2 5-3 16,3-1 0-16,-1-1-10 0,-1-1-16 0,-2-1-14 15,3 1-22-15,2-2-9 0,-5 2-23 0,1-1-22 0,-1-2-27 16,2-2-42-16,-1-1-261 0,1 0-507 0,-4-2 224 16</inkml:trace>
  <inkml:trace contextRef="#ctx0" brushRef="#br0" timeOffset="103439.23">17737 11183 21 0,'0'0'195'0,"0"0"-17"0,4-3-24 15,-4 3-14-15,0 0-12 0,0 0-15 0,0 0-12 16,0 0-2-16,-8 13-6 0,-1-6-9 0,-3 5-5 16,-3 1-5-16,-2 0-3 0,-3 2-7 0,-1 1-6 15,-2 0-5-15,7-3-4 0,-3-1-8 0,5 0-3 0,0-2 0 16,1 2-8-1,3-5-6-15,1 2 2 0,1-2-3 0,3 2 0 16,0-5-3-16,-2 1-5 0,3-1 4 0,1 0-9 16,3 0 5-16,-4 0-5 0,3 0 0 0,2 3 3 15,1-2 3-15,1 0 18 0,5 3-2 0,-3 1-2 16,4-1 4-16,0-1-3 0,5 4 5 0,-1 0 0 16,2 2 2-16,1-2 12 0,-1 1-14 0,-1 2-2 15,-1-5 2-15,2 4-9 0,-2 1 0 0,0-4-4 0,1 0 3 0,-4-2-11 16,0 0-5-16,-1-1-19 0,-2-1-24 0,1 1-26 15,0 0-31-15,-4-2-25 0,1 1-32 0,-4-2-61 16,2-2-129-16,-3-2-365 0,0 0 163 0</inkml:trace>
  <inkml:trace contextRef="#ctx0" brushRef="#br0" timeOffset="103655.11">17448 11705 12 0,'-2'3'185'15,"2"-3"-9"-15,0 0-22 0,-6 2 0 0,6-2 6 0,2 5 2 0,-2-5-2 16,11 4-12-16,0 2-14 0,3-4-11 0,4 3-11 16,2 0-13-16,8-2-9 0,3 3-10 0,-2-4-28 15,1 4-45-15,-2-3-59 0,2-2-77 0,-10-1-176 16,1 0-330-16,-2 1 146 0</inkml:trace>
  <inkml:trace contextRef="#ctx0" brushRef="#br0" timeOffset="105800.88">18062 11282 14 0,'4'-7'174'0,"1"0"-13"15,-1 2-18-15,4-1-10 0,-1-1-12 0,2 3-9 16,1-2-13-16,0 1-7 0,2 3-10 0,0-2-6 16,1 4-8-16,-4 0-1 0,5 1-8 0,-4 2-2 0,3 3 1 0,-4 1-6 15,0 2-1-15,1-1-4 0,-6 2-3 0,1 6-3 16,-1 0 2-16,0 0-5 0,-5 0-3 0,-2 1 1 15,2 0-2-15,-7 2-1 0,4-2-3 0,-6-2 0 16,0 2-2-16,-3-1-2 0,4 0 5 0,-2-1-2 16,-1-1-3-16,5-5-2 0,0 2 0 0,-2-5 2 15,0 2 2-15,4 0 8 0,3-4 4 0,-2 1 12 0,0-3 17 16,1 3 27-16,2-3 27 0,-2 1 30 0,3-3-3 0,0 0-19 16,0 0-6-16,7-12-16 0,-1 4-6 0,5-6-12 15,1-3-15-15,6-3-3 0,0 1-14 16,1-1 7-16,2-1-15 0,-1 3-10 0,2 0 14 15,-3 1-16-15,-2 0-9 0,-5 5-3 0,1 1-4 0,-4 2 1 16,-1 2-15 0,-2 2 8-16,-1-1-4 0,-1 2-2 0,1 1-5 15,-2 1-13-15,-1 0-10 0,2-1-17 0,0 2-5 16,-4 1 1-16,0 0 6 0,3 7-1 0,-3-1-1 16,0-1-3-16,0 5 8 0,3 1 3 0,-3 0 2 15,0 1 3-15,0 0-2 0,4 0-7 0,-3 1-7 16,3 3-18-16,0-5-15 0,1 5-28 0,3-7-26 15,1 3-34-15,-3-3-44 0,3 2-68 0,1-4-186 0,1-1-493 0,-1-2 218 16</inkml:trace>
  <inkml:trace contextRef="#ctx0" brushRef="#br0" timeOffset="107100.55">19134 11189 25 0,'2'-3'179'0,"-2"3"-13"0,5-4-13 0,-5 4-9 16,3-2-15 0,-3 2-10-16,0 0-15 0,2-2-10 0,-2 2-11 15,0 0-17-15,0 0 1 0,0 0-10 0,0 0-1 16,-6 9 0-16,-3-2-3 0,-1-1 2 0,-5 4-6 16,-1-1 1-16,-3 3-7 0,-9 4-4 0,1 0-5 15,0 0-6-15,-2-1-7 0,2 2 6 0,-1-3-3 16,4 1-3-16,1-1-1 0,7-4-6 0,1 1 3 0,6-5-3 15,-3 2-1-15,2-4 1 0,3 1-4 0,0 0 1 16,3-1-2-16,-2-1-10 0,2 0 13 0,0 1-6 16,2-2 4-16,-1 1-5 0,3 2 1 0,2 0 2 15,0 2 3-15,2-2 4 0,6 5 5 0,2 0 4 16,5 2 3-16,4 3-3 0,2-1 3 0,4 1-5 16,0 0 12-16,-1-2-4 0,3 2 2 0,-5-3-3 0,2-1-5 0,-7-1-1 15,2-3-1-15,-4 1 0 0,1-1-7 0,-8-2 6 16,-1-2-8-16,1 1 1 0,-3 1 1 0,-2-3-6 15,0 0 2-15,-2-1 8 0,0 1 4 0,-3-2 1 16,7 2-1-16,-7-2 2 0,3 2-2 0,-3-2 0 16,0 0-7-16,4 1-3 15,-4-1-13-15,0 0-23 0,0 0-30 0,0 0-33 16,0 0-36-16,0 0-29 0,0 0-32 0,4-7-179 16,-1 3-390-16,1 0 173 0</inkml:trace>
  <inkml:trace contextRef="#ctx0" brushRef="#br0" timeOffset="108049.93">19665 11534 157 0,'0'0'159'15,"0"0"-14"-15,0 0-3 16,4-12-12-16,-4 12-6 0,3-4-6 0,-1 3-7 16,-2 1-1-16,8-6-4 0,-7 3-6 0,4-1-2 15,-1 0-8-15,0 1-5 0,-1-2-2 0,0 0 2 16,1 1-5-16,1-5-4 0,3 3-6 0,-3-4-1 15,-1 0-8-15,0 2-4 0,1-2-4 0,-1-1 1 16,0 0-10-16,-1-1-3 0,1 1-2 0,1-2-1 16,-2 1-4-16,-2-1-1 0,2 3-4 0,-2-2 1 0,0 1-4 0,-1 2-1 15,0-1 0-15,0 1-3 0,-1 2 0 0,-3 0-2 16,3 0-4-16,-2 2-2 0,-2 0-3 0,-2 0-1 16,-5 1-5-16,-1 1 5 0,-5 0-1 0,-2 2-6 15,1 1 2-15,-3 1 1 0,-7 2-2 0,-2 0-3 16,-5 3 0-16,4-1 1 0,-5 3-1 0,3 0 1 15,1 0-1 1,1 0 2-16,1 1-6 0,4-2 11 0,1 2-8 0,7-4 0 16,4 0 0-16,2 0 5 0,4-4-2 0,0 4-2 15,4-4 0-15,-2 0 1 0,1 1 5 0,2-1 25 16,4-1 12-16,-5 1 9 0,5-1-5 16,0 0-7-16,0 0-2 0,0 0-5 0,13-15-5 0,-4 10-3 15,1-3 0-15,-2 3-1 0,1-2-5 0,1 3-5 16,-1-1-1-16,1-1 3 0,-2 5-5 0,-3-2-7 0,0 1-1 0,3 1-3 0,-8 1 5 15,13 2-12-15,-4 2 3 0,0 0-3 0,0 4 1 16,5 3 4-16,-3 2-2 0,4 1 1 0,3 4-4 16,0 0 1-16,3 0 2 0,-3 3-1 0,3-2 3 15,-4 0-2-15,-3-5 2 0,4 4-1 0,-4-2 4 16,-1-4-1-16,2-3 2 0,-1 3 4 0,1-6-6 16,-3 1 7-16,1-3 10 0,-2-4-13 0,2 2 1 15,-2-4-1-15,2-1 2 0,-4 2-21 0,4-6-18 16,-3 1-16-16,-1-1-29 0,1 2-39 0,-2-3-52 15,1 0-71-15,0-2-216 0,0 2-493 0,-1-2 219 0</inkml:trace>
  <inkml:trace contextRef="#ctx0" brushRef="#br0" timeOffset="122397.47">5159 13616 16 0,'-1'-5'79'0,"1"5"-15"15,0 0 3-15,0 0-6 0,1-4-4 16,-1 4-12-16,0 0 4 0,0 0-3 0,0 0-8 16,0 0 0-16,-1-5-6 0,1 5-6 0,0 0 6 15,0 0-8-15,0 0 2 0,0 0-3 0,0-2-1 0,0 2 3 16,0 0-1-16,4-3 0 0,-4 3-1 0,0 0 14 0,0 0-2 15,0-8-2-15,0 8-2 0,1-6 3 0,-1 3 0 16,3-4 2-16,-3 2 3 0,0 1-3 0,1-4-1 16,-1 2 1-16,-1-5-3 0,2 2-2 0,-1 0 1 15,0-1-1-15,1-1 4 0,-2 2-7 0,2-1-3 16,-2 5 5-16,1-2-6 0,0 0-12 0,0 2 14 16,0 0-5-16,-1 3 0 15,1 2-5-15,0-8-15 0,0 8-7 0,0 0 1 16,0 0-3-16,0 0 2 0,-16 19 0 0,8-1-2 15,-4 8 5-15,0 3-2 0,-5 17 2 0,4 0-12 16,-2 3 4-16,4 2 5 0,0 4 6 0,2 1 5 16,1 0 1-16,3 1 0 0,1-6 9 0,-2 0-6 15,6 2 6-15,-1-7-16 0,-2-12 13 0,6-1 9 16,-2 0-1-16,-1-5 9 0,6-3-13 0,-5-6 0 0,1-2 1 0,-2-2-4 16,-2-3 5-16,2-3 9 0,-1-2 0 0,1-2 14 15,0 0 11-15,-4 0-2 16,1-2-4-16,-5-2-8 0,-2 0 0 15,-7-2-1-15,-1-4-8 0,-1-1-2 0,-3 1-2 0,3-2-4 0,-1-1 0 16,-1 1-1-16,2-1-4 0,1-1 1 16,3 4-3-16,1-2-3 0,3 2-2 0,0 3 0 0,2-3 0 0,4 2-1 0,0-1-2 31,-3 4 1-31,3-3-1 0,0 2-3 0,5 1 0 16,-5-3-3-16,5 3-2 0,-4-2-10 0,4 2-16 0,-4-3-12 15,4 3-7-15,0 0-6 0,0 0-21 0,0 0-13 16,0 0-16-16,0 0-25 0,0 0-37 0,-5-3-103 15,5 3-290-15,1-5 129 0</inkml:trace>
  <inkml:trace contextRef="#ctx0" brushRef="#br0" timeOffset="122780.62">4809 13975 19 0,'0'0'187'0,"-2"-2"-19"16,2 2-18-16,0 0-14 15,0 0-8-15,0 0-22 0,0 0-11 16,0 0-10-16,0 0-5 0,23 2-10 0,-3-4-5 15,8 1-3-15,4 1-7 0,1-3 3 0,3-1-3 16,4 0 4-16,-1 1-4 0,1 0-3 0,-3-2-5 16,-1 1-8-16,-4-1-1 0,-4 5-9 0,-9-2-1 0,-5 1-2 15,-1 1-1-15,-1-2-2 0,-5 2-12 0,1 0-3 16,-2 0-8-16,-6 0-12 0,9 0-4 0,-9 0 0 0,4 0 4 16,-4 0 1-16,0 0-3 0,-10 7-3 0,1-4-20 15,1 2-16-15,-1-3-35 0,0 2-34 0,3-1-139 16,-2-1-281-16,2-1 124 0</inkml:trace>
  <inkml:trace contextRef="#ctx0" brushRef="#br0" timeOffset="123273.7">5842 13892 60 0,'2'12'50'0,"1"5"-3"0,-2 0 1 16,-1 0 2-16,-1 0 0 0,-4 0-4 0,1-2 11 0,-4 2-4 0,3-3 9 15,0-2 2-15,-4-4 7 0,4 3-4 0,0-4-4 16,1 1 1-16,-2-3 4 0,0 0-1 0,0 0 10 16,2-1 10-16,1-1 13 0,1-1 19 0,0 3 25 15,2-5 25-15,0 0 3 0,0 0-18 0,0 0-15 16,0 0-15-16,9-14-11 0,3 1-10 0,1-3-10 16,1 1-14-16,4-7-6 15,0 3-6-15,0-3-10 0,1 3-2 0,4 0-11 16,-5 1-1-16,-2 4-6 0,5-4-4 0,-8 7-5 15,0 1-4-15,-5 2-2 0,1 2-1 0,-3 3-4 16,0-2-6-16,-1 1-7 0,-3 1-10 0,2 2-17 16,-4 1-16-16,7-3 1 0,-7 3 5 0,5 4 0 15,-5-4 2-15,1 10 5 0,-1-3 4 0,3 1-3 16,-3 3 4-16,0-1-12 0,-3 2-1 0,2-2-11 0,1 4-6 16,-4-3-15-16,4 2-14 0,-1-1-27 0,-3-2-23 0,4 0-30 15,-3-2-206-15,2-1-396 0,1-2 176 0</inkml:trace>
  <inkml:trace contextRef="#ctx0" brushRef="#br0" timeOffset="123502.68">6280 13752 129 0,'0'0'154'0,"14"7"-16"0,-10-2-10 0,6 0-11 16,0 3-2-16,4 5-15 0,-2 2-2 0,2 7-12 0,0 0-5 0,-2 1-6 16,-1 5-7-16,-5-2-3 0,0 1-6 0,-4-1-6 15,-4-1-5-15,-4 1 0 0,-3 0-8 0,-3-1-3 16,-5-1 1-16,-3-1-6 0,-5-4-8 0,-4 0 0 0,-2-1-36 16,-2-2-45-16,-5-4-46 0,-11 1-162 0,10-4-285 15,3-5 126-15</inkml:trace>
  <inkml:trace contextRef="#ctx0" brushRef="#br0" timeOffset="123820.58">5811 13639 16 0,'-5'-1'173'0,"-3"-1"-19"0,-2 2-11 15,0 3-20-15,-3 1-3 0,-3 4-15 16,-1 3-9-16,-5 9-6 0,-2 2-7 0,5 7-9 0,-8 14 6 0,5 3-1 16,3-2-7-16,1 4-5 0,9-14-7 0,2 10-8 15,5-10-7-15,4-1 1 0,1-3-3 0,7 1-2 16,3-5-2-16,5-2 3 0,5-2-2 0,9-2-2 15,17 2 0-15,7-5-3 0,5-6-39 0,7-3-81 16,24-6-233-16,-28-4-344 0,-5-3 153 0</inkml:trace>
  <inkml:trace contextRef="#ctx0" brushRef="#br0" timeOffset="124584.5">7360 13595 47 0,'0'-10'209'0,"2"5"-2"0,1-3-13 0,-2 2-15 0,-1 2-18 0,0 0-21 16,3 1-15-16,-3 3-18 0,0 0-12 0,0 0-11 15,0 0-9-15,-3 25-9 0,-3-5-13 0,2 11-3 16,-4 3-2-16,2 15-2 0,-2 4-4 0,2 2-4 16,0-2 5-16,-1 1 2 0,3 1-9 0,-1-2-1 15,1-2 2 1,-1-2-5-16,7-18-6 0,-4 2 0 0,4-3-2 15,1-6 0-15,-3-2 1 0,0-5-7 0,0-2-2 16,0 1 5-16,0-6-5 0,1 0 2 0,2-1-13 16,-3-1-19-16,0-4-6 0,0-1-16 0,0 2-7 15,0 0-8-15,0-5-68 0,0 0-236 0,0 0-386 0,0 0 171 16</inkml:trace>
  <inkml:trace contextRef="#ctx0" brushRef="#br0" timeOffset="124900.3">7316 13803 126 0,'0'0'164'0,"0"0"-13"0,0 0-13 0,0 0-12 0,12 7-16 0,-2-1-1 16,4 6-13-16,3-1-4 0,-2 1-6 0,9 5-9 15,2 0-10-15,-3 3 2 0,-1 1-15 0,2-3-4 16,-4 0 0-16,-5-2-7 0,-3-3-4 0,1 2-3 15,-4 0-10-15,-4-6 5 0,0 1-10 0,-2 0 8 16,-3-1 0-16,-4 3 3 0,-5-3-8 0,0-3-2 16,-4 4-2-16,-5-1 1 15,-2-3 3-15,-1 0-5 0,-4-3-4 16,3 0 5-16,4-1-2 0,-2-2-4 0,-2 0 2 0,4 0-4 16,-1-2-3-16,1 1-3 0,8-1-1 0,-3 1-28 15,2-3-40-15,3 1-67 0,2-1-184 0,3-1-339 16,3-2 150-16</inkml:trace>
  <inkml:trace contextRef="#ctx0" brushRef="#br0" timeOffset="125253.64">7672 13851 146 0,'5'-5'194'16,"1"5"-24"-16,-6 0-29 0,20 3-7 0,-3-1-7 16,2 4-11-16,0 3-10 0,2 0-13 0,-2 0-11 15,4 7-10-15,-1-2-1 0,-4-1-7 0,-4 1-11 0,1 2-4 16,-5-1-3-16,2 0-2 0,-5-1-5 0,-1 3-9 16,-3-5 1-16,-1 0-6 0,-1-3 0 0,-1 4 6 15,-3-6-3-15,2 3 12 0,-4-5 1 0,1 0-3 0,-1 0 6 16,-1 0 10-16,2-1 13 0,-1-4 12 0,1 3 4 15,4-3 6-15,0 0-9 0,-10-5 1 0,7 0-10 16,2-2-7-16,2 0-7 0,2-4-5 0,3-5-4 16,3 2-11-16,4-1-10 0,3-7-9 0,4 3-8 15,1 1-11-15,0 2-6 0,-1 1-9 0,-3 4-13 16,2 1-22-16,1 2-18 0,-3-1-30 0,1 5-39 0,-1-4-29 0,0 3-42 16,-4 2-160-16,0 3-399 0,1-2 176 15</inkml:trace>
  <inkml:trace contextRef="#ctx0" brushRef="#br0" timeOffset="125670.59">8418 13851 208 0,'0'0'231'16,"0"0"-6"-16,0 0-21 0,0 0-17 15,0-4-17-15,0 4-19 0,0 0-13 0,0 0-16 16,0 0-14-16,0 0-11 0,0 0-10 0,0 0-9 0,0 0-10 0,-9 11-4 16,1-5-9-16,3 1-2 0,-4 2-16 0,0-2 4 15,0 6-4-15,-5 1-6 0,3-2-3 0,2 0-4 16,1 1-1-16,-1-1-4 0,1 2-2 0,2-2-3 16,1 0 0-16,3 0-3 0,-2-1-1 0,1-1 0 15,3 3 0-15,1-4-3 0,2 2 4 0,2-4 5 16,1 2-7-16,2-4 5 15,2-2-1-15,3 2 2 0,4-3-1 0,0-4 2 16,2 0 4-16,1-3 4 0,-1 1 0 0,-2-4 2 16,-2-1 1-16,-1-2-3 0,0 1 1 0,-1-4-3 15,-4-1 0-15,1 4 4 0,-4-5-4 0,-2 0-4 16,-2-1 2-16,-4 0-4 0,1 2-2 0,-3 0-1 16,-1 0-4-16,-2 2-5 0,-2 3 0 0,1 3-7 15,-3-1-7-15,-5 1-10 0,3 3-24 0,2 2-19 0,-2 2-29 0,-1 2-25 16,1 2-36-16,0-1-44 0,3 5-195 0,4-2-423 15,4 1 187-15</inkml:trace>
  <inkml:trace contextRef="#ctx0" brushRef="#br0" timeOffset="126514.8">8767 14112 76 0,'-4'5'244'0,"4"-5"0"15,0 0-3-15,0 0-5 0,0 0-10 0,0 0-17 0,0 0-25 16,0 0-15-16,13-9-15 0,-8 4-14 0,1-4-7 16,3 1-8-16,1-6-9 0,3-1-14 0,-1 0-4 15,-1-2-9-15,3-7-5 0,3 2-4 0,-2-2-3 16,-2-5-11-16,2 0-3 0,1 0-10 0,-4-2-4 15,1 1-6-15,-1-1-2 0,-2 2-10 0,-1 0-1 16,-3 5 1-16,2 5 6 0,-2 2 14 0,-5 5 10 0,2 1-4 0,0 2 0 16,-1 1-5-16,-2 4-11 0,0-1-5 0,1-2-10 15,-1 5-32-15,0 2-5 0,0 0 0 0,0 0 2 16,-9 17 1-16,6-5-4 0,-6 5 7 0,1 10-6 16,0 1 0-16,2 4 1 0,-2 2 4 0,1 0 6 15,2-1-5-15,-1 1 3 0,4 0 1 0,-1 0-1 16,3-4 7-16,2-2-7 15,1-4 4-15,1-4-5 0,0-4 0 0,1-2 3 16,0-2 1-16,2-2 14 0,0-2-11 16,2-1 5-16,3-1-2 0,-2-4 0 0,4-2 0 0,0-1 3 15,4-1 0-15,1-3-7 0,-1-4 6 0,0 2-2 16,0-2-1-16,-4-3 3 0,1 1-3 0,-3 1-3 16,0-4 4-16,-5 2-5 0,-1 2-2 0,-2-2-6 15,-1 0 1-15,-2 2 1 0,-2 1-6 0,-3-1-1 0,-1 3-1 16,-2 2 1-16,-1-2-2 0,-4 3-3 0,2 0-2 15,0 2 3-15,3 2-3 0,1-2-31 0,-2 2-22 16,8 0-23-16,-10 0-23 0,10 0 3 0,-5 2 11 16,5-2 11-16,1 6 8 0,4-3 9 0,9 0 8 0,9 2 7 15,6 0 7-15,3-1-1 0,0-2-5 0,3-1-4 16,-2 2 5 0,3-2 4-16,0-2-2 0,0 1 9 0,-1-1 0 15,-5-4 6-15,0 1 4 0,-13-1 9 0,2 2 38 16,-10-1 36-16,3 1 15 0,-6 0 5 0,-1-1-4 15,-1 2-5-15,-3-2-6 0,-1 0-4 0,0 4 1 16,-9-2-14-16,2 1-3 0,-5-1-3 0,-1 4-7 16,-1-1-1-16,1 1-3 0,-2 5-2 0,-2 1 1 15,2-1-7-15,1 3 0 0,0-1-3 0,0 3 3 0,-1 0 0 0,4 1-5 16,1 1 0-16,4-4 1 0,1 2-7 0,0 2-2 16,2-5 0-16,0 2 7 0,2-4-6 0,0 2 2 0,2-6 6 15,2 2-5-15,1-2 3 0,2-3 2 0,7-1 2 16,0-4 8-16,6 1-1 0,-1-5-6 0,2 1 5 15,3-4 0-15,-5 2 2 0,1-1 0 0,0 2-2 16,-2 0-2-16,1-1 1 0,-7 4-1 0,2 0 0 0,-3-1-2 16,-1 4 2-16,-2 1-2 0,-1-2-4 0,0 3 1 31,0-1-5-31,-6 2 1 0,11 2-4 0,-3-1-3 0,-3 3-22 0,1 1-29 0,3 0-36 16,-4 3-41-16,5 0-57 0,-2 2-241 0,1-2-467 15,0 0 207-15</inkml:trace>
  <inkml:trace contextRef="#ctx0" brushRef="#br0" timeOffset="127272.72">9933 14142 180 0,'0'0'250'0,"0"0"-8"0,0 0-7 0,0 0-22 16,-1-5-29-16,1 5-10 0,5-7-17 0,1 4-9 16,-2-2-6-16,3 0-4 0,-1-4-3 0,2 1-1 15,2-4-1-15,-1-2-8 0,0-1-4 0,1 1-8 16,-1-3-6-16,1 0-10 16,4-7-5-16,-6-1-5 0,4-1-17 0,-1-3-13 15,-2 2-3-15,0-3-4 0,1 0-8 0,0 1 0 16,-2 0-6-16,-4 1-4 0,2 3-2 0,-5 7-7 15,2 2 13-15,-2 6-2 0,1 0-4 0,-2 1-2 16,2 3-7-16,-4 1-6 0,4-1-7 0,-2 3-11 16,0 3 6-16,-5-2-4 0,5 2 0 0,-14 10-2 15,5-1-1-15,-1 6-2 0,-7 6 2 0,3 4-3 0,-2 5-4 0,1 3 8 16,-1-1 0-16,2 13-5 0,1-13 3 0,7-1 2 16,2 3 0-16,0-4 3 0,3-2-2 0,2-2 0 15,4-8-1-15,-2-2 1 0,3 0 3 0,6-3 4 16,-1 0 1-16,5-6 3 0,1 0-3 0,2-3 13 15,2-3-10-15,1-1-2 0,-2-1-1 0,8-7 3 16,-10 2 0-16,1 1 9 0,7-9 3 0,-9 3-2 0,-1 0 7 16,-3-2-3-16,0 0-4 0,-2-3 0 0,-1 1-3 0,-1 0-4 15,-2 2-1-15,-3 3 7 0,-2-2-8 0,-1 3-2 16,1 2-3-16,-4 1-1 0,1 0-8 16,-1 3 4-16,-1-1-8 0,-2 1-6 0,0 1-13 15,5 2-9-15,-12 1-12 0,6 3-8 0,1 0-13 0,0-1-3 16,1 3 1-1,-1 0-4-15,1-1 11 0,3 2 3 0,1 0 6 16,1 1 9-16,4-1 4 0,1 0 5 0,2-2 6 16,2 2 3-16,4-4 3 0,-1 0 5 0,6-2 2 15,1 2-1-15,-3-6 3 0,2 2 0 0,1-3 6 16,-3-1 7-16,-1-2 16 0,0 1 16 0,0-1 14 16,-3-1 5-16,-3 3 14 0,0-1 14 0,0 0 13 15,-1-1-10-15,-5 3 3 0,3 0-4 0,-3 0 1 0,0 0-7 0,0 0-16 16,0 3-6-16,-1 0-5 0,-3 1-15 0,3-3-6 15,-3 3-4-15,0 0-7 0,0 0-15 0,7 5 5 16,-7 2 8-16,0-2-17 0,-3 2-2 0,2 5-3 16,1-1 1-16,-3 1-9 0,3-1-17 0,-1 6-12 15,1-5-17-15,-4 0-28 0,3-2-19 0,-3 2-20 16,2-5-19-16,-1 3-5 16,-2-2-2-16,1-1-23 0,2-2-35 0,-2-3-38 15,-1-2-152-15,5 0-439 0,-9-5 195 0</inkml:trace>
  <inkml:trace contextRef="#ctx0" brushRef="#br0" timeOffset="127402.65">10493 13687 42 0,'0'-12'343'0,"-1"4"-17"0,1 2-21 0,-3 0-23 0,3 0-34 0,-2 3-25 16,2 3-27-16,0-7-27 0,2 3-55 0,-2 4-54 0,0 0-18 15,0 0-32-15,0 0-50 0,8 11-50 16,-2-4-66-16,-3 0-190 0,-2 3-374 0,3-1 165 15</inkml:trace>
  <inkml:trace contextRef="#ctx0" brushRef="#br0" timeOffset="128005.25">10770 14101 92 0,'0'0'228'0,"0"0"1"0,-2 4 1 0,2-4-4 0,0 0-13 15,0 0-10-15,0 0-11 0,19-7-11 16,-9 2-3-16,3-2-16 0,-4 0-5 0,6-5-7 16,1 0-11-16,0-1-11 0,3-7-8 0,-1-1-10 15,3 2-12-15,-3-5-10 0,2 1-11 0,-1-5-12 0,-3 1 0 0,1 1-6 16,-1-5-10-16,-2-1-6 0,-1 0-6 0,-2 3-6 15,-2-1-2-15,-4 5-7 0,2 0 1 0,-5 7-2 16,-1 2-4-16,1 0-3 0,0 4 1 0,-4 3-8 16,2 1-2-16,0 1 2 0,-3 2-14 0,1 2-3 15,-5 1-5-15,7 2 1 0,-13 5 0 0,6 2 0 16,-5 3-3-16,3 3 3 16,-6 4 2-16,2 8 1 0,-1 2 1 0,0 2 2 15,6 0-3-15,-1 5 1 0,8-3 7 0,-3-1-5 16,4 1-1-16,4-5 2 0,4 3-1 0,-1-4-1 15,5-1 2-15,-3-8 3 0,2 0-1 0,1-4-1 16,3-1 5-16,-2-3-5 0,1-1 3 0,-1-5 4 16,5 1-1-16,-2-3-2 0,3-3 5 0,-2-1-1 15,1-3 1-15,1-1-1 0,-1-4 5 0,-1 2 3 0,-1-2 2 16,6-7 0-16,-8 6-1 0,0-3 3 0,-1 1-3 0,1 1 8 16,-5 1 6-16,0 4 3 0,-3-2 10 0,-1 5 6 15,0-1 0 1,-1 2-8-16,-1 1-5 0,-1 0-3 0,1 2-8 15,0-2-12-15,-3 4-14 0,0 0-5 0,0 0 0 0,0 0-2 16,2 11 0-16,-3-4 5 0,0 3 0 16,-2 2 4-16,0 1-3 0,1 3 3 0,-2 1-1 15,1-5-8-15,0 3-11 0,1-1-5 0,1-2-4 16,-2-1-37-16,2 0-17 0,0-3-23 0,-3 0-23 16,2-1-21-16,-1-2-14 0,3 1-18 0,-1-3-15 0,0 1-6 15,1-4-189-15,0 0-427 0,0 0 190 16</inkml:trace>
  <inkml:trace contextRef="#ctx0" brushRef="#br0" timeOffset="128159.32">11333 13721 120 0,'0'-7'330'0,"0"1"-21"16,0 2-21-16,1 0-24 0,0 0-25 0,-1 0-27 16,0 4-20-16,0-5-23 0,0 5-19 0,2-3-14 15,-2 3-22-15,8-1-23 0,-8 1-40 0,12 1-38 0,-6 2-42 0,2 0-44 16,-3-1-40-16,1 2-48 0,0 1-223 0,-1-2-416 15,2 1 184-15</inkml:trace>
  <inkml:trace contextRef="#ctx0" brushRef="#br0" timeOffset="128475.77">11800 13421 15 0,'3'-8'316'0,"-1"0"-24"0,1 3-29 16,-2 0-25-16,1-1-29 0,-1 4-28 0,-1 2-19 16,2-3-17-16,-2 3-18 0,2 10-15 0,-4 1-11 15,1 6-11-15,-3 11-8 0,0 3-2 0,0 1-7 0,-1 4-6 16,0-2-1-16,3 15-3 16,1-15-9-16,-2 1-4 0,3 1-2 0,-1 11-5 0,1-15-6 0,-2-2 0 15,2-3-6-15,0 0-2 0,2-10-4 0,-1 2 0 16,-1-7-3-16,0 0-3 0,1-2 1 15,-1-3-6-15,0-1 3 0,0 0-4 0,2-1 5 0,-4-3 2 16,2-2-2-16,0 8 0 16,0-6-1-16,0-2 0 0,0 0-11 0,0 6-5 15,0-6-24-15,0 0-57 0,0 0-59 0,-10-8-68 16,4 0-265-16,-6 1-512 0,3-3 227 0</inkml:trace>
  <inkml:trace contextRef="#ctx0" brushRef="#br0" timeOffset="128676.55">11542 13789 148 0,'0'0'323'16,"-4"-3"-14"-16,4 3-19 0,0 0-24 0,0 0-26 15,0 0-26-15,14-9-20 0,-1 4-10 0,9 2-34 16,7 0-13-16,4 1-12 0,3-3-11 0,-1 0-13 16,-2 1-13-16,0 4-12 0,-1-3-11 0,-9 3-18 0,-4-3-7 15,-5-1-1-15,-1 3-16 0,-4 0-14 0,-1 0-20 0,-3 1-25 31,-5 0-45-31,5-3-31 0,-5 3-17 0,0 0-9 16,0 0-31-16,-22 3-43 0,8-5-171 0,7 2-414 16,0 2 183-16</inkml:trace>
  <inkml:trace contextRef="#ctx0" brushRef="#br0" timeOffset="129215.36">12039 13744 157 0,'0'0'294'16,"0"0"-15"-16,5-5-18 0,-5 5-25 0,3-2-19 16,-3 2-18-16,0 0-26 0,0 0-19 0,0 0-17 15,0 0-14-15,10 2-11 0,-5-1-16 0,4 3-16 0,0-1-17 0,0 0-17 16,1 1-10-16,0 1-7 0,2-2-9 0,-2-1-8 16,2 1-4-16,-2-3-1 0,0 1-4 15,2 0 7-15,-2-1-10 0,4 0 4 0,-4-2 0 0,2 1 3 16,-1-1-7-16,-1-3 3 0,2 0-2 0,-1 1 3 15,-2-2 9-15,0 1 6 0,-2 1 0 0,-1 2 1 16,1-1-3 0,0 2-3-16,-2-2-2 0,0 2 0 0,-5 1-1 15,12 4-5-15,-7 0-2 0,4 2-1 0,-4 5 0 0,3 6 3 16,2 7 1-16,-4 3 0 0,5 2 7 0,-6 4-9 16,-1-2 0-16,-2 1-1 0,-2 0 2 15,-1 2-1-15,-3 4 3 0,-2-5-2 16,-1 2 14-16,-7-3 1 0,4-1-4 0,-7-4 1 15,3-1 2-15,0-3-3 0,0-7-2 0,1-2 5 0,1-4 1 0,1-2 1 0,1-2 14 16,0 0 40-16,2-4 35 0,0 0 40 0,1-4-6 16,-1-1-2-16,3-2 3 0,0-6-7 0,2-2-1 15,5-4-6-15,5-12-17 0,9 0-10 0,11-12-12 16,11 2-9-16,4-4-5 0,5 2-12 0,1-3-7 16,1 5-7-16,19-17-2 0,-23 23-6 0,-3 2-7 15,-11 10-3-15,-1 1 1 16,-3 0-6-16,0 5-7 0,-12 3 15 0,2 4 9 15,-8 0 10-15,0 3-7 0,-3 2-2 0,1-2-6 16,-5 1-8-16,5 1-4 0,-5 1-12 0,1-1-32 16,-3 3-41-16,0 0-49 0,0 0-59 0,0 0-50 15,-22 3-51-15,4 2-57 0,-1-3-85 0,1 5-286 0,0-2-749 16,5-1 332-16</inkml:trace>
  <inkml:trace contextRef="#ctx0" brushRef="#br0" timeOffset="130597.69">13530 13665 101 0,'4'-7'265'0,"-1"0"-12"0,-1 2-11 0,2 0-14 16,-1 0-19-16,-1 1-28 0,0 1-19 0,0 0-19 15,-2 3-16-15,0 0-16 0,6 0-12 0,-6 0-14 0,4 8-4 16,0-1-12-16,-3 3-8 0,2 2-6 0,0 5-6 15,-1 2-4-15,0 5-1 0,-4 3-8 16,2 2-2-16,-4-1-3 0,0-1-3 0,3 0-2 16,-1-8-4-16,-1 1-1 0,0-6-4 0,3-2-1 0,-2-2-2 0,1 0 9 15,1-3-7-15,-3-2 1 0,3 0 38 0,0-2 41 16,0-3 38-16,-1 6 32 0,1-6 12 0,0 0-17 16,0 0-25-16,15-14-13 0,-6 7-11 0,5-8-12 15,0 2-9-15,4-6-9 0,4-1-15 0,1 2 3 0,-4-1-15 16,4 1-3-16,-6 6-7 0,-1 2-5 0,-2-1-1 15,-2 6-7-15,-3-2 3 16,-4 2-12-16,1 2-3 0,1-1-10 0,0 4-15 16,-2-1-5-16,-5 1-4 0,13 5-6 0,-8-2 4 0,4 4 1 15,-5 1 0-15,3 3-1 0,0 2 2 16,2 2 10-16,-4 3-3 0,3-3-5 0,-3 2 3 16,0 0 15-16,3-3-9 0,-4-2-3 0,-2-3-5 15,5-1-3-15,-2 0 12 0,-4-2 12 0,4-1-12 0,-1-1 10 16,-3-2-2-16,6-1-5 0,-7-1 12 0,16-7-6 15,-3 2 0-15,-3-1-9 0,4-6 7 0,0 0 3 16,0-1 0-16,2-1-8 0,4-6 0 0,-2 1 4 16,5-1-1-16,-4 1-3 0,-3 5 0 0,-1 0 5 15,-2 1 2-15,-3 0-3 0,-1 6-1 0,-3-2-1 16,-1 4-7-16,2 2 6 0,-3-3-4 0,1 2-14 16,-3 3-30-16,1-2-29 0,-3 3 0 0,9 0 9 0,-9 0 1 0,10 4-8 0,0 0-5 31,0 4 3-31,2-4 3 0,4 5 6 0,6-4 1 15,6 2-8-15,2 1-1 0,-2-2 0 0,0-1-3 16,3-1 6-16,-2-2 3 0,-6-2 9 0,5 0 5 16,0-2 5-16,-6-1 4 0,-4-2 9 0,0 2 8 15,-3-4 13-15,-1 2 28 0,-4 1 9 0,0-2 11 16,-3 0 23-16,1 1 16 0,-3 2-1 0,-3-1-2 0,2-1-10 16,-4 2-7-16,0 3-6 0,-4-5-10 0,-1 4-2 15,-4 1-4-15,-5 1-3 0,-4 2-10 16,-1 2 0-16,-2 3-6 0,-4 0 5 0,-2 5-6 0,4-1 3 0,-1 3-2 0,7-1-1 15,-6 0 0-15,7-2-5 0,0 1 0 0,4-1-2 16,-1 0-6-16,5-3-14 0,-2-5 2 16,5 1 1-16,1 2-2 0,-1-3 19 0,1-2-6 15,1 1 2-15,3-3 5 0,0 0 0 0,19 1 1 0,-6-5 3 16,4 2 0-16,4-9-1 0,0 5-1 0,2-2 8 16,4-1-6-16,0-3-4 0,1 2 13 0,-2 0 4 15,-6 4-15-15,7 0 6 0,-8 0-3 16,-1 2-1-16,-3 2 13 15,-1 0-16-15,-3 1 2 0,-1-1-2 0,1 2-7 0,-2-2-5 0,-1 4-3 0,2-2-15 0,-2 3-16 16,-2-1-19-16,3 4-27 0,1-1-28 0,-2 2-34 16,0-1-56-16,2 2-57 0,-1-1-246 0,-1-1-550 15,1 2 244-15</inkml:trace>
  <inkml:trace contextRef="#ctx0" brushRef="#br0" timeOffset="130977.72">15286 13648 228 0,'3'-4'250'16,"-1"1"-23"-16,0 1-18 0,0-1-21 0,-2 3-21 0,0 0-17 0,0 0-15 15,0 0-11-15,0 0-14 0,-14 0-9 0,4 4-9 16,-3 0-12-16,-4 3-12 0,-3 2-4 0,1-1-7 15,-7 2-5 1,7 1-9-16,5-1-3 0,-11 3-4 0,10-4-5 0,1 3-5 0,2 1-7 16,1-7 4-16,4 4-3 0,2-3-1 0,1 3-2 15,1 0-3-15,3-1-1 0,1 1 0 16,5-2 5-16,1 1-3 0,5-1-1 0,3 1-4 16,2 0-3-16,3-1 4 0,2-1-2 15,-2-2-1-15,-3 2 1 0,2-2-2 0,-5-3-2 0,-1 2 0 16,-3 0 0-16,-3-1-2 0,-1-2-8 0,0 2 8 15,-2-3 0-15,-4 0 0 0,7 1 3 0,-7-1-4 16,3 1 1-16,-3-1 1 0,0 0 0 0,-15 9-4 16,4-6-8-16,-2-1-21 0,-9-1-27 0,2 0-23 0,-1 0-26 0,-1 1-54 15,3-2-34-15,0 1-163 0,5-1-386 0,4-1 170 16</inkml:trace>
  <inkml:trace contextRef="#ctx0" brushRef="#br0" timeOffset="131300.31">15599 13661 146 0,'4'-3'256'0,"-4"3"-24"0,4-3-23 15,-4 3-16-15,0 0-21 0,0 0-17 0,0 0-17 16,0 0-12-16,-16 0-11 0,9 3-12 0,2 0-11 0,-5 1-12 15,3 1-6-15,-3 0-11 0,1 2-5 0,1 0-4 16,2 0-12-16,-2 2 1 0,3 0-7 0,0 2-2 16,4-1-6-16,1 6 0 0,2 0-3 0,4 2-2 15,1-4 0-15,7 2-1 0,-1-1-3 0,4 5 1 16,4-2 0-16,-3 1 9 0,0-6-3 0,-4 1-4 16,1-2-3-16,-6-4-1 0,-1-1-4 0,-3-2-1 0,3 0 1 0,-4-1-4 15,-2-1-2-15,-3 1 0 0,-4 0-1 0,-13 2-9 16,-11 2-53-16,-7 2-67 0,-20 1-95 0,-1-5-187 15,3-4-437-15,2-2 194 0</inkml:trace>
  <inkml:trace contextRef="#ctx0" brushRef="#br0" timeOffset="132389.91">7946 14911 19 0,'0'0'139'0,"0"-7"-7"15,0 3 5-15,2 0 4 0,0-1 0 16,-2-2 5-16,1 0-5 0,2-1 5 0,-3-4-10 0,1 2-9 16,3-1-4-16,-4 0-4 0,0-2-8 0,0 2-5 15,1 2 1-15,-1 0-9 0,0 2-8 0,3 1-11 16,-3 2-8-16,-3-1-10 0,6 1-10 0,-3 4-28 0,0 0-15 15,0 0-3-15,0 0-2 0,-8 18-5 0,3 0 2 16,-1 13 0-16,-6 14-3 0,2 2-1 0,2 5 0 0,0 2 0 16,-1 2 2-16,0 3 3 0,3-2 6 15,-2 3 4-15,0 23 1 0,5-29-3 0,-1-4 3 16,1 0-24-16,3-14 8 0,0-4 0 0,0-3 1 16,-3-4 8-16,3-7 7 0,0-6 4 0,0 1 13 0,0-4 11 0,-1-1 21 15,1-2 18-15,-2-4 22 0,0 3-6 0,-4-5-11 16,6 0-9-16,-15-5-4 0,4 2-8 0,1-4-6 15,-6-2-7-15,1-1-4 0,1 0-7 0,0-3-2 16,1 2-3-16,-2-2-2 0,2 2-7 0,-1 0-4 16,1 0 0-16,4 4 1 0,2-1-9 0,-1 1-2 15,0 2-1 1,2-3-6-16,2 4-20 0,-2 1-26 0,1 2-27 0,2-1-35 16,3 2-39-16,-4-6-41 0,3 4-51 15,1 2-237-15,4-6-511 0,0 5 226 0</inkml:trace>
  <inkml:trace contextRef="#ctx0" brushRef="#br0" timeOffset="132682.54">7666 15284 115 0,'-6'3'124'0,"6"-3"-6"16,0 0-18-16,0 0 9 0,13 4-10 0,5-4-7 16,10 0 4-16,6-4-8 0,20-3 0 0,5 1-11 0,0-2-2 15,-2 0-10-15,-16 2-8 0,9-1-1 0,-16 3-8 16,0 0-2-16,-6 3-7 0,-8-2 2 16,-7 3-6-16,1-1-10 0,-4-1-2 0,-1 1-1 15,0 1-6-15,-5 0-3 0,-4 0 0 0,0 0 0 16,0 0 0-16,0 0-1 0,-13 8-5 0,4-4-5 15,-1 0-38-15,-4 1-8 0,2-1-29 0,1 0-26 16,1 0-148-16,-2-3-265 0,5 2 118 0</inkml:trace>
  <inkml:trace contextRef="#ctx0" brushRef="#br0" timeOffset="133087.1">8493 15187 152 0,'0'0'200'0,"0"0"-23"0,5-1-19 0,-5 1-23 16,0 0-9-16,0 0-16 0,-1 12-7 15,1-3-11-15,0-3-8 16,0 7-12-16,0-1 0 0,0 4-9 0,1-3-8 16,2 2-16-16,0 3 6 0,-2-3-4 0,1-1-5 15,1 0 0-15,0-5 0 0,1 0-7 0,-1-4-6 16,0 0 7-16,-1 0-4 0,1-1 17 0,2-1 13 15,3-3 5-15,2 0 1 0,3-5-2 0,-2 0-1 16,4-6-1-16,3 3-9 0,-5-4-1 0,1-3-6 16,4 3-6-16,-3-1-2 0,6-3-9 0,-6 2 0 0,-2 1-1 0,0 1-2 15,-4 3-2-15,-2 3-3 0,-2 0 1 0,1 1-8 16,-2 3-2-16,2-4-3 0,-2 5 4 0,-2 0-32 16,-2 1 4-16,0 0 3 0,8 5 1 15,-3 0 1-15,0 2 3 0,0 1-2 0,0 4-14 16,0-1-6-16,4 5-11 0,1-3-18 0,2 3-9 0,4 5-9 15,0-6-19 1,6-1-10-16,-3-3-11 0,-1-1-8 0,2-5-8 16,1 1-13-16,-1-1-112 0,2-5-282 0,-3 0 125 15</inkml:trace>
  <inkml:trace contextRef="#ctx0" brushRef="#br0" timeOffset="133385.94">9127 15362 453 0,'15'-12'17'0,"1"2"24"0,-5-4 16 16,2 2 22-16,-2-1 22 0,-2 0 7 0,1 0 10 0,-4 1 12 15,-2 2 7-15,-2 2 13 0,1 1 7 0,1 2 5 16,-2 0-7-16,1 0-15 0,-2 1-12 0,-1 4-20 0,5-7-14 15,-5 6-14-15,0 1-15 0,0 0-1 0,0 0-15 16,0 0-4-16,5 14-6 0,-10-6-4 0,3 4-2 16,-2 5-5-16,-1 0-3 0,-1 1-2 15,-1 10-2-15,3 1-3 0,-6-3 2 0,5 2-5 0,-1-3 1 16,4-7-2-16,-1-4-3 0,1 0 2 0,2-3-1 16,-2-6 2-16,2 2-2 0,0-1 7 0,-2-3 16 0,6-2 15 31,-4-1-2-31,0 0-4 0,14-5-4 0,-5-5-8 15,2 4 1-15,3-8-5 0,4 1 0 0,-4-2-4 16,0 2-1-16,7-8-4 0,-2 4-2 0,-4 2-2 0,-2 5-5 0,-3 0 0 0,0 4-3 0,-1-3 1 16,-2 3-2-16,-1 1-2 0,-2 1 8 0,2 1-20 31,-2 0-7-31,1 2-10 0,-5 1-21 0,0 0-20 0,19 11-12 0,-11-4-19 16,-1 3-22-16,3-1-23 0,0 2-50 0,-1-2-61 15,4 3-157-15,-3-3-444 0,3 2 196 0</inkml:trace>
  <inkml:trace contextRef="#ctx0" brushRef="#br0" timeOffset="134339.41">9697 15354 127 0,'0'0'137'0,"0"0"-7"0,0 0-15 16,0 0-12-16,0 0-9 0,11-4-8 0,-11 4-8 15,16-1-11-15,-2 1-1 16,-1-1-2-16,6-2-4 0,0 1-14 0,5 0-8 16,4-3-5-16,1 1 4 0,-1-1-9 0,1-2 1 15,0 1-6-15,1 0-1 0,0-5 0 0,-3 2-3 16,-1 1-7-16,-10 2-7 0,2-3 6 0,-4-1 1 16,-1 2-4-16,-4 1-2 0,-4-3-1 0,0 1 15 15,-2 0-15-15,-3 4 7 0,-3-3-2 0,-2 2 0 16,0 3-4-16,-4-5-1 0,-4 6-3 0,3-1-3 0,-12 3 9 15,4 3 3-15,-1 3 0 0,-2 0 6 0,0 0-2 16,-3 8 1-16,-2 3 0 0,6-1-1 0,2 1-7 16,1 0 1-16,3 2 3 0,4-1-5 0,1 8-8 15,4-7 9-15,2 0 0 0,6 5 2 0,1-4-1 16,4-3 0-16,6-3 2 0,6 6 4 0,8-4-5 16,8-7 3-16,-3 2 0 0,7-9 0 0,12 1-1 0,-13-3-3 0,13-5 2 31,-2-4-6-31,-12 1 1 0,0-3 0 0,9-4 0 15,-13 1-1-15,-1-3-5 0,-6-1 9 0,0-1-7 16,-4-3 5-16,-2 1 0 0,-2-4 11 0,-3 1 4 16,-2-1 10-16,0-1 17 0,-5-2 7 0,0 0 19 15,1 2 10-15,-1-4 11 0,-2 2 3 0,-2 3 13 0,0 7 8 16,-1 1 8-16,-3 4-6 0,1 3-7 0,1 1-11 0,-3 3-19 16,0 0-7-16,3 1-13 0,-2 2-20 15,-1-1-30-15,0 4-1 0,0 0-4 0,0 0-2 16,-4 22 9-16,3-4-13 0,-3 7 1 0,-1 2-6 15,0 4 3-15,-3 0 2 0,3 4-2 0,-3 1 2 0,3 9-3 16,0 3 7-16,0-13-2 0,1-2-3 0,4 0 3 16,0-7 8-16,-1-2-12 0,-2-3-1 0,3-4 2 0,0-9-1 15,0 2 5-15,-1-4 1 0,1 0 3 0,0-1 8 16,0 0 27-16,0-3 23 0,0-2 11 0,0 0-6 16,0 0-14-16,0 0-3 0,-13-9-16 0,3 0 1 15,1-3-10-15,-7 0-15 0,1-3-19 0,-8-5-10 16,0 2-1-16,2 1-7 0,-5 1 0 0,2 1-5 15,-3 0 3-15,10 3 2 16,-1 3-1-16,1 1 3 0,3 2 1 0,1-1 2 16,1 4-3-16,3-1 4 0,3 2 0 15,-2-2-6-15,8 4-11 0,-6-4 0 0,6 4 0 16,0 0 4-16,0 0 1 0,31-6 2 0,-1 5-4 16,11 1-9-16,12-3 3 0,0-1-7 0,5-1 4 0,0 0 6 0,1 1-3 15,-4-5 4-15,0 1 3 0,-4 3 1 16,-11 1 3-16,-3-3 1 0,0 1 3 0,-6-1 2 0,-3 1 3 15,-7 3 4-15,-4-4 17 0,2 1 25 0,-10 2 16 16,3 0 12-16,-2 0 13 0,-5 2 8 0,0-1-5 16,-5 3-7-16,12-4-10 0,-12 4-7 0,7 0-13 15,-7 0-9-15,0 0-6 0,0 0-3 0,9 4-4 16,-7 0-3-16,-2 2-2 0,1 0-3 0,-2 3 2 16,2 3 0-16,-2 0-3 15,-1 3-2-15,1 1 2 0,0 2 0 0,1 0-5 16,0 0 0-16,-2-3-18 0,2-5-9 0,0 1-16 15,0 1-9-15,0-5-12 0,0 0-14 0,0-2-4 16,0-1-1-16,0 0 4 0,0-4 17 0,-1 5-5 16,1-5-6-16,0 0-55 0,0 0-77 0,0 0-94 0,-13-17-153 15,10 7-487-15,-4-5 215 0</inkml:trace>
  <inkml:trace contextRef="#ctx0" brushRef="#br0" timeOffset="134503.04">11068 15044 121 0,'0'-7'343'15,"1"-3"-11"-15,-1 5-6 0,0-2-32 0,3 3-32 16,-2-2-23-16,-1 2-22 16,0 4-25-16,0-10-19 0,4 7-24 0,1 1-32 0,2 1-39 0,0 0-39 0,5 1-44 15,-2 1-38-15,4 2-34 0,-3 0-42 0,3 2-43 16,2 0-62-16,-5-1-152 0,3 3-406 0,1 1 179 0</inkml:trace>
  <inkml:trace contextRef="#ctx0" brushRef="#br0" timeOffset="134940.34">11703 15302 150 0,'0'0'247'0,"0"-8"-19"16,1 5-12-16,3-1-15 0,-4 4-10 0,0-7-5 0,0 7-22 15,3-6-10-15,-3 6-18 0,0-7-10 0,0 7-17 16,-4-5-11-16,-5 5-10 0,4-3-12 0,5 3 1 16,-13 4-18-16,0-1-6 0,3 2-8 0,-3 3-4 15,-3-3-6-15,2 5-4 0,-2 0-4 0,5 1-3 16,-3 4-5-16,4-2 0 0,1 1-4 0,-1-1 2 16,3 3-4-16,3-4-1 15,2-1-3-15,-1 0 4 0,3 1-6 0,0-1 0 16,4-5 10-16,-2 4-8 0,5-3 0 15,1 0 3-15,3-4 4 0,6 0-5 0,1-2-2 0,-1-4 1 16,3 1-2-16,0-4 3 0,-2-1-3 0,0 0 3 16,-3-3-5-16,-1-1 5 0,-1-1 5 0,0-1-2 15,-6-1 1-15,1-1-2 0,-2 4-1 0,-2-4-8 16,-2-3 4-16,-1 2-1 0,-4 5-4 0,1-4 3 0,-6 4 8 16,2 2-14-16,-3-2 4 0,-4 5-2 0,0-3-2 0,-1 3-4 15,0 1 4-15,0 1-6 0,-4 1 4 16,0 2-12-16,5 1-17 0,1 0-23 0,-2 1-24 15,1 2-32-15,0 2-15 0,4 0-46 0,1 0-33 16,0 2-190-16,4-3-426 0,4 2 189 0</inkml:trace>
  <inkml:trace contextRef="#ctx0" brushRef="#br0" timeOffset="135303.37">11937 15243 25 0,'0'0'178'0,"0"0"-22"15,9 5-16-15,-9-5-19 0,1 7-8 0,3 0-13 16,-1-2-13-16,-2 2-7 0,0 2-8 16,-1 2-5-16,0 0-10 0,0 4-1 0,0 1-8 0,0 0-11 15,-1 2 4-15,0-5-6 0,1-4-2 0,-3 1-1 16,3-3-7-16,0-1 0 0,0 0 0 0,-1-1 8 0,1-2 41 15,0-3 33-15,-3 7 35 0,3-5 29 0,0-2 15 16,0 0-18-16,0 0-12 0,0 0-21 0,13-9-10 16,-4 4-16-16,2-4-12 0,-2-1-9 0,4 0-10 15,-3 2-9-15,2 0 5 0,-3 0-18 0,1 2-9 16,-1 2-4-16,-1 0-5 0,-1-1-3 0,-2 2-13 16,3 2-2-1,-4 0-3-15,2 1-14 0,3 2-13 0,-1 3-8 0,2 2-10 16,-1-2-32-16,0 3-32 0,3 1-35 0,0 3-40 15,1-3-56-15,-5 0-265 0,3-1-526 0,-1 0 232 16</inkml:trace>
  <inkml:trace contextRef="#ctx0" brushRef="#br0" timeOffset="135438.72">12494 15437 143 0,'0'0'405'16,"5"-4"-36"-16,-5 4-26 0,0 0-33 0,5-3-31 15,-5 3-39-15,0 0-60 0,4-1-70 0,-4 1-133 16,0 0-370-16,4-8-426 0,-4 8 189 0</inkml:trace>
  <inkml:trace contextRef="#ctx0" brushRef="#br0" timeOffset="171113.27">23137 6754 19 0,'0'0'155'16,"0"0"-21"-16,0-4-13 0,0 4 1 0,0 0-15 15,0 0-5-15,0 0-14 16,0 0 0-16,0 0-1 0,0 0-7 0,0 0-3 16,0 0-2-16,0 0-5 0,0 0-5 0,0 0-3 15,-2-3-3-15,2 3-3 0,0 0-4 0,0 0-6 16,0 0-8-16,0 0-1 0,0 0 2 0,0 0-7 0,0 0 1 0,0 0-2 16,0 0 3-16,0 0 2 0,0 0 1 0,0 0 2 15,0 0-2-15,0 0-3 0,0 0 0 0,0 0-1 16,0 0 0-16,0 0-3 0,0 0 0 0,0 0-2 15,0 0-6-15,0 0 0 0,0 0-6 0,0 0-4 16,0 0 0-16,0 0-6 0,0 0-6 0,0 0-11 16,0 0-1-16,0 0-7 0,0 0-13 0,0 0-5 15,0 0-4-15,0 0-3 0,0 0-13 0,0 0 2 16,0 0 3-16,0 0 4 0,4 10-17 0,-4-6 17 16,2 2 0-16,-4-2 5 0,2 3 11 0,2 4 0 0,-2-1 2 15,-2 3 8-15,4 2-4 0,-4 1 3 0,2 2 9 0,0-2-3 16,-2 2 7-16,2 1-5 0,0 0-7 0,2-2 12 15,-2-2 1-15,2 4 4 0,-2-1-1 0,0-4-2 16,0-2 3-16,0 2-4 0,0-2-2 0,0 0 4 16,0-1 5-16,0-2 1 0,0 1-2 0,0 0 8 15,-2-1-13-15,2-1 5 16,0 1 1-16,0-2 4 0,0 0-1 16,0 2-4-16,-2-1 3 0,2-1-2 0,0-3 4 0,0 3-6 15,0-1 4-15,0-1-5 0,-2 4 8 0,2-4-7 16,0-1-1-16,0 4 2 0,-2-4 3 0,2 2 2 15,0-1-1-15,0 0 0 0,-1-2 7 0,1 5-7 16,1-1 0-16,-2-3-5 0,1 1 2 0,0 0 6 16,0 2-2-16,0-2 0 0,0 0-3 0,0 2 6 0,0-2-3 0,-1 1-1 15,1 0-3-15,0-1-6 0,0 2 7 0,0-2-1 16,0 1-8-16,0 0 9 0,-2 0 5 0,2 0-2 16,0-1 4-16,0 4-3 0,0-4 2 0,0 2-7 15,-1 1 3-15,2-1 0 0,-1 0 0 0,-1 0-9 16,1 1 10-16,0-1-1 0,0 0 0 0,0 1 1 15,0 0-5 1,0-1 0-16,0 2 13 0,0 0-9 0,0-1-12 16,0-1 13-16,-2 3 7 0,4-3-6 0,-4 1 2 0,2 1-4 15,0-1 2-15,2 1 0 0,-2 0-7 0,0-1 2 16,0 4 9-16,0-4-6 0,0 1-5 0,0 1-1 16,-2 0 7-16,2-1 0 0,0 0 1 0,0 2 4 15,-2-3 0-15,2 2-5 0,0-3 4 0,0 1-5 16,0-1 3-16,0-1-6 0,0 3 1 0,0-5 0 0,0 0 2 15,0 2-1-15,-2-3-7 0,2 1 8 0,0-4-2 16,0 5-3-16,0-5 7 0,-2 6 1 0,2-6 6 0,-1 6-12 16,1-6 6-16,0 4-4 0,0-4 2 15,0 7-4-15,0-7 5 0,0 6 0 0,0-6-2 16,-1 5-2-16,0-2 3 0,1-3-4 0,0 4-2 0,0-4 0 16,0 0 8-16,0 5 0 0,0-5-10 0,-3 5 7 0,3-5-4 15,0 3 5-15,0-3-6 0,0 5 8 0,0-5-10 16,-2 4 3-16,2-4 4 0,0 4-2 0,0-4-4 15,-2 5 6-15,1-1 3 0,1-4-4 0,-1 5 1 16,1-5 5-16,-3 3-6 0,3-3 7 0,-1 5-12 16,1-2 10-16,0-3-9 0,-1 6 7 0,1-6-7 15,-3 4 4-15,3-4 3 16,-2 4 0-16,0-1-5 0,1 0 4 0,1-3-5 16,-3 5 5-16,3-5 4 0,-2 4-3 0,1-1 6 15,-3 1-7-15,4-4-3 0,-3 3 0 0,2 1 4 16,1-4-11-16,-4 5 10 0,4-5-3 0,-1 4 0 15,1-4 5-15,-3 2-3 0,2 1 4 0,-2-1-6 16,2 3 3-16,0-1-14 0,0 1 14 0,-1-3 1 16,0 4-2-16,0-1 0 0,0 0 3 0,1-1 2 0,-2 1-3 0,1 2-6 15,-1-2-2-15,2 0 2 0,1 2 6 0,-3-3-3 16,3 2-3-16,-2-2 0 0,2-1 6 0,-3 2 5 16,2-1-12-16,1 2-1 0,0-2 5 0,0 1-2 15,-2 0 2 1,1 0 0-16,1-2 3 0,-1 4-17 0,1-6 17 0,-1 5-6 15,-1-2 5-15,1-1 1 0,0 1-6 16,1-4 3-16,0 4 1 0,0-4 2 0,-3 4-4 0,3-4 7 16,0 5-1-16,0-5-9 0,0 0-1 0,0 0 1 15,0 4 9-15,0-4-5 0,0 0-6 0,0 0 26 16,0 0 0-16,0 0 11 0,0 0 7 16,0 4 0-16,0-4 1 0,0 0 2 0,0 0 4 0,0 0 0 0,0 0-2 0,0 0-3 15,0 0-10-15,0 0 4 0,0 0-4 0,0 0-3 16,0 0-3-16,0 0-8 0,0 0 5 0,0 0-6 15,0 0 5-15,0 0-6 0,0 0-1 0,0 0-3 16,0 0 2-16,0 0-2 0,0 0 2 0,0 0-1 16,0 0-8-16,0 0-3 0,0 0-10 0,0 0-11 15,0 0-6-15,0 0-12 0,0 0-16 0,0 0-41 16,0 0-44-16,0 0-163 0,0 0-326 0,-5-14 144 16</inkml:trace>
  <inkml:trace contextRef="#ctx0" brushRef="#br0" timeOffset="173847.63">23101 6829 120 0,'2'-4'123'0,"-1"0"-4"0,0 3-1 16,1-4 1-16,-2 5 0 0,0 0-4 0,1-4-3 15,-1 4-10-15,1-4-8 0,-1 4-4 0,0 0-10 16,0 0-2-16,0 0-8 0,1-4-7 0,-1 4-5 16,0 0-7-16,0 0-4 0,0 0-1 0,0 0-7 15,0 0-9-15,0 0-5 0,0 0 2 0,0 0-7 16,0 0-5-16,0 0-5 0,0 0-3 0,0 0 1 16,0 0-4-16,0 0 0 15,4 12 3-15,-4-7-7 0,0 2 2 0,0 0-1 16,0 3 6-16,-2 1-2 0,2 5-7 0,-2-3 8 15,1 0-3-15,0 4-3 0,-2 0 0 0,3 1 3 16,2-2 0-16,-2 3-1 0,0-3 1 0,1 2-3 16,-1 1 0-16,0-3 2 0,0 2-6 0,1 0 4 15,0 0 0-15,-1 0-1 0,0-2-2 0,2 2 2 16,-2-2 0-16,2 1 0 0,-2 1 2 0,0-1 3 0,3 0-2 0,-3-1-2 16,2 1 1-16,-1 0-5 0,-2-6 12 0,2 2-7 15,1 2 5-15,0-2-7 0,-2 1 4 0,0 0 5 16,0 1-3-16,0-2 0 0,-2-2-1 15,2 0 5-15,0 1-4 0,0-2-4 0,0 2 3 0,0 0 1 0,2-3-3 16,-4 2 3-16,4-1-3 0,-2-3 1 0,0 0 1 16,2 0-2-16,-2 3-4 0,0-2 2 0,2-6 2 15,-2 7-2-15,3-3 6 0,-2-1-8 0,0 1 4 16,-1 1-3-16,2-2 3 0,-2-1-8 0,2 2-1 0,-2 0 13 16,2-2-6-16,0 3-2 0,-2-5 2 0,0 5 2 31,1-1-3-31,-1-2 3 0,5 0 0 0,-5 0-3 15,2 1 7-15,-2-3-8 0,0 4 9 0,2-1 0 0,-2-2-5 16,1 0 0-16,1 3-2 0,0-2 1 0,-2 0-1 16,0-1 4-16,0 3-4 0,2-1-1 0,0 0 0 15,-2-1 0-15,1 2 4 0,2-3-1 0,-3 2 0 16,1-1-4-16,-1 2-2 0,2-1 5 0,0 0 0 0,-2 2-3 16,0-2 1-16,1 1 7 0,-1 0-6 0,3 0 0 15,-3 1-2-15,1 1-2 0,3-2 4 16,-4 1 3-16,1 3-1 0,-2-2 3 0,1 2-3 0,0-3-2 0,0 3 0 15,0 0 1-15,-4 2 1 0,4-3 1 0,0 2-3 16,0-2 4-16,-1 3-3 0,1-2 1 0,0 1-12 16,0-1 14-16,0 1-5 0,-3 2 1 0,2-2 2 15,1 1-1-15,0-2 2 0,-2 4-6 0,0-2 5 16,2 0-2-16,0 3 4 0,-1-4 1 0,-2 4-3 16,2 2-2-16,1-5 1 15,-2-1 3-15,0 1-1 0,2 4-1 0,-4-1-1 16,3-2 4-16,-1 0-1 0,0 2-2 0,-1-3 4 15,1 2 1-15,1-1-6 0,-1 0 0 0,0 2-1 16,0-3 5-16,2 5-4 0,-2-1-5 0,0-5 8 16,0 9-5-16,1-2 4 0,1-1-3 0,-2-1 0 15,0 1 1-15,2 0 0 0,0 1-4 0,-2-1 7 16,2-1-4-16,0 1 2 0,0-1-3 0,-2-2 5 0,2 0 0 0,-1 1 1 16,1-2-3-16,0 3-1 0,0-3 0 0,0 2 1 0,1 1 0 15,1-1 1-15,-2 2 1 0,0-4-3 16,2 3 0-16,-2 0 2 0,0-1-2 0,0-1 0 15,0 1 2-15,2 2 3 0,-2-3-4 0,0 3 1 0,0-5 0 16,-2 5 1-16,2 0-8 0,0-2 5 0,0-1 0 16,0 1 1-16,0-3 5 0,0 1-5 0,0-1-3 15,0-1-2-15,0 4 3 0,0-3 0 0,0-1 0 0,2 2-3 16,0-1 6-16,-2 2-1 0,0-4-4 0,1 4 4 16,1-3-4-16,-1 1 4 0,0 0-3 0,-1 0 3 15,0 1-3-15,2-1-1 0,0 4 0 16,-2-4 8-16,2 0-7 0,-2 2 0 0,0-3 1 0,2 2 1 15,-2 4 1 1,1-2 1-16,1-3 1 0,-2 0 5 0,3 4-10 16,-3 0 7-16,0-1 7 0,2 1-7 0,0-1-1 15,-2 2 4-15,0 0-1 0,0 0-3 0,0-2-1 16,0 1 4-16,-2 0-2 0,2 1 2 0,0 0-5 0,0 1 4 16,0-1-2-16,0 0-1 0,0 2 0 0,0-4 1 15,0 2 1-15,0 2-4 16,0-4 1-16,2 1 3 0,-2 1-1 0,0-2-1 0,0 4 2 0,0-1 1 0,1-2-1 15,-1 1-3-15,0 0 3 0,2 0-3 0,0 0 1 16,-2 0-2-16,0 0 0 0,0 2 7 0,0 0-9 16,0-2 2-16,0 3 0 0,0 0-2 0,0 3 1 15,0-3 2-15,0 6-2 0,0-4 1 0,0 2-2 0,0-4 4 16,0 1-3-16,2-2 0 0,-2 6 4 16,0-6-6-16,2 7 0 15,-1-8 5-15,3 8-6 0,-4-2 4 0,2 1-1 16,0-6 1-16,-2 6-3 0,0 0 0 0,0 0-1 15,0-6 4-15,0 6-2 0,0-1 0 0,-2 2 3 16,0-9-3-16,2 10 3 0,-1-7-6 0,-2-1 5 16,2 7 0-16,1-7-3 0,0 6 1 0,-2 3-2 15,2-10 2-15,-2 8 0 0,0-1-1 0,0 3 6 16,1-3-5-16,1 4-1 0,-4 0 2 0,4-4 2 0,0 1-3 0,-5 0-1 16,4-1-1-16,-1-1 1 0,2 3 3 0,-2 0 2 15,-2-1-3-15,3-1-1 0,-2-1 0 0,2 4-2 16,1-3 0-16,-2-2 3 0,0 4-2 0,0-2 2 15,2-2-1-15,-2 5 0 0,2-9-2 0,-2 8 1 16,1-3 1-16,1-3 0 0,-3 5 0 0,1-1 0 16,0 0 0-16,2-1-8 0,-1 5 13 0,-1-3 2 0,-2 3 1 0,1-4-5 15,2 2 4-15,-3 0-2 0,1 1-1 0,2 0 2 16,0-2-3-16,1-1 2 0,-1 2-4 0,1 0 1 16,-2 0-1-16,2-1 2 0,-2 2 0 0,4-1-1 15,-4-2 2-15,2 3-3 0,0 0-1 0,2-3 0 16,-4 0 2-16,2 0 1 0,0 1 0 0,-1-2-5 15,-2 2 6-15,0 2-1 16,3-3 0-16,-3-1-3 0,3 2 1 0,-2-1-2 16,0 2 3-16,0 0-4 0,1 0 3 15,-1-2 2-15,0 1-3 0,2 0-1 0,-1-1 2 0,0 1-1 16,2-1-6-16,0-2 9 0,-2-1-6 0,2 0 6 16,-1-1-3-16,2 6 0 0,-4-2 0 0,2 0-2 15,2-4 1-15,-1 4-7 0,0-7 8 0,0 2 3 16,-1-1-2-16,2 1 3 0,0-1-4 0,1 1 2 0,-2 1-1 0,2-3 2 15,-1 2-3-15,3 6 0 0,-5-8 0 16,3 3-1-16,-1-3 2 0,0 1 2 0,0 0-1 16,1 1-3-16,-2-1 2 0,0 1-4 0,1 4 6 15,0 2-8-15,0-2 6 0,0-4-1 0,-1-1-1 0,3 1-2 16,0 1 4-16,-2-3-1 0,2 8-2 0,-2-6 3 16,0-1 1-1,1 7-4-15,-2-2 3 0,2-4 5 0,-1 6-1 16,0-1 1-16,0 1 1 0,-1-2-5 0,1-4-1 15,1 1 1-15,-1 4 1 0,0-1-2 0,-2-4 1 16,1 4-5-16,3-5 5 0,-4 0-3 0,4 2 4 16,-4-1-2-16,0 5 3 0,4-6-1 0,-4 1-1 15,1 1 2-15,-1-3-1 0,2 8-3 0,0-6 2 16,-1-2-2-16,2 2 1 0,-3-2-2 0,6 7-1 0,-4-6 3 0,0-2 2 16,-1 0-5-16,2-1 2 0,-2-1 5 0,3 1-4 15,0-2-4-15,0 3 0 0,-3-5 1 0,3-2-1 16,-3 0 3-16,4-1 1 0,-2-2-3 0,-2-1 3 15,-1 0-1-15,3 2 1 0,-3-4 2 0,2 0 15 16,-2 0-4-16,3 1 1 0,-2-1-1 0,-1-4-6 16,0 3-8-16,0-3-17 0,0 4-26 0,0-4-27 0,0 0-63 0,0 0-263 15,0 0-428-15,-13-7 190 0</inkml:trace>
  <inkml:trace contextRef="#ctx0" brushRef="#br0" timeOffset="177893.5">21395 12109 61 0,'0'-5'141'15,"0"5"-4"-15,0-3-7 0,0 3-8 0,0 0-12 16,0-4-12-16,0 4-9 0,0 0-4 0,2-5-16 16,-2 5-5-16,0 0-6 0,0 0-6 0,0 0-4 15,2-4-12-15,-2 4 1 0,5-2 1 0,-5 2-13 16,10 0 7-16,-2 0-11 0,0 1-3 0,-2-1-1 0,7 0-2 0,0 3 2 16,5-3-3-16,1 0-2 0,4 2 1 0,6-2-1 15,1 1-4-15,2-1 3 0,1-1-3 16,0 0-2-16,3-2-3 0,2 2 9 0,13 0-12 0,-10 1 1 15,-4-1 6-15,18-1-4 0,0 2 0 0,0-1 0 16,0-1-4-16,0 4 7 0,3-1-3 0,0 1-2 16,0-2 0-1,2 2 3-15,-1-1 0 0,-2 2-3 0,2-1-4 16,-3 2 6-16,2 0 0 0,-1-2-2 0,2 0-2 0,0 1 4 16,1 1-3-16,-3-1 2 0,3 1-2 0,0-3 6 15,-1 2-3-15,1 0 0 0,-2 1 2 0,-2 2-4 16,0-5 1-16,-2 5 2 0,-14-3-4 0,12 1 2 15,0-1-1-15,-2-1-5 0,-9 1 3 0,10-1 3 16,3 2 2-16,-2-4-4 0,-15 1 0 0,21-1 3 0,-5 2-2 16,4 1 1-16,-1-1 0 0,-2-3-6 0,1 1 4 0,2 1 5 15,-6-2-10-15,-1 1 5 0,2-1 5 0,-13 1-2 16,1-2-5-16,12 2 4 0,-13-3-1 0,12 2-2 16,-12-1 3-16,13 0-4 0,-12 0 2 15,12 2 3-15,1 0-2 0,0-3 1 0,1 3-3 0,-3 0-3 16,-10 0 8-16,13-1 0 15,-1 0-5-15,-2 1 3 0,-11 2-3 16,12-2 0-16,-11 0 0 0,12 0-1 0,-14 5 0 16,-2-3 1-16,16 1 1 0,-1 2-2 0,-15-4 2 15,2 0-4-15,12 2 8 0,-12-2-2 0,12 2-3 0,-15-1 3 0,5-2 3 0,-4 1-4 0,1-2-4 16,-1 2 3-16,3-1 0 0,-3-1 3 0,0 1-1 16,2 1-6-16,-1-2 4 0,0 2-1 15,-1-1 2-15,16 0-5 0,-16 0-2 0,0 0 6 16,2 0 1-16,-2 2-1 0,-1-1 2 0,16-2-2 15,-13 2 0-15,-1-1-1 0,16-1 0 0,-16 2 2 16,15 0 0-16,-14-1 1 0,12 0-4 0,-15 0 5 16,5 0-6-16,10-1 7 0,-11 0-7 0,-1 2 0 15,1-1 3-15,-3-1 0 0,4 1 1 0,-4-2 0 16,1 1-1-16,-2 2 1 0,1-1 3 0,-1 2-3 0,1-2-1 0,1 0 0 16,4-2 0-16,7 2 2 0,-12 0-4 0,5-1 2 15,-2 2 0-15,12-1 0 0,-12-1-5 16,-2 1 7-16,13 1-1 0,-15 1 2 0,6-2-6 15,-5 0 2-15,-1 1 5 0,3-2-5 0,-4 2 1 0,1 1 0 16,2 0 2-16,-4-2 0 0,1 3-1 0,-1-3-4 16,1 0 6-1,1 0-4-15,1 0-2 0,-4 0 4 0,3 2-3 16,-1 0 1-16,1-4-1 0,-1 0 5 0,2 4-3 0,0-4 2 16,-1 2 1-16,1 0-3 0,0-1 3 0,-1 1-3 15,0-2-3-15,-2 2 0 0,2 0 5 0,-4-2-4 16,4 1 1-16,-3 0 3 0,-1 0-3 0,1 2 3 15,-1-1 1-15,0 1-6 0,-1-2 9 0,-1 1-11 16,1-1 5-16,0-1-3 0,3 1 4 0,-3-4 7 0,1 5-2 16,-1-1 5-16,1-2-1 0,-2 3 5 0,2-1 3 15,0-2-7-15,1-1 6 16,2 0 3-16,-1 4-10 0,1 0-2 0,1-2 4 16,-1 2 0-16,3-3-4 0,1 6 6 0,-1-6-6 15,1 3 0-15,0 0-2 0,-2 3 0 16,4-6-2-16,-1 6-3 0,-1-3 4 0,13 0-4 0,-13-3 4 15,-2 3 7-15,3-1-1 0,-2-2 1 0,-2 0 7 16,2 1-8-16,-4-1 0 0,1 3 1 0,1-2-4 16,-2 2 2-16,1 0-2 0,0-2 1 0,-1 1 1 15,2 2-1-15,-3-2-2 0,0 2-2 0,-1 1-2 0,4-2 0 16,-5 0 2-16,-1 2-6 0,2 1 2 0,0-3-3 16,3 4 0-16,-1-3 5 0,3 2-3 15,-1-4 0-15,2 3 0 0,1-2 2 0,-2 3-1 0,-3-1-1 0,5 0-1 16,-2 1 0-16,0-1 0 0,-1 2-2 0,-2-3 3 15,-2-1-2-15,1 3 4 0,2 1-5 0,-2-3 3 16,-4 1 0-16,1 0-4 0,-1-1 0 0,-7 0 5 16,5-1-1-16,-6 1-2 0,2 1 4 0,-2-2-2 15,-1-2-4-15,2 4 5 0,-1-2 4 0,0 0-5 0,-2 0 4 16,-2 0 9 0,1 3 1-16,-5-3 0 0,1 0-6 0,-3 0 5 15,3 0 5-15,-1 0-9 0,-3 0-1 0,0 0-6 16,-1-1 14-16,-1 1 14 0,0 0-13 0,-2-2 5 15,-6 2 2-15,12 0 4 0,-6 0-3 0,-6 0 5 16,8-2 1-16,-8 2-4 0,5 0 3 0,-5 0-3 16,0 0 1-16,0 0-2 0,6-1 0 0,-6 1 5 15,0 0 0-15,0 0-6 0,0 0 1 0,0 0 4 0,8 0-6 0,-8 0-3 16,0 0-4-16,0 0-2 0,0 0-6 0,0 0-9 16,0 0-20-16,0 0-21 15,0 0-26-15,0 0-29 0,0 0-33 0,0 0-41 0,0 0-212 0,0 0-412 0,0 0 183 0</inkml:trace>
  <inkml:trace contextRef="#ctx0" brushRef="#br0" timeOffset="178525.5">31587 12027 176 0,'0'0'175'0,"0"0"-14"0,0 0-16 15,0 0-14-15,-7-2-15 0,7 2-14 0,0 0-5 16,0 0-15-16,0 0-11 0,0 0-2 0,0 0-10 15,0 0-6-15,16 6-2 0,-10-2-9 0,3 3-4 16,3-1 7-16,2 1-16 0,4 3-1 0,-1-1-3 16,7 3 3-16,-5-5-9 0,-1 1-6 0,0 0 3 15,2-1-1-15,-3-2-1 0,2 3-3 0,-1-1-1 0,1-4-1 0,-1 4-1 16,-5-5 2-16,-3 0-1 0,4-1 9 0,-5 1 12 16,0-1 19-16,-1-1 7 0,1 1 8 0,-4-1 7 15,0 0 2-15,-5 0 2 0,10 0 0 0,-10 0-1 16,8 0-6-16,-8 0-5 0,6 0-3 0,-6 0-6 15,0 0-7-15,7 0-3 0,-7 0-8 0,0 0-2 16,0 0-5-16,0 0-3 0,0 0-7 0,7 0-5 0,-7 0-6 0,0 0-6 16,-1 5-4-16,-1 0-1 0,0 5-2 0,0 1-1 15,-5 6 4-15,0 2 0 0,-4 7 6 0,-4 1-7 16,2 3 2-16,-2-3 2 0,2 0-2 0,-1-1 1 16,3-3 5-16,-1 0-2 0,3-5-54 0,-2 5-49 15,1-4-61-15,2-2-48 0,-1 0-194 0,2-7-435 16,3-5 193-1</inkml:trace>
  <inkml:trace contextRef="#ctx0" brushRef="#br0" timeOffset="180444.75">24803 12122 2 0,'0'0'253'0,"-1"-5"-9"15,1 5-8-15,0-3-10 0,0 3-8 0,1-6-9 0,-1 2-11 0,0 4-14 16,2-4-13-16,-2 4-12 0,0 0-18 0,0-3-17 16,0 3-17-16,0 0-12 0,0 0-13 0,1-5-13 15,-1 5-24-15,0 0-13 0,0 0-9 0,0 0-2 16,0 0 2-16,-3 17-7 0,2-7 2 0,0 0-6 15,0 2-23-15,-1 5-28 0,4 0-29 0,-2 4-28 16,0 4-38 0,0 1-46-16,0-7-217 0,2 6-430 0,-1-6 191 15</inkml:trace>
  <inkml:trace contextRef="#ctx0" brushRef="#br0" timeOffset="181209.74">26116 12196 147 0,'0'0'250'0,"1"-4"-8"0,-1 4-9 16,0 0-10-1,0 0-15-15,0 0-10 0,-1-6-19 0,1 6-10 16,0 0-24-16,0 0-16 0,0 0-15 0,0 0-17 0,0 0-10 15,0 0-9-15,0-4-16 0,0 4-29 0,0 0-14 16,0 0-2-16,0 0-1 0,2 15-2 0,-2-8-33 16,0 3-18-16,2 1-21 0,-2 0-28 0,2 5-43 15,-2 1-36-15,0 0-196 0,1 2-392 0,2-6 174 16</inkml:trace>
  <inkml:trace contextRef="#ctx0" brushRef="#br0" timeOffset="182262.7">27740 12223 109 0,'0'0'163'0,"1"-7"-5"0,-1 7 0 15,0 0-3-15,0-2-3 0,0 2 0 0,0 0-6 0,4-4-10 16,-4 4-8-16,0 0-4 0,0 0-10 0,1-2-13 16,-1 2-14-16,0 0-9 0,0 0-11 0,0 0-9 15,0 0-9-15,0 0-4 0,0 0-4 0,5 10-5 16,-1-5-3-16,0 7-3 0,0-2-7 0,-2 5-6 16,2 1-10-16,0 1-22 0,0 0-19 0,1 0-34 0,-1 4-40 15,2-3-21-15,-1 1-43 0,-1-2-136 0,1 0-331 16,-2-5 146-16</inkml:trace>
  <inkml:trace contextRef="#ctx0" brushRef="#br0" timeOffset="183211.5">29215 12221 45 0,'3'-3'129'0,"1"-1"-19"16,-4 4 11-16,3-5-7 0,-1 2 9 16,2 1 1-16,-3-1 13 0,-1 3-11 0,4-5-2 0,-4 1-8 15,0 4 2-15,4-3 3 0,-4 3-5 0,1-4-3 16,2 1-1-16,-3 3-8 0,1-3-10 0,-1 3-7 16,5-4-11-16,-5 4-10 0,0 0-10 15,0 0-9-15,0 0-5 16,0 0-11-16,0 0 3 0,4 12-9 0,-3-3 1 15,-1 3-2-15,3 5-1 0,-2 1-4 16,3-1-6-16,-3 4-16 0,6 3-22 0,-6-4-19 0,4 6-23 16,3 0-33-16,-6-2-22 0,6-5-24 0,-4-1-206 15,1-1-381-15,1 0 169 0</inkml:trace>
  <inkml:trace contextRef="#ctx0" brushRef="#br0" timeOffset="183897.69">30803 12181 26 0,'0'0'213'0,"5"-5"-11"16,-4 4-4-16,3-2-14 0,-4 3-11 0,5-1-15 15,-5 1-17-15,4-1-12 16,-4 1-16-16,0 0-19 0,6-2-10 0,-6 2-13 16,3 4-3-16,-2 4-8 0,-1 1-2 0,3 8-20 15,-6 3-4-15,3 7-1 0,-2 3-19 0,-3 7-31 16,-2-3-22-16,-2 13-48 0,4-12-82 0,-4 0-128 15,4-5-321-15,1-4 142 0</inkml:trace>
  <inkml:trace contextRef="#ctx0" brushRef="#br0" timeOffset="186555.34">24350 12763 73 0,'0'0'210'16,"0"0"-9"-16,0-5-8 0,0 5-18 0,0 0-17 16,2-4-15-16,0 1-15 15,-2 3-17-15,6-3-11 0,-1 1-10 0,2 2-10 16,-7 0-9-16,16 0-11 0,-4 0-4 0,1 3-8 0,-1 1-3 16,2 1-10-16,4 4 1 0,-4 1-14 15,1 4 6-15,1-1-5 0,-1 1-6 16,-3 1 3-16,-6 0-9 0,4 3 2 0,-2 7-3 0,-4-8 0 15,-2 1-7-15,-2-1 4 0,-2 3 0 0,-3-1-2 16,-3-1-2-16,-7 2 2 0,3-4 5 0,-2-1-4 16,-3-3-1-16,2 1 4 0,-3-2 2 0,0 1 2 15,1-5 0-15,0 0 2 0,3-4 0 0,2 3 2 16,2-2 9-16,1 0 8 0,3-4 18 0,1 2 15 0,1-1 17 16,4-1 16-16,-9-1 10 0,9 1-3 0,-5-2-5 0,5-5-18 15,4-2-8-15,2-4-15 0,6-4-6 0,7-1-10 16,-1-4-3-16,6 2-17 0,-1 2-3 0,-1 0-6 15,-1 1-3-15,-3 6-1 0,-1 0-1 0,1 1 0 16,-2-2 5-16,-5 6-10 0,-2 0-1 0,1 0-4 16,-5 2 7-16,-1 2-6 0,1-1-2 0,-1-1-7 0,0 4-13 15,-4 0-17 1,3-3-11-16,-3 3 1 0,0 0 10 0,5 5-2 0,-3 0 3 0,-2 0-3 0,-2 2 3 16,2 0 6-16,2 5 2 0,-4 0 1 0,5 1-3 15,-2 4-4-15,2-1-8 0,1-2-11 0,-1 2-18 16,3-2-19-16,-1-2-14 0,5 2-28 0,1-1-50 15,-2-4-208-15,1 0-421 16,2-1 186-16</inkml:trace>
  <inkml:trace contextRef="#ctx0" brushRef="#br0" timeOffset="186755.83">24949 13041 246 0,'0'0'276'15,"4"-4"-22"-15,-4 4-28 0,1-4-22 0,-1 4-24 16,0 0-21-16,0 0-17 0,0 0-16 0,0 0-20 16,0 0-9-16,0 0-12 0,7 13-3 0,-6-4-14 15,0 3-7-15,2 4-3 0,2 0-6 0,-4 1-25 16,2 4-32-16,-1-2-35 0,3 1-35 0,1 4-34 16,0-6-67-1,-1 1-165-15,0-2-370 0,-1-7 165 0</inkml:trace>
  <inkml:trace contextRef="#ctx0" brushRef="#br0" timeOffset="187620.42">25997 12850 94 0,'5'-6'151'0,"-2"5"-10"0,0-2-13 15,4 2-8-15,-2 0-14 0,0 0-9 0,4-1-19 16,0 5-2-16,-4-2-11 0,9 3-5 0,-4 0-4 0,1 4 2 0,-1 1-5 16,-3-1-4-16,1 6-5 0,-3 1 1 0,-2 1-2 15,-2 1-6-15,-2 3 2 0,-2-1-7 0,-3 6-2 16,-2-6 0-16,-2 7-4 0,0-6-4 0,-2-3 1 15,2-1 0-15,0-1-3 0,-2-3 7 0,2-3 16 16,2-1-7-16,3-1 3 0,0-2 15 0,0 0 5 16,1 0 15-16,0-3 21 0,1 1 24 0,1 1 18 0,2-4 28 0,0 0-19 15,0 0-16-15,0 0-17 0,14-12 1 0,-2 1-24 16,2 1-8-16,9-6-11 0,-1-1-6 0,1-4-9 16,2 2-13-16,-2 0-8 0,3 2-3 0,-10 4 0 15,2 3-7-15,-2 1-6 0,-1 1-1 0,-6 3-1 16,-3-1-4-16,2 3-2 0,-3 0-8 0,-1 2-16 15,0-5-15-15,1 6-3 16,-5 0 0-16,0 0 0 0,6 6 3 0,-6-1 3 16,0-1 1-16,0 8-8 0,-2-4-1 0,0 6-27 15,1-2-25-15,0 5-17 0,-2 1-24 0,-2 1-12 16,4 1-28-16,0-4-34 0,-2 0-226 0,2-3-462 16,2-1 204-16</inkml:trace>
  <inkml:trace contextRef="#ctx0" brushRef="#br0" timeOffset="187858.63">26440 13127 73 0,'4'-4'207'16,"-4"4"-18"-16,3-2-27 0,-3 2-10 0,0 0-14 0,11 4-11 16,-11-4-11-1,8 5-11-15,-3 0-15 0,0 2-5 0,0-2-9 16,0 5-3-16,-1 0-11 0,-4 2 0 0,0 2-11 15,0-2-1-15,-4 3-2 0,2 2-5 0,-2-3-9 0,-1-2-3 16,1 1-2-16,0-5-2 0,0 3-5 16,0-1 1-16,3-4-2 0,0-1 0 0,-3 1 1 15,4-2-1-15,0-1-1 0,5 0 1 0,3-1-6 0,9 3-35 0,13-5-60 16,8 0-87-16,14-3-159 0,-12-1-351 0,17-2 156 16</inkml:trace>
  <inkml:trace contextRef="#ctx0" brushRef="#br0" timeOffset="188660.28">27530 12852 74 0,'0'0'120'0,"13"0"-17"0,-7 0 0 0,1 1-15 15,-1 2-11-15,3 0-9 0,-1 0-8 0,1 2-10 16,-1 2-7-16,-1 1 3 0,1 1-8 0,-3 0-3 15,0 3-8-15,-2 1 1 0,-1 1-2 0,-2 3-2 16,-1-1 11-16,-2 2-1 0,-2-1-7 0,0-1-6 16,-5 0 9-1,1 0-3-15,0-1 2 0,-2-1 2 0,0-1-4 16,5-2 2-16,-4-3 6 0,2 1 1 0,3-4-2 16,-2 3 10-16,5-4 16 0,-1-1 14 0,-3 0 18 15,4 1 23-15,0-1 30 0,2-3 10 0,-4 4 13 16,4-4-1-16,0 0-24 0,0 0-14 0,17-15-11 15,-7 8-14-15,5-7-18 0,6-3 3 0,5 0-20 16,-1-2-6-16,-1 0-8 0,-1 4-11 0,0 2-6 0,0-1-3 0,-5 5-6 16,-4 1-1-16,-5 1-1 0,4 2-2 0,-8 2-10 15,3-1 0-15,-3 2-5 0,-1-3-16 0,1 4-12 16,-1 0-3-16,-4 1-3 0,0 0-1 0,10 8-7 16,-7-3 4-16,-2 0-9 0,3 6-14 0,-2 0-15 15,2 0-18-15,-3 5-22 0,0-1-17 0,-1 1-19 16,2 0-33-16,-1 0-75 0,-1-4-144 0,1-2-425 0,1 1 188 0</inkml:trace>
  <inkml:trace contextRef="#ctx0" brushRef="#br0" timeOffset="188992.22">28020 13092 157 0,'0'0'240'15,"0"0"-22"-15,2-3-26 0,-2 3-21 0,8 0-20 0,0-2-11 16,-8 2-17-16,12 2-16 0,-5 1-8 16,-1-2-14-16,3 2-6 0,-4 1-9 0,2 0-7 15,-1 3-7-15,-1-2-13 0,-2 2-2 0,-1 0-8 16,-1 2-7-16,-1-1-3 0,0 0-5 0,0-1-4 0,-2 0 5 0,-1-2-6 16,2 0 1-16,-4 2-5 0,3 0 1 0,0-4-2 15,1 1-3-15,-2 1 0 0,2 0-2 0,1-2 3 16,0 2-3-16,0 2 0 0,1-3 2 0,2 1-3 15,1 3-1-15,2 0 1 0,2 1 8 0,-2 0 2 16,3 3-4-16,-4-3 6 0,4 2-4 0,-2 3 2 16,0-2 1-16,-3 0-4 15,0-1 2-15,0 5-2 0,-6-1-5 0,-3-4-10 16,0 2 1-16,-8-3-18 0,-8 6-25 0,-9-4-51 16,0-4-82-16,-9-1-154 0,1-5-362 0,-1-4 160 15</inkml:trace>
  <inkml:trace contextRef="#ctx0" brushRef="#br0" timeOffset="189894.05">29039 12898 101 0,'0'0'135'0,"4"-2"-15"15,-4 2-9-15,9 2-16 0,-4 0-5 16,-1 1-16-16,4 2-6 0,-3 2-5 0,0 0-5 0,0 4-5 16,-1-1-5-16,0 8-5 0,-3 1 2 0,-2-1-2 15,-2 0-2-15,-3 9-7 0,-2-10 2 0,3 2-2 16,-9 3 0-1,5-5 1-15,0 0 1 0,-4-4 8 0,3 3-2 16,-4-4 11-16,8-2 9 0,-1-2 1 0,1-3 1 16,3 1 7-16,-5 0 4 0,6-2 5 0,-2-1 12 15,1 0 12-15,3-3 17 0,-3 4 24 0,3-4 15 16,-3 2 11-16,3-2-8 0,0 0-27 0,0 0-7 16,8-16-19-16,0 8-12 0,6-4-10 0,1-1-18 0,8-6 14 15,-2 2-29-15,-1-4-19 0,4 1-5 0,-1 2-11 0,-2 1 4 16,-6 6-6-16,0-1-8 0,0 2 4 0,-4 5-1 15,-2-3-4-15,-3 3-6 0,-1 2 2 0,-1 0-2 16,1 0-3-16,0 1-25 0,-3-2-16 0,-2 4-10 16,6 0 5-16,-6 0 1 0,1 7 3 0,1 0 2 15,0 2 6-15,-2 1-6 0,0 0 6 0,2 8 6 16,-2-1-1-16,2-1-4 0,-1 4-15 0,3-2-25 0,-4-2-26 0,0 2-26 16,2-1-39-16,1-1-30 0,-3-3-252 0,0-3-482 15,1 2 213-15</inkml:trace>
  <inkml:trace contextRef="#ctx0" brushRef="#br0" timeOffset="190310.77">29476 13111 143 0,'4'-1'248'0,"-4"1"-17"16,0 0-19-16,3-4-13 0,-3 4-24 0,1-2-19 16,-1 2-15-16,0 0-18 0,0 0-15 0,0 0-12 15,0 0-12-15,0 10-7 0,0-3-9 16,0 0-5-16,-1 2-7 15,-2 1-7-15,2 5-5 0,-2 1-3 0,2-1-6 16,0 3 0-16,-2-1-6 0,3 0-5 0,0-1-1 16,0-2 0-16,3-4-3 0,-2 2-1 0,-1 0-2 15,5-5 1-15,-2 0 0 0,-2-1 14 0,3-1-4 16,-4 0 2-16,5-1-2 0,-1-1-1 0,-2-1 9 0,2-1 2 16,0 1 1-16,-4-2-4 0,8 0 0 15,-8 0-6-15,5 3 2 0,-5-3-13 0,5 1-4 0,-5-1-2 0,4 3-12 16,-3 1-2-16,2 2-5 15,-2 1-16-15,-1 2-32 0,-1 4-47 0,1 4-53 0,-2-1-53 0,0 4-202 16,-1-5-443-16,1-4 197 0</inkml:trace>
  <inkml:trace contextRef="#ctx0" brushRef="#br0" timeOffset="195235.64">23122 7040 80 0,'0'0'162'0,"0"0"-5"0,0 0-1 16,0 0-9-16,0 0-8 0,0 0-8 0,0 0-15 0,0 0-11 15,0 0-11-15,0 0-8 0,0 0-11 16,0 0-5-16,0 0-8 0,0 0-4 0,0 0-9 15,0 0-8-15,0 0-7 0,0 0 1 0,0 0-2 0,0 0-2 0,0 0-5 16,0 0-6-16,0 0 1 0,0 0-2 0,0 0-7 16,0 0 2-16,0 0-2 0,0 0 7 0,0 0-6 15,25 5 0-15,-3-3-1 0,13-1-33 0,4 1-57 16,17-2-95-16,-4-2-122 0,0-1-321 0,-16 1 142 0</inkml:trace>
  <inkml:trace contextRef="#ctx0" brushRef="#br0" timeOffset="196160.76">22079 7002 44 0,'0'0'318'0,"0"0"-20"0,2-3-16 15,-2 3-32-15,0 0-26 0,0 0-27 0,0 0-23 16,0 0-20-16,0 0-22 0,0 0-20 16,0 0-22-16,2 12-12 0,-6 0-5 0,0 7-5 15,-5 10-6-15,0 3-6 0,-1 2-16 0,1-1-37 0,-1 3-23 16,1 11-48-16,5-14-53 0,6-1-59 0,-1 1-198 15,0-7-409-15,7-10 181 0</inkml:trace>
  <inkml:trace contextRef="#ctx0" brushRef="#br0" timeOffset="-177999.1">24761 11098 8 0,'0'0'93'0,"0"0"-5"16,0 0 1-16,0 0-14 0,0-5-8 0,0 5-2 16,0 0-10-16,0 0-6 0,0 0-6 0,0 0-3 0,0 0-6 15,0 0 2-15,3-3-15 0,-3 3 12 0,0 0-7 16,0 0-9-16,0 0 4 0,0 0-4 0,0 0 2 16,0 0-3-16,0 0-4 0,0 0 1 0,0 0-3 31,0 0-3-31,0 0 8 0,0 0 3 0,0 0 0 15,0 0 1-15,0 0 4 0,0 0-3 0,0 0 0 16,0 0 0-16,0 0-4 0,0 0-3 0,0 0-6 16,0 0 4-16,0 0 2 0,0 0-3 0,0 0 1 0,0 0-3 0,0 0 6 15,0 0 4-15,0 0 1 0,0 0-3 0,0 0 2 16,0 0 7-16,0 0 0 0,0 0-1 0,-1-5-4 16,1 5 1-16,0 0-1 0,0 0 1 0,0 0-6 15,0 0 1-15,0 0-3 0,0 0 1 0,0 0 2 16,0 0-5-16,0 0 0 0,0 0 4 0,0 0-2 15,0 0-2-15,0 0 1 0,0 0-5 0,0 0-2 0,0 0 1 0,0 0 3 16,0 0-2-16,0 0-3 0,0 0 3 0,0 0-3 16,0 0-4-16,0 0 0 0,0 0 0 0,0 0-2 15,0 0-8-15,0 0-1 0,0 0-15 16,0 0-9-16,0 0 0 0,0 0 5 0,0 0 1 0,0 0 4 16,0 0 1-16,0 0 6 0,0 0 1 0,-4 13-2 15,2-9 0 1,1-1 12-16,1 2-4 0,1 0 10 0,-2-1-11 15,1 3-4-15,-2-2 5 0,2 0 3 0,0 2 0 0,0-3-1 0,0 2 3 16,0-1 3-16,-3 0 0 16,3 0 2-16,0 0-6 0,0 1 3 0,-1-3 5 15,1 2-4-15,0 1 2 0,0-2-3 0,-1-1 3 0,-1 3 4 16,2-2 1-16,0 0-9 0,-1 0 6 0,1 1-7 16,-1-2-1-16,1 2 6 0,0-5 3 0,0 8-3 0,-3-4 0 15,2 0-6-15,1 0 9 0,-3 0-5 0,3 1 3 0,0-2 1 16,-1 2 4-16,0-1-3 0,1-4 0 0,-3 7-4 15,3-4 4-15,0 1-1 0,0-4-4 16,0 7 5-16,-1-2-1 0,-2 0-4 0,3-2 6 16,0-3-2-16,0 7 0 0,0-2-4 0,0-5 0 0,0 5 9 15,0-2-5 1,0-3 1-16,3 6-8 0,-3-6 2 0,-3 5 3 16,3-5 8-16,0 5-8 0,0-5-4 0,3 5 5 15,-2-2 1-15,-1-3 1 0,0 4-14 0,0 1 9 0,0-5 6 16,0 5-8-16,0-5 6 0,0 3 8 15,0 1-11-15,0-4 10 0,3 5-14 0,-2-1 8 16,-1-4-3-16,1 5 4 0,-1-5-6 0,0 7 3 0,0-6-6 0,0-1 6 16,0 7-2-16,3-5 10 0,-2 1-8 0,-1-3 2 15,0 7 0-15,0-4-3 0,0-3 1 0,0 7 4 16,0-3-7-16,0 0 2 0,3 1 0 0,-6-1 2 16,3 1-6-16,3-1 2 0,-6 1 7 0,6-1 5 15,-1 0-13-15,-2 0 5 0,0-4 2 0,0 7-3 16,2-4-1-16,-2-3 2 0,-2 10 5 0,2-8-13 15,0 2 17-15,2 1-11 0,-2-5 0 0,2 4 1 0,-2-1 1 0,0-3-6 16,0 5 4-16,3-1 3 0,-1-2-5 0,-1 1 1 16,-1-3 5-16,0 6-5 0,0 0 12 0,3-5-10 15,-3-1 4-15,1 5-6 0,1-1-5 0,-2 0 3 0,0-4 0 16,-2 7 2-16,2-4 4 0,0 2-4 16,-1-3 1-16,1 3 4 0,0-5 2 0,0 7-2 15,-1-3-5-15,-1 1-4 16,4-1 9-16,-2 0-6 0,0-4 3 0,-3 8 3 15,3-4-6-15,0 0 3 0,0 0 4 0,1 1-3 16,1-4-5-16,-2 5 5 0,0-6 0 0,1 4 0 16,-1 1 2-16,1-2-4 0,-1-3 1 0,0 0-1 15,0 7 0-15,0-7 3 0,-1 4 3 0,2-1-6 0,-1-3-3 16,0 5 5-16,0-5 1 0,0 3-5 16,0-3 4-16,0 5-5 0,0-5 6 0,3 7-4 0,-3-5 2 0,0-2 1 15,0 6-5-15,0-2 4 0,0-4 1 0,0 6-2 16,1-2 2-16,-1-1 0 0,3 2-3 0,-2 0 0 15,-1-2-1-15,0 2 6 0,1 0-9 0,-1-1 3 16,-1 2 7-16,1-2-12 0,3-1 10 0,-2 2-4 0,-1-2 9 16,0 1-7-16,0 0 4 0,0-4-7 0,0 8 6 15,0-5-7 1,0 3-1-16,-1-2 7 0,2 0-6 0,-1-1 4 16,0 3 4-16,0-3-1 0,-1 2-2 0,1-5 1 15,0 7 1-15,0-3-2 0,-2-1-3 0,2 2 3 16,-1-2 2-16,2 1 8 0,-3 1-15 0,2-5 8 15,1 9-7-15,-1-3 1 0,0-3 7 0,-1 4-4 16,1-3-8-16,0 1 5 0,0-2 8 0,-3 3-3 0,3-1-5 16,0 2 6-16,0-2-4 0,0 0 0 0,0 2-3 0,0-2 0 15,-1 2 6-15,1-1-2 0,-1 1-5 0,2-2 3 16,-1 2-3-16,-1-2-1 0,1 1 6 0,0 1 5 16,-2-1-5-16,2 0-5 0,0 0 10 0,0 0-6 15,2 1-6-15,-2-2 3 0,0-1 3 0,1 1-4 16,-1 2 6-16,0-3-1 0,1 0 5 0,-2 1-9 0,1-1-1 15,0 1 19-15,-1-2-5 0,1-3-2 0,0 7 1 0,0-3-2 16,0-4 4-16,0 6-3 0,1-4 0 0,-1-2 5 16,0 4-9-16,0 1 1 0,0-5-1 0,0 0-2 15,1 6-2-15,-1-6 3 0,-1 4 8 0,1-4-13 16,0 0 2-16,1 3 2 0,-1-3 0 0,0 0-2 16,0 5 4-16,0-5-3 0,0 3 0 0,0-3 2 15,0 0-3-15,0 6 4 16,0-6-7-16,0 0 6 0,0 3-3 15,0-3 2-15,0 0-2 0,0 4 0 0,0-4 0 0,0 5 0 0,0-5 1 16,0 5-5-16,0-5 4 0,0 0 3 0,3 4-6 16,-3-4 9-16,0 0-6 0,1 2 1 0,-1-2-1 15,0 0 3-15,0 0-7 0,0 0-4 0,3 4 6 16,-3-4-2-16,0 0 5 0,0 0 4 0,0 5-7 16,0-5 0-16,0 0 5 0,0 0-4 0,0 3 2 0,0-3-1 15,0 0-1-15,0 5 0 0,0-5 0 0,0 0 7 16,2 3-3-16,-2-3-2 0,0 0 2 0,0 0-2 15,0 3-3-15,0-3 0 0,0 0 1 0,0 0 2 16,0 6 1-16,0-6 0 0,0 0-3 0,0 4 5 16,0-4-9-16,0 0-1 0,0 0 6 0,0 3-1 15,0-3 7-15,0 0-3 16,0 0-2-16,3 4 1 0,-3-4-2 0,0 0 3 16,0 0-5-16,0 0-2 0,0 3 3 0,0-3-4 15,0 0 6-15,0 0-3 0,0 0 4 0,0 0 3 16,0 0-4-16,0 0 4 0,0 0-6 0,0 0-1 15,0 0 2-15,0 0 8 0,1 5-5 0,-1-5 5 16,0 0-7-16,0 0 2 0,0 0-4 0,0 0 1 16,0 0 1-16,0 0-4 0,0 0 6 0,0 0-3 0,0 0 2 0,0 0 1 15,0 0 2-15,0 0 1 0,0 0-2 0,0 0 4 16,0 0 1-16,0 0-4 0,0 0-13 0,0 0-35 16,0 0-70-16,5-14-96 0,-5 11-225 0,1-5 100 15</inkml:trace>
  <inkml:trace contextRef="#ctx0" brushRef="#br0" timeOffset="-174408.95">24741 11186 78 0,'0'0'84'0,"0"0"1"0,1-4 4 0,-1 4-14 16,0 0 1-16,0-3-10 0,0 3-5 0,3-5 3 15,-3 5 1-15,0 0-5 0,1-3 0 0,-1 3-8 16,3-3 4-16,-3 3 2 0,0 0 2 0,0 0-1 16,2-4 0-16,-2 4-7 0,0 0 1 0,0 0-3 0,0 0-6 0,3-3-4 15,-3 3-4-15,0 0 1 0,0 0-8 0,0 0-3 16,0 0-5-16,0 0-4 0,0 0-8 16,0 0 2-16,0 0-1 0,0 0-8 0,0 0 2 0,0 0-2 15,0 0 4-15,-12 8-3 0,8-4-3 0,-2 3 4 16,-7 0 0-16,0 3 3 0,-4 2-6 0,1-4-4 15,-2 4-8 1,0-3-9-16,2 1-7 0,-1-1-3 0,1 3-16 0,3-4-7 16,1 1-8-16,3-3-21 0,2 0-16 0,-2-1-110 15,2-2-224-15,2 1 99 0</inkml:trace>
  <inkml:trace contextRef="#ctx0" brushRef="#br0" timeOffset="-174155.6">24807 11158 59 0,'0'0'171'0,"0"0"-13"0,3-3-20 0,-3 3-17 15,0 0-12-15,0 0-14 0,0 0-14 0,0 0-18 16,0 0-14-16,0 0-7 0,0 0 1 0,9 6-7 0,-5 1 4 16,1-3-9-16,0 4-19 0,3 1-15 15,0-1-9-15,0 5-29 0,2 0-20 0,4-1-128 16,-6 0-204-16,1-4 90 0</inkml:trace>
  <inkml:trace contextRef="#ctx0" brushRef="#br0" timeOffset="-172243.77">24805 11105 83 0,'0'0'83'0,"0"0"-9"16,0 0-11-16,0 0 1 0,0 0-9 16,0 0-13-16,0 0 6 0,0 0-11 0,0 0-1 15,0 0-2-15,0 0-6 0,0 0-5 0,0 0-2 0,0 0 2 0,0 0-9 16,0 0-3-16,0 0 10 0,0 0-8 0,0 0-2 15,0 0-4-15,0 0-1 0,19 8 1 0,-13-7-3 16,1 0 6-16,5 1-6 0,-1-1-2 0,2 0-1 16,-1-1 4-16,6 3 0 0,-4-2 6 0,4 1-10 15,1-2 2-15,0 2 3 0,1-2 5 16,0 1-8-16,-1 1 1 16,0-1 0-16,3-1-2 0,-2 1 0 0,1 1-6 0,-2-2 7 15,0 0 3-15,-1 0-7 0,1 0-1 0,-6 0-3 16,0 1 4-16,1-2-1 0,-1 2 1 0,-2 0 2 15,1-2 2-15,2 1 4 0,-3 0-8 0,0 0-1 16,1 1 0-16,-1-1-2 0,1 0 2 0,-1 0 13 16,0 0-8-16,3 3-3 0,-5-3-3 0,4 0 6 15,-3 1-6-15,2-1 4 0,0 2-4 0,1-1-5 16,0-1 8-16,-2 1 0 0,1 1 4 0,-1 0-3 0,0 1 3 0,0-3-6 16,2 2 1-16,-2-2-9 0,3 3 10 0,-5-3-1 15,3 1 1-15,-1 0-3 0,1-1 4 0,-2 3 2 16,3-3-4-16,-3 1 1 0,-1-1 1 0,0 1-1 15,1 0 0-15,1-1 2 0,-1 0-4 0,-3 0-3 16,4 1 5-16,-3-1-3 0,3 0 0 0,-4 0 3 16,3 0 3-16,-2 3-3 15,1-3 6-15,2 1-8 0,-3-2 1 0,4 2 4 16,-2-1-6-16,0 2 2 0,-1-2 0 0,3 1 1 16,-2-1-4-16,0 1 7 0,-3-1-3 0,0 1 0 15,3-1-3-15,-2 0 3 0,-1 1 4 0,1 2-2 16,-1-3-1-16,1 0-4 0,-2 1 3 0,3-2 5 15,-3 2-5-15,1-1-5 0,-1 0 5 0,-6 0 0 16,13 0 2-16,-7 1-2 0,-1-1 0 0,-5 0 2 0,11 0-3 0,-11 0 5 16,8-1 3-16,-8 1-6 0,12 0-2 0,-7 0 7 15,-5 0-2-15,10 0-4 0,-2-1 0 0,-3-2-1 16,-5 3 2-16,9 3 2 0,0-6 1 0,-3 3-2 16,-6 0-1-16,11 0-2 15,-5 0 1-15,-6 0 3 0,10 0-7 0,-2 0 1 16,-8 0 4-16,13 3-7 0,-7-3 8 0,0 0 6 0,1 1-6 0,-7-1 0 0,9 0-2 0,-3 0 3 15,-1 0-6-15,-5 0-4 0,8 0 9 0,-8 0-5 16,5 0 6-16,-5 0-4 0,5 1 5 16,-5-1-3-1,5 0-1-15,-5 0 1 0,7 2-2 0,-7-2 5 16,5 1-6-16,-5-1 3 0,7 2-7 0,-7-2 8 0,0 0 0 16,10-2 0-16,-10 2 0 0,0 0-1 0,8 2-1 0,-8-2 1 15,7 0 2-15,-7 0 0 0,0 0-1 0,7 0-2 16,-7 0-2-16,8 0-1 0,-8 0 3 0,6-2 2 15,-6 2 10-15,0 0 0 0,0 0-2 0,8-1-4 16,-8 1 0-16,0 0 2 0,9-2-3 0,-9 2 3 16,5 0-1-16,-5 0 1 0,4-1-2 0,-4 1-11 15,0 0 9-15,10 0-3 0,-10 0 3 0,0 0 0 16,0 0 4-16,8 0-10 0,-8 0 1 0,0 0 5 0,0 0-1 16,0 0 2-16,0 0 1 0,0 0-3 0,8 0-5 15,-8 0 6-15,0 0-6 0,0 0-1 0,0 0 0 16,0 0 4-16,0 0-8 0,0 0 9 0,0 0 2 15,0 0-5-15,0 0-2 0,0 0 14 0,0 0-6 0,0 0 6 16,0 0 1-16,5-1-2 0,-5 1 4 0,0 0 3 16,0 0 6-1,0 0-5-15,0 0 1 0,0 0 7 0,0 0-7 16,0 0-3-16,0 0-2 0,0 0 0 0,0 0 0 16,0 0 6-16,0 0-10 0,0 0 0 0,0 0-2 15,0 0-1-15,0 0 0 0,0 0-1 0,0 0 2 16,0 0-8-16,0 0 7 0,0 0-2 0,0 0 0 15,0 0 4-15,0 0 5 0,0 0-11 0,0 0 2 0,0 0 1 16,0 0-6-16,0 0-1 0,0 0 2 0,0 0-5 0,0 0 8 16,0 0-7-16,0 0 7 0,0 0-2 0,0 0 1 15,0 0-1-15,0 0 0 0,0 0 2 0,0 0-2 0,0 0-1 16,0 0 1-16,0 0 1 0,0 0-1 16,0 0 1-16,0 0-2 0,0 0 7 0,0 0-1 15,0 0 1-15,0 0-3 0,0 0 2 0,0 0 5 16,0 0-4-16,0 0 0 15,0 0-6-15,0 0 3 0,0 0-1 0,0 0 4 16,0 0-6-16,0 0 1 0,0 0 0 0,0 0-2 16,0 0-2-16,0 0-1 0,0 0-4 0,0 0 1 15,0 0-7-15,0 0-6 0,0 0-3 0,0 0-2 0,0 0-2 16,0 0-12-16,0 0 6 0,0 0 0 16,0 0-7-16,0 0-4 0,0 0-14 0,0 0-19 15,-21 2-108-15,17-2-197 0,4 0 87 0</inkml:trace>
  <inkml:trace contextRef="#ctx0" brushRef="#br0" timeOffset="-167009">26263 11139 7 0,'0'0'41'0,"0"0"-2"0,0 0-6 16,0 0-2-16,0 0-2 0,0 0-8 0,0 0 3 16,0 0-2-16,0 0-4 0,0 0-1 15,0 0-1-15,0 0 3 0,-3-3-3 0,3 3 2 0,0 0 5 16,0 0-3-16,-4-4 0 0,4 4 0 0,0 0-1 15,0 0 0-15,0 0-2 0,0-4 3 0,0 4 0 0,0 0 0 16,0 0-1-16,0 0-2 0,0-5 2 0,0 5 11 0,0 0-6 16,0 0 1-16,0 0-4 0,0 0 4 0,-1-4-4 15,1 4 1-15,0 0-7 0,0 0 0 16,0 0 4-16,0-5-4 0,0 5 2 0,0 0 11 16,0 0-18-16,0-4-3 0,0 4 2 0,0 0 1 0,0 0 1 15,0 0 7-15,0-5-13 0,0 5 15 0,1-4-12 0,-1 4-6 16,0-4 3-16,0 4 5 0,0-4 4 0,0 4-3 15,0 0 4-15,-2-5-1 0,2 5-1 0,0 0-4 0,0-7 0 16,0 7 3-16,1-5-5 0,-1 5-4 0,-1-4 10 16,1 4-9-16,0 0 5 0,0-5-4 15,0 5 1-15,1-3-3 0,-1 3 2 0,0 0-2 0,0 0 1 16,-1-5 0 0,1 5 0-16,-3-3-2 0,3 3-2 0,0 0-3 15,0 0 8-15,4-6-6 0,-4 6 6 0,0 0-2 16,0 0-4-16,0 0-1 0,-4-3-1 0,4 3 2 0,0 0 2 15,0 0-4-15,0 0 7 0,0-5-3 0,0 5 5 16,0 0-8-16,0 0 6 0,0 0-2 0,0 0 4 16,0 0-4-16,3-5-6 0,-3 5 5 15,0 0 3-15,0 0-8 0,0 0 1 0,0 0 2 0,0 0-1 0,0 0 0 16,0 0-1-16,0 0 5 0,0 0 5 0,0 0-7 16,0 0 8-16,-3-4-8 0,3 4-3 0,0 0 1 15,0 0 0-15,0 0 5 0,0 0-6 0,0 0 1 0,3-4 4 16,-3 4 1-16,0 0-5 0,0 0-3 0,1-2 6 15,-1 2-3-15,0 0 2 0,0 0 0 16,-1-6 4-16,1 6-5 16,0 0 10-16,1-6-4 0,-1 6-1 0,1-3 5 15,-1 3-2-15,0-4 1 0,0 4-2 0,0-5 4 16,0 5-6-16,0 0-1 0,0-6 9 0,3 4-11 16,-3 2 3-16,-3-5 2 0,3 5 5 0,3-4-6 15,-3 4 4-15,1-7 2 0,-1 4-1 0,0 3 2 0,0-7-5 16,3 5 3-16,-3 2-6 0,1-7 4 15,-1 4 0-15,0 3-4 0,3-6 1 0,-2 2-9 0,-1 0 12 0,0 4-2 16,0-4-2-16,1 0 3 0,-1 4-3 0,0-4 0 16,0 4 1-16,0-5 4 0,0 5-5 0,0-5 2 15,0 5-3-15,0-4 4 0,0 4-1 0,0-5-7 16,0 5 6-16,0-4-4 0,0 4 0 0,0 0 0 0,0-8-1 16,0 5 5-16,0 3-5 0,0-4 6 0,0 4-7 15,0-4 1-15,0 4-1 0,0-9 0 0,0 9 4 0,3-1-7 16,-3 1 7-16,-3-5-1 0,3 5-3 0,0-6-3 15,0 6 3-15,0-5 9 0,0 5-13 0,0 0 6 16,0-5-2 0,0 5-2-16,0-5 7 0,0 5-6 0,0-5-6 15,0 5 6-15,0 0 3 0,0-5-1 0,0 5 1 16,0 0 1-16,0-4 2 0,0 4-2 0,3-3-1 16,-3 3-1-16,0 0-5 0,0 0 5 0,0 0-4 0,0 0 7 15,-3-7-2-15,3 7-2 0,0 0 0 0,0 0 6 16,0-3-1-16,0 3-6 0,0 0 6 0,0 0-3 15,0-7-1-15,0 7-6 0,0 0 3 0,0 0 4 16,0-4 7-16,0 4-7 0,0 0-4 0,0-5 6 16,0 5-4-16,0-5-1 0,0 5-1 0,0 0 1 15,0-5 3-15,0 5-1 0,0-4 0 0,0 4 2 0,0-6-5 0,0 6 4 16,0-5 1 0,0 5-4-16,0-5 2 0,0 5 1 0,0 0-6 0,0-7 2 15,0 7 2-15,0-6-2 0,0 3 3 0,0-1 0 16,0 4 0-16,0-9 8 0,0 5-6 0,0-1-1 15,0 1-2-15,0-2 2 0,0 3 2 0,0 3-3 16,3-5 4-16,-3-1-3 0,2 3 4 0,-2 3-5 16,0-5-2-16,0 2 3 0,0 3-2 0,0-6-1 15,0 3 6-15,3-1-2 0,-3 4 0 0,0-5 3 16,0 5-2-16,1-4-1 0,-1 4 7 0,0-7-1 16,0 7-5-16,0-4-8 0,0 4 10 0,0-5-2 15,0 5 1-15,1-7-5 0,1 5 0 0,-2 2 0 16,-3-7 4-16,3 7-3 0,0-6 2 0,0 6 2 15,-1-7-1-15,1 7-1 0,0-4 0 0,0 4-2 0,-3-6 3 0,3 2-4 16,0 4 4-16,0-7-2 0,0 5 6 0,0-3-4 16,0 5-7-16,0-7 6 0,0 3-5 0,0 4 1 15,0-7 3-15,-2 2-4 0,2 5 3 16,2-7 0-16,-2 4 0 0,0-1 1 16,4 0 5-16,-4 0-5 0,0 4 3 0,0-7-3 15,0 4-3-15,0-3 3 0,3 4 3 0,-3 2-2 16,-3-7-3-16,4 1 6 0,1 3-1 0,-1-2-2 0,0 1-2 0,-1-1 2 0,0 0 4 0,3-2-3 15,-3 3-3-15,2-2 2 0,-2 2 2 16,2-3 3-16,0 2-5 0,-2 0-2 0,1 0 2 16,1-2 4-16,-2 3-4 0,1-2 3 0,-1-1-1 15,0 4 3-15,0-3-2 0,1 1 2 0,-1 1 0 0,0-2-5 16,-1 1 1-16,0 0-4 16,-1 2-2-16,1-2 2 0,0 0 2 0,0 1 0 15,-1-1 1-15,2 3-4 0,-1-4 4 0,0 1-2 16,-2-1 2-16,3 3-3 0,0-2 3 0,0 5-4 15,0-9 4-15,-1 6 0 0,0-1 0 0,-1 0-3 16,2 4 1-16,-1-5-3 0,1 0 3 0,-1 1-3 16,1 4-1-16,-3-7 1 0,3 3 5 0,0-1-2 15,0 5 3-15,0-5 2 0,0 1-5 0,0 4 0 0,-2-8 0 0,2 5 3 16,0 3-4-16,2-6 3 0,-2 6-3 0,0-6 0 16,0 3-6-16,0 3 9 0,0-8-4 0,0 4 2 15,0-2 0-15,0 1 4 0,3 0-5 0,-6-1 1 16,6 2-1-16,-6-1-7 0,3 0 10 0,0-2-3 15,3 5 1-15,-6-4-3 0,3 0 5 0,0 2-5 16,0 0 12-16,0-1-9 16,0 5 2-16,0-7-1 0,0 3-4 0,0 4 2 15,0-8 0-15,0 6 1 0,3-3-3 0,-3 5 1 16,0-7 0-16,0 4 5 0,0-1-4 0,0 4-2 16,-3-7 0-16,3 7 7 0,0-6-7 0,0 6 3 15,0-2-2-15,0 2 2 0,0-5 2 0,0 5-4 16,0 0 2-16,-5-6-6 0,5 6 9 0,0 0-4 15,0-4 2-15,0 4-1 0,0-5 2 0,0 5-6 0,0 0 6 0,0-4-2 16,0 4-5-16,0-6 8 0,0 6-4 0,0-2-2 16,0 2 6-16,0-7-3 0,0 7 3 0,0 0-3 15,0-4-5-15,0 4 4 0,0-5 4 0,0 5-5 16,0 0 4-16,0-5-8 0,0 5 10 0,0 0-6 16,0-3 4-16,0 3-2 0,0 0-2 0,0-5 1 15,0 5 0-15,0 0 5 16,0 0-6-16,0-5 3 0,0 5-3 0,0 0 5 15,0 0-2-15,0-4 0 0,0 4-6 0,0 0 6 16,0-6-1-16,0 6-1 0,0 0 0 0,0 0 2 16,-1-4 1-16,1 4-2 0,0 0-2 15,0 0 4-15,0 0-3 0,1-5 8 0,-1 5-7 0,0 0 3 16,0 0-7-16,0 0 6 0,0 0 0 0,0 0 0 16,0-2 0-16,0 2-7 0,0 0 7 0,0 0-2 0,0 0 4 0,0 0-4 15,0 0 3-15,0 0-1 0,0 0-3 0,0 0 8 16,0 0-9-16,0-6 4 0,0 6-2 0,0 0 5 15,0 0-5-15,0 0 3 0,0 0 1 0,0 0-1 16,0 0 3-16,0 0-2 0,0 0-4 0,0 0 6 16,0 0-4-16,0 0 2 0,0 0-4 0,0 0-7 15,0 0-12-15,0 0-20 0,0 0-26 0,0 0-35 0,0 0-35 0,0 0-84 16,0 0-235-16,0 0 104 0</inkml:trace>
  <inkml:trace contextRef="#ctx0" brushRef="#br0" timeOffset="-166007.01">23050 11110 17 0,'0'0'130'0,"0"0"-2"15,0 0-7-15,0 0-2 0,0 0-13 0,0 0-7 0,0 0-7 16,0 0-12-1,0 0 0-15,0 0-10 0,0 0-3 0,0 0-5 16,0 0-6-16,0 0-6 0,0 0-3 0,0 0 0 0,0 0-3 16,0 0-9-16,0 0 2 0,0 0-5 0,0 0-3 15,0 0-4-15,0 0-1 0,10-3-1 0,1 3-5 16,7 0-15-16,10 3-25 0,2-3-23 0,4 2-40 16,0-1-164-16,3 0-268 0,-5-2 118 0</inkml:trace>
  <inkml:trace contextRef="#ctx0" brushRef="#br0" timeOffset="-165288.44">21382 11067 16 0,'0'-10'143'16,"1"-1"-1"-16,0-2-17 0,-1 7-3 0,-1-3-12 15,1 3-8-15,0 1-8 0,0 1-11 0,0 0-12 16,0 4-11-16,0 0-10 0,0 0-8 0,-8 13 0 15,4 4-9-15,-2 1 10 0,-2 11-4 0,-1 2-2 16,0 5 0-16,2 13 1 0,-4-1-1 0,1 1 0 16,0-1 0-16,0 0-3 0,2 3 4 0,4-7-3 0,3-7-7 0,-3-2-2 15,3-2 2-15,-2-3-8 0,2-1-3 0,-2-3-1 16,2-7 4-16,1 0-4 0,-2-8-1 0,-1 2-2 16,-1-3 1-16,4-4 2 0,-2 2 0 0,-2 0 3 15,-4-4 1-15,-1 0-5 0,-4-1 1 0,3-2-5 16,-4-1 1-16,3-1 2 0,-5 0-4 0,0-1 1 15,2-2-1-15,1 0-2 0,-2-3-2 0,2 3-1 0,1-2-1 0,1 1-10 32,-1-2-17-32,3 1-27 0,-1-1-24 0,4-2-57 15,-2-1-165-15,3-1-318 0,-3-2 140 0</inkml:trace>
  <inkml:trace contextRef="#ctx0" brushRef="#br0" timeOffset="-165082.22">21026 11410 40 0,'0'0'200'0,"0"0"-11"0,0 0-13 16,-4-2-8-16,4 2-17 0,0 0-13 0,13-3-20 15,0 0-19-15,6 1-13 0,10-1-27 0,1 2-32 0,6-2-31 16,-2 0-58-16,-2-2-68 0,-1 4-80 15,-3-4-226-15,0 2 100 0</inkml:trace>
  <inkml:trace contextRef="#ctx0" brushRef="#br0" timeOffset="-164620.12">21721 11222 80 0,'0'0'128'0,"9"1"-15"0,-9-1-11 16,7 6-10-16,-3-4-14 0,-1 2-4 0,0 3-8 15,2-1-8-15,-3 3-7 0,1 3-2 0,-3 0-8 16,-1 4-5-16,-2 0 0 0,-3 0-9 0,1 2 3 15,-4-1-10-15,-1 0 4 0,-2 0-1 0,2 0-5 0,-3-2-4 0,4-2-1 16,1-2 0-16,3-1 0 0,0-5-1 0,0 0 7 16,0 0 19-16,1-1 21 0,0-1 24 0,3 0 27 15,-1-1 30-15,2-2 13 0,0 0-15 0,0 0-14 16,0 0-14-16,0 0-8 0,7-19-16 0,2 8-7 16,5-2-9-16,-1-1-8 0,2-1-5 0,6-2-9 0,-1 0-6 15,-3 3 0 1,-3 3-6-16,0-2-4 0,-4 6-3 0,-1-1-5 15,0 5-1-15,-3-3-4 0,0 1-4 0,-1 1-2 16,-1 2-16-16,-1 0-16 0,1-1-18 0,-4 3-19 16,6-2-1-16,-6 2 4 0,0 0 8 0,8 6 6 15,-4-3 0-15,-3 2 5 0,2 2-14 16,-2 2-13-16,3 3-1 0,-3-2-14 0,3 0-18 16,-3 3-3-16,3 0-32 0,0-1-45 0,-3-4-134 0,3-2-331 0,-4 0 146 0</inkml:trace>
  <inkml:trace contextRef="#ctx0" brushRef="#br0" timeOffset="-164351.35">22004 11342 115 0,'0'0'167'0,"0"0"-13"0,0 0-18 0,0-3-14 15,0 3-10-15,0 0-15 0,0 0-10 0,0 0-13 16,0 0-9-16,0 0-6 0,0 0-2 0,2 14-10 16,-2-7-5-16,0 0-3 0,0 1-5 0,0 1 0 0,0 3-6 0,0-3-2 15,-1 3 0 1,1-3-8-16,-1 1 2 0,1 1 1 0,-2-2-3 0,4 0-12 16,-2-1-14-16,0-2-11 0,0 1-4 0,0-1-14 15,1-1-13-15,-2 1-15 0,2-2-14 0,-1 1-16 16,0-5-110-16,0 0-222 0,0 0 99 15</inkml:trace>
  <inkml:trace contextRef="#ctx0" brushRef="#br0" timeOffset="-164049.75">22147 11210 56 0,'2'4'102'0,"2"0"-4"16,3 7-5-16,-2-5-3 0,1 5-14 0,4 3 0 0,-2-1-9 16,0 4-5-16,2 0-5 0,-4 1-4 15,1 1-5-15,0 4 3 0,-3 3-9 16,-2 0-4-16,-2-6-7 0,0 5 6 0,-6 0-10 0,-1 0-1 0,-4-3-3 15,-4 2-5-15,-2-3-6 0,4-6-19 0,-8 3-31 16,-2-4-45-16,-4-2-94 0,0-5-190 16,6 0 85-16</inkml:trace>
  <inkml:trace contextRef="#ctx0" brushRef="#br0" timeOffset="-163503.84">21613 11119 128 0,'-4'-4'124'0,"1"1"-10"0,1-2-10 0,-1 3-14 0,1-1-4 15,2 3-12-15,0 0-5 0,-12 0-5 0,6 3-12 0,-5 2 3 16,-1 4-2-16,-2 6-25 0,0-1 0 0,-3 10-1 15,-1 1-9-15,-1 7 4 0,2 1 3 0,-2 9-4 16,1 4 5-16,3 0-4 0,5 2 3 0,3-1 3 16,2-12-10-16,5-1-1 0,5-2-1 0,4-1 5 15,0-1-6 1,9-2 0-16,1-1-5 0,7-3 4 0,6-2-6 16,15-2-14-16,4-5-57 0,-12-7-162 0,13-3-244 15,-14-6 108-15</inkml:trace>
  <inkml:trace contextRef="#ctx0" brushRef="#br0" timeOffset="-162302.56">23066 9944 114 0,'0'0'130'16,"0"0"-8"-16,0 0-16 0,0 0-6 0,0 0-5 15,0 0-9-15,0 0-2 0,0 0-12 0,0 0-9 16,0 0-4-16,0 0-1 0,0 0-11 0,0 0 0 15,0 0-8-15,35 0-5 16,-5 1 0-16,4-1-14 0,5 3-25 0,14-2-52 16,-2-5-151-16,-1 3-226 0,-13-2 100 0</inkml:trace>
  <inkml:trace contextRef="#ctx0" brushRef="#br0" timeOffset="-161455.55">21586 9736 90 0,'-3'-5'132'16,"2"0"-14"-16,0 1-7 0,-1 0-12 15,2 4-10-15,-2-4-9 0,2 4-15 0,0 0-10 16,0 0-2-16,-8 9 3 0,3 0 1 0,0 3 5 0,0 6-7 16,-4 9-1-16,-1 4 5 0,2 4-11 0,0 14 0 0,-2 3 1 15,5-3-2-15,4-2-6 0,1 1-3 0,0-4 2 16,3-12-7-16,0 2 1 0,2-3-8 0,0-2 1 0,1-2 0 15,-1-1-1-15,-3-9-9 0,1-2 5 16,-2-3-5 0,-1-2-2-16,2 2-5 0,0-7 2 0,-2 1 6 15,1-1 4-15,-2 0 1 0,1-3 8 0,-4 1-8 0,0 0-1 16,-2-1 0-16,-2-2-5 0,-4 1 1 0,0-1-4 16,-2 0 4-16,0 0-3 0,1-1-2 0,-1-1-2 15,1-2 1-15,-1 3-4 0,3-1 1 0,2 1-13 16,-3-1-17-16,3-1-20 0,1 2-25 0,2-2-30 15,0 0-39-15,-1 0-157 0,1-3-314 0,3-1 139 16</inkml:trace>
  <inkml:trace contextRef="#ctx0" brushRef="#br0" timeOffset="-161170.22">21356 10125 43 0,'-5'-3'143'0,"5"3"0"0,0 0-6 15,0 0-13-15,0 0-8 0,0 0-14 0,18-5-9 16,-5 3-7-16,8-3-6 0,9-1-13 0,0 1-8 16,2-3-2-16,1 4-4 0,-2-1-7 0,-2 1-4 15,-7 2-3-15,-4 0-8 0,1 0 0 0,-5-1-6 16,-1-1 0-16,-3 1-2 0,-1 2-3 0,0 0-3 0,-4 1-6 0,-5 0-3 15,8-3-10-15,-2 3-15 0,-6 0-9 0,0 0-13 16,0 0-17-16,0 0-24 0,0 0-25 0,0 0-111 16,0 0-234-16,-19 7 103 0</inkml:trace>
  <inkml:trace contextRef="#ctx0" brushRef="#br0" timeOffset="-160731.96">21846 9907 90 0,'4'-3'132'16,"4"2"-17"-16,-3 1-12 0,5 0-14 0,-2 1-8 15,-2 1-7-15,6 2-10 0,-2 3-8 0,-1-2-2 16,-1 9-11-16,2-1-3 0,-2 1 5 0,-2 1-11 15,-1 1-1-15,-2 1 3 0,-1 0-9 0,-2 0-3 16,-2 2-3-16,1-2 6 0,-6-3-4 0,5 1 0 16,-5-5 1-16,3 1-4 0,2-3-7 0,-3 0 5 0,2-4 8 0,1 1 21 15,0 0 16-15,0-2 28 0,-1 0 20 16,3-3 15-16,0 0-7 0,0 0-15 0,0 0-11 0,0 0-9 16,7-16-8-16,-1 7-8 0,4-4-8 0,2-4-7 15,0 0-4-15,0 1-6 0,6-3-6 0,-5 2-4 16,6-4-7-16,-3 1-1 0,0 6-3 0,-1 3-3 15,-6 2-3-15,1 0-3 16,-1 3-1-16,-1 1-1 0,-2 0 0 0,-2 1-19 16,-3 2-20-16,6-1-7 0,-7 3-1 15,6 0 6-15,-6 0-1 0,9 5 4 0,-4 1-1 16,-1 3-15-16,0 2-7 0,0 0-11 0,-2 2-14 0,2 3-7 16,1 1-19-16,0-1-30 0,2-2-200 0,-5-4-357 15,2 2 158-15</inkml:trace>
  <inkml:trace contextRef="#ctx0" brushRef="#br0" timeOffset="-160431.8">22300 9982 127 0,'0'0'140'0,"0"0"-10"15,9 1-15-15,-9-1-10 0,9 4-14 0,-4-2-8 16,5 3-13-16,-3 2-5 0,-1 1-5 16,-2 0-4-16,1 1-9 0,3 0-4 0,-6 1-3 15,-2 2-4-15,0 2-5 0,0-1-4 0,-1-2-1 0,0 0-9 16,-2 0 2-16,2-1 4 0,-3 1-9 0,3-2 2 0,-3-4-1 16,3 2-1-16,1-2-5 0,-3-2 3 0,3 2-1 15,0-3 2-15,0-2 10 0,0 4 2 0,0-4 4 0,3 4-2 16,-3-4-4-16,11-1-1 0,-2-2 1 0,4 1-14 15,6-2-24-15,0 0-38 0,-3 0-45 16,0-4-147-16,-2-1-266 0,0 2 117 0</inkml:trace>
  <inkml:trace contextRef="#ctx0" brushRef="#br0" timeOffset="-160184.25">22525 9826 7 0,'5'-1'146'0,"3"-1"-24"15,2 4-14-15,0 0-10 0,4 3-9 0,3 1-2 16,0 3-9-16,4 5 0 0,0 3-13 0,-3 3-11 16,-2 4 2-16,-2 3-5 0,-1-1-9 0,-3 1-2 0,-5 3-2 15,0 2-1-15,-5 0-3 0,-1 2-5 16,-8-3 1-16,-1 1-5 0,-7-1-5 0,-2-2-1 0,-8-3-2 0,-8 6-6 15,3-10-18-15,-2-2-24 0,1-1-40 0,-5-7-50 16,-11 2-72-16,10-5-207 0,-10-4 92 0</inkml:trace>
  <inkml:trace contextRef="#ctx0" brushRef="#br0" timeOffset="-159814.9">21831 9808 67 0,'-14'22'87'0,"-2"2"-5"0,-1 7 0 0,-4 13-7 16,0 3-12-16,0 3 4 0,-2 0-15 0,7 1-2 0,3-2-3 16,0-3-4-16,9-10-6 0,4-2 0 0,4-3-8 15,10 1 6-15,0-4-9 0,11-1 7 16,17 3-2-16,6-3-7 0,7-9-27 0,5-3-158 0,5-10-175 15,-1-3 78-15</inkml:trace>
  <inkml:trace contextRef="#ctx0" brushRef="#br0" timeOffset="-127205.3">26260 10057 28 0,'0'0'49'0,"0"-5"-1"0,0 5-3 16,0 0 0-16,0 0-5 16,0 0-8-16,0 0-10 0,0 0 6 15,0 0-2-15,0 0 2 0,0 0-6 0,0 0 8 0,0 0-10 16,0 0-5-16,0 0 2 0,0 0 0 0,0 0-3 16,0 0-6-16,-4-2 3 0,4 2 3 0,0 0-4 0,0 0 0 0,0 0-5 15,0 0 6-15,0 0-4 0,0 0-3 0,0 0-2 16,0 0-3-16,-10 2-1 0,10-2 11 0,0 0-10 15,0 0 1-15,-9 3 3 0,9-3 1 0,-4 1-2 16,4-1 1-16,-2 4 0 0,-1-3-1 0,3-1 1 16,-5 4-5-16,5-4 4 0,-4 4-5 0,4-4 3 15,-1 3-3-15,1-3 3 0,-8 4 2 0,7-2-1 16,-1 1 4-16,0 2-3 0,2-5-1 0,-5 3 1 16,5-1 2-16,-4 2-5 0,4-4 8 0,0 5-3 15,0-5 8-15,-4 4-6 0,4-4-7 0,-1 4 2 0,1-4 6 16,0 0-3-16,0 4 0 0,0-4-4 0,1 5-2 15,-1-5 10-15,0 0-8 0,2 4 2 0,0-2 4 0,-2-2-7 16,8 3 9-16,-5-2-4 0,0 1 0 0,-3-2-2 16,9 2 7-16,-5-1-6 0,-4-1-6 0,10 1 8 15,-6-1-7-15,-4 0 5 0,13 0 3 0,-8-1 1 16,-5 1-4-16,12-1 8 16,-7 0-3-16,1-2-2 0,-1 2 1 15,-5 1 0-15,9-5 4 0,-5 2-4 0,1 0-4 16,-1-1 7-16,0 1-2 0,0-1 6 0,-1 1 0 0,0 1 0 15,-2-3 12-15,-1 5-1 0,3-5-2 0,-2 2-11 16,-1 3 7-16,1-7-7 0,-1 7-1 0,0-5-11 16,0 5 10-16,-2-5 12 0,-1 0-18 0,3 5 2 15,-4-4-2-15,2 1-1 0,-2 2 4 0,4 1 3 0,-8-1-3 0,6-4-3 16,2 5 8-16,-5-2-3 0,1-1-7 16,4 3-6-16,0 0 9 0,-8-2-3 0,6-1 1 15,2 3 4-15,0 0-9 0,-7 0 9 0,7 0-10 0,0 0 0 16,0 0-2-16,0 0 6 0,0 0-8 0,-10 3 11 15,10-3-5 1,-1 2-5-16,1-2 3 0,-7 4 3 0,7 2 0 16,-2-5-3-16,2-1-7 0,-3 4-1 0,3 0 8 0,-1 1-2 15,-2-2-6-15,3-3 2 0,0 5 3 0,3 0 4 16,-3-1-6-16,1-1 5 0,2 1 6 0,-1-2-12 16,2 4 5-16,-1-4-2 0,1 1 2 0,-2 1 2 15,3 1 2-15,0-3 0 0,-1 1-8 0,-1-1 4 16,1-1-2-16,-4-1 2 0,5 3 3 0,-1-2-2 15,-4-1-2-15,8 0-6 0,-8 0 10 0,0 0 1 0,7 0-1 0,-7 0-3 16,0 0 5-16,5-2 1 0,-5 2-11 0,1-4 7 16,-1 4-3-16,0 0 1 0,2-4 6 15,-2 4-4-15,0-6 0 0,0 6 5 0,0-5-3 16,0 5 1-16,-3-5 0 0,3 5-1 0,-1-5 3 0,-1 2 4 16,0 1-8-16,2 2-3 0,0 0-1 0,-3-5 11 15,3 5-9-15,-2-4-3 0,2 4 6 0,0 0-4 0,-2-5 3 16,2 5-4-16,-5-3 4 0,5 3-2 0,0 0-2 0,0 0 10 15,0 0-8-15,0 0 5 0,0 0-6 0,0 0-2 16,-3-2 0-16,3 2 5 0,0 0-6 16,0 0 8-1,0 0-8-15,0 0 2 0,0 0-1 0,0 0-4 0,0 0-1 16,0 0-2-16,0 0 4 0,0 0-8 16,0 0 4-16,-11 5-1 0,11-5 0 0,0 0-6 0,0 0 2 15,0 0-1-15,0 0 5 0,0 0 3 0,-1 5-5 0,1-5-2 16,0 0-2-16,0 0 0 0,-1 4-12 0,1-4-12 15,0 0-48-15,0 0-97 0,0 0 43 16</inkml:trace>
  <inkml:trace contextRef="#ctx0" brushRef="#br0" timeOffset="-120574.33">26369 9876 31 0,'0'0'81'0,"0"0"-6"0,-2-4-9 15,2 4-7-15,0 0 0 0,2-4-3 16,-2 4-8-16,0 0-1 0,0 0 5 0,0 0-13 16,0 0 0-16,0-4-10 0,0 4 4 0,0 0-10 0,0 0 0 31,0 0-3-31,0 0-1 0,0 0 8 0,2-4-10 15,-2 4-3-15,0 0 1 0,0 0-2 0,0 0 3 0,0 0 4 16,0 0-3-16,0 0-5 0,0 0 6 0,0 0-4 0,0 0-7 16,0 0-3-16,0 0 3 0,0 0-11 0,-6-4 12 15,6 4 3-15,0 0-13 0,0 0 8 16,0 0-5-16,-10 1 3 0,10-1 2 0,0 0-5 0,0 0 1 16,-11 2 1-16,11-2-4 0,0 0 8 0,-9 1 0 15,9-1-9-15,-8 1 2 0,4-1 4 0,4 0-3 16,-5 3 0-16,5-3 1 0,-7 0 2 0,7 0-5 0,-5 2-2 0,5-2 6 15,-10 3 4-15,6 0-9 0,0-2 5 0,-1 2-8 16,3-1 7-16,-2 1 1 0,1-1-11 0,-2 3 6 16,0-3-4-16,4 1-10 0,-2-1 18 0,-1 1 10 15,2 1-13-15,-2-2 1 0,1 0 4 0,1 2 0 16,-2-3-2-16,0 2-4 0,3 2-2 0,-3-2-5 16,3-1 17-1,-2 2-11-15,2 0 3 0,-3 1 0 0,4-1 3 0,-4 3-9 16,3-4 1-16,-2 2 9 0,-2 2-13 0,4-2 4 15,-1-1 5-15,0 2 10 0,-2-2-5 0,3 1-2 16,1 0-6-16,0 0 4 0,-2-1-5 0,0 1 10 16,2-1-4-16,-2 0-1 0,2-4 3 0,-3 7-2 15,3-2-3-15,-2-3-1 0,0 2 3 0,2 2 3 16,0-4-3-16,-2 2 1 0,0 0-6 0,2-4 1 0,0 9 0 0,-2-6 2 16,2 1 0-16,0-4 2 0,0 7-1 0,0-4 0 15,0 1 1-15,2 0-5 0,-2 0 10 0,0 1-11 16,0-2 7-16,0 2-2 0,0-5 3 0,2 9 3 15,-4-5-8-15,4 1 0 0,0-2 0 0,-2 2 1 16,0 0 4-16,0 0-6 0,0-2 3 0,2 1 3 16,0-2-7-1,-2 3 5-15,1-2 3 0,-1-3 4 0,2 5-26 0,-2-5 17 16,2 4 5-16,-2-1 0 0,0-3-5 0,2 4 2 16,0-1-1-16,-2-3 4 0,5 3-6 0,-5-3-5 15,2 4 10-15,0-4-4 0,-2 0 5 0,6 3 2 16,-6-3-6-16,6 3-5 0,-4-2 5 0,-2-1-6 15,5 1 8-15,-5-1-2 0,9 2-5 0,-9-2 9 0,8 0-2 16,-8 0 0-16,6 0 2 0,-6 0-2 0,5 1 2 0,-5-1 1 16,0 0-5-16,11-1-2 0,-11 1 7 0,0 0 4 15,7 0-9-15,-7 0 8 0,8 0-11 16,-8 0 1-16,4-3 1 0,-4 3 6 16,5-3-5-16,-5 3 1 0,5-1 1 0,-5 1 3 15,4-3 1-15,-4 3-13 0,5-2 15 0,-5 2-19 16,5-2 14-16,-5 2 2 0,4-2-2 0,-2-1 2 0,-2 3-4 0,6-1 4 0,-6 1-3 0,7-1-5 15,-7 1 4-15,6-3 4 0,-6 3-9 0,6 0 6 16,-6 0 2-16,5-3 3 0,-5 3-6 16,4-1-4-16,-2-2-1 0,-2 3 11 0,4-2-14 0,-4 2 14 15,5-3-4-15,-5 3 5 0,5-2-3 0,-5 2-4 16,5-3 3-16,-5 3 0 0,0 0 6 0,3-4-6 16,-1 3-1-1,2-2 4-15,-4 3-7 0,4-4 3 0,-4 4 6 0,3-3-2 16,-1 1-3-16,-2 2 3 0,4-5-5 0,-4 5 7 15,4-4 0-15,0 1 1 0,-2 2-1 16,-2-4 0-16,0 5-14 0,4-4 11 0,-4 4-2 0,3-5 2 16,-1 2 7-16,-2-2-7 0,0 5-1 0,2-4 4 15,-2 4 5-15,2-5-5 0,-2 5 4 0,0-5-1 16,0 5-6-16,1-5 5 0,2 3-1 0,-3 2 3 0,0 0 1 0,-3-8 1 16,3 8-5-16,0-6-2 15,3 3-2-15,-3 3 5 0,0-2 2 0,0 2-17 16,0-7 12-16,0 7 1 0,1-5 1 0,-1 5-6 15,0-4 3-15,0 4 1 0,0-7-1 0,0 7 2 16,2-4-8-16,-2 4 2 0,0-5 4 0,0 5-1 16,0-4-4-16,0 4 3 0,0-5-3 15,0 5 4-15,-2-4-18 0,2 4 16 0,2-4-9 0,-2 4 6 16,3-5-3-16,-3 5 4 0,0 0 1 0,0 0-1 16,0 0-4-16,0 0 1 0,-3-4 1 0,3 4 0 15,0 0-5-15,3-4 6 0,-3 4 6 0,0 0-10 16,0 0 4-16,-3-6 1 0,3 6 1 0,-2-4 1 15,2 4-7-15,0 0 2 0,0-5 7 0,0 5-8 16,-1-5-1-16,1 5-6 0,0 0 11 0,0 0 2 0,-3-3 3 0,3 3-12 16,0 0 8-16,0 0-4 0,-1-5 2 0,1 5 2 15,0 0-4-15,0 0 1 0,0-3 1 0,0 3-7 16,0 0 5-16,0 0 2 0,-2-4-3 0,2 4 0 16,-4-2-8-16,4 2 13 0,0 0-3 0,0 0 2 0,0 0 1 15,0-5-6-15,0 5 6 0,0 0 2 0,0 0-4 16,0 0 6-16,-2-6-5 0,2 6-1 0,0 0-9 0,0 0 1 15,0 0 10-15,0 0-4 0,0 0 3 0,-3-4-1 16,3 4 0-16,0 0 1 0,0 0-2 0,0 0 0 16,-4-2 0-16,4 2-5 0,0 0 6 0,0 0 1 15,0 0-3-15,0 0 5 0,-5 0 0 0,5 0-6 16,0 0-4-16,0 0 7 0,0 0-2 0,0 0 1 16,0 0-9-16,-3-3 7 15,3 3-1-15,0 0-1 0,0 0 4 0,0 0 3 16,0 0 3-16,0 0-8 0,-2-4-1 0,2 4 5 15,0 0-6-15,0 0 5 0,0 0 0 0,0 0 4 16,0 0-4-16,0 0-4 0,0 0 1 0,0 0 0 16,-2-5 1-16,2 5 0 0,0 0-6 0,0 0 2 15,0 0 6-15,0 0-7 0,0 0 6 0,0 0-3 16,0 0-3-16,0 0 2 0,-5-3-5 0,5 3 4 0,0 0-2 0,0 0 2 16,-6-2 9-16,6 2-14 0,0 0 5 0,0 0 4 15,-7 0-1-15,7 0-4 0,0 0 3 0,-6 0-13 16,6 0-4-16,0 0-13 0,-10 0-16 0,10 0-10 15,0 0-46-15,-12 0-91 0,7 0-212 0,-1 2 94 0</inkml:trace>
  <inkml:trace contextRef="#ctx0" brushRef="#br0" timeOffset="-111975.51">26384 10017 19 0,'0'0'70'0,"0"0"-6"0,-2-3 0 16,2 3-3-16,0 0-9 0,-2-5-5 0,2 5-2 16,0 0-9-16,-2-3-5 0,2 3 1 0,0 0-2 15,0 0-7-15,-3-4-1 0,3 4-5 0,-2-3-4 16,2 3 8-16,-6-2-8 0,6 2 2 0,-7-3-6 15,4 1-4-15,3 2 4 0,0 0 2 0,-10-2-4 0,10 2 3 0,-6 0-5 16,6 0-3-16,-9 0 0 0,9 0 2 0,0 0-1 16,-9 0-4-16,9 0 2 0,-5 2 7 0,2 0-4 15,3-2-5-15,-6 3 1 0,6-3 1 0,-4 4 2 16,1-1-3-16,2 0 2 0,-1 1-1 0,-1-1-1 0,3-3 3 16,-3 7-4-16,3-4-1 0,-1 1 4 15,1-4-1-15,1 8 6 16,-1-4-10-16,0 0 5 0,2 0-2 0,-1 0-1 15,0 0 6-15,2-3-7 0,-1 2 0 0,1 1 1 0,-1-2 1 16,-2-2 0-16,4 6 2 0,-4-6 6 16,3 2-5-16,-3-2 4 0,5 2-4 0,-5-2 5 15,0 0 1-15,8 0 2 0,-8 0 9 0,0 0-10 0,8-4 7 16,-4 1-6-16,-1-4 5 0,-1 2 0 0,0 0-1 16,0 0 11-16,0-2-10 0,-1 2 1 15,-1 1-3-15,0-5 13 0,0-2-12 0,-3 4-4 16,3 0 11-16,-1-3-10 0,-2 1-2 0,2 2-4 0,0 1 5 15,-2-1-3-15,2 0 1 0,-4 4-3 0,4-4 1 16,-2 3-2-16,2 0 0 0,-2-1 1 0,1 3-3 16,2 2 0-16,-4-4 6 0,4 4-9 0,-6 0 4 15,6 0-8-15,-11 0 3 0,11 0 1 0,-7 2 4 0,2 1-6 0,1 2-1 0,-1-1-4 16,-2-1 2-16,2 2 2 0,0 2 0 0,1 0-5 0,0 0 1 31,-1 0 7-31,1-1-5 0,2 3-1 0,-2-2 3 16,0 0 3-16,3 1-2 0,-2 0-9 0,2-2 13 15,0-1-7-15,2 0 3 0,-1 2-4 0,-1-3-1 0,2 0 4 16,-1 0 0-16,0-4 3 0,0 5-2 0,1-2-2 16,-1-3 4-16,3 4-2 0,-3-4-1 0,4 2 9 15,-4-2-4-15,6 3 1 0,-6-3-3 0,9 2 3 0,-9-2 2 16,8-2 0-16,-3-1-9 0,-1-1 4 0,2 2 4 16,-1-1-3-16,2 1-4 15,-4-4 11-15,1 1-9 0,1 1 2 0,0 0 2 0,-1-1-3 0,-1 0 0 0,1 0-1 0,-2-1-4 16,3 2 9-16,-2-1-4 0,-2-1 4 15,2 0-2-15,-2 1-5 0,1 1 6 0,-2-1-3 16,-2 0 2-16,2 0 0 0,0 5-1 0,0-7 6 16,0 3-5-16,2 1 3 0,-2 3-9 0,0-5 3 0,0 5 3 15,-4-2-3-15,4 2 2 0,-7-4 1 16,7 4-3-16,0 0 4 0,-10 0-3 0,10 0-2 16,-5 5-5-16,1-4 1 0,-2 4 2 0,2-2 3 0,0 3-5 15,0-1 6 1,0 2-8-16,2 1 1 0,-2-1 3 0,-1 0-2 15,2 1 1-15,1 2 6 0,-1-3-6 0,3 0 5 16,-1 1-3-16,-2-3 4 0,3 1 2 0,0 1-9 0,3-2 2 16,-2-2 3-16,-1 4 1 0,4-5 2 15,2 2-1-15,-2 0 0 0,1 0 6 0,2-3-4 16,-1 1-3-16,3-2-2 0,-3 0 5 0,2 0-5 0,0-3 1 16,-2 1 8-16,3-4-6 0,-1 2 6 0,-2-1 2 0,1-2-6 15,1 1 5-15,-3-2 0 0,1-1 1 0,-4 2 2 16,1-2-4-16,-1 3 10 0,0 0-8 0,0-1 10 0,-2 0-8 15,0 0-3-15,0 2 10 0,-2 0-6 16,2 0-3-16,-2 0-7 0,-3 2 7 0,3-1-8 16,-4 3 9-16,1-2-6 0,0 2 1 0,5 1-4 0,-12 1 2 15,5-1 0-15,1 6-4 0,-2-4 1 0,2 1 9 0,-2 3-20 16,3 0 10-16,-2 1-8 0,0 1 1 0,2-1-6 16,0-1 5-16,1 2-3 0,0 0-3 0,1-1-2 0,2 0 8 15,-3 1-4-15,4-1 13 0,0-2-9 16,0 4 11-16,3-6-9 0,-2 2 0 0,2 0 1 15,-1-1 9-15,5 1-6 0,-2-3-4 0,1 0 3 0,0-1 4 16,1-1-3 0,1 0 6-16,1-2-10 0,-1-1 6 0,1 1-2 15,-1-3 3-15,2-3 5 0,-2 3 3 0,-2-1-11 16,1-2 3-16,-1 6-3 0,-1-6 7 0,0 1 8 0,-3 2-4 16,0 1 0-16,-1-1 10 0,1 0-7 15,0-1 0-15,-2 2-5 0,0 4 7 0,-4-6-10 16,3 2 2-16,-3 2 4 0,4 2-4 0,-7-5 1 0,0 5-1 15,7 0-5-15,-7-1 0 0,7 1-2 0,-11 1 2 0,3 2 0 16,1 1 0-16,2-1-6 0,-2-1-6 0,4 2-6 16,-1 0 0-16,-1 1-6 0,2 0 5 0,1 2 11 15,-1-2-7-15,2 2 0 0,0 0 7 0,-1 0-7 16,2 1 7-16,2-1 4 0,0-1-8 0,-1 2 6 16,2-5-2-16,0 2 0 0,1 0 3 0,-1-3 0 15,1 3 5-15,0-5-2 16,-4 0-1-16,9 0 5 0,-9 0-5 0,12-5-5 15,-6 3 9-15,-1-3-8 0,1-2 7 0,-1-2 1 0,2 3 0 16,-4-4-3-16,3 3 3 0,-4-5-3 16,3 1 1-16,-3 2-2 0,0 0 9 0,-2 2-6 0,0 1-3 15,0 2 1-15,0-1 9 0,-2 0-7 0,0 1 0 16,0 2 3-16,-1-2 3 0,3 4-6 0,-8-1-1 16,8 1 2-16,-10 2-7 0,5 1 3 0,-4-1 0 0,5 3 3 15,-4-1 1-15,0 4 2 0,0 2-5 0,0-1-1 16,2 0-1-16,0 3 0 0,1-3-3 0,1 2 3 15,1 1 5-15,2-6-3 0,0 5-2 0,-1 0 10 0,2-1-11 16,3-2 7-16,-2 0-5 0,0-3 5 16,1-1-6-16,0 1 6 0,2-1 4 0,1-4-1 15,1 3-1-15,-6-3-2 0,12-4 5 0,-5 1-5 0,0-4-1 0,3 0 7 16,-1-1 0-16,-4-2-5 0,1-2 2 0,1 2 3 16,-2-2-3-16,0 0-1 0,-1-3-2 0,0-1 1 15,-3 4 7-15,3 2 1 0,-4 0 1 0,0 0 3 0,0 1-2 16,0 2 0-16,-1 2-6 0,-3-1 1 15,2 2-1-15,-2 0 0 0,-1 1-3 0,-1 2-1 16,0 0 4-16,6 1-9 16,-13 1 6-16,4 0-7 0,1 4 7 0,0 2-2 15,0 0 0-15,2 0-7 0,0-1 4 0,0 4-11 16,1-2 2-16,1 1-1 0,-1-2 4 0,4 2 0 16,-2 0 1-16,3 0-6 0,0 2 7 0,2-5 1 0,-1 5 4 15,1-6-1-15,0 2 1 16,0-4-7-16,2 1-4 0,0 0 9 0,-1 0 4 0,3-4-3 0,-1 1 3 0,-5-1 0 15,9-1-2-15,-4-3-1 0,2 2 1 0,1-5-3 0,-3 3 5 16,-1-1 0-16,1-1-5 0,-1-1 3 16,0 0-1-16,1 2 3 0,0-2-8 0,-3 1 4 15,0-2 1-15,-1 1-2 0,1 0-2 0,0 1 5 16,-2 0-5-16,0 2 4 0,0 0 0 0,0 4 0 0,0-5 4 16,-2 2-4-16,2 3 0 0,0 0 7 0,0 0-9 15,-7-2-1 1,7 2-2-16,0 0 6 0,-10 7-8 0,6-4 1 15,0 2 4-15,1 0-1 0,-1 2 1 0,1 0 1 16,-1 0 4-16,2 3-11 0,0-4 0 0,2-1 4 16,-1 3-3-16,2-3 0 0,-1 2 0 0,2-4 3 15,0 1-3-15,-2-1 5 0,2 2 5 0,-2-5 2 0,0 0-3 16,7 2 7-16,-7-2-1 0,9-7-2 0,-5 4 6 16,2-4-6-16,0-2-8 0,1 1-1 0,-3-1 6 0,1-3 3 15,0 3-7-15,0-2 4 0,-1 1-2 0,0-1-2 0,-3 2 4 16,2 3 4-16,-2 1-1 0,-1 0-11 15,0-1 9-15,0 3 0 0,0-2 0 0,0 5 8 16,-1-6-11-16,1 6 0 0,-8-1 2 0,8 1 4 0,-14 6-3 0,9-3-2 16,1 0 1-16,-3 6-7 0,0-3 9 0,2 1-5 31,1 0-11-31,-1-2 10 0,1 6-5 0,2-5-1 16,-1 1-5-16,2 0 3 0,-2-2 3 0,5 0-3 15,-2 0 1-15,0-1-5 0,1-1-16 0,-1-3-29 0,4 2-88 16,-4-2-157-16,0 0 70 0</inkml:trace>
  <inkml:trace contextRef="#ctx0" brushRef="#br0" timeOffset="-108215.9">26393 9981 32 0,'0'0'109'0,"0"0"1"0,0 0-15 0,0 0-5 0,0 0-8 0,0 0-4 0,0 0-10 0,0 0-4 32,0 0-11-32,0 0-1 0,0 0-7 0,0 0-10 15,0 0 3-15,0 0-6 0,0 0-5 0,0 0-7 16,0 0 1-16,0 0 6 0,-4-3-7 0,4 3 6 0,0 0-7 0,0 0-1 16,0 0 0-16,0 0-4 0,0 0 0 0,0 0 5 15,0 0-1-15,0 0-9 0,0 0 1 0,0 0-2 16,0 0 1-16,0 0-3 0,0 0 3 0,0 0-4 15,0 0-2-15,0 0 1 0,0 0-1 0,0 0-4 16,0 0 4-16,0 0-2 0,0 0 7 0,0 0-1 0,0 0-3 16,0 0-3-16,0 0 2 0,0 0-2 0,0 0-1 0,0 0 0 15,0 0 3-15,0 0 3 0,0 0-4 0,0 0 4 16,0 0-7-16,0 0-2 0,0 0 6 0,0 0-4 0,0 0 0 16,0 0 2-16,0 0-5 0,0 0 4 15,0 0-2-15,0 0 3 0,0 0 0 0,0 0 4 16,0 0-7-1,0 0 4-15,0 0-1 0,0 0 0 0,0 0-4 0,0 0-5 16,0 0 7-16,0 0 6 0,0 0-7 16,0 0-1-16,0 0 6 0,0 0-4 0,0 0-3 15,0 0-1-15,0 0 11 0,0 0-1 0,0 0-4 0,0 0-19 16,0 0 22-16,0 0 1 0,0 0-7 0,0 0 8 16,0 0-9-16,0 0 6 0,0 0-1 0,0 0-4 15,0 0-8-15,0 0-9 0,0 0-4 0,0 0-22 16,0 0-2-16,0 0 0 0,0 0-8 0,0 0-24 0,0 0-91 0,0 0-184 15,0 0 81-15</inkml:trace>
  <inkml:trace contextRef="#ctx0" brushRef="#br0" timeOffset="-103774.57">26373 9988 47 0,'0'0'76'0,"0"0"-11"0,0 0-15 15,0 0 0-15,0 0 2 0,0 0-6 16,0 0-5-16,0 0-1 0,0 0-6 0,0 0 0 0,0 0-9 0,0 0 4 16,0 0-3-16,0 0-5 0,0 0-4 0,7-3 2 15,-7 3-2-15,7 0 11 0,-7 0-13 0,10 0 0 16,-10 0 6-16,15 0 0 0,-7 0-11 0,-1 2 0 15,5-4 0-15,-2 5 6 0,4-4-5 0,-1 1-7 16,1 0 10-16,0 1-3 0,1-1-4 0,-2 0 4 16,6 0-12-16,-2 0 10 15,2 0-10-15,-3-1 14 0,2 1-7 0,-6 0-8 16,2-2 14-16,-1 2-12 0,0 0 8 0,-3 0-12 16,3 0 4-16,0 0-1 0,-2 0 9 0,-1 2-11 15,2-1 6-15,-2-2 0 0,2 2-3 0,-2-1-6 16,1-1 4-16,-2 2-3 0,2-1 6 0,-2 2-13 15,3 0 13-15,-3-1 6 0,2 0-5 0,1-2 5 16,-3 2-3-16,2 2 4 0,0-3-2 0,-1 0-4 0,-1 2-4 0,1-1 3 16,3 3-4-16,-5-3-3 0,1 0 15 0,1-1-11 15,0 1 5-15,-1-1-2 0,1 3-1 0,-1-3-1 16,3 1-4-16,-6-1 7 0,4 3-5 0,-1-3 1 0,0 3 2 16,-2-2-3-16,4-1 6 0,-1 1-2 15,-2 1-2-15,-2-1 1 0,2-1 0 0,5 0-2 16,-3-3 4-16,0 5-1 15,-1-1-2-15,3-1 6 0,-3 1 0 0,1-1-11 16,-1 0 16-16,0 0-7 0,2 0 3 0,0-1-3 16,-4 2-5-16,2-1 1 0,1 0 6 0,1 0 3 15,-1 0-6-15,-1 1-2 0,0-2 4 0,0 1-9 0,-2 0 5 16,2 0-3-16,-1 1 1 0,-2-1 2 0,2 0 6 16,-3 2-7-16,3-2 4 0,-2 2-6 15,-1-2 9-15,-5 0-3 0,9-2 2 0,-2 2-3 0,-7 0-1 0,10 2 4 0,-6-2-7 16,-4 0 5-16,7 3-6 0,-7-3 10 15,8-3-10-15,-8 3-1 0,6 0 1 0,-6 0-3 16,0 0 9-16,13 0-6 0,-8 3 7 0,-5-3-7 0,8 0 8 16,-3 0-12-16,-5 0 11 0,10 0 0 0,-5 1-8 15,-5-1 7-15,9 0 0 0,-9 0-3 16,9 0 0-16,-2 0 1 16,-7 0 0-16,10-1 0 0,-4 1 0 0,-2 1-4 15,-4-1 6-15,10 0 1 0,-10 0 5 0,9 0-12 16,-9 0 0-16,5 0 6 0,-5 0-1 0,0 0 0 15,8 0-4-15,-8 0 7 0,0 0 4 0,0 0-9 16,0 0 12-16,6 1 0 0,-6-1-5 0,0 0-7 0,0 0 5 16,0 0 2-16,0 0-7 0,4 3 3 0,-4-3 1 15,0 0 4-15,0 0-11 0,0 0 2 0,0 0-1 0,0 0 6 16,0 0-1-16,0 0-1 0,0 0-9 0,0 0 11 0,0 0-4 16,0 0-1-16,0 0 1 0,0 0 6 15,8 0-3-15,-8 0 5 0,0 0-1 0,1 3-4 16,-1-3-3-16,0 0 2 0,0 0-1 0,0 0 5 0,0 0 9 15,0 0-12-15,0 0 5 0,0 0-5 0,0 0 5 16,0 0 1-16,0 0 1 0,0 0 2 0,0 0 3 0,0 0-2 16,0 0 2-16,0 0-11 0,0 0 6 0,0 0 6 0,0 0-10 15,0 0 2-15,0 0-1 0,0 0 0 16,0 0-4-16,0 0 3 0,0 0-9 0,0 0-2 16,0 0 11-1,0 0-2-15,0 0-4 0,0 0 4 0,0 0 4 16,0 0-13-16,0 0 1 0,0 0 1 0,0 0 4 0,0 0 3 15,0 0-1-15,0 0-2 0,0 0 5 0,0 0-12 16,0 0 14-16,0 0-6 0,0 0 3 0,0 0-3 0,0 0-4 16,0 0 6-16,0 0-5 0,0 0 0 15,0 0 7-15,0 0-7 0,0 0 5 0,0 0-2 16,0 0 3-16,0 0-3 0,0 0-9 0,0 0 8 0,0 0 7 16,0 0-6-16,0 0-4 0,0 0 6 0,0 0-2 15,0 0 2-15,0 0-2 0,0 0-4 0,0 0 3 0,9-4 2 16,-9 4-3-16,0 0 3 0,6-2-14 0,-6 2 16 0,0 0-2 15,0 0-10-15,0 0 11 0,8 0-3 16,-8 0-6-16,0 0 4 0,0 0 4 0,0 0-1 16,0 0 1-16,8-1-3 0,-8 1 6 0,0 0-1 0,0 0-1 15,0 0 1-15,0 0 3 0,0 0 3 0,0 0 1 16,0 0-3 0,0 0 1-16,0 0-5 0,8-1 7 0,-8 1-6 15,0 0-4-15,0 0 2 0,6 0 3 0,-6 0-6 16,0 0 8-16,0 0-7 0,0 0-2 0,0 0-1 15,4-3 3-15,-4 3 3 0,0 0 0 0,0 0-1 0,0 0 1 16,0 0 2-16,0 0 6 0,0 0 3 0,0 0-1 0,0 0 0 16,0 0-4-16,4-4 2 0,-4 4-4 15,0 0-1-15,0 0-2 0,2-2 2 0,-2 2 0 0,0 0-9 16,0 0 2-16,7-4 5 0,-7 4-13 0,0 0 17 0,0 0-10 16,5-1-4-16,-5 1 5 15,0 0 5-15,2-3-1 0,-2 3 0 0,0 0-3 16,0 0 4-16,3-3 0 0,-3 3 0 0,0 0-11 0,0 0 8 0,0 0-5 0,0 0 5 15,0 0-6-15,0 0 4 0,0 0-13 16,0 0-7-16,0 0-10 0,0 0-11 0,0 0-4 0,0 0-13 16,0 0-2-16,0 0-24 0,-19 7-140 0,12-7-239 0,-3 1 106 15</inkml:trace>
  <inkml:trace contextRef="#ctx0" brushRef="#br0" timeOffset="-102340.23">26342 9987 44 0,'6'-2'51'0,"-6"2"0"0,8 0-16 0,-8 0 1 16,11 0 2-16,-5 0-9 0,-6 0 1 0,11-2 0 16,-4 2-3-16,5-1-2 0,-3 4-2 0,2-5 3 15,3 4-3-15,-2-4-7 0,2 4 1 0,4 0 4 0,-4-2-6 16,3-2-1-16,2 4 0 0,0-2-1 16,-2-2-4-16,3 6 0 0,-4-3 6 0,0-1-7 0,-2 0-2 0,5 2-1 15,2-2-1-15,-8 1 0 0,3-4 4 0,-3 5 4 16,2-2-6-16,-3 0 0 0,1 1-4 0,-1-1 2 15,0 0 2-15,1 1-5 0,-2-1-3 0,1-2 6 16,-1 4-4-16,0-2 5 0,0 3 3 0,0-3-7 16,1 2 2-16,-1-2-2 0,1 0 0 0,-3 1-3 15,2 0 9-15,1-1 0 0,-3 0-9 0,2 1 6 16,0-1 1-16,-4 2 1 16,2-2 2-16,-1 0-1 0,2-2-2 0,-2 2-8 15,1 0 8-15,-2 0-2 0,1 2 6 0,-1-2-4 16,1 0-3-16,1 1 0 0,-1 0 1 0,-3-1-4 15,5 1 4-15,-5 1 5 0,7-1-7 0,-7 0-1 16,4-1 11-16,-4 0-9 0,4 0 4 0,-4 0-5 16,5 0 3-16,-2 0 2 0,0 3 6 0,-2-3-8 15,3 0 6-15,-3-3-5 0,2 6-1 0,-1-3 3 0,0-3 1 0,0 3-4 16,-7 0-2-16,11 0 4 0,-6-1-6 0,-5 1 8 16,10 0-6-16,-3 1-4 0,-2-1 0 0,1 3 4 15,2-3-3-15,-2-3 0 0,-6 3 9 0,13 3-11 16,-6-3 6-16,0 0-3 0,-2 1-2 0,3-1 7 15,-8 0 3-15,14-1-8 0,-9 1 3 0,-5 0 9 16,13-3-6-16,-8 3-1 16,-5 0 0-16,13 0 8 0,-8 0-10 0,-5 0 8 15,10 0-7-15,-5 0 5 0,-5 0-6 0,12 0 3 16,-7 3-1-16,-5-3-1 0,10-3 2 0,-6 6-3 16,-4-3 1-16,13 0-9 0,-9 0 12 0,-4 0 2 15,11 0-4-15,-5-3-6 0,-1 6 10 0,-5-3 0 16,11 1-5-16,-11-1 1 0,11-1 6 0,-4 1-5 15,-7 0-1-15,9 1 0 0,-4-1-2 0,-5 0 5 0,7 2-4 0,0-2 2 16,-7 0-4-16,9 0-2 0,-3-2-2 0,-6 2 8 16,9-1-8-16,0 2 0 0,-9-1 12 0,10-1-5 15,-5 2 0-15,-5-1-8 0,10-1 1 0,-2 1 7 16,-8 0-1-16,9 1 4 0,-9-1-4 0,7 0 2 16,-7 0-5-16,7 0-2 0,-7 0 5 0,0 0 1 15,5 2-2-15,-5-2-6 0,0 0-2 0,4 1 5 0,-4-1-8 0,0 0 6 16,0 0 3-16,8 0 0 0,-8 0 1 0,0 0-8 15,6 3 9-15,-6-3-6 0,5 1 9 0,-1 0-2 16,-4-1-6-16,5 3 9 0,-5-3-20 0,7 0 13 16,-7 0-2-16,6 2 4 0,-6-2-14 0,5 0 22 15,-5 0-10-15,6 3-3 0,-6-3 4 0,0 0 7 16,0 0-9-16,8 1 2 16,-8-1-1-16,0 0 7 0,4 1-4 0,-4-1-3 15,0 0-1-15,0 0 6 0,0 0-9 0,5 2 3 16,-5-2 0-16,0 0 12 0,0 0-8 0,0 0 10 15,5 1 9-15,-5-1 1 0,0 0 1 0,0 0-1 16,0 0-5-16,0 0 5 0,0 0 3 0,0 0 4 16,0 0-5-16,0 0 1 0,0 0 3 0,0 0-1 15,0 0-2-15,0 0-7 0,0 0 4 0,0 0-1 0,0 0-1 0,0 0-11 16,0 0-2-16,0 0-2 0,0 0 6 0,0 0-8 16,0 0-5-16,0 0-15 0,0 0-5 0,0 0-10 15,0 0-17-15,0 0-7 0,0 0-9 0,0 0-11 16,0 0-32-16,0 0-94 0,0 0-217 0,0 0 96 15</inkml:trace>
  <inkml:trace contextRef="#ctx0" brushRef="#br0" timeOffset="-101014.92">27686 9882 16 0,'0'0'65'0,"0"0"-11"0,0 0 0 0,-4-4-5 16,4 4-9-16,-3-2 0 0,3 2-7 0,0 0-4 15,0 0-1-15,-6-2 0 0,6 2-4 0,-6-2 0 16,6 2-7-16,-4-3-3 0,4 3 0 0,-5-3 0 15,5 3 0-15,-5-1-6 0,5 1-4 0,-8-1 5 16,8 1-1-16,-8 0-1 16,4-3-1-16,4 3 4 0,-9 0-1 0,9 0-7 15,-8 3 0-15,8-3 1 0,-9-3 2 0,9 3-4 16,0 0 4-16,-8 0 0 0,8 0-2 0,-6-1-1 16,6 1-1-16,0 0 5 0,-9 1-5 0,5-1-5 15,4 0 7-15,-9 0-3 0,9 0 1 0,-9 0 0 16,9 0 2-16,-6 3 0 0,-1-3-10 0,7 0 11 15,-7 0-1-15,7 0 0 0,-9 4-2 0,5-3-4 0,0 1 2 0,0 0 3 16,4-2-1-16,-6 3-1 0,2-1 4 16,0 1-4-16,4-3-5 0,-5 5 0 0,3-2 5 0,0 1-6 15,-1-3 9-15,1 3-2 0,-2 1 0 0,1-2 2 16,1 1-7-16,1-2 6 0,1-2-2 0,-4 7 0 16,4-4 0-16,0 1-3 0,-2 2-1 0,0-2 5 15,1-1-3-15,0 2 2 16,1 0-1-16,-1-1-1 0,-1 2 3 0,2 0 2 15,-2-1 1-15,2 2-9 0,-2-1 5 0,2 0-1 0,-1-1 5 0,0 2-5 0,0-2-3 16,1 0 4-16,0-1-1 0,0 3 6 16,0-3-4-16,-2 2-4 0,2 0 0 0,2-4 5 15,-4 5 1-15,2-4-2 0,0 2 1 0,0 0 0 16,0-5-3-16,2 5 6 0,-2-1-4 0,0-4 2 16,2 5 3-16,-1-3-5 0,1 1-1 0,-2-3 7 15,2 7-3-15,0-4 2 0,-2-3 7 16,5 2 8-16,-3 1-7 0,2-1 3 0,-1 3-3 15,2-3 4-15,-1-1-4 0,-1 3 2 0,1-2 1 0,0-1 1 16,1 3 2-16,-1-1 7 0,2-1-5 0,-1-1-8 16,-1 1 3-16,3 2 11 0,-1-2-20 0,-2 0 4 15,5-1-3-15,-3 0-6 0,-2 1 2 0,3-2 2 0,0 2 0 0,-2 0-2 16,-5-2 0-16,11 1 8 0,-8 1 0 0,3-1 3 16,0 0 3-16,-2-1 0 0,-4 0 4 15,9 0-5-15,-9 0 7 0,7 0-6 0,-7 0 3 0,10 0 1 16,-10 0 0-16,8 0-1 0,-8 0 3 0,9 0-8 15,-9 0 6-15,7-1-4 0,-1 0-2 0,-6 1 0 16,8-3 0 0,-5 1 7-16,1 0-3 0,-4 2 2 0,9-2-6 0,-5 1 5 15,2-1-5-15,-2 1-2 0,-4 1 6 0,9-4-8 16,-5 1 3-16,1 2 2 0,1-2 0 0,-2 2 2 16,1-1 0-16,-1-2-4 0,0 3 1 15,1-3 6-15,-1 4 1 0,1-3 0 0,0 1 2 0,-2-3-2 16,1 3-3-16,-2-1-1 0,2 1-5 0,0-1 1 15,-4 3-1-15,4-5-2 0,-2 2-1 0,-2 3 4 16,7-4 3-16,-6 2 8 16,-1 2-3-16,4-3-2 0,-2-2-2 0,1 2 1 0,0-1 6 0,-1 2 11 15,1-3 0-15,-1 0-5 0,2 3-5 0,-2-3-3 16,1-2 1-16,-2 2-5 0,1 0 4 0,-1-1-3 16,-1 2 0-16,1-1-2 0,0 0-5 0,1-2 0 0,-2 3 0 15,1-1-1-15,0 1-1 16,1-1-4-16,-1 0 1 0,-1 1-2 0,1 0 0 15,-1-1-2-15,1-2 2 0,-2 4 3 0,1-4-3 16,0 7 1-16,-1-5-2 0,0-2 0 0,-1 4 1 0,0-2-5 16,-1-1-2-16,-1 1-1 0,-2-1-6 0,-4-1-8 15,-2 3-12-15,-4-3-12 0,-4 2-18 0,1 0-18 16,-4 0-26-16,-5-1-33 0,0 5-46 0,2-4-152 16,-2 0-358-16,8-2 158 0</inkml:trace>
  <inkml:trace contextRef="#ctx0" brushRef="#br0" timeOffset="-97607.74">29590 6999 4 0,'0'0'65'0,"0"0"-3"16,0 0-10-16,0 0-2 0,0 0-8 0,0 0-3 15,0 0-4-15,0 0-2 16,16 0-7-16,-8 0 5 0,-1 1-6 0,4-1-4 16,3 0 11-16,-1 0-2 0,6 2-13 0,3-2 2 15,1 1 5-15,7 0-9 0,-2-1 7 0,1 1-10 16,-2-1-4-16,2 3 3 0,-2-3 7 0,-8 1-5 15,4 0-3-15,-2-1 3 0,0 3-3 0,-1-3-5 16,1 0-1-16,1 2 0 0,-1-2-2 0,-2 1 7 16,2-1-3-16,-1 1 2 0,1-1-8 0,-2 1 2 0,1-1 1 0,-1 2 1 15,-3-2-5-15,2 0 6 0,1 0 1 0,-1 1 5 16,-4-1-7-16,2-1 0 0,2 1 2 0,-3 0 6 16,-4-2 2-16,5 2 8 0,-5 0-5 0,3-1 3 15,-2 1 0-15,1-1-1 0,-3 1-7 0,-1-3-7 16,0 3 7-16,1 0 1 0,-4 0-7 0,3 0 3 15,-2-2-6 1,0 1 7-16,2 0-6 0,-1 0 11 0,-2 1-10 16,1-2-8-16,2 4 8 0,-2-4 0 0,2 1-1 0,-2 1 2 15,0-1-3-15,3 1-6 0,3-1 9 0,-4 2-10 16,4-2 9-16,-5 1-9 0,2 0 6 16,3-1-5-16,-3-1 12 0,3 4-6 0,-3-2-18 0,2 0 21 0,0 0-1 15,0 0-8-15,2 0 5 0,-1 1-7 0,1-1 4 16,0 0 6-16,6 1-2 0,-2 0-7 0,1 2 15 15,-2-2-11-15,2 0 4 0,0 0-10 0,-1 1 3 16,4 0 2-16,-3-1-3 0,1 1-3 0,-1-2 11 16,4 3-1-16,-5-2-3 0,5 0-1 0,-1-1 5 0,-1 1-10 15,0-1 3-15,1-1 11 0,-3 2-11 0,2-1 2 16,0 0-3-16,-1 3 9 0,1-3 7 16,-2 0-11-16,2 0 1 0,-2 0-9 0,1 1 15 0,0-1-13 0,0 0 5 15,0 0-2-15,2 5 3 0,-1-5 2 0,0 1-10 16,-3 0 13-16,5-1 1 0,0 2-8 0,-1 0 10 15,-1-2 1-15,-2 0 2 0,0 0-23 0,-3 1 24 16,4-1-1-16,-2 0-6 0,1 0 10 0,1 0-10 16,-5 2-3-16,2-1 6 0,1-1-1 0,0 2 3 15,-1 0 1-15,2-1-8 16,0 1 1-16,-3-2 2 0,3 1-3 0,0 0-2 16,2-1 14-16,-2 0 2 0,2 1-3 0,-2-1 2 15,1 0-6-15,-2 0-10 0,3 0 17 0,-1 0-15 0,-1-1 2 16,0 2 5-16,1-1 3 0,-2 0 1 0,2 0-9 15,-7-1 6-15,2 2-5 0,-2-1 5 0,2 1-7 16,-6-2 8-16,3 0-5 0,-1 1 1 0,-1 1-2 16,-2-1 0-16,2 0-4 0,-3-1 4 0,-7 1-3 0,10 0-5 15,-4 0-1-15,-6 0 8 0,12 0-3 0,-7 1-5 16,1-1 7-16,-6 0-7 0,10 0 3 0,-4 0 0 16,1 0-3-16,-7 0 11 0,9 0-5 0,-9 0-3 0,10 0-1 15,-10 0-6-15,8 1 10 0,-4-1-3 16,-4 0 0-16,0 0 1 0,9-1-1 0,-9 1 2 15,0 0 0-15,5 1 4 16,-5-1 3-16,0 0-2 0,0 0 1 0,0 0 0 16,9 0-4-16,-9 0 7 0,0 0 1 0,0 0-9 15,0 0 1-15,0 0 9 0,0 0-8 0,0 0 2 16,0 0 2-16,0 0-7 0,0 0-6 0,0 0-18 16,0 0-26-16,0 0-42 0,4 2-4 0,-4-2-124 15,0 0-236-15,-17 3 105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08T05:41:26.80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3358 2042 4 0,'0'-6'64'0,"0"6"-1"15,-3-5-5 1,3 5-11-16,-2-4-7 0,2 4-4 0,0 0-2 16,-2-3-3-16,2 3 3 0,0 0 0 15,0 0 7-15,-1-5 2 0,1 5 1 0,0 0-3 0,0 0 6 16,0 0-2-16,0 0 2 0,0 0-6 0,0 0-7 16,0 0-1-16,0 0-12 0,0 0 7 0,0 0-7 15,0 0 0-15,0 0-5 0,0 0 2 0,0 0-2 16,0 0-5-16,0 0 3 0,0 0 3 0,0 0-14 0,-15 7-1 15,15-7-1-15,-3 1 4 0,3-1-2 0,0 0-3 16,0 0 5-16,0 0 0 16,0 0-8-16,0 0 5 0,0 0-5 0,0 0 1 15,15 7 15-15,7-10-4 0,8 3 2 0,8-4-4 16,22-1 9-16,4-4 3 0,29-2-2 0,-2 1 0 16,-25 2 6-16,26-3-11 0,0 0 6 15,-32 5 5-15,-1 1-14 0,0-1 3 0,-8-2-8 0,-14 8-2 16,0-3-9-16,-5 0-16 0,-11 3-9 15,-2 0-23-15,-6-1-18 0,-2 1-23 0,-5-3-69 16,-3 3-179-16,-3 0 79 0</inkml:trace>
  <inkml:trace contextRef="#ctx0" brushRef="#br0" timeOffset="385.3">3821 1979 87 0,'-6'-3'174'16,"6"3"-22"-16,0 0-32 0,-4 8-12 0,4-2-6 15,0 4-11-15,-5 2-21 0,4 12 5 0,-2 0-10 16,0 8-9-16,0-1 0 0,3 18-7 0,0-16-5 15,1 1-2 1,-1-2-5-16,2 2-6 0,0-4 2 0,1-1-9 0,1 1 4 16,0-3 1-16,-1 1-3 0,2-10-2 0,-4 1-3 15,3-4-3-15,-1-3 2 0,-2 1-8 0,3-4 0 16,-4 0 3-16,1-1-2 0,2-3 0 16,-2 1-4-16,2 0 2 0,-1-4 1 0,-2 3 1 15,0-5-3-15,0 7-1 0,1-5 2 0,-1-2 1 16,3 3 3-16,-3-3-6 0,0 0-1 0,0 3-1 0,0-3 2 0,0 0-8 15,0 0-20-15,0 0-17 0,0 0-14 0,0 0-22 16,0 7-31-16,0-7-35 0,0 0-90 0,0 0-246 16,0 0 108-16</inkml:trace>
  <inkml:trace contextRef="#ctx0" brushRef="#br0" timeOffset="769.67">4344 2352 123 0,'0'0'197'0,"0"0"-30"0,-5-4-13 0,5 4-21 0,0 0-14 0,-19 5-11 16,10 2-9-16,0 0-17 0,-5 3-11 0,1 2 1 15,-1 3-10-15,0 1-4 0,4 1-8 0,-4 4-2 16,5-3-7-16,1 2-5 0,-1-3 1 0,4-3-5 15,0 3-3-15,4-5-2 0,-1 1 2 0,4-6-7 16,-1 4 3-16,2-7-2 0,-1 4 1 16,3-4 2-16,5 0 14 0,1-2-5 0,8-2-3 0,1-2-3 0,11-4-1 15,-3-4-5-15,0 0-4 0,-1-1 4 0,1-4-4 16,-5 2-5-16,-6 1-1 0,-1-1 0 0,-2-2 4 16,-1 0-10-16,-3 0-1 0,-2 0-10 0,-4 1 3 15,-3 4-10-15,-1-3-4 0,-1 2 5 0,-5-1-14 16,-1 4 0-16,-2 0-3 0,-10 3-1 0,1-1 2 15,0 3-9 1,-3 0-2-16,-1 3-20 0,-4-1-21 0,6 3-17 16,-2 1-18-16,5-1-20 0,3 3-116 0,1-4-270 15,7 0 119-15</inkml:trace>
  <inkml:trace contextRef="#ctx0" brushRef="#br0" timeOffset="1185.06">4855 2252 21 0,'-20'5'131'0,"20"-5"-12"15,-12 2-18-15,5 4 0 0,-1-1-11 0,-1-2 0 16,0 0-25-16,-1 6-6 0,1-6-3 0,0 5-6 16,0-1-2-16,0 3-8 0,1-2-2 0,3 0-3 15,1 1-1-15,2 1-3 0,-1 0-15 0,3-1 6 0,4 1 2 16,-3 2-7-16,7-4 2 0,1 1 7 0,4 3-6 16,1-6-7-16,2 5-12 0,3-5 8 0,0 2 8 15,0-2-2-15,-1 1 3 0,1-2-9 0,-4 2-7 16,-1-2 16-16,-1-3-18 0,-4 3 7 0,1-2-9 15,-6 1 5-15,2-1-5 16,-2-1-1-16,0 3 5 0,-4-5 6 0,-4 10 2 0,-1-6 2 0,-4 2 0 0,-5-2-4 16,5 1 1-16,-10 2 1 0,0-2-7 0,-2 0 4 0,2-1-10 15,1 0-12-15,-3-1-13 0,4 1-24 0,-2 0-17 16,2-3-18-16,3-1-111 0,0 0-214 0,0-4 95 16</inkml:trace>
  <inkml:trace contextRef="#ctx0" brushRef="#br0" timeOffset="1624.06">5269 2196 53 0,'-11'0'119'0,"11"0"-13"16,0 0-15-16,-13 0-4 0,13 0-11 0,-11 5 3 16,4-1-20-16,1 0-11 15,-2 2-1-15,-2 2-7 0,2 0 3 0,-1 0-7 16,4 4 5-16,-4-4-15 0,4 4-1 0,-3 0-2 0,5 0 1 0,0-2-6 15,0 2 4 1,2-2-14-16,1 2 7 0,0 0 2 0,0 0 1 16,4 0-3-16,1-2-4 0,0 6 1 0,3-8 0 15,2 4 10-15,-2 2-2 0,5-6-9 0,-2 4 7 16,1-3-19-16,3 1 10 0,-2 0-9 0,-3-2 5 0,-1-2 4 0,0 1-1 16,-1 1-5-16,-5-6-3 0,1 3 7 0,1 1-14 15,-2-2 19-15,-2 0 1 0,-2 1 10 0,-3-2-5 16,-4 2 2-16,-2 1-2 0,-6-2 4 0,-2 3-28 0,-2-1-42 15,0-3-58-15,-11 0-102 0,3-5-223 0,8 4 99 0</inkml:trace>
  <inkml:trace contextRef="#ctx0" brushRef="#br0" timeOffset="2456.85">6409 2210 81 0,'0'0'160'16,"-2"-1"-13"-16,2 1-22 0,0 0-15 0,0 0-13 15,0 0-10-15,-11 5-6 0,4 3-4 0,2 0-16 16,-3 1-6-16,-2 6-2 0,-2 1-4 0,2 2-11 0,2-1 29 16,-2-1-6-16,2 2-6 0,1-4-10 0,-1 5-1 15,3-4-6-15,5-1-3 0,-1-6 1 0,1 4-5 16,5 0-3-16,-4-5 0 0,4 2 3 0,-1-3 16 0,2-1 18 16,1-2 5-16,5 1 1 0,-5-4 5 0,5 0 3 15,-4-3 0-15,3 1-1 0,0-3-1 16,-2-2-4-16,1-3-2 0,-1 2-2 0,1-6-8 0,1 0-4 0,-5 4-8 15,-2-7-4-15,1 0-5 0,-5 1-12 0,0-2-6 16,-4 1-16-16,-3-2-9 0,0 0-7 0,-6 7-8 16,-1 0-6-16,-7-4-2 0,3 9-3 0,-4 0-7 15,-5 3-1-15,4 1-3 0,1-1-13 0,2 3-13 16,2 1-17 0,0 1-22-16,5-1-24 0,3 0-32 0,2 0-3 15,2 2-153-15,6-2-343 0,0 0 152 0</inkml:trace>
  <inkml:trace contextRef="#ctx0" brushRef="#br0" timeOffset="2842.14">6677 1993 53 0,'3'-2'152'0,"-3"2"-17"0,0 0-9 16,0 0-23-16,0 11-5 0,0-3-15 0,0 4-14 15,-3 5-1 1,1 9-6-16,-2 3-1 0,1 3-10 0,2 5 3 16,-1 9-4-16,-1-13-4 0,3 4-4 0,0-6-5 15,3-2 7-15,-1-1-12 0,-1-1-2 0,6-2 8 0,-6-7-11 16,3-2-3-16,1-5 0 0,-1 0-5 0,-3-2 0 16,3-2-6-16,-3-2 4 0,3 1 16 0,-4-3 20 15,0-3 6-15,5 1-16 0,-5-1 3 16,4-8-6-16,-1 3-2 0,-3-2-14 0,-3-4-22 15,3 0-13-15,-8-3-23 0,-2-1-10 0,0 0-3 16,-2 1 0-16,-8-3-2 0,-2 1 4 0,4 6 3 0,1-2 2 0,1 3 11 16,1-2 12-16,2 6-15 0,3 0 10 0,1 1-4 15,0 1 12-15,4 1 3 0,5 2 16 0,-9-5-13 16,9 5-1-16,0 0 4 0,19-11-1 0,9 2-8 16,5-2-26-16,21 1-55 0,1 1-111 0,4-6-223 15,2 3 99-15</inkml:trace>
  <inkml:trace contextRef="#ctx0" brushRef="#br0" timeOffset="3659.03">7881 2017 12 0,'-7'-3'124'0,"7"3"-5"0,0 0-18 0,0 0 1 16,11-6-26-16,-6 3 1 0,5 0-10 0,0-1-4 16,2 1-18-16,0-1 5 15,0 1-10-15,2-2-1 0,-1 0 2 0,0 0-9 16,2 1-5-16,-3-2-3 0,-3 0 1 0,2 1-1 16,-3 2 2-16,0-1-10 0,-3 0-6 0,1 0 17 0,-1 1 1 15,-2 1-4-15,-2-3-2 0,-1 5 0 0,0 0-4 16,-7-3-2-16,-4 2-4 0,1 1-1 0,-5 1-2 15,-5 5 1-15,0-2-3 0,-12 4-5 16,0 2 3-16,-2 4 1 0,-2 1-3 0,0 0-7 0,0 2 14 16,3 0-9-16,0 4 1 0,3 2-5 0,4 2 3 15,0 0 6-15,5 6-5 0,1-2 4 0,2 0-3 0,5 2 4 16,3-4-4-16,5 4 10 0,1-6-4 0,9 0 2 16,0-7 1-16,7 1 4 0,7-2-6 0,8 1 8 15,6-4-7-15,17 3 8 0,6-10 1 0,3 0-5 16,0-4 1-16,5-3-3 0,-3-2-1 0,-2-4-6 0,-3-1 8 31,-5-1-6-31,-14-1 1 0,-1 1 1 0,1-4-3 16,-5-2-1-16,-2 0 1 0,-2 2-9 0,-3-3 6 15,-11 5-4-15,0 1 2 0,-6-1 7 0,-1 5-2 16,-3-1-3-16,-1 0 1 0,-7-1-4 0,-2 2 7 16,-6 3-8-16,-1-1 3 0,-8-1-2 0,-6 3-1 15,-3 5-5-15,2 2 12 0,-1 0-6 0,1 1-4 0,1 2 5 0,3 1-2 16,7-1 1-16,-2 3-5 0,5 0 6 15,4-3 3-15,1 2-4 0,4-1 6 0,3 1-3 16,2-3 0-16,6 4 5 0,2-4 1 0,8 2 6 16,2-4-13-16,3-5 5 0,10 4 1 0,0-6-3 0,2-3-2 15,4 1-6-15,-6-3-2 0,0-5-3 0,0 1-7 16,-9 0 6-16,-3-2-7 0,-1 0 10 0,-4-1-8 0,-5 0-7 16,1-3-3-16,-3 2-10 0,-5-4-3 0,-3 5-3 15,-2-6 5-15,-2 1 5 0,-3 1-1 0,-4 5 4 16,0 1-1-16,-3-1-19 0,2 3 24 0,-1 2-5 15,1 1 11-15,3 3 1 0,-6 1 5 0,5 0-8 16,1 1-12-16,-1 2-19 0,3 2-16 0,0-1-18 16,3 2-74-16,1 1-172 15,4-5 77-15</inkml:trace>
  <inkml:trace contextRef="#ctx0" brushRef="#br0" timeOffset="3960.47">8767 2214 23 0,'0'0'297'16,"0"-4"-26"-16,0 4-18 0,-2-4-40 0,2 4-17 16,0 0-22-16,0 0-19 0,0 0-23 0,0 0-14 15,0 0-16-15,0 0-9 0,0 0-7 0,0 0-12 16,0 21-3-1,2-13-10-15,-2 4-7 0,0-2-3 0,0 6-4 16,1-1-5-16,-1 0 3 0,1 1-14 0,-1-1 0 16,0-3-2-16,0 2-11 0,-1-4-3 0,4 2 3 15,-2-3-7-15,-2-2-14 0,2-1-10 0,-1-1-9 16,0 0-1-16,0 1 5 0,0-5 3 0,0-1 5 16,0 5 2-16,0-5-45 0,0 0-28 0,0 0-27 0,0-15-33 15,0 6-26-15,0-2-37 0,-3 0-104 16,1-6-333-16,0-2 148 0</inkml:trace>
  <inkml:trace contextRef="#ctx0" brushRef="#br0" timeOffset="4121.56">8763 1951 236 0,'0'0'222'0,"0"0"-24"0,0-6-22 16,0 6-22-16,0 0-24 0,0 0-16 0,0 0-11 15,0 0-23-15,0 0-21 0,9 11-28 0,-5-6-32 16,2 3-39-16,3-4-29 0,-3 6-43 0,2-3-102 15,-3 0-232-15,0 1 104 0</inkml:trace>
  <inkml:trace contextRef="#ctx0" brushRef="#br0" timeOffset="4721.92">9045 2181 179 0,'0'0'178'16,"0"0"-25"-16,0 0-19 0,0 0-12 0,0 0-12 0,0 0-8 15,0 0-19-15,0 0-4 0,0 0-7 0,4 22-8 0,-4-11-6 16,0 2-9-16,-2-1-4 0,-1 5 0 0,3 0-6 15,-3 1 2-15,2 0-9 0,-1-1-7 0,0 1 1 16,1-6-4-16,0 1 1 0,-1-1-5 0,0-4 4 16,2-1-3-16,0-1-7 0,0-1 7 0,0-5 24 15,-3 11 27-15,3-11 40 0,3 3 33 0,-3-3 14 16,0 0-14-16,0 0-18 0,0 0-15 0,17-15-13 0,-8 3-9 16,3-1-9-16,-3 0-5 0,4-3-12 0,1 3-7 15,5-5-2-15,-6 2-12 0,-4 1 2 0,2 7-5 16,-2-3-5-16,-2 5-3 0,1-2-12 0,-6 5 3 15,3 0-10-15,0-2-8 0,-5 5-12 0,0 0 1 16,0 0-3-16,16 10 2 0,-10-2-5 0,-1-1 6 16,-1 7-2-16,2 1 3 15,2-1 4-15,-5 3-3 0,5 3 1 0,-4-4-1 16,1 1 0-16,3 0 4 0,-4 1-10 0,2-6-15 16,-5-3-27-16,2 1-31 0,2-3-30 15,-4 0-56-15,6-4-65 0,-2-1-200 0,-5-2-472 0,19-2 209 16</inkml:trace>
  <inkml:trace contextRef="#ctx0" brushRef="#br0" timeOffset="6077.6">4055 2921 36 0,'0'0'85'15,"0"0"-28"-15,0 0 1 0,0 0-14 0,0 0-8 16,0 0 4-16,0 0-5 0,0 0 1 0,14 5-4 16,-7-5-2-16,-2 1-6 0,5 1 0 0,3-2 2 0,1 0-5 15,4-2 0-15,5 4-1 0,5-5 9 0,4 4-8 0,1-2 3 16,3 1 3-16,6-1 5 0,11 1-8 0,0-1 7 15,2-2-3-15,0-1-7 0,-5 4 3 0,4 0-6 16,-1-5 1-16,2 3 3 0,-1-1-8 0,-2 1 9 16,7-1 3-16,0-2-10 0,1 0 1 0,1 1 0 15,2 3 6-15,-1-4-9 0,0 4-1 0,-1-2 1 16,2 1-1-16,-3-1-1 0,-5 0-6 0,2 2 3 0,-2 0 0 16,1-1-4-16,2-1 7 0,-6 0-1 0,6 2-3 0,-5-2-2 15,2 1 0-15,0-1-4 0,4 3-1 16,-4 0 0-16,3-3 0 0,-1 2 5 0,-2 1-5 15,2 0 1-15,-3 0-2 0,0-1-1 0,-16 1 1 16,12 0 7-16,-14 0-5 0,1 0 4 0,1 0-4 0,-2 0 7 16,1 1-12-1,1-2 3-15,2 1 6 0,11-4-6 0,-14 4 7 16,0 0-6-16,3 0-7 0,1-3 7 0,11 3 0 16,-11-2-4-16,-4 1 4 0,3 0 0 0,12-2-7 15,-15 1 3-15,4-1 6 0,-3 3 1 0,-1-4-4 16,2 3 2-16,0-1-2 0,0-3 4 0,-1 3-4 15,-2-1 7-15,2 1-7 0,2-2-3 0,-3 1 8 16,1 0-7-16,4 1 5 0,-3-1-6 0,-1 1 3 0,13-2 3 0,-14 3-2 16,0-1 0-16,3-2 3 0,-3 0 0 0,0 3-9 15,1-3 6-15,-3 3-4 0,2 0 8 0,-1-1-2 16,-3 1-6-16,1-3-5 0,-2 2 11 16,0 0 8-16,0 1-5 0,0-1 5 0,-2 0 3 0,-1-1 3 15,0 1 5-15,-1-1 30 0,1-1 0 0,0 1-5 16,0 2-1-1,2-4-5-15,1 3-5 0,-3-1 0 0,1 0-2 16,-2 0-5-16,-7 2 2 0,10-1-9 0,-3-1-1 16,-8 1 0-16,8-1-2 0,-8 0-4 0,2 2 1 15,-4-1 3-15,1 0 5 0,-3 1-3 0,2-2 6 16,0 1-1-16,-5 0 3 0,0 0-5 0,-2 2 6 16,1 0-3-16,-1-3-1 0,1 1 1 0,-6 2 1 15,-6 0-3-15,14-1 5 0,-14 1-4 0,9-1 0 0,-9 1 3 16,9 0-7-16,-5-1-2 15,-4 1 1-15,7-2 1 0,-7 2-6 0,0 0 1 0,0 0 2 0,0 0 3 16,6-2 2-16,-6 2 3 0,0 0 4 0,0 0 2 16,0 0-4-16,0 0 2 0,0 0 0 0,0 0-6 15,5 0-1-15,-5 0-2 0,0 0-8 0,0 0 2 0,0 0-5 16,0 0-6-16,0 0-19 0,0 0-28 0,0 0-38 0,0 0-56 16,0 0-71-16,0 0-182 0,0 0-419 0,0 0 186 15</inkml:trace>
  <inkml:trace contextRef="#ctx0" brushRef="#br0" timeOffset="8851.94">11578 2101 59 0,'0'-2'214'0,"1"-3"-23"0,-1 5-9 16,0 0-15-16,0-5-8 0,0 5-24 0,0 0-8 15,3-4-22-15,-3 4-21 0,0 0-35 0,0 0-5 16,0 0-9-16,0 0-2 16,-9 21-4-16,2-6-4 0,-4 9 0 0,-2 5-2 15,-2-1 0-15,0 4-4 0,-1 0 1 0,-3 0-3 16,0 9 2-16,0-10-3 0,2 0 1 0,0 0 1 16,2-1-1-16,1-3 0 0,-3-1-8 0,5 0-9 15,-4-4-10-15,7-5-26 0,-1-2-10 0,4-3-23 16,-2 0-33-16,3-4-31 0,1-1-114 0,0-3-269 15,4-4 119-15</inkml:trace>
  <inkml:trace contextRef="#ctx0" brushRef="#br0" timeOffset="9067.84">11317 2163 138 0,'0'-5'215'0,"0"2"-27"0,0-1-31 0,0 4-18 0,0 0-16 15,0 0-12-15,9 12-15 0,-2-3-9 0,1 5-9 16,5 10 0-16,3-2-7 16,0 5-6-16,2 2-1 15,11 12-7-15,-7-12-8 0,9 10 0 0,-5-10-4 0,7 9-1 0,-9-11-4 16,0-1-6-16,-1-2-29 0,3-1-19 16,-2-2-33-16,-1-4-42 0,-1 0-71 0,-7-7-111 15,-2-5-293-15,-3-1 130 0</inkml:trace>
  <inkml:trace contextRef="#ctx0" brushRef="#br0" timeOffset="9753.34">12646 2418 48 0,'-7'1'92'0,"7"-1"-6"15,0 0-15-15,0 0-4 0,0 0-6 0,20-3-7 16,-7 1 1-16,7-1 10 0,8 1-17 0,4-1-4 0,4-1-9 16,2 3-5-16,1-4 3 0,14 3 5 15,-4-1-3-15,-7 1 20 0,8-3 12 0,-13 3-9 0,-3 0-1 0,0-1-10 32,-5 2-1-32,-11 0-4 0,-4 1 0 0,-4-2-9 0,2 4-4 15,-6-4-2-15,2 4-7 0,-8-2-1 0,0 0-1 16,0 0-3-16,0 0-3 0,0 0-9 0,-27 1-14 15,14 0 0-15,-5 2-12 0,-1-3-4 0,6 0-32 16,-1 0-18-16,2 0-20 0,1 0-95 0,-3 1-207 16,4-2 93-16</inkml:trace>
  <inkml:trace contextRef="#ctx0" brushRef="#br0" timeOffset="10101.84">13164 2188 90 0,'0'0'117'0,"0"0"-12"0,16 8-9 0,-8-3-9 15,3 3 0-15,1 0-7 16,3 5-7-16,-2-2-9 0,9 7-1 0,-4-1-8 15,0 5-7-15,-1-3-5 0,1 3-1 0,-2-1-7 16,-1 1 1-16,-5-3-5 0,-5 0-4 0,3-1 2 16,-5-1-4-16,-1 0 2 0,-2-1 2 0,-4 1 0 15,-1-5 3-15,-4 2 1 0,-5-1-3 16,-1-1 2-16,-2 1-7 0,0-4 7 0,-2 1-2 0,-6 2-3 0,-2-5 0 16,3 3 0-16,3-7-8 0,4 3 1 0,-3-1-4 15,5-2 1-15,3 0-9 0,1-1-16 0,2 0-25 16,4-2-56-16,5 0-172 0,-9-4-282 0,9 4 124 15</inkml:trace>
  <inkml:trace contextRef="#ctx0" brushRef="#br0" timeOffset="11025.34">14103 2157 143 0,'4'-5'143'0,"-4"5"-13"0,6-2-16 31,-6 2-8-31,12 0-7 0,-12 0-9 0,19 3-4 15,-9-1-11-15,3 5-5 0,0-2-6 0,3 5-5 16,0-1 0-16,1 3 0 0,3 7-11 0,0 1-4 16,-2-1-3-16,-4 5-2 0,1-2-9 0,-2 1 1 0,-5 0-3 0,3 4-1 15,-1-5 0-15,-4 0-8 0,-4-3 3 0,-2 0-5 16,-1 0 0-16,-2-1-2 16,-1-2 0-16,-2-3 2 0,2 3 5 0,-3-7-2 0,-2 2 3 15,0-1 2-15,-4-6 11 0,3 1-12 0,-2 2 8 16,2-5 13-16,-2-1 24 0,6-1 15 0,-4 0 22 0,4-3 2 15,0-2 0-15,-1-4 5 0,3 1 6 0,1-3 2 0,-2-2-22 16,5-4 5-16,5-3-9 0,0-7-21 0,6 1 2 16,3-2-7-16,2-1-10 0,6 0-3 0,5-10-11 15,-8 13-2-15,3-1-17 0,-3 7 6 0,-2-1-1 16,-3 5-1-16,-3 4-5 0,1 2-7 0,-5 2 4 16,0 1-7-16,-2 1 2 0,1 2-22 0,-4 0 16 15,4-1-20-15,-4 2-20 16,2 1-28-16,-4 2-28 0,4-3-27 0,-4 3-36 15,0 0-4-15,0 0 9 0,0 0-11 0,0 0-3 16,0 0-37-16,5 9-29 0,-5-9-155 0,0 8-410 16,0-4 181-16</inkml:trace>
  <inkml:trace contextRef="#ctx0" brushRef="#br0" timeOffset="11219.48">14692 2463 20 0,'0'0'286'0,"0"0"-28"16,0 0-26-16,0 0-21 0,0 0-25 15,0 0-24-15,0 0-27 0,0 0-38 0,0 0-47 0,13-8-49 16,-10 5-68-16,1 1-80 0,-4 2-91 0,9-10-257 15,-2 7 114-15</inkml:trace>
  <inkml:trace contextRef="#ctx0" brushRef="#br0" timeOffset="11805.53">14964 2210 98 0,'0'0'180'0,"0"0"-23"15,4-7-13-15,-4 7-17 0,0 0-9 0,0 0-12 16,0 0-9-16,15 10-9 0,-11-5-10 16,4 4-10-16,-3 1-3 0,3 2-6 0,2 3-5 15,-5 0-7-15,3 2-2 0,-3 1-4 0,5 6-7 16,-4-4-2-16,1 3 0 0,-2-3-5 0,1 2-1 15,-1-4-3-15,-2-2-2 0,-1 1 0 0,2-4-4 16,-4-2-4-16,0-3 2 0,3-1-4 0,-2-1 5 16,0 0 22-16,-1-1 21 0,2-3 27 0,-2 2 27 15,1-1 42-15,-1-3 26 16,0 0 34-16,0 0 25 0,0 0-30 0,0 0-27 16,0 0-19-16,9-17-12 0,-3 5-15 0,-2 0-16 15,3-5-17-15,0 0-9 0,7-7-5 0,-4 3-13 16,2-4-7-16,2-1-11 0,-1 4 1 0,-2 5-11 15,-3 1-11-15,1-1 2 0,0 1-2 16,-2 2-9-16,-1 2-5 0,-3 4-5 0,1 1-12 0,0 2-14 16,-1 1-22-16,0-2-31 0,-3 6-27 0,6-5-32 0,-6 5-39 15,0 0-35-15,5-4-24 0,-5 4-29 0,0 0-34 16,11 8-274-16,-6-4-598 0,-1-1 265 0</inkml:trace>
  <inkml:trace contextRef="#ctx0" brushRef="#br0" timeOffset="11990.34">15448 2576 43 0,'0'0'362'0,"0"0"-30"0,-1 5-31 15,1-5-32 1,0 0-50-16,0 0-70 0,0 0-83 0,0 0-100 15,8-11-135-15,-4 5-88 0,2-4-277 0,0 2 122 16</inkml:trace>
  <inkml:trace contextRef="#ctx0" brushRef="#br0" timeOffset="23553.99">11568 3892 22 0,'0'0'70'16,"-2"-8"1"-16,2 4 4 0,-1-1-7 0,1-3-3 0,-1 4-3 0,1-1 6 16,0-4 8-16,0 5-3 0,-1-3 0 0,1 1 2 15,0 2-3-15,0-1 6 0,0 5-4 0,1-6-7 0,-1 2-12 16,0 4-3-16,-1-4 0 0,1 4-18 0,0 0-13 16,0 0-5-16,0 0-1 0,0 0-3 0,1 21 0 15,-2-2-1-15,-2 10-8 0,2 2 4 0,-1 13 4 16,0 2-5-16,-1 2-4 0,0 0 7 0,1-1 1 15,0 0 1-15,1-11 2 0,-1-1-4 0,2 13 0 16,3-15 1-16,-2 1 1 16,0-2-2-16,3-2 5 0,0-1 1 0,-2-3 11 15,1 0 2-15,0-6-5 0,-1-3 3 0,2-1-1 16,-1-3-5-16,-1-2 0 0,-1-3-3 16,1 2-1-16,-1-4 0 0,-1 0 0 0,1-1-3 0,-1-1 5 15,3-1 14-15,-3-3 16 0,0 5 14 0,0-5 8 16,1 5 6-16,-1-5 2 0,0 4 6 0,0-4-10 15,0 0 2-15,0 0-5 0,0 0-20 0,0 0-26 0,0 0-21 16,-5-13-18-16,2 5-18 0,-2 1-20 0,3 0-16 16,-2-3-13-16,1-3-10 0,-1 2-32 0,1-6-18 15,0 0-14-15,-2-1-141 0,1-1-321 0,2-1 141 16</inkml:trace>
  <inkml:trace contextRef="#ctx0" brushRef="#br0" timeOffset="23908.97">11468 3699 82 0,'-3'-3'162'0,"3"3"-21"0,-1-4-17 0,0-1-13 0,1 5-26 16,0 0-2-16,0 0-9 0,0 0-10 0,14 4 0 15,-4 1-1-15,7 2-13 0,2 6-5 0,5 4 2 16,2 4-5-16,2 1-1 0,0 4-5 0,9 6 7 16,-13-4-5-16,3-1-7 0,-4 1-7 15,-4 1 3-15,1-2-5 0,-8-1-2 0,0 3 2 0,-4-3-6 0,-5-5 9 0,-3 3-13 16,-3-6 2-16,-5 6 4 0,-4-7-3 0,-4 3 7 16,-7-1 1-16,0-3-3 0,-3 1-3 15,-1-2 2-15,-1-3 5 0,-1 1-6 0,2-3-3 16,3-1 3-16,3-3-7 0,2-1 0 0,0 1-1 15,5-1-3-15,-4 2 3 0,9-2 0 0,-1 0-3 0,1-1 9 16,1-2-18 0,4 2-19-16,-1 3-8 0,5-5-10 0,0 2-18 15,0-4-36-15,7 5-57 0,-1-2-102 0,3-1-272 16,2-1 121-16</inkml:trace>
  <inkml:trace contextRef="#ctx0" brushRef="#br0" timeOffset="24379.15">12134 4334 59 0,'0'0'203'0,"0"0"-25"16,0 0-12-16,0 0-27 0,0 0-13 16,0 0-9-16,0 0-23 0,0 0-7 0,-9 12-10 0,4-6-5 0,-3 8-9 15,0-5-3-15,0 8-8 0,-3-1-6 0,0 1-4 0,-5 4-5 16,2 1 2-16,0 1-1 0,1-1-3 0,1-5-7 16,0 1-1-16,3-1-8 0,-1 0-8 0,1-3-4 0,-1 1-8 15,2-5-9-15,1 2-8 0,0-3-16 0,2 0-9 16,1-3-12-16,0 0-5 0,3-1 2 0,-4-5-23 15,1 3-19-15,4-3-26 0,0 0-80 0,-9-5-224 16,5-2 100 0</inkml:trace>
  <inkml:trace contextRef="#ctx0" brushRef="#br0" timeOffset="24557.84">11883 4393 177 0,'4'-5'185'0,"-4"3"-21"16,0 2-18-16,0-6-20 0,0 6-12 0,0 0-15 15,0 0-12-15,0 0-7 0,0 0-8 0,5 14-9 0,-1-3-6 0,0 1-2 16,1 3-8-16,0-4 2 0,8 7-16 0,1 4 11 16,-1-5-9-16,3 4 3 0,5 3-2 0,-1-2-22 15,1-4-16-15,2-1-16 0,0 0-26 0,-4-6-37 16,0-1-67-16,-5-3-90 0,4 0-259 0,-6-4 115 16</inkml:trace>
  <inkml:trace contextRef="#ctx0" brushRef="#br0" timeOffset="25297.55">12667 3982 64 0,'10'9'92'0,"-3"-1"-20"0,1 1-6 0,3 5-2 16,-3 1-10-16,0-1 1 0,-3 3-6 0,-1 3-1 16,-1-5-6-16,-3 3-5 0,-2-1-10 0,1 2 15 15,-3-4-8-15,0 2 5 0,-3-1-8 0,-1-3 10 16,-1-1 5-16,1-3 5 0,-1 0 4 0,1-2 2 16,1 1-9-16,2-3 17 0,0 0 13 0,1-1 12 15,0-2 13-15,0 1 15 16,-1-3-8-16,5 0-6 0,0 0-1 0,0 0 0 15,-10-5-4-15,10 0-11 0,0-3-11 16,3-1-5-16,-1-4-8 0,5-3-4 0,0-1-11 16,6-7 2-16,-1 2-9 0,0-1-8 0,0 6-5 0,0-7-2 15,-1 9-4-15,-1-1-4 0,1-1 0 0,-3 5-3 16,1 3-2-16,-4-1-1 0,4 3-3 0,-4 2-3 16,-1 0-1-16,1 1-4 0,-1 0-22 0,0 1 4 0,-3 2-1 15,-1 1 0-15,0 0 2 0,12 8-6 0,-10-4-2 16,1 5 9-16,1-3-2 0,-2 6-1 0,2 0 7 15,2 3 3-15,-2 1-2 0,-1-4 3 16,1 5 2-16,-1-6-6 0,0 1-6 16,6 2-10-16,-4-3-15 0,0 1-20 0,-1-4-13 0,2 2-21 15,1-3-23-15,-3 1-25 0,3-6-43 16,-3 2-119-16,0-4-330 0,-4 0 146 0</inkml:trace>
  <inkml:trace contextRef="#ctx0" brushRef="#br0" timeOffset="25544.82">13026 3933 7 0,'0'0'129'0,"14"5"-9"0,-10 0 10 15,3 2-29-15,0 2 1 0,0-1-7 16,5 9-14-16,-3-2-2 0,1 3 0 0,3 7-7 15,-4 1-3-15,0-1-11 0,-2 0-1 0,-5 3-8 0,0-3-4 0,-4 3-3 16,-2-4-3-16,-5 1-5 0,-1-2-6 0,-1-5-14 16,-7 2-16-16,-1 1-17 0,0-5-39 0,-5-1-38 15,-4-5-114-15,1 0-226 0,0-3 100 0</inkml:trace>
  <inkml:trace contextRef="#ctx0" brushRef="#br0" timeOffset="25929.9">12695 3725 24 0,'-1'-4'150'0,"1"4"-24"0,0 0-5 16,-6-3-22-16,6 3-6 0,0 0-8 0,-15 9-6 0,6 1-12 15,-9 7-2-15,-4 5-14 0,2 7 0 0,-8 11 0 16,1 4-7-16,1 0-5 0,2 3-10 0,1 1 4 15,0-1-1-15,7-2-5 0,4-12-5 0,7-2-1 16,1-1 4-16,5-3 3 16,5-1-8-16,1-8 5 0,9 3-8 0,4-2 9 15,7-3 0-15,20-2-7 0,11-1-19 0,-1-10-65 16,4-3-174-16,30-4-258 0,-31-2 114 0</inkml:trace>
  <inkml:trace contextRef="#ctx0" brushRef="#br0" timeOffset="28337.28">13999 4295 35 0,'0'0'71'16,"0"0"-11"-16,-3-3-4 0,3 3-5 0,0 0 14 15,0 0-17-15,0 0-8 0,0 0-5 0,0 0-1 16,0 0-8-16,0 0 7 0,0 0-8 0,0 0 1 16,0 0-5-16,0 0 1 0,0 0 4 0,0 0 12 15,0 0-3-15,21 4-3 0,-8-4-2 0,6 0 0 16,9 0-7-16,7-1 1 0,1-1 1 0,2 2 4 15,14-3-5-15,2-2 17 0,-14 4-20 0,11-1-2 16,-13 0-2-16,-3 1 1 0,-1-1-8 0,-3 0 6 16,-11 1-7-16,1 1-5 0,-3-1 2 0,-7 1 0 15,-1 1-4-15,-1-3-7 16,-1 2-6-16,-3-2 0 0,-5 2-11 16,0 0-21-16,0 0-6 0,0 0-23 0,-19-4-82 0,9 4-166 0,-4-3 74 15</inkml:trace>
  <inkml:trace contextRef="#ctx0" brushRef="#br0" timeOffset="28665.56">14540 4068 27 0,'-4'0'175'0,"4"0"-17"16,0 0-12-16,5-6-23 0,3 6-5 0,2 1-13 16,4 3-20-16,5 2 3 0,8 0-19 0,-1 4 5 15,3 1-6-15,2 1-12 0,-3 4 11 0,3 1-19 16,-5 1-4-16,0 2 2 0,-3-2-13 0,-4 2 1 16,-1 1-3-16,-6-6 1 0,-2 0-6 0,-4 1-2 0,-1-5-6 0,-3 1 3 15,-4 2-3-15,-2-1 2 0,-1 1-3 0,-7 0-3 16,-3-1-2-16,3 0 4 0,-6-2-7 0,-3-3 8 15,3-1-8-15,-2 2 1 0,1-4-1 16,1 3-6-16,-1-2-9 0,2 1-5 0,4-3-17 0,3 0-18 16,2-2-22-16,2-4-47 0,6 2-151 0,-8 0-289 15,8 0 128-15</inkml:trace>
  <inkml:trace contextRef="#ctx0" brushRef="#br0" timeOffset="29520.17">15787 3909 41 0,'0'-8'173'0,"1"3"4"0,2-2-10 0,-3 1 9 0,0 1-9 16,1-2-7-16,-1 3-11 15,0 4-12-15,0-5-18 0,0 5-15 0,0-7-13 0,0 7-15 0,0 0-6 16,0 0-11-16,0 0-5 0,4 20-7 0,-4-6-5 15,-4 7-7-15,6 7 2 0,-4 1-4 0,2 5-4 16,0 12 0-16,0-9-6 0,0 8-1 0,0-11-1 0,4-1 0 16,-3 2-1-16,3-4-4 0,1-2 3 0,-1 0 1 15,-3-2-9-15,3-7 1 0,0-1-1 0,0-2 0 16,-3-6-3-16,2 0 3 0,-2 1-4 0,3-3 3 16,-3-1-1-16,0-1 5 0,-1-2-6 0,0-1 7 15,0 0-2-15,3 0-2 0,-3 0 1 0,0-4-3 0,0 3 4 16,0-3-7-16,0 0-46 0,0 0-38 15,0 0-26-15,0 0-21 16,-3-15-12-16,3 8-16 0,-1 0-26 0,2-3-107 16,-2-1-308-16,2-1 137 0</inkml:trace>
  <inkml:trace contextRef="#ctx0" brushRef="#br0" timeOffset="29851.45">15857 4094 10 0,'-1'-5'187'0,"1"1"-4"0,-1 0-12 0,1 4-18 16,0-7-19-16,0 7-11 0,-1-6-18 0,1 6-5 16,3-1-13-16,-3 1-9 0,0 0-8 0,20 4-11 0,-10-4-1 15,2 5-3-15,1 0-1 0,4 3-3 0,-2 1-9 16,4 2-7-16,-2 0 0 0,0 1 3 0,-2-2-5 16,-1 4-7-1,-1-3 0-15,-4 0-5 0,0-1-2 0,-3-1 0 16,-2 1-6-16,1 0 0 0,-5-3-2 0,0 0-2 15,-5 1 3-15,-4-1-5 0,-1 2 1 0,-7-2-1 16,-2 1 0-16,-2-4-2 0,-1 1 5 0,-5 1-1 16,1 0-3-16,6-4-6 0,-3 1 13 0,4-3-4 15,-2 3 0-15,3-3-2 0,-1 0 3 0,6 0-2 16,4 0-2-16,-1 0 2 0,4 0 0 0,1 0-1 0,5 0-1 16,-9 0 1-16,9 0-1 0,0 0-16 0,-7-3-25 0,7 3-17 15,0 0-24-15,0 0-26 0,23-6-37 0,-14 4-158 16,1-2-321-16,3 0 142 0</inkml:trace>
  <inkml:trace contextRef="#ctx0" brushRef="#br0" timeOffset="30089.35">16311 4212 46 0,'0'0'290'0,"0"0"-21"0,0 0-26 0,0 0-30 16,0 0-23-16,0 0-16 0,0 0-21 0,0 0-25 16,0 0-27-16,0 0-25 0,0 0-36 0,0 0-46 15,0 0-70-15,0 0-50 0,0 0-161 0,11-5-308 16,-8 2 136-16</inkml:trace>
  <inkml:trace contextRef="#ctx0" brushRef="#br0" timeOffset="30722.3">16550 4105 119 0,'0'0'255'0,"1"-5"-21"0,-1 5-30 16,0 0-21-16,0 0-19 0,0 0-19 0,0 0-17 0,0 0-16 0,0 0-19 16,0 0-6-16,4 10-8 0,-4-4-12 0,1 1-3 15,1 2-7-15,-2 0-6 16,0 1 0-16,-2 2-7 0,2 0-5 0,-1-2-4 0,0 4-5 0,1-4-1 15,-1-2-3-15,1 1-3 0,0-1-3 0,0-4 0 16,0 1 1-16,-2 0-3 0,4-1 1 0,-2-4-1 16,0 5 10-1,0-2 28-15,0-3 27 0,0 0-11 0,0 0-6 16,0 0-5-16,17-12-10 0,-11 6-6 0,3-2-1 16,1-1-6-16,2-4-6 0,2 0-1 0,-1-1-4 15,5 1-6-15,-5 3-3 0,-4-1-1 0,1 5-5 0,-2-2 2 0,-2 1-4 0,-2 2-1 0,1 1-2 16,0 0-6-16,0 1-2 0,-1 2-4 0,-4 1-3 31,0 0 5-31,13 4-3 0,-9 1 2 0,1-2-2 0,-4 4 2 0,3 1-1 16,0 1 4-16,0 0-4 0,1 1 0 0,-3 4-9 15,2-4-1-15,0 2 0 0,-2 0-6 0,4-3 5 16,-4-1-1-16,1-3 0 0,-2 1 2 0,2 0 5 16,-2-3 0-16,0-1 6 0,1 1 20 0,-2-3 25 15,1 4 22-15,-1-4-12 0,0 0-5 0,12-7-5 16,-5-2-3-16,1 2-3 0,-1-2 1 0,7-3-14 0,-3-1-3 15,-4 3-1-15,7-5 0 0,-1 1-6 0,-2 2-1 16,0 3-1-16,-5 1-3 0,2-1-2 0,-2 4 4 0,-2 2-5 16,0-3-3-16,0 3 0 0,-2-1-1 0,2 3-9 15,-4 1-4-15,9-1 3 0,-9 1-3 0,13 2-5 16,-5 2-4-16,3-1-8 0,-1 1-19 16,1 1-20-16,1 1-14 15,1-1-25-15,0 0-29 0,0 1-46 0,-1-2-54 16,1-2-179-16,0 1-451 0,-2-1 200 0</inkml:trace>
  <inkml:trace contextRef="#ctx0" brushRef="#br0" timeOffset="30891.49">17292 4132 276 0,'0'0'318'0,"0"0"-26"0,0 0-18 0,0 0-27 0,4-7-16 16,-4 7-28-16,0 0-20 0,4-3-18 0,-1 1-31 15,0-1-37-15,4-1-45 0,-1 2-47 0,-1-2-43 16,4 2-51-16,0 0-74 0,4-2-202 16,-3-1-395-16,3 0 175 15</inkml:trace>
  <inkml:trace contextRef="#ctx0" brushRef="#br0" timeOffset="31438.85">17935 3645 95 0,'0'-6'196'0,"-3"0"-7"0,2 1-8 16,1 1-1-16,0-2-5 0,-2 2-11 0,2 0-13 16,0 4-13-16,0-5-19 15,0 5-11-15,0 0-9 0,0-6-30 0,0 6-20 16,0 0-13-16,0 0-3 0,0 0 1 0,-12 10-13 15,8-1 3-15,-3 6-5 0,-2 7 1 0,-1 4-8 16,1 6 1-16,-3 15 0 0,-1 0 3 0,3 4 0 16,-1 0 3-16,3-1 3 0,3 1-9 0,4-2 3 15,1-1-1-15,2-13-3 0,-2 1 2 0,4-2-1 16,1-3 0-16,3 0 1 0,-3-6-8 0,3 1 3 0,-5-5-6 0,3-3 9 16,-5-2-2-16,0-5-3 0,0 0 2 0,2-5-1 15,-2 0-3-15,2 0 2 0,-3-2 6 0,0 0 4 16,0-4 2-1,-4 6-2-15,-2-3-3 0,-5-3 1 0,1 3-1 0,-5-3-1 0,-2 0 0 0,-5 0-4 16,3 0-2-16,5 0 1 0,1 0 1 0,1 0-1 16,1-1-2-1,-1 1-4-15,5 0-12 0,-1-3-15 0,0 3-8 16,1-1-20-16,7 1-41 0,-9-1-73 0,7-1-200 16,2 2-397-16,-2-10 176 0</inkml:trace>
  <inkml:trace contextRef="#ctx0" brushRef="#br0" timeOffset="31841.93">17613 4088 180 0,'0'0'197'0,"0"0"0"0,0 0-5 0,-5 0-9 0,5 0-5 15,0 0-10-15,0 0-16 0,0 0-19 0,0 0-11 0,27-4-11 16,-7 1-10-16,12-2-10 0,5 2-10 0,14-3-1 15,6-1-15-15,0 4-6 0,5-3-1 0,0 0-1 16,0 0-4-16,-4 0-4 0,-4 1 0 0,-18 5-5 16,-7-6-2-16,-5 2-4 0,-5 2 5 0,-2 2 12 15,-6-3 5-15,0 3-4 0,-5 0-4 0,1-3-3 16,-7 3-6-16,8 0-3 0,-5-2-16 0,-3 2-38 0,0 0-32 0,-14-4-34 16,-1 3-39-16,-4 1-48 0,2 0-91 0,-1 0-145 15,6-2-438-15,1 2 194 0</inkml:trace>
  <inkml:trace contextRef="#ctx0" brushRef="#br0" timeOffset="51059.89">5005 3217 106 0,'0'0'127'16,"-4"-6"-4"-16,3 3-12 0,1 3-7 0,0 0-8 16,-3-3-14-16,3 3-13 0,0 0-7 0,-11 8-6 0,3 4-8 15,-4 4-7-15,-2 10-5 0,-1 5-2 0,-11 15 2 16,5 5 4-16,-3 2-13 0,2 2-5 15,0 2-3-15,-2 24 0 0,5-26 8 0,10 1-2 0,1-6-9 16,4-3 8-16,3-11-5 0,2 0-3 0,4-4 1 16,3-4-2-16,6 1 2 0,4-7-2 0,7-3 11 15,4-2-6-15,5-6 0 0,21-2-10 0,1-9-28 0,8-9-42 0,0-2-182 16,0-6-261-16,-4-1 116 0</inkml:trace>
  <inkml:trace contextRef="#ctx0" brushRef="#br0" timeOffset="51717.99">5281 3516 61 0,'-5'0'116'15,"5"0"-8"-15,0 0-9 0,0 0-11 0,0 0 7 16,0 0-23-16,-6 1 1 0,6-1-9 0,0 0-11 16,0 0 2-16,0 0-7 0,0 0-2 0,0 0-4 0,0 0 5 0,0 0-25 15,0 0 11-15,0 0-2 0,0 0 4 0,0 0 0 16,0 0-3-16,0 0 1 0,0 0-1 0,0 0-1 15,0 0-7-15,0 0 2 0,0 0 0 0,-7 0-6 0,7 0-1 0,0 0-3 16,0 0 5-16,0 0-4 0,0 0-2 16,0 0-1-16,0 0 2 0,0 0 9 0,0 0-20 15,0 0 7-15,0 0-6 0,0 0 11 0,0 0-13 0,0 0-3 16,0 0 3-16,0 0 7 0,0 0-11 16,0 0 0-16,0 0-4 0,0 0 8 0,0 0-7 15,0 0 3-15,0 0 4 0,0 0 3 0,0 0-13 16,0 0 7-16,0 0 4 0,0 0 4 0,0 0 4 15,24-3 3-15,-5 0 2 0,11-5-1 0,0 3 3 16,6-4-10 0,4 1-1-16,12-2 6 0,0-2 1 0,-12 2-4 15,-4 3 4-15,5-1-5 0,-4 1 4 0,-5 1-7 0,-5-2 5 0,-1 4-6 0,-9 1 12 16,-3 1-22-16,-5-2-14 0,0 2-27 0,1 2-6 0,-6 0-21 16,-4 0-7-16,0 0-33 0,0 0-144 15,-23 10-276-15,8-5 122 0</inkml:trace>
  <inkml:trace contextRef="#ctx0" brushRef="#br0" timeOffset="52008.09">5521 3493 180 0,'0'0'181'0,"0"0"-22"0,1-4-19 15,-1 4-18-15,0 0-15 0,0 0-10 0,0 0-11 16,4 10-3-16,-3 0-7 0,1 1-5 16,-1 6-5-16,2 2-6 0,-3 5-10 0,1-4-2 0,-1 6-5 15,1 1 1-15,0 1-4 0,4 0-3 0,-2-3-3 16,-2-4 1-16,0-3-4 0,3 0-5 0,-1-3-1 16,0-4-9-16,-1 2 5 0,-2 0-1 0,1-6-3 0,1 5 2 15,-2-7-3-15,1 3-2 0,0-3 0 0,1-2 1 16,0 3 1-16,-2-3-7 0,0 1-5 0,0-4-3 15,0 0-15-15,1 8-8 0,-1-8-15 0,0 0-21 16,4 2-13-16,-4-2-25 0,0 0-192 0,0 0-311 16,0 0 137-16</inkml:trace>
  <inkml:trace contextRef="#ctx0" brushRef="#br0" timeOffset="52531.36">5810 3704 104 0,'0'0'183'16,"10"-1"-26"-16,-10 1-16 16,0 0-6-16,0 0-11 0,5 9-11 15,-5-5-15-15,0 5 1 0,1-1-9 0,2 1-11 16,-3 5-3-16,0 1-8 0,0 3-3 0,0-2-13 16,1 1 4-16,2-1-14 0,-3-3-2 0,1-1-3 0,-2 3-5 15,2-8 2-15,-1 1-6 0,0-2-1 0,3 0-4 16,-3-2 2-16,0-4-1 0,1 8 25 0,-1-8 27 0,0 4 25 15,0-4 26-15,0 0 14 0,0 0-14 0,0 0-19 16,0 0-12-16,18-16-6 0,-13 6-11 0,4-3-7 16,4-3-10-16,-4 8-6 0,0-7-4 0,-2 4-8 15,0 3-1-15,-2 1-7 0,-1 1-5 0,1 1-6 16,-3 1-5-16,3 1-3 0,-4-1-4 0,-1 4-5 16,0 0 0-16,13 1 2 0,-13-1-7 15,12 6 1-15,-3-1-3 0,1 4 2 16,-1-1-1-16,2-1 2 0,1 0-1 15,2 4-1-15,-5-5 3 0,0 2 1 0,0-1-2 16,1-2 1-16,-2 0-2 0,-3-2 6 0,0-2-4 16,0 4 4-16,-1-5 17 0,-4 0 29 0,0 0 18 15,0 0 9-15,17-9-28 0,-11 0-2 0,3 1-6 16,1-6-2-16,-2-1-10 0,1 1-4 0,0-4 13 16,0 1-19-16,2-8 1 0,-3 7-13 0,2-8-10 0,-1 6 1 0,-4 4-6 15,0 3-4-15,0 2 1 0,0 0-3 0,-1 4-16 16,0 0-18-16,-4 0-27 0,1 4-26 0,3-3-34 15,-3 1-43-15,-1 5-43 0,4-4-40 0,-4 4 30 16,0 0 16-16,0 0-2 0,8 10-194 0,-8-10-439 16,5 9 193-16</inkml:trace>
  <inkml:trace contextRef="#ctx0" brushRef="#br0" timeOffset="52832.21">6477 3677 7 0,'0'0'201'0,"0"0"-16"0,0 0-22 0,0 0-17 16,0 0-9-16,0 0-19 0,0 0-11 0,0 0-12 0,0 11-5 0,-4-4-6 15,-1-2-10-15,1 7-7 16,0-2-12-16,0 0 0 0,0-3-9 0,2 3-1 0,0 0-2 0,0-3-6 0,1 2-4 16,1-2-4-16,1-1 1 0,-1-2-2 0,0 2-6 15,0-6 4-15,2 7 4 0,0-5 23 0,-2-2 13 16,10 2 3-16,-10-2 4 0,12-4 6 0,-7-2-15 15,1 1-2-15,2-4-4 0,-3 2 0 0,0 0-9 16,-1-2-1-16,1-1-6 0,-5 3-4 0,0-5-5 16,0 4-4-16,0 0-12 0,-2 1-10 0,-1 0-14 15,-2 0-10 1,0 6-18-16,-3-7-15 0,-5 5-15 0,3 3-15 16,-4 0-19-16,3 0-17 0,0 3-28 0,-1-3-34 15,3 5-157-15,3-4-362 0,6-1 160 0</inkml:trace>
  <inkml:trace contextRef="#ctx0" brushRef="#br0" timeOffset="53634.57">7370 3409 61 0,'0'0'185'0,"0"0"-19"15,0 0-10-15,0 0-21 0,0 0-10 0,0 0-18 16,0 0-10-16,0 0-11 0,0 0-8 0,0 0-10 15,0 0-12-15,0 0-3 0,0 0 3 0,5-3-7 16,-5 3-5-16,9-1-4 0,0-4-6 16,-1 3-2-16,-1-1 6 0,5-3-19 0,-1-1 3 0,0 2 5 0,4-8 1 15,-2 2 7-15,1 0-8 0,-3-1 7 0,2 1 0 16,-5 1 11-16,-2-1 0 0,0 2 3 0,1 0-3 16,-4 1-1-16,0-1-1 0,1 5 1 0,-4-2-4 15,0-1 3-15,-5 5-12 0,0 0-7 0,-3 1 0 16,-5 2-4-16,-4 1-1 0,-9 9-3 0,0 2-4 0,-2 3-1 15,-1 2-4-15,1 3 1 0,2 1-1 0,-11 12-3 0,13-8 7 16,-7 11-5-16,8-8-1 0,3 0 4 0,3 1-2 16,2 2-3-16,3-5 2 0,5 0-2 0,3 0 1 15,4-3 0-15,6 2 1 0,2-9 1 0,6 3-1 16,4-5 2-16,5 0-2 0,0-2 0 0,5-6 2 16,7-2 0-16,4-2 2 0,-6-6 0 0,6-2 2 15,-1-4-6 1,0 0 2-16,-2-2-2 0,1-1 1 0,-6-2 8 0,-2 2 2 15,1-2-1-15,-5-1 7 0,-3 2-8 16,-7 3 5-16,2-2 3 0,-7 5 12 0,-4-2 4 16,2 3 13-16,-3 0 4 0,-1 3-1 0,-1-1-9 15,-1 0-6-15,-2 3-9 0,0 1-12 0,-8-3-5 16,8 3-3-16,-15 3 5 0,6 2-10 0,-3 2-2 16,0-1-1-16,-1 6-6 0,-1-1-6 0,5-1-14 0,1 0 0 0,1-2-15 15,3 2 6-15,0 1-1 0,3 0 6 0,2 0 4 16,3-2 3-16,4 3 3 0,3-5 1 0,5 3 1 15,3-7 4-15,1 2-1 0,-1-4-2 0,3-2 0 16,2-2 1-16,-4-2-2 0,0 0 5 0,-2-3-2 16,-2-1 6-16,1-3-4 0,-4 0-1 0,-2-1 1 15,-2 0 2 1,0-3-6-16,-5 2 4 0,-1 1-3 0,-2 1 1 16,-1 1-2-16,-3-1-4 0,-1 2 6 0,-2 0-2 0,0 1-3 15,-3 0 0-15,0 1-2 0,-1 1 1 0,-2 1-10 16,1 4-6-16,-1-1-14 0,2 3-26 15,-3-2-12-15,7 4-14 0,-2-2-17 0,3 3-10 16,1 0-19-16,3 1-38 0,1-4-93 0,0 0-298 0,10 11 132 0</inkml:trace>
  <inkml:trace contextRef="#ctx0" brushRef="#br0" timeOffset="53881.82">8114 3566 57 0,'0'0'287'0,"0"0"-16"0,0-3-19 0,0 3-19 16,0 0-24-16,0 0-22 0,0 0-21 0,0 0-21 15,0 0-15-15,0 0-22 0,0 0-6 0,0 0-16 16,0 0-8-16,2 12-3 0,-3-7-11 0,2 4-5 0,-1-1-5 16,0 1-4-16,0-1-6 0,2 3-5 0,-2-1-4 15,0 1-16-15,1-1-18 0,-1-3-16 16,-1 3-16-16,1-3-25 0,0 0-3 0,-2 1-23 0,2-4-3 0,0-4-8 15,-1 9 5-15,1-9-33 0,-5 1-42 0,5-1-164 16,-12-10-354-16,8 4 158 0</inkml:trace>
  <inkml:trace contextRef="#ctx0" brushRef="#br0" timeOffset="54051.04">8083 3342 50 0,'0'-7'280'0,"-1"3"-21"16,2 0-25-16,-2 0-21 0,1 4-23 0,0-7-21 15,0 7-19-15,0 0-18 0,0-4-35 0,0 4-42 16,0 0-12-16,0 0-1 0,0 0-14 0,2 11-33 0,0-4-21 16,0 2-37-16,2 0-12 0,-2 0-25 0,2 1-21 15,-1 1-138 1,-2-1-280-16,0-2 123 0</inkml:trace>
  <inkml:trace contextRef="#ctx0" brushRef="#br0" timeOffset="54613.98">8294 3575 22 0,'0'0'214'16,"0"0"-15"-16,0 0-6 0,0 0-6 0,-5-12-13 15,5 12-3-15,0 0-9 0,4-4-9 0,-4 4-12 16,0 0-12-16,0 0-11 0,1-4-13 0,-1 4-8 16,0 0-14-16,1-4-7 0,-1 4-9 0,0 0-10 15,0 0-4-15,0 0-8 0,0 0 2 0,0 0-25 16,0 0-12-16,0 0 4 0,0 0-6 0,0 0 7 0,0 19-10 15,0-9-1-15,-1-2 1 0,0 3 1 0,-1-1-1 0,2 4 0 16,-1 1 0-16,-1 0-2 0,-1 2 7 0,3-6-8 16,0 7 1-16,0-4 0 0,-3-4 1 15,2 1 0-15,1 0-3 0,0-5 1 0,1-1 2 16,-1 1 1-16,0-1 24 0,0-5 29 0,2 7 27 16,-2-7 44-16,0 0 15 0,0 0 24 0,0 0-21 0,0 0-15 0,0 0-11 15,11-15-16-15,-3 5-9 0,-2 0-13 0,2 1-9 16,4-5-12-16,-1-2-10 0,-1 3-4 0,0-1-16 15,0 1-1-15,-2 3-3 0,0 3 8 0,-2-1-15 16,1 3-1-16,-4 0-9 0,1 1-3 0,0 1 0 31,0-1-42-31,-3 3-22 0,-1 1-8 0,0 0 7 16,0 0 3-16,17 8 9 0,-16-4 2 0,3 1 7 0,1 0 2 16,0 3-11-16,3-1 1 0,-3 4-12 0,0-2-9 0,2 0-20 15,-2-1-18-15,-1-2-18 0,2 0-24 16,-5-2-23-16,5 1-42 0,0-1-274 0,-6-4-524 15,0 0 232-15</inkml:trace>
  <inkml:trace contextRef="#ctx0" brushRef="#br0" timeOffset="54915.06">8505 3193 51 0,'0'0'230'0,"-1"-5"-24"0,1 5-22 16,0 0-20-16,16 9-13 0,-2-1-12 0,4 7-9 16,7 7-3-16,1 4-11 0,11 15-7 0,0 0-9 15,2 5-3-15,-5 1-8 0,-2 4 0 0,-6 0-10 16,-3 0-2-16,-3 1-5 0,-10 0-2 0,-6 2-10 0,-4-3-4 0,-9-6-2 15,-5 1-1-15,-4-15-5 0,-11 9 0 0,-9-4-5 16,-6-1-4-16,-6-5-15 0,-5-2-50 0,-5-2-73 16,-27 8-123-16,25-18-171 0,-1-5-426 0,-2-10 188 15</inkml:trace>
  <inkml:trace contextRef="#ctx0" brushRef="#br0" timeOffset="58644.7">19152 4105 132 0,'0'0'124'0,"0"0"-9"16,0 0-20-16,0 0-2 0,0 0-10 0,0 0-10 0,0 0-6 16,0 0 1-16,2 12 2 0,-1-6-15 0,-1 3 3 15,-1 1-8-15,-1 2-3 0,-1 0-5 0,-1 5-2 0,-3-1-3 16,0-1-4-16,-2 2-9 0,0-2 7 0,-2 2-8 15,-1-2-21-15,-3-1 1 0,2 1-14 16,0-5-20-16,-2 3-22 0,-3-5-6 0,3 4-29 16,0-5-100-16,2-1-203 15,2-1 91-15</inkml:trace>
  <inkml:trace contextRef="#ctx0" brushRef="#br0" timeOffset="58991.52">19297 3935 131 0,'0'0'148'0,"-1"-4"-10"0,1 4-15 0,0 0-2 0,-4-3-45 0,4 3-25 16,0 0-36-16,0 0-23 0,0 0-24 0,0 0-96 15,0 0-138-15,0 0 62 0</inkml:trace>
  <inkml:trace contextRef="#ctx0" brushRef="#br0" timeOffset="59661.85">20364 3656 165 0,'0'0'148'0,"0"0"-19"0,0-4-12 0,0 4-12 15,0 0-12-15,0 0-9 0,0 0-12 0,-21 9 0 16,10-3-10-16,-4 4-6 0,-2 1-4 0,1 4-8 16,-4 3-2-16,1 0-1 0,-1 2-5 0,3-2-4 15,2 4-5-15,6-4-2 0,0-1-3 0,3 3 2 0,2-1-3 0,3 0-1 16,-2 1-1-16,8-1-1 0,3 5-1 0,1-6-3 15,5 5 1-15,5-1-2 0,1 2 1 0,5-4-3 16,-2-1-1-16,0-1 0 0,-2 1 3 0,-3 0-2 16,-1-7-3-16,-4 2 1 0,-2-3 1 0,-2 2 0 15,-2-3-6-15,-2 0 1 0,-4 0 8 0,-1-1-2 16,-4-2 8-16,-5 3-3 0,-5 0-1 0,-4-1-2 0,-10 1 3 0,-4-3-3 16,-2 0-1-16,-2-1 2 0,2-2-1 0,0-1 3 15,1-3-1-15,2 1 8 0,3-1-5 16,8 1-9-16,1-2-1 0,1 1 6 0,6 1-4 15,3-1 1-15,-1-1-11 0,10 1-10 0,-6 0-19 16,6 0-33-16,0 0-26 0,0 0-18 0,20-4-22 0,-3 3-132 16,3-3-280-1,2 3 124-15</inkml:trace>
  <inkml:trace contextRef="#ctx0" brushRef="#br0" timeOffset="61265.59">20854 4120 185 0,'-4'-7'208'16,"0"3"-17"-16,-1 0-10 0,-1-2-14 0,-1 2-21 0,3 2-13 15,-2 0-9-15,-2 0-18 0,-2 4-12 16,-3-1-8-16,3 3-8 0,-3 0-4 0,-1 5-10 15,-2-1-7-15,3 3-7 0,-1 1-1 0,3-1-7 16,0 4 1-16,2 1-10 0,0-3-1 0,0 1 1 16,5-2-6-16,1 1-3 0,0-3-2 0,3 1-2 0,0-4 0 15,1 3-4-15,2-4-1 0,1-2 3 0,2 0-3 16,2-2 6-16,-1 0-5 0,5-2 4 16,1 0-1-16,0-4 1 0,0 2 1 0,4-7 2 0,-2 4 4 0,2-4-5 15,-2-2 4-15,1-1 4 0,4-5-8 0,-6 3 5 16,0 2 9-16,-2-3 5 0,-2 5-2 0,-1 3-4 0,-1-3 6 15,-1 3 4-15,-2 2-3 0,-1 1-2 0,0-1-8 16,0 3-6-16,1-3-5 0,-4 3-10 0,-1 2-25 16,7-1-4-16,-7 1 3 0,0 0 2 0,9 7 1 15,-4-2-8-15,1 3-15 0,1 0-15 0,1 1-22 32,5 3-11-32,-1 0-15 0,-1 0-11 0,3-2-14 0,4 3-11 15,1-5-3-15,-7-1 7 0,-2-2-5 0,5-1-2 16,-2-1 10-16,0 0 13 0,-3-3 8 0,0-3 12 15,0 0 12-15,-2-1 23 0,1-1 21 0,1-5 43 16,-3-1 26-16,0-2 29 0,-1 1 21 0,0-4 17 16,-3 4 14-16,4-2 16 0,-2 3 15 0,0 0 11 15,2 1 5-15,-7 2 4 0,1 1 3 0,0 2-20 0,2 0-21 16,-3 0-10-16,1 0-19 0,-1 2-18 0,0 3-31 16,0 0-9-16,0 0-2 0,0 0-7 0,0 0-4 15,5 17 3-15,-6-6-3 0,1-1-2 0,-4 2-4 16,4 6 0-16,-1 1-1 0,-2-3-3 0,3 2 1 0,0-1-7 15,0-5-12-15,3-2-4 0,-2 3 5 16,-1-6-6-16,0-1 5 0,4-1 3 0,-3 0 0 0,-2-2 22 0,-3 1 20 16,4-4 30-16,0 0 12 0,0 0-14 0,0 0-10 15,14-10 3-15,-7 3-12 0,-1-1-8 0,3-2-3 16,1-2-4-16,2-1-1 0,-1 0-8 0,-4 3-4 16,2 0-4-16,1 3 1 0,-3-4-2 0,1 7 7 15,-3-2-15-15,-1 0-4 0,2 4-10 0,-2-1-20 16,0 0-19-16,-4 3 2 15,9 2 5-15,-4-1 1 0,-2 6 10 0,4 2-1 16,-3-1 2-16,1 2 6 0,-3-1-1 16,1 4 2-16,1 1 3 0,0-3-1 0,2 1-1 15,-2-1-1-15,-2-3 1 0,1 2-4 0,1-4 5 0,-2 0 1 16,0-1 3-16,-2 0 4 0,0-3 1 0,0-2 29 16,4 4 12-16,-4-4-5 0,0 0-3 0,11-6-7 15,-3 0 1-15,1-1-8 0,0-3 4 0,4-1-5 0,-3-1 1 16,5-1-7-16,-3 0 3 0,0 0-5 0,0 0 1 0,-3 4-5 15,4-4-4-15,-6 6 3 0,1 1-1 16,-3 0 1-16,-1 4 1 0,1-2-4 0,-2 0-5 16,1 3-18-16,-2-1-7 0,-2 2 5 0,9 0 1 15,-9 0 3-15,14 5-8 0,-9-2-6 0,6 4-7 16,1-1-10-16,-3 1-10 16,4 1-10-16,0-2-8 0,1 2 0 0,0-1 0 15,-4-2 1-15,4-1 0 0,0-1 6 0,-2-1 1 16,0-2 10-16,3 0 4 0,-3-5 10 0,-3 0 1 15,2-5 4-15,-1 1 11 0,-1-4 0 0,-2-1 3 16,1-5 13-16,0 3 15 0,-2-9 6 0,-2 7 12 16,-2-10 8-16,5-2 8 0,-3 3 1 0,3-3-2 15,-3-2 8-15,1 0 14 0,6 2 4 0,-3 1 9 0,-4 2 15 0,0 8 10 16,0 6 8-16,-1 2-6 0,-1 0-5 0,1 4-14 16,-2 0-10-16,0 3-33 0,1 0-37 0,-2 4-10 15,0 0 10-15,0 0-6 0,6 21 2 16,-6-5-1-16,2 11 3 0,-3 5 2 0,0 4 3 15,-3 12 2-15,3 1 1 0,-3 1 1 0,0-3-1 0,0 2 4 16,2-4-2-16,-1-11 7 16,-1 2 1-16,0-7-5 0,1 0-1 0,0-2 4 15,2-6-5-15,0-5 5 0,1-5-2 0,-2 0 1 16,2-3 3-16,-1-1 8 0,2-2 43 0,1-1 38 16,-2-4 48-16,0 6 19 0,0-6-15 0,0 0-22 15,0 0-14-15,2-19-19 0,1 8-12 0,2-6-13 16,-3 0-23-16,5-1-19 0,2-7-19 0,2-2-7 15,-1 4-1-15,3 0-3 0,-1 1 2 0,-2 6-2 0,-2-1-4 16,6 4 3-16,-7 4 2 0,2 0-2 0,1 1-11 16,-1 4 5-16,4-2-6 0,1 5 0 0,0 1-7 15,4 3-3-15,0 1-3 0,0 3-5 0,1 0-4 0,-1 2-1 16,-1 2-4-16,1 1 6 0,-2 0-16 0,-2-3-2 16,-4 0-9-16,-1-1-11 0,-1 1 0 0,-3-4-3 15,-2 1 7-15,-3 0 2 0,-7-1 9 0,-2-1 8 16,-2-1 3-16,-11-1 8 0,-6-2 2 0,-1-2 1 15,-2-2 10-15,-2-4-2 0,-1-1 3 0,5 1-1 0,-3-4 7 16,5 0 2-16,0 3 3 0,12 0 2 0,-3 1 2 16,7-4 1-16,1 6 10 0,3-2-1 0,6 1-2 15,1-1-3-15,5-1-3 0,6 2-6 0,5-3-4 16,4 2-8 0,7-3-4-16,4 2-8 0,-1 0 2 0,4-3 1 15,3 2 3-15,-3 1 5 0,1-3 2 0,-2 0 3 16,0 0 6-16,-1 0-1 0,-4-2 2 0,2-2 2 15,-4 1-3-15,-1 1 9 0,-2-3 5 0,-3-2 8 16,-3 7 8-16,-4-1 15 0,1-1 14 0,-3 2 19 16,-6 2 7-16,4 0 7 0,-2 1 2 0,-4 0 8 15,1 4-11-15,0-1-6 0,0 2-7 0,-2 0-14 0,2 2-23 0,-4 2-29 16,0 0 2-16,4 7 11 0,-3 3-10 0,-1 4-1 16,0 5 1-16,-1 9 1 0,-2 2 2 0,2 0 0 15,1 3 5-15,0 2-1 0,0 0-30 0,0 0-19 16,0-1-18-16,1-5-14 0,3-1-11 0,-1-2-15 15,-2-6-25-15,2-3-17 0,-1-1-37 0,2-7-204 16,0-4-418-16,1-1 186 16</inkml:trace>
  <inkml:trace contextRef="#ctx0" brushRef="#br0" timeOffset="61565.98">22663 4202 166 0,'3'-2'183'0,"-3"2"-4"15,0 0-4-15,0 0 2 0,0 0 3 0,7-1-2 0,-3-1-9 16,5 2-8-16,3-2-12 0,4-4-16 0,2 2-10 16,1 1-11-16,3-1-10 0,0-4-9 0,-2 1-8 15,-1 0-3-15,0-3-7 0,6-2-9 0,-10 1-5 16,2 0-4-16,-4 1-5 0,3-4-7 0,-7 1-2 16,-4 1-6-16,-1 0-6 0,0 3-1 0,-4-3-5 15,-3-1-1-15,-2 4-4 0,-3 1-4 0,-2 4 0 0,-6-2-4 0,-5 3-2 16,1 3-3-16,-1 3 0 0,0 3-4 0,-5 3 1 31,8 2-1-31,-5 5-2 0,0-1 2 0,6 5-3 16,6-3 4-16,2 8-1 0,7-6 3 0,11 9 3 0,7-4-1 15,12-2 3-15,18 6-10 0,10-8-41 0,8-2-57 16,32-2-105-16,-4-8-265 0,0-5-505 0,-25-7 223 16</inkml:trace>
  <inkml:trace contextRef="#ctx0" brushRef="#br0" timeOffset="62730.33">24287 3612 108 0,'0'0'148'0,"0"0"-5"16,0 0-22-16,0 0-6 0,0 0-23 0,0 0-8 15,0 0-9-15,0 0-10 0,0 0-7 0,0 0 6 0,-4 11-21 0,-1-6-13 16,-5 5 15-16,-3 0-13 0,-8 5 0 0,-1 2-6 15,-3 2 4-15,-1 3-1 0,-1-4-1 0,3 3-3 16,-2 1-3-16,4 1-2 0,1-1-8 16,4 0 5-16,2-1-5 0,4-6 4 0,1 4-2 15,4-2 0-15,3 0-4 0,3-2 1 0,2-2-1 16,5 1-3-16,-3-3-1 16,7 2 6-16,6 0-9 0,6 3 8 0,4-2 0 15,2-2-4-15,1 2-11 0,0-2-2 0,-2-3 14 16,1 2-1-16,-4 1 1 0,-9-2-2 0,0-3-2 15,-7 0 0-15,3 1 2 0,-5 0 4 0,-2-2-2 16,-1 3-7-16,-5-1 0 0,-3 0 2 0,-5 0 5 16,-4-2-2-16,-3 4-1 0,-10-1-6 0,-1-3 5 15,-1 2-4-15,7-2 7 0,-1-3-8 0,1 3 2 0,1-4 5 0,1 1-5 16,2-1-3-16,3 2 4 0,3-3-2 0,0 0 0 16,3 0-15-16,2 1-9 0,6-2-9 0,-5 0-22 15,5 0-23-15,0 0-29 0,18-5-125 0,-8 0-250 16,7 2 110-16</inkml:trace>
  <inkml:trace contextRef="#ctx0" brushRef="#br0" timeOffset="63014.83">24457 3814 82 0,'0'-7'278'15,"0"0"-11"-15,0 0-23 0,0 2-28 0,0-1-28 0,1 2-21 16,-1 1-41-16,0 3-21 0,0 0-6 0,0 0-13 16,8 16-10-16,-3-1-7 0,0 3-4 0,5 7-6 15,-2 8-10-15,1 1 1 0,4 10-7 0,-7 1-2 16,-2-8-3-16,1-1-1 0,2 9-5 0,-3-10-2 16,2-4-2-16,-5-2-1 0,3 3-1 0,-3-14-2 15,-1 2-6-15,3-4 1 0,-3-2-4 0,-1 2-17 0,1-5-12 16,-2-4-15-16,1 2 4 0,1-3-7 0,-4-2 1 0,0 0-19 15,-3-3-54-15,0-2-23 0,-2-3-72 0,0 0-134 16,-1-2-359-16,5-3 160 0</inkml:trace>
  <inkml:trace contextRef="#ctx0" brushRef="#br0" timeOffset="63585.78">24584 3989 160 0,'0'0'199'0,"1"-5"-21"16,-1 5-19-16,0 0-19 0,1-4-11 0,-1 4-16 16,0 0-12-16,14 7-6 0,-4-2-11 0,5 3-6 15,2 4-8-15,1-2-6 0,2 1-2 0,5 5-6 0,-1-2-10 0,-7-1-7 16,2 4-7-16,-2-5-6 0,-5 1-9 0,-1 1-2 16,-3-4-9-16,-2 1-5 0,-2-1-4 0,-4 1 5 15,-3-1-4-15,-4 1-2 0,-4-4 0 0,-7 2 4 16,-1-2-4-16,-9-1 1 0,0-3 2 0,-1 1 5 15,8-1-1-15,1-3 0 0,0-3 1 0,3 2 3 16,0-2-4-16,3 1-4 16,4-2 13-16,1 1 8 0,4-1-7 15,3-1-8-15,5-3-13 0,3 6-5 0,8-9-1 0,7 3-3 16,7-5 5-16,4 5-9 0,2-2-2 16,5 1 4-16,11-3 4 0,-1 1 2 0,-10 1 1 0,-1 3 1 15,-1-1-1-15,3 1 3 0,-7 0 2 0,-4 2-1 16,-1-2 4-16,-12 4 16 0,0 0 16 0,-7 2 13 15,0 1 8-15,0-3 4 0,-4 1 8 0,0 0-6 0,2 1-7 16,-7 1-1-16,0 0 1 0,0 0-10 0,-21 6-2 0,2-3-4 16,-2 5-5-16,-6-1-2 0,1 3-1 0,2-2-6 15,2 1 2-15,3 0-4 0,-2 0-2 0,6 0 0 16,-2 1 3-16,4 0-9 0,2-2-1 16,5-2-1-16,-2-1 1 0,3-1-1 0,1 2 0 15,2-4 1-15,-2 1-1 16,3-1 5-16,1-2 3 0,0 0 1 0,16-2 2 15,-2-1 1-15,6-3-1 0,1-2 1 0,-2 4-3 16,8-8-4-16,-6 5-1 0,-1 1-2 0,-1-1 1 16,0 2-4-16,-2 0 0 0,-5 1 0 0,0 0 6 15,-2 2-8-15,-2 1-1 0,-1-2-4 0,0 3-1 16,2 0 1-16,-1 1-1 0,-2 3 0 0,3-2 2 16,-1 5-1-16,-2 0-11 0,3 0-12 0,3 0-15 0,-2 1-18 0,-1-1-22 15,1 3-26-15,0-4-33 0,4 5-50 0,-6-6-146 16,2 2-364-16,2-5 162 0</inkml:trace>
  <inkml:trace contextRef="#ctx0" brushRef="#br0" timeOffset="63932.87">25390 4045 114 0,'0'-7'226'15,"0"7"-18"-15,5-3-22 0,-5 3-19 0,1-3-16 16,-1 3-14-16,0 0-21 0,0 0-10 0,0 0-9 0,0 0-8 15,3-2-11-15,-3 2-5 0,10-2-6 16,-2 2-10-16,6-3-2 16,-1 0-6-16,3 1-4 0,1-1-8 0,1 2-1 15,-5-2-5-15,-1 3-6 0,1-6-4 0,1 3-3 16,-5-1-2-16,0 3-1 0,0-2 0 16,-3 2-1-16,-2-2-4 0,1 1 1 0,-1 1 2 15,-4 1 1-15,0 0-6 0,0 0 0 0,0 0 1 0,0 0-3 16,0 0-3-16,-20 3 4 0,10 1-6 0,-5 4 2 15,-2 1-1-15,1 0 2 0,1 3 0 0,1 0 0 0,2-4-3 16,3 1-15-16,0 1-16 0,2 0-11 0,-1 0-13 16,6 0 2-16,-1 0-12 0,3 0-8 0,4-1-1 0,4-1-24 15,4-2-12-15,-1-2-15 0,6 2-18 0,1 1-106 16,-4-4-268-16,-1-2 119 0</inkml:trace>
  <inkml:trace contextRef="#ctx0" brushRef="#br0" timeOffset="64333.7">25636 4178 164 0,'0'0'160'0,"0"0"-3"16,0 0-17-16,0 0 5 0,0 0-9 0,8 0-7 16,-8 0-3-16,0 0-5 0,4-4 3 0,-4 4-5 15,0 0-3-15,5-2-11 0,0 0-7 0,2-1-14 16,4-1-7-16,2 0-7 0,4-4-10 0,-1 3-3 16,3-3-6-16,8-6-6 0,-3 2-5 0,1-1-8 0,2-1 1 0,-3 0-8 15,1-5 1-15,-2 2-4 0,-3 0-7 0,-2-2 3 16,-6 4-2-16,2 2-2 0,-5-3-5 0,0 2 1 15,-2-1-1-15,-5 5 0 0,-2 0-2 0,0 0 0 16,-4 3-1-16,-6 0 3 0,2 0-3 0,-2-1-1 16,-4 7-1-16,-4 2-3 0,-2 3 0 0,-1 3-5 15,-4 3 6-15,2 3-4 0,0 0 2 0,1 7-3 0,2-1 2 0,4 1-3 16,3 3 2-16,2 1 1 0,7 2 1 16,2-1 0-16,4 0 2 0,7 0 4 0,5-1 2 15,4-3-4-15,5-2 9 0,5 0 21 0,3-2 3 16,5-4 5-16,2-5 9 0,11 2 0 0,2 0-2 0,-13-6-3 15,-3-2-3-15,-2 0-4 0,-4-2-2 0,-12 1 1 16,-2-1 12 0,-1 0 6-16,-5 0-3 0,-4 0-3 0,4 0-5 15,-9 0-1-15,10-1-8 0,-10 1-8 0,4-2-26 16,-4 2-49-16,0 0-47 0,0 0-40 0,0 0-74 16,-28-2-81-16,15 2-159 0,1 0-485 0,5-3 215 15</inkml:trace>
  <inkml:trace contextRef="#ctx0" brushRef="#br0" timeOffset="65219.95">27182 3649 45 0,'5'-3'193'16,"-5"3"-9"-16,0 0-7 0,6-1-11 0,-6 1-15 15,0 0-17-15,0 0-15 16,0 0-13-16,0 0-15 0,0 0-15 0,0 0-9 15,0 0-8-15,0 0-4 0,-13 16-5 0,4-6-1 16,-2 3-5-16,-3 2-9 0,-7 3 3 0,2 4-5 16,0-2-4-16,0 2-4 0,2 2-2 0,4 0-1 15,-3 0-2-15,4 1-2 0,1 1-3 0,6-3 3 16,2-4-4-16,2 1 2 0,5 5 7 0,1-6-12 16,4-1 5-16,5 4-4 0,4-4 1 0,2-1 0 0,3 1-3 0,0-4-1 15,1 1 0-15,1-2 7 0,-7-4-6 0,-1 0-2 16,-1 3-3-16,-1-4-2 0,-5 1 0 0,-1-2-1 15,-1-1-2-15,-4 1-1 0,0-1 1 0,-6 1 3 16,2-1 0-16,-6-2-2 0,-4 5 7 0,-6-3-5 16,-3 2 3-16,1-3-1 0,-3 2-2 0,-9-3 6 15,2 1 4-15,5-2-8 16,-5-1 1-16,6-1-2 0,1 0-4 0,-1 1 4 16,4-2-5-16,-1 0 3 0,6 0 0 15,4-2-2-15,1 2-18 0,3-1-40 0,5 1-62 16,0-6-48-16,4 1-157 0,5-1-351 0,9-2 156 15</inkml:trace>
  <inkml:trace contextRef="#ctx0" brushRef="#br0" timeOffset="65435.62">27640 3950 28 0,'5'-4'256'15,"4"1"-27"-15,3-1-24 0,2 3-24 0,5-4-36 0,2 2-43 0,8-1-52 0,0 1-53 16,1 1-73-16,-4-1-111 0,-4 2-201 0,-1 0 89 16</inkml:trace>
  <inkml:trace contextRef="#ctx0" brushRef="#br0" timeOffset="65589.53">27644 4134 121 0,'0'0'207'0,"0"0"-17"16,19 0-24-16,4-2-11 0,7-2-21 0,4-2-18 0,8 2-38 0,8-4-31 15,0 3-54-15,4-5-89 0,-16 3-90 0,-1-2-200 16,-4 1 88-16</inkml:trace>
  <inkml:trace contextRef="#ctx0" brushRef="#br0" timeOffset="67789.58">28522 3268 94 0,'0'0'129'0,"0"0"-6"0,-1-5-14 0,1 5-6 0,0 0-12 15,0 0-11-15,0 0-13 0,0 0-20 16,0 0-4-16,0 0-30 0,0 0-11 0,0 0-2 0,1 17 8 0,-2-5-5 15,-4 6 1-15,-2 9 5 0,-3 3 4 0,1 3-2 16,-5 14-3-16,-2 0 3 0,-4 4-4 0,2 5 0 16,-1-1 6-16,-12 23 7 0,8-21-11 0,0-2 3 15,3 0 5-15,1-3-6 0,2-6 10 0,6-12-10 16,2-4-1-16,-1-2 0 0,3-10-2 0,3 0 6 16,2-6-5-16,-1-2 5 15,-1 0-6-15,4-3 12 0,-2-2 10 16,-2-1 36-16,8 1 16 0,-4-5-10 0,10 0-7 0,2-2-7 15,5-6-6-15,1 1-3 0,3 0-3 0,7-3-10 16,-8 4-4-16,2 0-5 0,-3 0-2 0,0 2-1 16,-1 2 1-16,-4 2-6 0,-1 2-15 0,1 3 8 15,3 4-5-15,-5 2-2 0,-1 3 0 16,-3 6 3-16,-2 4-4 0,-5 4-1 0,-7 1 1 0,-1 3-3 0,-4 4 3 0,-7 8 0 16,-5 2 0-16,1 0-2 0,2 3 6 0,3-16 2 15,3 1-3-15,-2-2-4 0,3-1 3 0,2-5 0 16,1 1-1-16,4-2-3 0,3-5 7 0,-3-4-6 15,6 3-1-15,1-4 0 0,2-3-2 0,1-1 4 16,3-3 0-16,3 2-1 0,7-4 0 16,4 2 3-16,0-3-17 0,11-3-30 0,0 1-39 0,3-8-45 0,-2 0-174 15,1-3-323 1,1-3 143-16</inkml:trace>
  <inkml:trace contextRef="#ctx0" brushRef="#br0" timeOffset="68196.23">28859 3837 116 0,'0'-5'244'0,"0"2"-19"16,0 3-10-16,-4-7-32 15,4 5-19-15,0 2-20 0,0 0-39 16,0 0-19-16,0 0-9 0,0 0-6 0,0 20-6 15,0-5-9-15,-1 8-5 0,1 3-4 0,-5 3-4 16,4 1-3-16,-2 3-1 0,2 3-5 0,-3-2 5 16,4-2-10-16,0-1 1 0,-1 2-7 0,-2-6 4 15,2 0-20-15,-2-8-17 0,2-2-20 0,1-6-17 16,-2 3-13-16,0-3-11 0,2-3-17 0,0-1-11 0,0-3-40 0,2-2-131 16,-2-2-292-16,0 0 130 0</inkml:trace>
  <inkml:trace contextRef="#ctx0" brushRef="#br0" timeOffset="68458.92">29137 3794 132 0,'0'0'160'16,"0"0"-12"-16,0 0-15 0,0 0-19 0,-2 16-7 31,-2-4-17-31,2 6-8 0,-2 5-1 0,2 6-9 15,-2 2 3-15,1 1-6 0,2 2-4 0,0-1-12 16,1 4 4-16,0-2-9 0,1-2-1 0,0-2-6 0,-1-2-3 0,3-3 0 16,-2-5-8-16,0-3 3 0,1-3-8 15,-2-2-1-15,0-2 0 0,1-3-6 0,-1-1-9 16,0 0-4-16,0-2 2 0,1 1 1 0,-1-2-5 16,0-4-19-16,0 0-45 0,0 0-28 0,0 0-26 0,-14-12-145 15,9 4-281-15,0-1 125 0</inkml:trace>
  <inkml:trace contextRef="#ctx0" brushRef="#br0" timeOffset="68628">28945 4111 38 0,'0'0'206'0,"-9"0"-14"0,9 0-18 0,0 0-16 16,0 0-18-16,26-6-11 0,-7 4-13 0,1-2-37 15,10 3-38-15,0-4-61 0,1 1-72 0,-11 0-102 16,2-2-210-16,-4 1 93 0</inkml:trace>
  <inkml:trace contextRef="#ctx0" brushRef="#br0" timeOffset="68931.11">29411 3866 78 0,'0'0'203'0,"2"-4"-18"16,-2 4-22-16,0 0-21 0,2-3-14 0,-2 3-6 15,0 0-21-15,0 0-13 0,5 8-9 0,-5 0-7 16,2 1-4-16,0 3-11 0,-2 5-6 0,1 0-1 15,-1 3-5-15,2 1-8 0,0 4 2 0,-2 1-19 16,0 2 0-16,0-2 1 0,0 0-8 0,0-3 6 16,0-2-4-16,0-4-16 0,0 3-5 0,3-7-21 0,-3 2-21 0,0-3 1 15,2-2-43-15,-2-4-40 0,0 0-115 0,0-1-265 16,2 0 118-16</inkml:trace>
  <inkml:trace contextRef="#ctx0" brushRef="#br0" timeOffset="69165.63">29641 3900 229 0,'0'0'214'0,"3"-5"-27"16,-1 2-21-16,-2 3-14 0,4-3-21 0,-4 3-19 16,0 0-10-16,1 12-10 15,-1-4-18-15,0 4 1 0,0 5-7 0,0 0-4 16,0 6-11-16,2 4-1 0,-2 1-3 0,0-1-5 15,2 1-5-15,0-3-2 0,4 2-1 16,-5-1-5-16,3-8-3 0,-4 2 3 0,4-3-20 16,-4 0-25-16,2-5-17 0,-4-1-34 0,2 0-13 15,0-3-19-15,0 0-28 0,-2-5-30 0,-4-2-97 0,6-1-273 16,-9-1 120-16</inkml:trace>
  <inkml:trace contextRef="#ctx0" brushRef="#br0" timeOffset="69328.37">29360 4123 160 0,'-6'-1'218'16,"6"1"-16"-1,0 0-22-15,0 0-16 0,0 0-19 0,20-9-9 16,3 6-19-16,4 0-9 0,5 1-19 0,1-1-20 16,4 1-28-16,-5 0-41 0,0-1-33 0,-2 1-47 15,0 1-59-15,-14-3-91 0,1 1-249 0,-4 1 111 16</inkml:trace>
  <inkml:trace contextRef="#ctx0" brushRef="#br0" timeOffset="69565.92">30013 4267 56 0,'1'3'165'0,"-1"1"-4"0,0 1-27 0,-2 2-15 0,1 2-6 15,-1 0-17-15,-3 3-6 0,3 2-7 0,-1-3-8 16,-2 5-26-16,0 2-34 0,0-2-32 0,-4 0-61 16,-1-2-100-1,1-5-191-15,-4 3 85 0</inkml:trace>
  <inkml:trace contextRef="#ctx0" brushRef="#br0" timeOffset="71268.28">30418 3820 112 0,'0'-10'234'16,"3"0"-9"-16,-3 4-8 0,1 0-6 0,-1 1-11 15,1 0-15-15,1 2-18 0,-2 3-13 0,-2-7-25 16,2 7-25-16,2-2-35 0,-2 2-11 0,0 0-8 0,1 12-6 0,-2 1-4 16,1 3-3-16,-2 5 0 0,1 4-5 0,0 4-4 15,-3-2-2-15,3 6 2 0,-1-2-6 0,2 0 2 16,0 0-3-16,2 0-11 0,0-5-16 15,0-1-13-15,-1-5-11 0,1-3-26 0,0 1-11 16,-2-5-20-16,1-1-18 0,2-2-19 0,-3-1-14 0,1-4-22 16,-1-2-119-1,3-2-302-15,-3-1 134 0</inkml:trace>
  <inkml:trace contextRef="#ctx0" brushRef="#br0" timeOffset="71531.11">30554 3927 135 0,'2'-9'209'0,"2"4"-4"0,-3-2-9 0,3 2-11 16,-3 1-24-16,2 0-14 0,-2 3-15 0,-1 1-18 15,3-4-22-15,-3 4-16 0,0 0-8 0,0 0-7 16,1 13-6-16,0-1-6 0,2 3-7 0,-2 3 2 16,-1 2-6-16,0 4-3 0,3 2-4 15,-1 3 5-15,-2-3-11 0,-2-1 2 0,2 1-5 0,-3-2 0 16,6-4 1-1,-1-3-1-15,-2 1-2 0,4-1-3 0,-3-5-6 16,-1-1-24-16,3-2-6 0,-2-2-28 0,-1-2-4 16,0 1-4-16,0-1 15 0,0-1-5 0,0-4-26 15,0 0-59-15,0 0-176 0,0 0-330 0,-9-14 147 16</inkml:trace>
  <inkml:trace contextRef="#ctx0" brushRef="#br0" timeOffset="71701.48">30389 4073 113 0,'0'0'174'0,"0"0"-12"0,0 0-21 0,0 0-11 16,0 0-16-16,34-2-9 0,-13 2-27 0,8-3-26 0,3 3-54 16,5-2-66-16,-5-4-99 0,0 2-180 0,-1-2 80 0</inkml:trace>
  <inkml:trace contextRef="#ctx0" brushRef="#br0" timeOffset="71984.69">30852 3917 137 0,'0'0'183'0,"0"0"-19"15,0 0-13-15,0 0-17 0,0 0-7 0,0 0-13 16,0 0-11-16,0 0-12 16,0 0-7-16,21 1-12 0,-8-1-9 0,7-1-5 0,1 1-13 0,8-1-22 15,1-1-11-15,0 1-19 0,7 1-23 0,-2-3-27 0,-2 2-22 16,0-4-37-1,-5 1-96-15,-6 0-230 0,-4 0 101 0</inkml:trace>
  <inkml:trace contextRef="#ctx0" brushRef="#br0" timeOffset="72216.42">31016 3897 56 0,'0'7'131'16,"-4"1"-5"-16,4 3-9 0,-1 1-6 0,-4 3-9 16,4 2-11-16,-2 3-8 0,3 0-4 0,0 5-13 15,0 0-3-15,0-1-6 0,0 1 9 0,3-4-8 16,-2-3-12-16,0 7-3 0,3-6-19 0,-4-1 11 0,1 0-18 16,2-1-17-16,-2-2-17 0,2-1-31 0,-2-3-31 15,-1 0-126-15,0-4-222 0,-1 0 99 0</inkml:trace>
  <inkml:trace contextRef="#ctx0" brushRef="#br0" timeOffset="72463.67">31280 4337 78 0,'10'0'226'0,"-10"0"-27"0,0 0-24 16,0 0-30-16,0 0-15 0,4 4-11 0,-4 0-16 15,-2 1-9-15,1 0-5 0,0 6-9 0,-3-3-10 16,-1 3-22-16,1-1-24 0,0 1-16 0,2 3-29 16,-2-4-15-16,1 2-21 0,2-1-32 0,-2-1-143 15,1-2-249-15,-1-4 111 0</inkml:trace>
  <inkml:trace contextRef="#ctx0" brushRef="#br0" timeOffset="72870.53">31553 3991 191 0,'0'0'180'16,"0"0"-13"-16,0 0-13 0,0 0-5 0,0 0-11 16,0 0-10-16,0 0-5 0,0 0-14 0,0 0-12 15,0 0-13-15,0 0-1 0,0 0-11 0,0 0-2 0,0 0-6 16,0 0-9-16,24-2-5 0,-11 0-6 0,6 2-3 16,2-3-2-16,5 0-11 0,5 2 0 0,1 0-4 15,1 0-3-15,3 0-7 0,1-1-4 0,-2 2-10 16,-5-1-10-16,1-1-12 0,-14 1-16 0,-3 0-14 15,-4-2-17-15,-2 3-41 0,-5 0-35 0,-3 0-142 16,0 0-310-16,0 0 138 0</inkml:trace>
  <inkml:trace contextRef="#ctx0" brushRef="#br0" timeOffset="73101.73">31705 3966 13 0,'0'0'124'0,"0"0"-9"16,0 0-7-16,-2 6-13 0,2 0 7 0,0 3 5 16,0 3-14-16,0 2-8 0,-3 6-4 0,2-2-8 15,-2 2-1-15,3 5-5 0,-1 1-9 0,-2-2-4 16,2 2-13-16,0-3 5 0,1-5-6 0,-2 3 0 16,5-2 3-16,-3 1-5 0,1-2-10 0,-1-1-11 15,4 0-14-15,-1-5-27 0,-2 1-13 0,2-2-33 0,-1-1-36 16,2-5-112-16,-2 2-236 0,3-4 104 0</inkml:trace>
  <inkml:trace contextRef="#ctx0" brushRef="#br0" timeOffset="73434.3">32079 4005 106 0,'3'-6'251'0,"-2"2"-14"15,1-1-4-15,0 2-12 0,-1-2-20 0,-1 5-20 16,3-4-17-16,-3 0-15 0,0 4-17 16,1-3-17-16,-1 3-19 0,0 0-17 0,0 0-15 15,0 0-9-15,0 0-9 0,8 9-10 0,-6 1-1 0,1 0-4 16,-2 6-3-16,-1 1-4 0,4 1 0 0,-3 4-3 15,3 1-2-15,-1 2 0 0,-1-1 1 0,1-6-2 16,1 2-5-16,0-2-7 0,-1 2-3 0,4-3-8 0,-5 0-10 16,1-6-13-16,-2 0-17 0,4-3-11 0,-2 3-10 15,-3-6-22-15,1 2-16 0,2-2-13 0,-3-2-17 16,0-3-33-16,0 0-134 0,0 0-325 0,0 0 144 16</inkml:trace>
  <inkml:trace contextRef="#ctx0" brushRef="#br0" timeOffset="73688.5">32322 3974 171 0,'0'-4'211'0,"3"1"-20"15,-3 3-22-15,0 0-20 0,0 0-20 0,0 0-18 0,0 0-11 0,0 0-11 16,2 13-9-16,-2-3-11 0,0 5-4 0,-1 2-11 15,-3 3 0-15,3 0-2 0,1 3-6 0,0-2-3 16,-3 3-4-16,3 2 0 0,0-7-10 0,0 1 0 16,0-1-3-16,0 0 2 0,3-4-24 0,-3-2-16 15,0-1-18-15,0-3-22 0,0 2-24 0,-3-4-8 16,3 0-36 0,-1-3-28-16,-5-2-95 0,6-2-262 0,-10 0 115 0</inkml:trace>
  <inkml:trace contextRef="#ctx0" brushRef="#br0" timeOffset="73835.87">32087 4122 217 0,'0'0'225'0,"-4"-4"-14"0,4 0-23 0,0 4-20 16,9-5-18-16,1 3-17 0,6 0-16 0,5 2-18 16,0 0-30-16,8 0-21 0,3 0-38 0,-2 2-36 15,0 2-38-15,0-3-60 0,-2 3-114 0,-6-3-256 16,-5-1 114-16</inkml:trace>
  <inkml:trace contextRef="#ctx0" brushRef="#br0" timeOffset="74073.81">32529 4234 33 0,'0'4'155'0,"-1"2"-18"15,1 2-8-15,-5 1-15 0,2 2-2 0,-1 1-15 16,-1 4-7-16,0 0-11 0,0 1-9 0,-4-1-4 16,4 1-9-16,-3 0-29 0,3-3-23 0,-1-3-61 15,2-1-130-15,-2 1-202 0,2-6 89 0</inkml:trace>
  <inkml:trace contextRef="#ctx0" brushRef="#br0" timeOffset="74505.95">32598 3987 209 0,'0'0'242'0,"0"0"-12"15,0 0-12-15,0 0-17 0,0 0-10 0,-1-3-14 16,1 3-15-16,0 0-16 0,10-3-19 0,3 1-11 31,1 1-12-31,6 0-12 0,8-2-13 0,1 3-12 16,-29 0-15-16,61-3-10 0,-33 2-20 0,3 1-15 15,-4-3-17-15,-27 3-18 0,42 0-22 0,-42 0-18 0,29-4-29 16,-29 4-38-16,18-4-64 0,-18 4-118 0,0 0-342 16,14-11 152-16</inkml:trace>
  <inkml:trace contextRef="#ctx0" brushRef="#br0" timeOffset="74690.89">32773 4028 70 0,'0'11'124'16,"-1"6"-12"-16,-4 0-7 0,5 1-10 0,-4 0 6 15,4 2-25-15,-4 4-6 0,4-5-6 0,-4-2-1 16,4 3-20-16,0-4-21 16,0 0-52-16,0-4-123 0,-1-3-165 0,0 1 73 15</inkml:trace>
  <inkml:trace contextRef="#ctx0" brushRef="#br0" timeOffset="74982.11">33058 4018 69 0,'0'0'221'15,"0"0"-11"-15,0 0-15 0,0 0-21 0,0 0-10 16,0 0-23-16,0 0-11 0,32-6-16 16,-32 6-12-16,0 0-12 0,41 1-11 0,-41-1-14 15,32 0-14-15,-32 0-23 0,32 0-25 0,-32 0-19 16,0 0-25-16,36 0-35 0,-36 0-25 0,0 0-32 15,26-3-113-15,-26 3-265 0,0 0 119 0</inkml:trace>
  <inkml:trace contextRef="#ctx0" brushRef="#br0" timeOffset="75228.42">33146 3970 45 0,'0'0'236'0,"0"0"-21"15,0 0-24-15,0 0-17 0,0 0-21 0,0 0-14 16,0 0-20-16,0 0-25 0,0 0-10 0,0 0-8 16,0 0-9-16,0 0-4 0,0 35-10 0,0-15-3 15,-1-3-8-15,-1 9-1 0,0 2-1 0,2-1-3 16,0 0-7-16,0 3 0 16,2-3-2-16,0 1 0 0,-1-3-8 0,-1-5-14 0,0-1-26 15,4 6-13-15,-4-7-34 0,0-3-35 0,0-15-71 16,4 23-105-16,-4-23-301 0,4 14 133 0</inkml:trace>
  <inkml:trace contextRef="#ctx0" brushRef="#br0" timeOffset="76625.32">33385 3583 140 0,'0'0'132'0,"0"0"-21"16,0 0-15-16,0 0-14 0,0 0-12 16,0 0-3-16,0 0-14 0,0 0 1 0,0 0-12 15,0 0-3-15,0 0 1 0,-5 45-1 0,5-45-3 0,8 29-6 0,-3-9 3 16,0-2-10-16,5 0 4 0,-1 8-7 0,3-3 4 16,-2-5-2-16,-1-4 0 0,-3-3-5 0,2 0-4 15,-8-11 4-15,13 15-2 0,-13-15 8 0,7 12 29 16,-7-12 16-16,0 0 9 0,0 0-2 15,0 0-3-15,0 0-7 0,0 0 2 0,0 0-7 0,0 0-8 16,0 0 3 0,41-27-7-16,-41 27 1 0,8-18-2 0,-8 18-7 15,1-13-3-15,-1 13-5 0,0 0-4 0,2-17-2 16,-2 17-3-16,0 0-5 0,0 0-1 0,0 0-1 16,0 0-3-16,-14-18-6 0,14 18-10 0,0 0-11 15,0 0-14-15,0 0 8 0,-34 38-11 0,25-20 12 16,0 8-4-16,-1 4 1 0,3 0 1 0,-4 16-1 15,1-2 2-15,1 4 1 0,5 0 5 0,4-1 0 0,0-1 4 16,0-8-2-16,7 8 4 0,-1-1 7 0,3-12-5 0,0 13 3 16,1-3 7-16,0-7 1 0,1 8 3 0,-5-8 1 15,1-2-3-15,-4 0-1 0,2 1-2 0,-5-5 3 16,-3 4-3-16,-1-5 7 0,-3-2-6 16,-2 2 7-16,-5-3-7 0,-2-4 11 0,-5 0 1 15,-3-4-3-15,-3 0 3 16,0-3-1-16,-3-1-4 0,-1-2 3 0,-5-2-5 15,-2 0-2-15,2-4-37 0,-18-5-83 0,0-1-233 16,16-3-374-16,4-5 166 0</inkml:trace>
  <inkml:trace contextRef="#ctx0" brushRef="#br0" timeOffset="80261">20621 5850 34 0,'-1'4'44'16,"-3"-1"-10"-16,4-3 4 0,-1 2-7 0,-2 1-1 15,3-3-10-15,0 4 1 0,0-4 5 0,0 0-5 0,0 0-8 16,3 5 1-16,-3-5-5 0,0 0 8 15,0 0 13-15,0 0 6 0,0 0 9 0,0 0 10 0,10-9 4 0,-5 6 11 16,-2-2-1-16,-2 1 2 0,0-1 11 0,2 0 11 16,-2-3-6-16,-1 1 12 0,1-4 3 0,1 3-1 15,-1-2-1-15,-1 2-11 0,0-3-2 16,1 1-5-16,0 3 3 0,-1 1-5 0,0 0-1 0,2 3-8 16,-2-1-6-16,0 1-12 0,1-1-8 0,-1 4-11 15,0 0-22 1,0-5-16-16,0 5-1 0,0 0 1 0,0 17-1 15,0-5 0-15,-3 7 1 0,-2 7 2 0,3 2-1 16,-3 0 1-16,1 6-3 0,-4 0 1 0,3 14 0 0,-3-2 4 16,7-12 1-16,-3 12-1 0,0-11 4 15,-1 0 1-15,4-1-2 0,0-1 0 0,-2-5 1 16,3 3-3-16,-4-4-3 0,3-10 3 0,1 1 4 16,0-6-2-16,-1-1-2 0,2-2 5 0,-2-3-1 0,1 1 25 0,0-3 27 15,0-1 28-15,0 0 28 0,-3 1 24 0,3-4 18 16,0 0-11-16,0 0-21 0,0 0-13 0,0-22-14 15,0 10 2-15,0-2-22 0,-1-7-12 0,-2-4-8 16,3-2-14-16,0-4-14 0,0-3-5 0,4 0-11 16,0-3-6-16,1-10 1 0,-1 10-11 0,2 1-4 15,2-10-5-15,-3 12 1 16,2 2 13-16,-1 3-10 0,0 3 2 0,-2 1-2 16,0 6-2-16,0 2 1 0,-2 0 2 0,4 3-1 15,-3 4 0-15,1 0 4 0,1 1 4 0,0-1-12 16,2 3-1-16,1 1-8 0,3 0-5 0,0 1-2 15,6 1 0-15,2 1-4 0,2 3-6 0,-1 2-4 16,-2 1-1-16,5 4-5 0,-4-1 1 0,-1 5 0 16,0 1-3-16,1 5 4 0,-5-5 3 0,-2 3 6 0,-2 2 1 0,-2 1 4 15,-3 2 2-15,0 4 4 0,-5-4 3 0,-3 1 2 16,-2 3 3-16,-4-1 0 0,-5 3 3 0,-3-4 1 16,-4 2 2-16,-2-5 1 0,-4 2 2 0,-1-3-1 15,-1-3 4-15,3-4 1 0,-2 0 1 0,2-4 2 16,5-2 6-16,1-3 2 0,1 1-1 0,5-2 7 15,1-1 15-15,3-1 18 0,-3-2 10 0,8 1 8 0,-4-1 10 16,0 0 6-16,4-1-4 0,1-1-8 0,3 2-1 0,-3-6-7 16,4 4 4-16,2 2-22 0,0-4-6 0,3 2-6 15,0 3 0-15,4 0 7 0,0-2-14 16,0 4-7 0,4 3 0-16,-3 2 11 0,2-2-19 0,-1 7 0 15,6-1 0-15,1 6 0 0,-4-1-6 0,5 6-1 0,4 1 2 16,-4 1 2-16,0 4-1 0,3-1 0 0,-4-1-3 15,1 3 9-15,0-1-9 0,-2 2 5 0,-2-2 4 16,2-2-6-16,-1-4-1 0,-5-4 4 0,-1-3-2 16,-1-4-3-16,-2 0 3 0,-3-4 2 15,1 0-3-15,-1 0 11 0,1 0 31 0,-2-4 41 0,-1 2 30 16,-2-3-15-16,8-7-11 0,-3 2-8 0,-1-6-14 16,1 1-5-16,0 0 9 0,0-2-26 0,-1 2 0 0,0-1-1 0,1 0-10 15,-1 4-3-15,-3-1-2 0,4 2-5 0,-2 2-1 16,-2-2-27-16,0 4-33 0,2-1-41 0,-3 3-47 15,1-5-34-15,-1 5-21 0,9 3-41 0,0-6-67 16,0 6-304-16,0-3-641 0,-9 0 284 0</inkml:trace>
  <inkml:trace contextRef="#ctx0" brushRef="#br0" timeOffset="81015.45">21210 6255 47 0,'5'-4'168'0,"0"0"-18"16,2 1-9-16,-2 1-10 0,5-2-20 15,-2 3-8-15,2 1-13 0,0-3-1 0,3 3-17 0,-4 2-8 16,4 0-5-16,-4 3-7 0,1-2-3 0,0 4-10 16,-1 1-13-16,1 0 5 0,-2 3-1 0,-3-1 4 0,-1 3-3 15,0-1-7-15,-2 2 3 0,0 5-3 0,-5-2 1 0,1-3-9 16,-2 2 9-16,-2 0-1 0,1-5 2 0,-1 0 0 15,0 1 2-15,1-1 0 0,-1-2 0 16,1-3-11-16,3 1 6 0,-3-2 0 0,1 0 8 16,1-2-5-16,1 0 10 0,0 1 17 0,2-4 14 0,-2 5 21 15,-1-5 16 1,3 0 14-16,0 0 18 0,-4 4 10 0,4-4-2 16,0 0-15-16,0 0-14 0,4-12-9 0,-1 5-23 15,2-3-15-15,0-1-9 0,5-4-5 0,-1-1-12 0,0 1-1 16,3-2-3-16,-2 1-5 0,2 2-2 15,0-2-3-15,-3 3-7 0,2 0 0 0,-3 2-4 16,-3 4 1-16,3 0-4 0,-3 2 0 0,-2 0-3 16,-1 0-6-16,2 3 3 0,0 1-6 0,-3-3-6 0,3 1 9 0,-4 3-35 15,0 0-5-15,0 0-2 0,0 0 7 0,4 13-1 16,-3-6 8-16,-1 2-2 0,0 1 3 0,0 2 5 16,4 1 0-16,-3 3 3 0,3-4 3 0,-1 2 2 15,-2-2 1-15,8-1-1 0,-5 0 3 0,1-1 2 16,0-1 3-16,4-1 1 0,1 0-4 0,7-3-22 15,5 2-44-15,6-5-72 16,2-3-92-16,2-3-264 0,-4-2-539 0,-1-2 239 16</inkml:trace>
  <inkml:trace contextRef="#ctx0" brushRef="#br0" timeOffset="82049.6">22093 6096 85 0,'0'0'124'0,"-5"1"-3"16,5-1-1-16,0 0-7 0,0 0 3 0,0 0 1 15,0 0-2-15,0 0-1 0,0 0-8 0,0 0-1 16,0 0-9-16,-9-1-1 0,9 1-2 0,0 0-5 16,0 0-1-16,0 0-4 0,0 0-12 0,0 0-6 0,19-5-4 15,-6 1-11-15,6-1-4 0,3 2-6 0,5 0 0 0,6-3-8 16,0 1-4-16,2 2 1 0,2-1-5 0,-4 0-3 16,-1 0-3-16,-1 2-1 0,-10-1-2 15,-2 0 0-15,-6 3-3 0,1-1-6 0,-5-2 1 16,-2 3-10-16,-1 0 9 0,-6 0-2 0,10 0 4 0,-10 0-2 15,9 0-12-15,-9 0 6 16,0 0-4-16,0 0-5 0,0 0-16 16,-25 5-5-16,13-2-12 0,-2-1-16 0,1 0-10 15,-1 1-11-15,3-1-27 0,0 1-22 0,1 1-47 0,0-2-103 16,4 1-301-16,2 1 133 0</inkml:trace>
  <inkml:trace contextRef="#ctx0" brushRef="#br0" timeOffset="82350.42">22189 6281 88 0,'0'0'209'0,"-5"1"2"0,5-1-13 0,0 0-9 15,-4 1-17-15,4-1-16 0,0 0-18 0,32-3-14 16,-5 1-13-16,7-1-11 0,6-1-12 0,15-1-6 16,-3 3-10-16,-13 1-10 0,12-1-4 0,-16 2-2 15,1-1-6-15,-6 0-7 0,-9 1-4 0,-8 1-4 0,1-1-5 0,-2 0-4 16,-5 1-4-16,0-1-9 0,-2 0-12 0,-5 0-13 16,10 0-23-16,-10 0 1 0,0 0 7 0,0 0-3 15,0 0-12-15,-16 10-44 0,7-6-53 0,-3-1-189 16,-1-3-356-16,7 3 158 0</inkml:trace>
  <inkml:trace contextRef="#ctx0" brushRef="#br0" timeOffset="85094.21">21472 6200 93 0,'3'-1'114'15,"-3"1"-15"-15,5-6 6 0,-4 4 3 0,0-1 2 0,-1 3 2 16,4-5 11-16,-4 5-8 0,3-5 2 15,-3 5 3-15,2-4 2 0,-2 4-1 0,2-3-8 16,-2 3-10-16,0 0-10 0,2-2-12 0,-2 2-8 16,0 0-10-16,0 0-10 15,0 0-4-15,0 0-9 0,0 0-19 0,0 0-9 16,0 0-4-16,0 0 1 0,-9 15-7 0,5-3 4 16,-6 5 2-16,-3 6-1 0,-2 2-1 0,-5 3 1 15,-1-1 2-15,0 2-4 0,0-2-4 0,-1 1 5 16,1 0-3-16,1-2 0 0,1-4-4 0,0 0 6 15,10-7 2-15,-1-1-2 0,-2 0-1 0,7-6-1 16,-4 1-3-16,5-3 0 0,-1-2-2 0,5 0 9 0,-6 2-3 0,4-4 1 16,0 1 3-16,0-1-2 0,2-2 8 0,-3 5 3 15,3-5 0-15,0 3-3 0,0-3 1 0,0 0 2 16,-3 4-6-16,3-4 0 0,0 0-8 0,0 0-4 16,0 0-43-16,0 0-26 0,0 0-24 0,0 0-13 15,0 0-31-15,0 0-188 0,3-14-354 0,-3 14 157 16</inkml:trace>
  <inkml:trace contextRef="#ctx0" brushRef="#br0" timeOffset="85410.88">21206 6275 105 0,'0'-6'243'0,"0"1"-17"0,0 2-20 0,0 3-20 16,0-7-21-16,0 7-18 0,0-7-19 0,0 7-17 0,0 0-12 15,0 0-11-15,0 0-7 0,18 13-12 0,-5-7-9 16,0 6-4-16,3 2-8 0,6 5-3 0,4 1-2 16,-1-1-4-16,2 1-5 0,2 1-3 15,0-1-5-15,1 0 1 0,-3-1-1 0,0 1-4 16,0-4-2-16,-2 1 0 0,0-3-4 0,-2 1 2 0,-7-6-2 0,-2 0-3 16,-1-4-1-16,-3 1-1 0,-1-2 3 0,-4 1-5 15,3-3 6-15,-4 0-2 0,1 1 10 0,-1-2 17 16,-4-1 3-16,6 2 7 0,-6-2 1 0,3 1-9 15,-3-1-18-15,0 0-4 0,0 0-14 0,2-7-6 0,-2 7-8 16,0 0-15-16,0 0-17 0,-1-4-25 16,1 4-39-16,0 0-46 15,0 0-90-15,-1-6-120 0,1 6-389 0,0 0 172 16</inkml:trace>
  <inkml:trace contextRef="#ctx0" brushRef="#br0" timeOffset="86458.51">23436 5465 45 0,'0'0'167'0,"3"-6"-19"0,-3 6 2 15,0 0-5-15,0 0-6 0,0 0-14 16,0 0-17-16,0 0-11 0,0 0-8 0,0 0-14 16,0 0-18-16,0 0-15 0,0 0-10 0,0 0-3 15,0 0-11-15,0 16 5 0,-4-6-3 0,0 8 1 0,-4 7-11 16,-6 1 1-1,0 6 3-15,-9 11-3 0,-1 2-5 0,-3-2 7 16,-1 3-1-16,-1-1-4 0,-2-6 4 0,8 0-1 16,1-10-2-16,3 2 0 0,1-6 1 0,0-1-4 15,4 0 5-15,3-9-7 0,2 0-6 0,2-4 4 16,2 0 0-16,-1-3 2 0,2-3-8 0,2 3 16 0,-1-4-4 0,0-1-1 16,2 1 5-16,-1-1 8 0,2-3 7 15,0 0-3-15,10 2-7 0,1-5 2 0,1-1-7 0,6 2-1 16,-2 0 0-16,3 1-8 0,-2 1 4 0,-3 0-3 15,3 3 0-15,-2 7 0 0,2-3-3 0,-2 8 1 16,2 4-3-16,-3 2 2 0,-3 6-1 0,-3 2-5 16,-2 4 3-16,-3 2 3 0,-5 12-1 0,-1 2 1 15,-4 0-1-15,0-13-1 0,-5 8 13 0,2-10-1 0,-2-1-1 16,1-1 3-16,-3-2-5 0,4-1-3 0,-2-4 5 0,3-3-3 16,0-4 2-16,4-2 9 0,3-4 1 0,0 0-6 15,1-4 4-15,-4 0-3 0,6-2 4 0,-1 1-5 16,5-2 7-16,-1-1 0 0,4-1 6 0,2 1 1 15,3-3-1-15,2 2-3 0,6-3 8 0,-2 0-1 16,-6 0-4-16,-1 0 1 0,1 0-5 0,-1 0 0 16,-5 0-3-1,1 0-3-15,-2-3 2 0,-6 3-3 0,11 3-2 0,-11-3-5 16,6-3-16-16,-6 3-14 0,8 0-21 0,-8 0-39 16,7-2-61-16,1-1-220 0,-3-1-393 0,7 1 174 15</inkml:trace>
  <inkml:trace contextRef="#ctx0" brushRef="#br0" timeOffset="87179.32">24309 5886 131 0,'-3'-4'201'0,"3"0"-10"16,0 4-14-16,0-7-14 0,0 7-18 0,-1-5-15 16,1 5-17-16,0 0-13 0,-9-1-8 0,0 6-9 15,-4 0-13-15,-2 6-3 0,-8 3-15 0,-1 6-1 16,-2-1-5-16,2 2-5 0,1 0-5 0,0 1-2 15,6 1-4-15,1 1-1 0,4 2-4 0,3-9-5 16,0 1 2-16,4-1-5 0,4 0 1 0,-2-2 1 0,6-4-5 0,-2 1 2 16,3-2 2-16,6 0 0 0,-1-3 2 15,9 0 13-15,0-3 3 0,4-3 0 0,7-3 7 16,-1-1 2-16,0-5 1 0,-1-1 4 0,-4-3 1 0,0-2 0 16,-4-1-6-16,2-2-1 0,-3-3-2 0,-5-3-3 31,-1 1-9-31,-4-2-2 0,-2 0-7 0,-2-1 0 15,-2 6 0-15,-2-5-6 0,-3 5-4 0,-2 1 1 0,0-2-7 16,-3 4 7-16,-2 3-9 0,0 2-4 0,-6 1-10 16,5 4-12-16,-2 3-15 0,-6-1-16 0,6 4-17 15,-5 1-21-15,5 2-22 0,1 2-22 0,5 2-17 16,1 2-25-16,1-1-165 0,5 4-373 16,5-2 165-16</inkml:trace>
  <inkml:trace contextRef="#ctx0" brushRef="#br0" timeOffset="87359.49">24751 6097 116 0,'0'0'204'0,"0"0"-18"0,0 0-27 0,-1 11-14 0,-3-8-11 15,-1 4-15-15,-4 3-13 0,-4 3-12 16,4 0-28-16,0 4-23 0,-1-2-32 0,-1 2-35 0,0 0-34 15,1-3-160-15,-1 1-234 0,3-1 104 0</inkml:trace>
  <inkml:trace contextRef="#ctx0" brushRef="#br0" timeOffset="87660.05">25017 5835 152 0,'1'-7'312'16,"-1"2"-23"-16,1 0-33 0,-1 0-24 0,2 3-25 15,-2 2-27-15,-2-8-22 0,2 8-27 0,0 0-41 16,0 0-8-16,0 0-8 0,0 0-7 0,4 21-5 16,-2-9-9-16,-1 6-2 0,0 7-6 0,2 0-2 15,-1 2-5-15,2-2-5 0,0 2-4 0,-2 1 3 16,4-1-5-16,-1-2-1 15,-1 0-3-15,-1-3-12 0,2-4-17 0,-5-1-19 16,2-1-14-16,-4 1-11 0,2-4-14 0,-2-1-7 16,-1 0-10-16,-2-5-20 0,3 2-31 0,-2-2-43 15,-3-1-152-15,2-4-353 0,0-1 156 0</inkml:trace>
  <inkml:trace contextRef="#ctx0" brushRef="#br0" timeOffset="87844.81">25313 6125 216 0,'0'0'199'0,"0"0"-24"0,0 0-19 16,4 3-16 0,-4-3-14-16,0 5-9 0,-4 2-10 0,0 1-17 15,1 1-6-15,-5 0-8 0,0 2-21 0,1 5-25 0,-4 0-37 16,1 0-38-16,4 1-46 0,-3-5-147 0,4-2-259 15,0 1 115-15</inkml:trace>
  <inkml:trace contextRef="#ctx0" brushRef="#br0" timeOffset="88299.09">25602 5869 33 0,'0'-7'292'0,"4"2"-17"0,-4 2-25 16,1-1-26-16,-1 4-15 0,0-5-26 0,0 5-24 15,3-4-17-15,-3 4-17 0,6 0-10 0,-6 0-14 16,18 4-13-16,-6-1-9 0,2 3-7 0,2 4-10 16,-3 0-3-16,2 0-9 0,-4 2-6 0,-2 1-5 15,-1 3-3-15,-4-2-8 0,-1 2-4 0,-2 2-5 16,-2 0-3-16,-4 1-1 15,-4-1 2-15,-1-1-6 0,-7 3 4 0,2-4-1 16,0-1-5-16,2-2-1 0,-2-6 0 0,4 5-1 16,3-7-1-16,-1 2-1 0,4-2 2 0,0-2 1 15,0-1-2-15,1 2 4 0,4-1 2 0,-4 0-3 16,4-3 2-16,0 0-1 0,7 4-2 0,4-3-1 16,6-1 3-16,6 0-3 0,5 1-1 15,0-1 0-15,1 0-3 0,3-1 0 0,-1 2 2 0,-3-2-3 0,3 1-4 0,-11 0 5 16,2 1 2-16,-2 2-2 0,-7-3-1 0,-4 0 2 15,1 0 0-15,-3 0-1 0,-1 0 1 0,-6 0 0 16,10 0-2-16,-10 0 2 0,8-2-1 0,-8 2-15 16,0 0-20-16,0 0-15 0,0 0-20 0,-14-7-14 15,10 4-27-15,-3 0-34 0,1-1-35 0,-4-1-214 16,1-3-423-16,2 1 188 16</inkml:trace>
  <inkml:trace contextRef="#ctx0" brushRef="#br0" timeOffset="88577.97">26084 5593 138 0,'3'-2'223'0,"4"2"-26"16,-7 0-21-16,19 5-20 0,-1 7-22 0,6 7-10 15,2 5-5-15,-2 5-16 0,12 11-10 0,-3 7-6 0,-2 0-6 16,-7 8-2 0,4 22-7-16,-12-23 2 0,-5 5-11 0,-6 24-3 15,-10-27-5-15,-8-3-4 0,-7 5-4 0,-9-8 3 16,-10 1-5-16,-26 10-9 0,-6-6-16 0,-10-7-52 16,-12-1-57-16,-7-15-109 0,0 2-130 0,-1-12-354 15,-2-16 156-15</inkml:trace>
  <inkml:trace contextRef="#ctx0" brushRef="#br0" timeOffset="92556.5">3147 8785 45 0,'0'-5'111'0,"0"5"-5"0,0-4-11 15,0 4-5-15,0-6 1 0,0 6 5 0,1-5-4 16,-1 0-15-16,-1 1 6 0,1-1-4 0,0 0-5 16,0 0 3-16,1 0 1 0,-1-1-5 0,-1 0 8 0,1 1-10 0,0-2 5 0,-2 2-9 15,2-4-2-15,0 4-4 0,0-3-1 0,0 1 1 16,0 2 1-16,2-3-5 0,-2 4 5 16,0 1-3-16,0-2-5 0,0 1-7 0,0 4-6 0,0-5-7 15,0 5-2-15,0 0-23 0,-2-5-29 0,2 5-5 16,0 0 3-16,0 0-1 0,2 25 5 0,-2-7-4 15,0 11 6 1,-2 2-2-16,0 5-1 0,0 14 11 0,0 2-5 16,2-1 2-16,-1-1 4 0,0 3 2 0,2-1-2 15,2 0 3-15,-3-4 1 0,0-14 5 0,2-1-14 0,0-1 18 0,2-2-5 0,-2-11-2 0,0 0-4 16,-2-2 3-16,0 0 2 0,0-7 1 16,0 3 0-16,1-7 4 0,-1 2-4 0,2-4 9 0,-2 3 2 15,0-4 1-15,0-1 2 0,1 3 10 0,-1-5 4 16,-1 5 1-16,1-5 6 0,0 4-4 0,0-4 2 15,0 0-3-15,-3 3-1 0,3-3 0 0,0 0-3 16,0 0-3 0,0 0-14-16,0 0-8 0,0 0-27 0,-12-9-14 0,8 6-15 15,-1-4-23-15,-1 4-22 0,0-6-33 0,1-1-50 0,-3 0-119 16,3-2-326-16,1 0 145 0</inkml:trace>
  <inkml:trace contextRef="#ctx0" brushRef="#br0" timeOffset="92919.34">2987 8623 126 0,'-1'-5'193'0,"-3"0"-6"0,1 0-15 0,2 0-17 15,-1 3-20-15,2 2-19 16,-2-5-21-16,2 5-8 0,0 0-9 0,12 1-9 15,-2 3-5-15,4 4-12 0,4 1-3 0,9 5-1 16,-2 3-8-16,7-1-1 0,-1 7-4 0,7 8-7 0,-10-11-4 16,3 1 1-16,-4 4 1 0,-4 1-3 0,-1-2-6 15,-5 1 4-15,-2-3-5 0,-3 2-3 0,-7-5 1 16,-3-2-2-16,-2-1 0 0,-5 1 3 0,-6 0-2 16,-5 1 1-16,-2 2-6 0,-4-3 6 0,-1-1-9 0,0-2 9 15,-1-1-4-15,5-4 4 0,2 2-6 16,-2-3-2-16,1 2-7 15,3-3 7-15,3-2-1 0,4 2-1 0,-3-2 1 0,5-3-2 16,-1 1-2-16,2 2-5 0,-1-1-24 0,2-1-25 16,1 0 17-16,2 0-3 0,1-3 1 0,1 6-38 15,5-3-5-15,1-1-83 0,1 0-102 16,3-2-289-16,2-2 128 0</inkml:trace>
  <inkml:trace contextRef="#ctx0" brushRef="#br0" timeOffset="93222.34">3924 8901 28 0,'1'-4'232'0,"-1"4"-26"0,3-3-17 0,-3 3-22 15,0 0-15-15,0 0-19 0,0 0-18 0,0 0-13 0,0 0-13 16,0 0-7-16,-3 14-6 0,-2-4-9 0,-2 2-11 16,0 2-5-1,-3 3-6-15,-2 3-2 0,-1 1-1 0,2 2-11 16,-2-1 0-16,-4 3-2 0,5 0 1 0,-2-1-4 0,0 2-1 0,1-4-9 16,3-5-6-16,-3 3-12 0,3-4-13 0,1-2-15 0,0 1-14 15,0-5-16-15,1-1-13 16,3-1-25-16,0-3-41 0,-3-2-130 0,3-2-292 15,5-1 130-15</inkml:trace>
  <inkml:trace contextRef="#ctx0" brushRef="#br0" timeOffset="93523.03">3676 8936 151 0,'-3'-4'265'0,"2"-2"-20"15,1 2-25-15,-1 0-23 0,1 4-21 0,-3-4-23 16,3 4-18-16,0 0-15 0,0 0-16 0,0 0-9 15,0 0-10-15,9 18-10 0,0-3-9 0,0 2-4 16,4 4-7-16,2 2-1 0,-2 1-9 0,3 2-8 16,0 2-1-16,2 1-6 0,-3-1 1 0,4-5 4 15,-5 0-7-15,4-1-3 16,-1-1-3-16,-7-4-2 0,-1-1-1 0,0-3-1 16,0-3 4-16,-4 1-7 0,0-3-4 0,-1-1 1 15,1-2 3-15,-2 0-5 0,-2 0 2 16,3-2 2-16,-2 1-2 0,-1-2 1 0,1-1 0 0,-2-1 1 15,4 3 3-15,-4-3-2 0,0 0-1 0,0 0 1 16,1 4-4-16,-1-4-6 0,0 0-21 0,0 0-27 16,0 0-37-16,0 0-21 0,0 0-41 0,0 0-69 0,-10-10-165 15,10 6-406-15,0 4 180 0</inkml:trace>
  <inkml:trace contextRef="#ctx0" brushRef="#br0" timeOffset="94525.82">4243 8781 174 0,'-4'-3'165'0,"4"3"-17"0,0 0-19 15,0 0-22-15,0 0-1 16,13 9-14-16,-4 1-10 0,5 4-6 0,4 6-9 16,0 2-11-16,2 2 3 0,1 5-6 0,-2 0-5 15,1 2-2-15,2 13-4 0,-5-12-2 0,-4 12-2 16,-6-9-1-16,-2 13-2 0,-2-13-6 0,-6 1-3 15,-9 9 2-15,-4-11-1 0,-8 5-14 0,-4 0 8 16,-5-3 3-16,-3-2-5 0,-4-2-15 0,-6-4-16 16,3 0-28-16,-6-7-44 0,-1-2-193 0,3-3-298 0,-4-5 132 0</inkml:trace>
  <inkml:trace contextRef="#ctx0" brushRef="#br0" timeOffset="95711.48">3672 8725 13 0,'-1'-4'158'0,"1"4"-17"0,-3-4-15 0,3 4-6 15,0 0-14-15,-5-2-16 0,5 2 0 0,-13 9-16 16,7 1-12-16,-7 4-8 0,-5 6-3 0,-1 6-6 15,0 0 1-15,-9 14-17 16,1 3 4-16,0 1-1 0,-1 6-7 0,4-3 8 16,2 3-2-16,4-2-8 0,4-2 2 0,5-13 0 15,9 0-10-15,-2-2 3 0,4 1 0 0,6-3-9 16,3-4 11-16,8 1-5 0,6-4 2 0,18 4 1 16,3-5-35-16,13-5-86 0,-4-7-138 0,1-7-260 15,-18-4 116-15</inkml:trace>
  <inkml:trace contextRef="#ctx0" brushRef="#br0" timeOffset="98116.75">2486 8449 9 0,'0'0'74'0,"9"-1"-11"0,-4 0-9 0,3 0-2 16,2-1-12-16,-1 2 3 0,5-2-6 0,-1 2 2 15,3-3-7-15,5 0-3 0,-2 2-2 0,4 1-8 16,5-2-1-16,0-1 9 0,-2 3-7 0,7-3-1 0,-5 1-1 15,7-3-2-15,-2 2 0 0,1 1-4 0,4-2 1 16,-1 3-8-16,2-4 2 0,-2 0 2 16,14 0-1-16,-10 2 1 0,-2 1-4 0,-1-1 1 15,4 2-1-15,-5-2-1 0,2 2 3 0,0-2-2 0,-1 3-6 16,2-1 9-16,0 1-6 0,-2-3 1 0,2 2-2 16,-1-2-2-16,12 2-2 0,-11 0 4 0,-3-3-1 15,14 0 2-15,-9 1-4 0,-5 1 2 16,17-1 4-16,-17-1 11 0,0 1-7 0,2 1 1 0,1-2 0 15,0 1-1 1,0 1 5-16,-3-1-3 0,15 1-8 0,-14-1 8 16,3 0-8-16,-2 1-10 0,0 0 10 0,2-3 2 15,-3 3-1-15,2-1-4 0,11-1-2 0,-11 1 11 16,-4 1-10-16,3 0 6 0,-2 0-5 0,-1-1 9 0,4 1-5 16,-2 0 3-16,0 1-4 0,-3-2 1 15,-1 3 2-15,2-3-4 0,-4 2-2 0,4 0 1 16,-3 0-4-16,1 1 13 0,2 0-6 0,0-1 1 0,0 3-3 0,2-3 4 15,-2 2-2-15,2 0 0 0,-1-1 0 0,4 0 2 16,-5 0-2-16,0 0-1 0,1 0 4 0,-4 0-8 16,0 1-3-16,3-2 7 0,-4 0-6 0,4 1 5 15,-3-1 1-15,-1 1-1 0,3 0-7 0,-4-1 10 16,4 2-8-16,-3-2 1 0,0 1 5 0,5 0-3 16,-3 0 3-16,0 0 1 15,1 0 2-15,0 1-6 0,1-1-6 16,-3 0 3-16,-1 0 2 0,0 0 3 0,-2 1 9 15,1-2-8-15,-4 1-1 0,1 1 4 0,0-1-4 16,0-1 1-16,-6 2-4 0,6-1 7 0,0 0-7 0,0 1 5 16,-1-1 8-16,4 0-8 0,-3 0-5 0,-1 0 1 15,2 0-4-15,-1 0 16 0,0 1-13 0,2 1-4 16,-2-2 5-16,-1 1 4 0,2 2-4 0,-2-3 2 0,2 1-7 0,2 1 7 16,-3-1-2-16,3 2 0 0,-1-3-1 0,0 1-1 15,0 1-2-15,1-2 17 0,-4 2-15 0,2 0-2 16,2-2 6-16,-3 3 0 0,-1-2-4 0,1 0 6 15,2-1-5-15,0 0 4 0,1 2-6 0,-3-2-2 16,3 1-6-16,-2 1 13 0,-1-1 3 0,0 0 2 16,-1-1 0-16,1 0-7 15,-6 0 1-15,6 3-3 0,-2-3 2 0,-3 0 2 16,3 0 6-16,3 0-11 0,-1 0 4 0,1 0 3 16,-3 0-2-16,-6-3 5 0,11 6-8 0,-3-3 4 15,-1 0-1-15,1 0-1 0,1 2 8 0,-1 1-9 16,-1-3-1-16,1 2 2 0,3 0 0 0,-3-1-3 15,3 1 3-15,-3-2 4 0,1 1-6 0,-1-1-1 16,0 1 5-16,3-1-3 0,-4-1 0 0,1 1 4 0,0 0 4 0,-6 0 0 16,7-1-9-16,-2-1-12 0,1 2 17 0,0-1-8 15,2-1 6-15,-1 2-3 0,-7-1 3 16,5-1 1-16,2 2-4 0,-1-2 8 16,4 0-7-16,-5 2 2 0,5-3 1 0,-3 3-6 15,2-1 3-15,-3 1 2 0,0-3 2 0,-1 2 1 16,-3-1 9-16,-3 2-3 0,6-1 4 0,-6 1-5 0,1 0 12 0,-1 0-10 0,0-1 6 15,2-2 1-15,5 3-9 0,-1 3 9 0,-5-2-3 16,1 0-9-16,-3-1-1 0,8 0 2 0,0 3 1 16,-6-3-7-16,5 2 1 0,-4-2 8 0,-1 1 8 15,0-2-1-15,4-1 10 0,1 1-1 0,-4-1-12 16,-1 2 14-16,-2-2 5 0,2 2-7 16,1-3 12-16,0 1-14 0,-4 2-4 15,4-2-1-15,-1 0 1 0,0-1-9 0,-1 3 2 16,1-2-3-16,0 2 0 0,0 0 5 0,-1-2-10 15,7 1 2-15,-6 1-4 0,5 0 5 0,-4 0-1 16,6 0 6-16,-7 0-8 0,0 1-1 0,7-2-6 0,-2 1 2 16,-5 0 1-16,-2-3 4 0,2 3-3 15,-2 0 4-15,1 0 6 0,0 0-11 0,-1 0-7 16,3 3 9-16,-2-3-2 0,7 1 3 0,-7 1 0 0,2-1-5 0,8 3 1 16,-3 0 10-16,0-4-14 0,3 5 1 0,-1-3 3 15,2 1-2-15,0 1-2 0,1-1 2 0,1-1 3 16,-1 2-6-16,0-1 6 0,1-2 0 0,2-1 1 0,0 2 0 15,0 0-6-15,-2-2 9 0,1 3-3 16,0-3-3-16,0 2-3 0,0 0 2 0,-2-1 1 16,-1 0 1-16,-3 0 2 15,1-1-2-15,-9 2-2 0,1-1 2 0,0-1-8 16,-2 0 8-16,-2 0 16 0,0-1 11 0,-5 1 8 16,-1-2 1-16,-1 1 5 0,-1 1-4 0,-1-1-5 15,-3 1-2-15,1-1-3 0,-1 1-1 0,-6 0-3 16,10-2-1-16,-6 0-2 0,-4 2-20 0,7 0-29 15,-7 0-29-15,0 0-49 0,0 0-186 0,2-3-317 16,-2 3 141-16</inkml:trace>
  <inkml:trace contextRef="#ctx0" brushRef="#br0" timeOffset="99852.23">4956 7311 30 0,'4'21'51'0,"0"4"-1"0,-3 7-1 0,-1-1 0 0,0 4-6 15,-1 13 5-15,-3 2 1 0,4 3-5 0,0-2-1 16,-4 3 1-16,3 1-15 0,-2 0 11 0,3-1-8 0,3-4 0 0,-3 2-9 0,4-4-1 16,-3-12-4-16,3 11 14 0,-3-12 5 0,4 0 0 15,-2 2 10-15,1-2-10 0,-2 12 6 0,2-12 9 16,0 1-11-16,-1 0 0 0,3-1 0 0,-2 1-4 15,-2 0-7-15,5-2 0 0,-4 0-7 0,0 1 14 16,1 0-14-16,0 1-1 0,1-1-8 0,-4-2-3 16,2 0 3-16,-1 1 5 15,-1-2-8-15,2-3 6 0,0 3-8 0,-2-5-3 16,-1 2 4-16,2-1-3 0,0-1-10 0,0-3 15 16,0-4-4-16,0-1-5 0,3 1 5 0,-2-2-6 15,0 0 2-15,1-1-2 0,-1-1 3 0,1-1-3 16,0-3 4-16,-2 0-5 0,2 4-1 0,2 0 7 15,-3-4-5-15,1-1 1 0,0 5 7 0,-1 1-10 16,0-1 4-16,0 1 0 0,1 0-4 0,-1 0-1 0,0 2 0 16,-2-2 2-16,2-2-1 0,-1 4 0 0,-2 3 11 0,1-2-13 15,-1-2-1-15,3 0 10 0,-3-1-10 0,3 2 3 16,-1-3 1-16,-1 0-5 0,2-2 0 0,0 1 8 16,-1 1-5-16,0-6 0 0,1 3-1 0,1 0 2 15,-4-2-1-15,3 1-3 0,-1 2 9 0,2-3 1 16,0 5-1-1,-3-3-10-15,3 3 17 0,-3 0-14 0,4-1-4 16,-1 3 8-16,0-2-4 0,0 2-2 0,1 0 4 16,-4 2 2-16,6 3-3 0,-6-3-7 0,5 6 10 15,-3-8-6-15,-2-1 8 0,2 3 1 0,-1-2-1 0,1-1-7 16,-2 0 2-16,-1-2 9 0,3-1-1 16,-1-4-3-16,-2 0 2 0,1-1-2 0,1-2-2 15,-1 1-3-15,-1-3-4 0,3-1-13 0,-2 1-11 0,-1 0-20 0,0-5-62 0,0 0-111 16,0 0-240-16,0 0 106 0</inkml:trace>
  <inkml:trace contextRef="#ctx0" brushRef="#br0" timeOffset="100621.99">3933 7615 148 0,'1'-7'184'0,"-1"3"2"0,1-4-7 0,-1 4-11 16,1-1-5-16,1 1-11 0,-2 0-16 0,0 4-12 16,1-5-11-16,-1 5-16 0,0-4-13 0,0 4-12 15,0 0-7-15,0 0-9 0,0 0-7 0,-14 12-7 0,8-3 2 0,-3 4-9 16,-4 3 3-16,-4 7-5 0,-2-1-5 0,1 3-3 16,-1 0-2-16,-4 0-9 0,5 0-9 0,-4 0-16 15,2-1-7-15,2 3-9 0,-1 0-18 0,0-1-8 16,2-4-4-16,2 2-23 0,-1-4-8 0,5-6-4 15,2 1-16-15,0-7-46 0,-1 1-101 0,2-1-277 16,3-2 122-16</inkml:trace>
  <inkml:trace contextRef="#ctx0" brushRef="#br0" timeOffset="100822.82">3574 7691 167 0,'0'-10'244'0,"1"0"-9"0,-1 3-27 16,1 0-15-1,-1 2-23-15,0 2-22 0,1-1-23 0,-1 4-23 16,0 0-8-16,0 0-13 0,0 0-10 0,17 15-12 16,-8-4-6-16,3 7-7 0,4 4-4 0,-1 4 0 15,7 2-5-15,9 9-3 0,-1 2-1 0,2-2-4 0,3 2-4 16,2-4-5-16,4-1-20 16,-5 0-25-16,5-3-31 0,-2-4-31 0,-6-9-53 0,-4 0-185 0,0-2-353 15,2-3 156-15</inkml:trace>
  <inkml:trace contextRef="#ctx0" brushRef="#br0" timeOffset="101544.38">5963 7568 11 0,'-1'-5'143'0,"0"2"-6"16,1 3-17-16,0 0-7 0,-4-3-14 0,4 3-16 16,0 0-7-16,-9 0-5 0,9 0-9 0,-11 6-5 15,0 1-3-15,-2 2 0 0,-3 3-3 0,-5 5-3 0,2 3-5 0,-4 1 2 16,5 1-9-16,0-2 0 0,-1 7-5 0,4-4-1 15,1 0-9-15,0 2 6 0,5 0-2 0,1 0-5 16,2-7-2 0,3 0-1-16,4 1 1 0,-1-2-7 15,3-3-3-15,2-3 7 0,0 0 26 0,3-2 21 0,1-2 19 0,7 0 7 16,2-5 3-16,10-2-10 0,3-7-4 16,5-1-6-16,0-6-5 0,-2-1-8 0,1 0 1 15,-3-4-4-15,-3-2-4 0,-1-3-3 0,-2 2 1 16,-5-2-10-16,-1 0-4 0,-5-3-4 0,-4 3-5 15,-6-1-3-15,-2-1 0 0,-6 9-2 0,-3-3-4 16,-8 5-7-16,-7 1-3 0,-9 2-14 0,-7 5-18 16,-1 6-16-16,-15 6-27 0,-1-1-32 0,-2 7-22 15,19-2-29-15,-13 6-229 0,17 1-410 0,2-3 181 0</inkml:trace>
  <inkml:trace contextRef="#ctx0" brushRef="#br0" timeOffset="102458.47">7001 7334 5 0,'0'0'148'0,"0"0"-11"16,0-5-7-16,0 5-17 16,0 0 12-16,0 0-35 0,0 0-10 15,0 0-7-15,0 0-14 0,0 0-5 0,0 0-2 16,0 0-9-16,0 0 0 0,2 16-7 0,1-7-8 16,-1 8-8-16,2 1 4 0,0 8 2 0,1 5-6 0,-2 1 3 15,3 17-3-15,-5 3 2 0,2 5-2 16,-2 1-4-16,0 29 7 0,1-7-6 0,-4-23 0 15,1 3-1-15,-1 1-3 0,3-4-1 0,0 3-3 0,4-5-2 0,2 4 0 16,2-1 5-16,2-1-1 0,-1-6-3 0,3 3 5 16,0-4-9-16,-4 1 5 0,1-1-4 0,0-1 3 15,1 0 7-15,-1-3-3 0,-5-10 3 0,3 12-3 16,-2-4 1-16,0-10-3 0,-2 12 2 0,0-12 1 16,4 14-3-16,-7-3 1 0,2-8 0 0,0 12-3 15,-1-15-5-15,0 2 5 0,2 12 2 0,-2-13 0 0,2 0-8 0,-1-1 0 16,-1 0 5-16,0-4-2 0,0-1-1 0,4-3 2 15,-5-1-5-15,1-7 5 0,2 2-4 0,-2-5 4 16,1 3-2-16,0-3 0 0,-2-3-2 0,2-1 3 16,-1 0 0-1,1-1 2-15,-1-1-3 0,1 3-1 16,-1-3 3-16,2-1-1 0,0 4-1 0,2-4 2 0,0 1 2 16,-3 0-4-16,3 2 1 0,0-1 1 0,0-3-12 0,-2 2-17 15,1-1-28-15,-1-1-29 0,0-4-58 0,-1-1-128 16,-3-2-287-16,0 0 127 0</inkml:trace>
  <inkml:trace contextRef="#ctx0" brushRef="#br0" timeOffset="102990.37">7870 7552 162 0,'0'0'212'16,"0"0"-18"-16,0-8-18 0,0 8-18 0,0 0-19 0,0 0-14 16,0 0-18-16,0 0-9 0,0 0-11 0,5 17-8 0,-4-4-11 15,3 12-6-15,0 4-1 0,-4 4-8 0,4 12-2 16,-4 5-13-16,1 0-9 0,-1 2-16 0,4 1-45 15,0-1-41-15,3-3-51 0,-4-14-157 0,2-1-304 0,2-8 135 16</inkml:trace>
  <inkml:trace contextRef="#ctx0" brushRef="#br0" timeOffset="105030.99">9457 7391 16 0,'2'20'68'0,"-2"-2"-3"16,3 11-9-16,-2 3 4 0,0 17 3 0,3 4-4 15,0 5 4-15,1-1 5 0,0 28-5 0,0-24-4 16,0 20-6-16,2-22-12 0,-1 1 10 0,3-1-11 16,4 2-6-16,1 19 5 0,-1-22 4 0,5 26-11 15,-6-26 3-15,9 20 4 16,-10-19-6-16,1-2 5 0,1 3-4 0,3 18-2 15,-7-23 2-15,0-2-5 0,0 1-1 0,-2 1-1 16,-1-3-4-16,2 5-1 0,-1-1 0 0,2-5 5 16,0-1 2-16,0-2-2 0,-1-3-2 0,-3-12-2 15,4 1-5-15,-3-4 2 0,2 1-2 0,-3 0-3 16,-1-2-4-16,1-2 6 0,-1-10-5 0,-4 4 2 16,1-4 0-16,-1-2-1 0,0-2-5 0,3-2-2 0,-3 0 3 0,0-2-4 15,0-2-2-15,0 1 15 0,1-3-16 0,-2-1 0 16,2 1 7-16,-1-1-4 0,0-4 4 0,-1 5-3 15,1-5-4-15,0 7 7 0,0-7-8 0,1 4 3 16,-1-4-1-16,1 4 0 0,-1-4-4 0,3 2-11 16,-3-2-15-16,4 5-31 0,-4-5-53 0,0 0-148 15,15-6-278-15,-9-2 123 16</inkml:trace>
  <inkml:trace contextRef="#ctx0" brushRef="#br0" timeOffset="105826.06">10107 7506 175 0,'0'-4'179'0,"0"4"1"0,3-6-10 16,-3 2 4-16,1 0-13 0,2 1-15 0,-3 3-12 16,3-3-14-16,0 0-11 0,-3 3-10 0,6-4-15 15,-2 2-11-15,-4 2-6 0,9 1-10 0,-9-1-6 16,13 4-9-16,-3 1-2 0,-1 2-7 0,0 3-2 15,1 4-4-15,-5 3-6 0,3 1 2 0,1 6-1 16,-2 3-4-16,-4 1-1 0,-3 1-3 0,-1 3 4 16,-4-6-4-16,-5 3-2 0,-1-4-1 0,-1 1-2 0,-1-2 2 0,-4-2 0 15,7-5-2-15,-2 0-2 0,-2-2 3 0,5-2-4 16,2-3 1-16,0-2-2 0,0 0 2 0,3-2-4 16,0-1 3-16,0 0-3 0,2-3 5 15,-1 2 1-15,3-4 0 0,-1 3 4 0,1-3 5 0,14 4-4 16,4-4 3-16,11-2-1 0,0-1-4 0,7-1 0 15,4-2 0-15,12-3-2 0,-13 4-1 0,-1-1 1 0,13-4-2 16,-15 3 1-16,0 0-1 0,-1 2-4 0,-1-3 2 16,-8 1 2-16,-5 3-1 0,-3 1-4 0,-8-1 7 15,3 1 3-15,-7 0-2 0,2 1-1 0,-4 0-1 16,1 2-10-16,0-2-43 0,-5 2-54 0,1-4-50 16,-1 4-252-16,-7-8-434 0,1 4 192 0</inkml:trace>
  <inkml:trace contextRef="#ctx0" brushRef="#br0" timeOffset="123573.43">5821 8729 78 0,'3'-4'112'0,"-3"4"-9"0,1-8 6 0,-1 3 5 0,0 0-6 15,1 0-9 1,-1-1 5-16,0 2-6 0,0-1 4 0,0 0-6 16,0 1-11-16,0 4-4 0,-1-7-5 0,2 2-8 15,-1 5-5-15,0-2-9 0,0 2-6 0,0 0-7 16,0 0-2-16,0 0-6 0,0 0-6 0,0 0-3 15,-2 21-2-15,-5-4-4 0,6 1-1 0,-9 6 0 16,5 2-4-16,-3 1 2 0,3 2-5 0,-4-2 1 16,4-1 2-16,1-1-4 0,0 1-2 0,4 0 4 15,-2 0 2-15,0-6-1 0,2-1-7 0,-1-1-20 16,1 2-9-16,0-2-22 0,-4-1-14 0,3 0-41 16,0 0-185-16,-1-8-308 0,-1 2 137 0</inkml:trace>
  <inkml:trace contextRef="#ctx0" brushRef="#br0" timeOffset="124118.65">5526 9242 48 0,'0'0'84'0,"0"0"-11"0,0 0 2 0,0 0-1 15,-2 2-2-15,2-2-3 0,0 0-5 0,0 0-2 16,0 0-4-16,0 0-4 0,0 0-3 0,0 0-6 0,0 0-1 0,0 0 0 15,0 0-10-15,0 0 1 0,0 0-3 0,0 0-6 16,0 0 2-16,0 0-3 0,0 0-5 0,0 0-1 16,0 0 0-16,0 0-5 0,-4 5 2 0,4-5-3 15,-3 3-4-15,1-1-4 0,2-2 3 0,-3 5-1 16,-1-3-4-16,4-2 1 0,-4 4 2 0,4-4 1 16,-2 3 0-16,2-3 6 0,0 0 3 0,-3 3 4 15,3-3 5-15,0 0 10 0,0 0 0 0,0 0 7 0,0 0-1 16,0 0-2-1,0 0 0-15,0 0-5 0,0 0-3 0,21-3-3 16,-6 0-2-16,13-2 3 0,3-1-7 0,2-1 2 16,17 0 5-16,-12-1 3 0,3 2 2 0,9-5 5 15,-12 5-1-15,2 0 1 0,-4-3-4 0,-3 4-1 16,-1 0-1-16,-4-2 0 0,-9 4-3 0,-1 0-3 16,-4 1-3-16,-5-1-3 0,0 1-1 0,1 0-1 0,-6 0-5 15,2 2-6-15,0-2-17 0,-6 2-31 0,0 0-12 0,7 2-1 16,-7-2-7-16,0 0-37 0,-14 11-64 0,3-6-138 15,-6 3-323-15,-2-3 143 0</inkml:trace>
  <inkml:trace contextRef="#ctx0" brushRef="#br0" timeOffset="124588.6">5889 9331 71 0,'0'0'168'0,"0"0"-22"15,0 0-9-15,0 0-21 0,0 0-14 0,0 0-7 16,0 0-12-16,-3 11-6 0,1-3-8 0,-2 1-7 15,0 3-6-15,-2 4-8 0,0 2-3 0,-1 0-3 16,2-1-6-16,-3 1-7 0,2 0 1 0,2 0-1 0,-1-1-2 0,5 2-6 16,0-5-5-16,0 3 5 0,0-6-4 0,4 0-6 15,-3-1 3-15,4 0-2 0,3-3 0 0,-2 0 9 16,7-2-1-16,1-3-2 0,3-1-1 0,1 2 3 16,3-7 9-16,0 2-1 0,0-1 3 0,6-5-8 15,-5 2 0-15,-3 0 12 0,-1-3-3 0,-1 5 4 0,-6 1-5 16,-1-2 1-1,-3 3-3-15,-1 2-6 0,0-2-6 0,1 1-2 16,-7 1 0-16,9 3-4 0,-4-1-2 0,1 5 1 16,-3-2-5-16,3 8 1 0,-1 1 6 0,-3 3-6 15,0 2 1-15,1 4 0 0,0 0 3 0,-3 4-1 16,0-8-1-16,0 8-2 0,-2-8-19 0,1 7-25 16,0-8-37-16,1-1-40 0,-3-1-211 0,3-1-352 15,1-5 156-15</inkml:trace>
  <inkml:trace contextRef="#ctx0" brushRef="#br0" timeOffset="125120.54">7959 8785 145 0,'0'-5'209'0,"1"-2"-5"0,-1 2-8 0,0 1-10 0,3-1-19 16,-3 2-8-16,0 3-19 0,1-7-13 15,-1 7-19-15,2-3-15 0,-2 3-23 0,0 0-8 16,0 0-3-16,0 0-12 0,4 15-3 0,-4-4-5 16,3 6-2-16,-6 2-4 0,3 1-2 0,0 5-7 0,0-2 0 15,0 2 0-15,3 1 0 0,-3-6-7 0,0 4-20 0,0-3-13 16,0-1-18-16,-4-1-20 0,-1-1-26 0,0 1-34 15,1-2-214-15,3-3-356 0,-3-4 158 0</inkml:trace>
  <inkml:trace contextRef="#ctx0" brushRef="#br0" timeOffset="125374.25">7738 9265 137 0,'0'0'250'16,"-6"1"-10"-16,6-1-12 0,-4 2-13 0,4-2-21 0,0 0-19 15,0 0-18-15,16-7-13 0,4 2-14 0,6 1-15 0,8-1-14 16,-1 0-11-16,1 1-11 0,3-2-12 0,1-1-7 16,0 3-4-16,-2-2-8 0,-3 1-6 0,-5 1-7 15,-8 1-5-15,0 1-5 0,-6-1-8 0,-3 2-17 16,-2 0-20-16,-1 1-24 0,-2 0-21 0,-6 0-12 15,0 0-23-15,0 0-36 0,-20 7-49 0,1-4-150 0,-2 1-363 16,-7 1 161-16</inkml:trace>
  <inkml:trace contextRef="#ctx0" brushRef="#br0" timeOffset="125690.27">7966 9410 78 0,'7'1'195'0,"-2"4"-13"0,4 0-10 0,5 0-7 0,-5 4-15 0,3-4-16 16,-1 3-11-16,-2-1-15 0,4 7-12 0,0-1-10 0,-6 1-7 16,0 1-6-16,-2 2-14 0,-1 2 3 0,-3-2-6 15,-5 2-2-15,-1 0 3 0,-1-4 3 0,-2 1-9 16,0-3-3-16,-1-3-5 0,3 1-3 0,2-5-1 15,3 1-5-15,-3-2-3 0,3-1-3 0,-2 1 1 0,1-2 6 16,2-3 27-16,0 5-3 0,2-2-5 0,10-3-6 16,9-1-7-16,11-1-3 0,4-1-28 15,19-2-49-15,-5 4-68 0,4-7-89 0,-16 4-194 0,0-4-422 16,-2 0 187 0</inkml:trace>
  <inkml:trace contextRef="#ctx0" brushRef="#br0" timeOffset="130699.89">10680 8664 98 0,'0'-6'130'0,"1"0"-8"0,-1 1-2 16,1 3-8-16,0-4-3 0,1 2-4 15,-2 0 0-15,1 0-1 0,0 0 0 0,1 1-6 0,-2 3-2 16,1-5-14-16,-1 5-5 0,1-4-13 0,-1 4-4 0,1-3-10 15,-1 3-8-15,0 0-7 0,0 0-3 0,0 15-5 16,0-6-3-16,0 8-1 0,-2 0 0 0,-1 10-4 0,3 0 0 16,-2-1-2-16,0 0 0 0,5 1 0 0,-4-1-4 15,2 1-1-15,-2-3-3 0,-1 1-2 16,1 0-15-16,-4-2-25 0,4 4-21 0,-3-3-36 16,-1 1-209-16,0-9-321 0,2-3 142 0</inkml:trace>
  <inkml:trace contextRef="#ctx0" brushRef="#br0" timeOffset="131053.66">10418 9188 128 0,'0'0'155'0,"-8"1"6"15,8-1 4-15,0 0 3 0,0 0-3 0,-4 2-1 16,4-2-17-16,0 0-10 0,0 0-11 0,0 0-15 16,18-8-12-16,3 2-12 0,7 0-9 0,7 0-7 15,5-2-6-15,12-1-10 0,7-1-5 0,3 3-6 0,-5-3-4 16,3 4-4-16,0-2-5 0,-8 2-3 0,-12 2-1 15,-4 0-3 1,-5 0-4-16,-6 1-1 0,-6 2-2 0,-2-2-6 16,-6 6-3-16,0-6-16 0,-5 3-17 0,1 0-16 15,-7 0 0-15,6 0 2 0,-6 0-19 0,0 0-20 0,-21 7-34 0,4-3-37 16,-3 0-166-16,0-2-341 0,-2 2 152 0</inkml:trace>
  <inkml:trace contextRef="#ctx0" brushRef="#br0" timeOffset="131667.2">10783 9193 47 0,'0'0'220'16,"0"-4"-20"-16,0 4-21 0,0 0-18 0,0 0-17 0,0 0-17 0,0 0-12 15,0 0-14-15,0 0-13 0,0 0-13 0,0 0-4 16,-5 15-9-16,5-5-4 0,-3 2-9 0,2 0-1 16,1 3-8-16,-2 1-1 0,0 2-5 0,1 0 1 15,-2-1-4-15,2 0-4 0,1 0-7 0,0-1-4 16,1 0-1-16,-1-1 2 0,0-3 1 0,3 1-6 15,0-3 0-15,0 1 2 16,5-3-3-16,-4 2 0 0,6-3 1 0,-3 2-1 16,3-4 0-16,1 0-2 0,5-2 1 0,0 0-2 15,2-4 3-15,-4-1-3 0,3-1-2 0,2-2 1 16,-2-4 2-16,-1-1-5 0,1-1 5 0,-2 2-4 0,-2-4-4 16,2 3 2-16,-2 0 14 0,-3 4 15 0,-1-1 4 15,-5 3 0-15,1-1 1 0,-1 4-5 0,1-2-7 0,0 0-4 16,-5 3-6-16,4 0-4 0,-4 0-2 0,5 7-2 15,-5 0 1-15,3 6 2 0,-3 5-2 0,1 5 3 16,-1 6-5-16,4 0 3 0,-2 2-1 0,2 3-2 16,2 4 4-16,2 7-11 0,-1-9-34 0,-1-1-41 15,4-2-68-15,-3-2-243 0,-2-4-418 0,0-8 184 0</inkml:trace>
  <inkml:trace contextRef="#ctx0" brushRef="#br0" timeOffset="133154.99">5149 10072 47 0,'0'-3'157'0,"0"3"-5"0,0-8-8 16,0 8-3-16,0-4-2 0,0 4-4 0,0-7-6 15,0 7-1-15,0-5-10 0,0 5-9 0,0 0-9 0,0 0-9 16,0-5-7-16,0 5-9 0,0 0-9 0,0 0-9 16,0 0-4-16,0 0-6 0,0 0-5 15,0 0-1-15,-3-2-10 0,3 2-4 0,0 0-13 16,0 0-16-16,0 0-4 0,0 0-3 0,0 0 3 0,0 0 6 0,0 0-4 16,0 18-1-16,3-12 4 0,-3 4-2 0,-3-1-3 15,3-1 3-15,0 2 1 0,0-1 3 0,0 1-3 16,0-1 3-16,3-1-4 0,-3 0-2 0,0-2 1 0,0 2 2 15,0-1-1-15,0-2 1 16,0 2-2-16,0-2 5 0,0 2-4 0,0-2 6 0,0 4-14 0,-3 1 7 0,1 2-4 16,0-1 8-16,-1 0-3 0,0 6 1 0,2 2-1 15,-3 0 1-15,2 6 4 0,0 1-2 0,-1-2 3 16,1-4-4-16,1 5 4 0,-2 0-3 0,2-7 4 16,1 3 2-16,0-1 0 0,0-1-2 0,0 1 2 15,0 0 0-15,0-4-4 0,0 1 6 0,0 3-7 0,0-4 2 16,-3-1 2-16,6 1-2 0,-3-4-2 0,0 4 5 15,0-7 4 1,0 3-3-16,-3 0-3 0,3-4 4 0,0 3 0 16,-2-4-1-16,2-1 4 0,0 1-4 0,-1-3 0 15,0 1-1-15,-1-2 7 0,2 2-4 0,0 0 2 16,0-5-4-16,-1 4 6 0,1-4-2 0,0 6 0 16,0-6-2-16,1 2-3 0,-1-2 5 0,0 0-3 15,0 0-3-15,-1 5 2 0,1-5 1 0,0 0-3 16,0 0 0-16,0 0-1 0,0 0-1 0,0 0 2 0,0 0 1 0,0 0-8 15,0 4-20-15,0-4-22 0,0 0 6 0,0 4 1 16,0-4-28-16,-1 4-4 0,1-4-17 0,-2 4-26 16,1 1-63-16,-1-3-105 0,0 1-302 0,2-3 134 15</inkml:trace>
  <inkml:trace contextRef="#ctx0" brushRef="#br0" timeOffset="134653.84">5162 10031 39 0,'0'0'111'16,"0"0"-11"-16,1-3-1 16,-1 3-3-16,4-4 8 0,-4 4-20 0,0 0 8 0,0-3-4 0,0 3 0 0,0 0-10 0,1-4-3 31,-1 4 0-31,0 0-8 0,0 0-1 0,0-6-3 16,0 6-9-16,0 0-3 0,0 0-9 0,0 0-2 15,0 0-4-15,0 0-5 0,0 0-6 0,0 0 4 16,0 0-4-16,3-2-10 0,-3 2-3 0,0 0-3 15,0 0-3-15,0 0 0 0,0 0 2 0,0 14-8 16,0-9 6-16,0 3-7 0,0 1 2 0,0 3 3 0,1 3-6 0,2 2 6 16,-3 2-4-16,0 0 8 0,2 1-7 0,-2 4-5 15,0-1 7-15,3 2-1 0,-3-4 1 0,0-1-2 16,1-1-1-16,0-1-3 0,2-1 3 0,-2 0 1 16,3-1 1-16,-1-3-2 0,-2-1 0 0,-1 0 1 15,1-1-2-15,2-1 1 0,-2-1-3 0,-1-1 7 16,0 2-3-16,0-3 0 0,3 1-5 0,-2 0 8 0,-1-1-2 0,0-1-1 15,0 2 3-15,-1 0 0 0,2-2 1 0,-1 1-2 16,0 1-4-16,0-2 8 0,0 2-6 0,0 1 0 16,0 2 5-16,0-5 1 0,0 0-1 15,0 3-6-15,0-1-2 0,0 1 6 0,0-6-1 0,0 9-4 16,0-7 4-16,0 4 4 0,0-3-4 0,0 1-1 16,-1 2 4-1,-2-3-4-15,3 0 0 0,0 1 0 0,0 1-7 16,-1-2 8-16,1 2-5 0,-3-1 4 0,2-1 2 0,0 4-1 15,1-4 0-15,0-1 6 0,-3 2-5 0,3 0 0 16,0 0-3-16,0-2 9 0,0 1-11 0,0 3 9 16,-1-2-8-16,1-1 4 0,0 1-5 15,-3 1 4-15,3-1 3 0,0 3-6 0,-1-3 6 0,2 2-4 16,-1-2-10-16,0 3 11 0,0-4 1 0,0 2-6 0,0-2 5 16,0 2 2-16,0-2-10 0,0 1 4 0,0-2 5 15,0 4-4-15,0-4 6 0,0 3-5 0,-1-1-2 16,1-3 1-16,1 4 0 0,-1-3-2 0,0 2 5 15,0 0 4-15,0 0-9 0,0-2 2 0,3 3 2 16,-2-1-3-16,-1 3 5 0,0-3-7 0,0 3 9 16,3 0-7-16,-3 1 3 15,1-1-3-15,-1 2-5 0,0-2 6 0,0 2 0 16,0 1 3-16,0-1-5 0,1 2 0 0,-2-2 1 16,1 0 0-16,0 0 1 0,1 0-5 0,-2-2 5 15,2 1 2-15,3-1-1 0,-4 0 1 0,3 1-2 16,-3 0 3-16,0-2-5 0,1 2 1 0,-1-2 1 15,5-1 3-15,-4 1 0 0,-1 0-4 0,3-1 2 16,-2-1 4-16,2 2-7 0,-2-1 4 0,0-2 1 0,-1 5-3 0,3-1 0 16,-2-2 0-16,-1 2 3 0,0 0 0 0,0-2-3 15,3 5 6-15,-6-5-9 0,6 4 8 0,-6-2-2 16,3-2 0-16,-1-1-1 0,-2 3-4 0,3-3 0 16,0 0 5-16,0-1-3 0,0-2 1 0,-1 0-6 15,0 0 4-15,1-4 3 0,-3 6-1 0,3-6 2 16,0 4-2-16,0-4 2 0,0 4-3 0,0-4 0 0,0 4 4 0,0-4-5 15,0 0 8-15,0 0 0 0,0 0-3 0,0 0 3 16,0 0-4-16,0 3-12 0,0-3-30 0,0 0-41 16,0 0-227-16,0 0-332 0,0 0 146 0</inkml:trace>
  <inkml:trace contextRef="#ctx0" brushRef="#br0" timeOffset="136669.22">2799 10374 21 0,'13'-2'73'0,"1"2"-4"0,4-3-4 0,0 0-7 16,2 2-1-16,3 0-10 0,4-3-5 0,0 1 0 15,2 1 0-15,6-1-4 0,-2-1 0 0,3 1 6 16,1-2-15-16,1 3 2 0,16-1-6 0,-17 1 8 16,17-3-15-16,-1 3 1 0,1-1 0 0,0-1-3 15,3 2 5-15,-2 1-7 0,4-1 4 0,-4 2 3 16,1-3-11-16,0 1 7 0,-5 2-1 0,3 0 3 0,4-2-2 0,-2 2-3 16,5 2-15-16,-2-2 17 0,1 1-11 0,-1-2 4 15,-3 2 8 1,4-1-8-16,-1 1 5 0,-2-1-3 0,1 0 0 0,-3 0 2 0,-2 3-1 0,1-3-15 15,1 0 10-15,-1 0 0 0,-1 0-4 0,1-3 6 16,-17 3-5-16,17-1-6 0,-16-2-2 0,0 3 10 16,2 0-9-1,2-1 7-15,7 0 2 0,-10-2 2 0,-2 2-2 16,1 0 0-16,-3 0 4 0,2 1-3 0,0-2 8 16,-1 2-7-16,1-1 3 0,-1-1-1 0,5 2 2 15,-4-1 2-15,15 0-5 0,-13 1-2 0,13 0-4 16,-15-2 6-16,14 4-3 0,0-4-1 0,-10 1 4 15,13 0 5-15,1 1-12 0,-1 0 7 0,-2-3 3 0,-1 3-10 16,-14 0-4-16,13 5 9 0,-12-6-3 0,3 0-9 0,-2 1 11 16,-4 0-3-16,5 0 1 0,-1 0-1 0,0 1 2 15,1 0-7-15,-1 1 1 0,15 0 2 0,-16 1 2 0,16 0 3 16,-16-2-1-16,3 0-3 0,13 1 3 0,-3 0-1 16,-12 2 1-16,11-3-6 0,-10 2-3 15,-2-3 7-15,1 3-4 0,0-2 1 0,-2 2-2 16,4-3 3-16,-3 1 6 15,2 0-7-15,-3 0 0 0,1 1-5 0,-1-2 6 0,3 2-5 0,-3-2 3 16,2 0-1-16,0 0 2 0,1 2 4 16,12-2-1-16,-2 1-13 0,-9-1 10 0,-3 2-1 15,13-2 1-15,0 3-2 0,-10-1-2 0,-1-2 10 16,11 1-6-16,0 0-1 0,0 2 5 0,-15-3 0 0,6 0-1 16,8 0-2-16,-13 0-10 0,4 1 12 0,-4-1 2 15,1 1-5-15,15-1 2 0,-1 0 3 0,-11 3-3 16,13-4 0-16,-2 2-6 0,-3-2 0 0,3 2 4 15,-11-1 4-15,-4-1-6 0,17 2 2 0,-14 0-3 16,10-2 9-16,3-2 3 0,-15 5-7 0,1-4-3 16,1 2-1-16,14-1 0 0,-17 2-3 0,14-2 7 15,-11 1-4-15,11-1 4 0,-12 2 6 0,13-2-10 16,-13 2 3-16,1 2-2 0,13-5 1 0,-13 2-7 0,14 0 5 0,-17 0 5 16,1-1-3-16,3 0 2 0,9-2 3 0,-12 1 9 15,-2-2-16-15,0 0 1 0,0 0-3 0,-1 0 5 31,2-1-2-31,-1 2 6 0,1-1 2 0,-1 1 1 0,1 1-8 0,1-2 5 16,1 2 6-16,-2 0-2 0,0 1-3 0,1-2 2 16,-1 2-8-16,0-2 6 0,-1 3-1 0,5-1 0 15,-7 0 4-15,2-1-9 0,1 2 6 0,-1-3-2 16,0 2 1-16,2-1 2 0,-5 1-7 0,-1 0 0 0,2 1 0 0,-4-2-2 0,2 0 2 16,0 4 7-16,0-2-3 0,-1 0-1 15,2-2 1-15,-1 2-2 0,0 0-1 0,5-1 4 16,-1 2-11-16,-2-1 7 0,1 2 3 0,1-2-5 31,-5-2 3-31,4 2-1 0,1 0-2 0,-1 0 6 0,-1 0-5 0,0 2 6 0,2-2-5 0,1-2-2 16,0 2 5-16,-2 2 1 0,-1 0 5 0,1-2-2 15,-1 0 1-15,-2-2-1 0,0 4 1 16,4-1 6-16,-2-1 7 0,-1 1-3 0,1-1-4 0,0 0 0 16,-2 0 5-16,0 0 9 0,0 0-2 0,0 0-5 15,-3-1 5-15,2 1-5 0,-12-1 0 0,3 1 8 0,-4-5-5 31,1 4-5-31,-7 0 1 0,0-1 0 0,-4 2-5 16,0-1 1-16,-2-1-1 0,1 0-3 0,-4 1-9 0,-3 1-5 16,7-2-36-16,-7 2-46 0,-9-6-56 0,-11 1-159 0,-9-1-323 0,-7 0 144 15</inkml:trace>
  <inkml:trace contextRef="#ctx0" brushRef="#br0" timeOffset="137797.71">7237 9757 2 0,'0'0'93'0,"0"0"-1"0,0 0 3 0,6 0 3 15,-6 0-2-15,0 0-2 0,0 0 2 0,0 0-2 16,0 0-6-16,0 0-5 0,0 0-1 0,0 0-6 15,0 0-5-15,0 0-5 0,0 0 1 0,0 0-9 16,0 0-2-16,0 0-6 0,0 0-4 0,2-4-6 0,-2 4 2 16,0 0-2-16,0 0-10 0,0 0-2 0,0 0 1 15,0 0-1-15,0 0-3 0,0 0-6 0,0 0 1 16,0 0-3-16,0 0-3 0,0 0-3 0,0 0-5 0,0 0-2 31,0 0 0-31,0 0-3 0,4 12 2 0,-3-6-2 16,0 5-5-16,0 6 1 0,1 2 2 0,2 10-5 15,-2 5 7-15,3 13 0 0,-2-10-3 0,-2 12-1 0,4 1 4 16,-5 1-3-16,0-2 4 0,-5 1 0 0,3 1-4 16,-1-2 3-16,-1-3 2 0,2-11-7 0,0-1 4 15,1 1 1-15,1-4 0 0,0 1 0 0,3-3-2 0,-2-5 4 16,0 2 0-16,2-1-3 0,-2-6 2 0,2-1 3 16,-3 0-3-16,1-3 0 0,-1 2 0 0,0 0-3 15,1-5 1-15,-1 5 2 0,0-5-2 0,3 0-2 0,-3 0 3 0,1-1 4 16,-1 2-1-16,1-1-3 0,2 1 0 0,-3-1-3 15,2 2 6-15,0-4-3 0,-2 2 0 16,2 2-1-16,-2-2 2 0,1 0 1 0,1-1-1 16,-2 0 3-16,2-1-16 0,-2-2-19 0,2 1-10 0,-2-3-31 15,2 0-55-15,-2-1-145 0,-2 0-291 0,0-3 129 16</inkml:trace>
  <inkml:trace contextRef="#ctx0" brushRef="#br0" timeOffset="138954.44">9794 9689 64 0,'0'0'71'0,"0"0"-5"0,0 0-10 0,0 0-8 15,0 0 2-15,0 0-4 0,5 13-13 0,-5-8 2 16,1-1-10-1,1 1 3-15,-4 2 1 0,2 1-3 0,-1 0-5 16,1 3-3-16,-1-1 5 0,1 2 2 0,1 5 0 0,-2-2 1 16,0 1 2-16,-2 2-3 0,3 8-2 0,-1 0 8 15,-3 1-2-15,3-1 6 0,2 3 2 16,-1 0-8-16,-1 2 3 0,2 1 5 0,-1-1 0 16,0 3 10-16,0-2-9 0,4 1-4 0,-3 1-3 0,2 0-8 15,-2 1 6-15,3-4-11 0,-3 1 10 0,2-1 4 0,-1 1-6 16,1-1-2-16,-1-1-2 0,-2 0-3 0,-1 0 4 15,1 3-10-15,-1-3 3 0,-2 3-5 0,-2-1 6 16,4 2-4-16,-3-2-4 0,-1 1 1 0,-4 1 3 16,5-3-5-16,0 1-3 0,-1-3 4 0,4 0 0 15,-2-3 0-15,3-1-4 0,-1-7-2 0,1 1 2 16,-1 0-3-16,2 0 5 16,-1 1-5-16,0-2 1 0,1 2 0 0,-1-4 5 15,0 1-6-15,4 0 1 0,-4-2-1 0,3 2-6 16,0 0-4-16,-1-1 6 0,-1 2 2 0,2-1 0 15,-2-2-4-15,-1-4 4 0,3 6 5 0,-2-2-4 16,-1 2 2-16,1-2-9 0,3 2 12 0,-4-4-4 16,1 4-3-16,-1-1 0 0,0-6 2 0,0 2 1 15,0-3 0-15,3 0 1 0,-2 0-1 0,-1-2-2 0,0 0 3 0,1-3-5 16,-2 1-7-16,1 0-13 0,0-5-44 0,-5 1-192 16,5-1-279-16,-17-6 124 0</inkml:trace>
  <inkml:trace contextRef="#ctx0" brushRef="#br0" timeOffset="140064.79">7329 10546 8 0,'0'0'129'16,"-1"-3"-17"-16,1 3-9 0,0 0-10 0,0 0-4 15,0 0-10-15,0 0-17 0,0 0 0 0,0 0-8 16,0 0-6-16,0 0-6 0,0 0-6 0,0 0 4 15,0 0-12-15,0 0 0 0,0 0 0 0,0 0-4 0,0 15-4 0,0-10-7 16,0 6 5-16,-4-5-3 0,4 8 0 0,-4 2-4 16,3 0 3-16,-2 2 6 0,-1 7-2 0,1 1 0 15,0 3 2-15,-4-1 3 0,4 1-4 0,-1 2-3 16,2 0-1-16,-1 3-1 0,0-1 7 0,2 0-8 16,-3 1-2-16,6 0 2 0,-4 2-3 0,4-2-1 0,-4-1 3 15,2 0-6-15,0 0 1 0,2 1-5 0,-4 0 5 0,0 0-3 16,0-2 0-16,1 1-5 0,-1-1 10 0,-1-1-6 15,2-2 1-15,1 0-2 0,1-5-3 0,-1 1 1 32,3-7 3-32,-6 0-4 0,7-2 2 0,-3-1 2 0,-1-5-5 0,0 2 1 0,1-3 1 0,1 0-1 31,-1-1-3-31,2-3 9 0,-3 2 10 0,0-1 3 0,2-2 2 0,-2 0-4 16,0 2 8-16,0-3-8 0,0 0 2 0,0-3 2 15,1 5-1-15,-1-1-4 0,0-4 1 0,0 5 2 16,0-5 1-16,2 5-4 0,-2-5 5 0,0 7-5 15,2-6 0-15,-2 3-4 0,0-4 5 0,0 7-1 16,0-3-5-16,0-4 4 0,-1 7-2 0,0-4 0 16,-1 1 2-16,2 1-2 0,-1-1-2 0,2 0 0 15,-1-4-3-15,-1 4-7 0,1-4 6 0,0 5-1 0,0-5 1 0,0 0-6 16,-2 6 2-16,2-6 5 0,0 2-2 0,0-2 6 16,0 0 12-16,0 0-9 0,2 3 7 0,-2-3 6 15,0 0 1-15,0 0 5 0,0 0 5 0,0 0-2 16,0 0 1-16,0 0 2 15,0 0 8-15,0 0-7 0,0 0 0 16,0 0-2-16,0 0-3 0,0 5-5 0,0-5-1 16,0 0-4-16,0 0-1 0,0 0-2 0,0 0-2 15,0 0-2-15,0 0-9 0,0 0-17 0,0 0-39 0,0 0-70 16,0 0-100-16,-4-13-157 0,3 6-404 0,-2 0 179 16</inkml:trace>
  <inkml:trace contextRef="#ctx0" brushRef="#br0" timeOffset="141267.51">2767 10818 8 0,'3'-11'208'15,"-1"2"-8"-15,1 1-19 0,-3 4-21 0,1-1-20 16,-1 0-14-16,4 3-25 0,-4 2-17 0,0 0-3 15,0 0-13-15,6 16-4 0,-3 1-16 0,1 10 1 0,-3 2-2 16,3 5-3-16,-4 15-1 0,0-3-11 0,1-1 11 16,2 2-11-16,-3-12 2 0,0-3-5 0,-3 4-1 15,6-5-8-15,-2 1 2 0,-1-5 0 0,3 1-4 0,-2-4 0 16,4-6 0-16,-4-1-7 0,3-5 6 16,-4-3-4-16,3 2-3 0,-2-5 3 0,-1 0-1 15,0 0-1-15,0-1 0 16,3-2 1-16,-3 0 6 0,0-3 9 0,-3 6 1 15,3-6 6-15,0 0-12 0,0 0 2 0,0 0-29 16,0 0-35-16,-9-14-42 0,3 5-29 0,-2-2-49 16,-1-3-146-16,1-2-331 0,2-4 147 0</inkml:trace>
  <inkml:trace contextRef="#ctx0" brushRef="#br0" timeOffset="141467.79">2679 10839 55 0,'-1'-3'220'0,"1"3"-8"16,0-4-12-16,0 4-14 0,-1-6-18 0,3 2-21 15,3 1-11-15,5-2-15 0,2 1-14 0,8-4-13 0,11-1-12 0,2 5-10 16,3-2-16-16,0 1-19 0,0 3-17 0,-1 0-14 16,-3 4-28-16,0 1-22 0,-10 1-18 0,-3 1-29 15,3-3-33-15,-7 6-139 0,-3-1-285 0,-3-2 127 16</inkml:trace>
  <inkml:trace contextRef="#ctx0" brushRef="#br0" timeOffset="141699.54">2743 11223 124 0,'0'0'220'0,"-2"2"-23"16,2-2-8-16,0 0-13 0,0 0-15 0,20-6-15 0,-1 4-10 16,12-1-16-16,1-2-7 0,1-2-12 15,4 2-12-15,-3 2-25 0,1-1-25 0,-4 1-30 16,-2-1-28-16,0 4-33 0,-8-3-42 0,-4 3-54 16,-6 0-115-16,-3 0-282 0,-2 0 124 0</inkml:trace>
  <inkml:trace contextRef="#ctx0" brushRef="#br0" timeOffset="142506.17">3664 10972 157 0,'4'-3'172'0,"0"1"-22"0,-3-2-12 16,3 1-7-16,0 0-14 0,1 1-14 0,3 2-12 16,-8 0-8-16,14 0-10 0,-6 2-9 0,-1 1-11 15,3 0-9-15,-1 3 4 16,3 3-9-16,-3 2-2 0,0 3-9 0,1 1-3 15,-4 2-10-15,-1 0 14 0,-2 3-5 0,0 5-7 16,-2 0 1-16,-4-7-2 0,1 2-2 0,-2-1-1 16,-1-1 2-16,-1-1-4 0,2-5-4 0,0-3 1 15,-1 2 2-15,1-2-1 0,1-4-8 0,1 0 11 16,0-1 6-16,1 2 18 0,-2-4 17 0,2 1 26 16,1-3 26-16,-3 4 23 0,3-4 12 0,0 0-9 0,0 0-14 0,0 0-13 15,6-12-12-15,0 4-7 0,2-6-9 0,4-1-8 16,-1-1 5-16,0 1-17 0,7-9-8 0,-4 6-5 15,4-4-8-15,-9 7-2 0,5 2-2 0,-5-1-2 16,-4 4-5-16,3 1-1 0,-2 1-5 0,-2 1-1 16,0 4 0-16,0-1-8 0,-3-2 0 0,2 2-8 15,-2 4-16 1,-1 0-12-16,0 0 4 0,0 0-3 0,0 0 1 16,9 9 4-16,-5-3 0 0,-2 3 4 0,2 1 2 0,-1 2-2 15,-1 0-3-15,3 2-5 0,-1-1 1 0,5 2 0 16,-3-1-1-16,0-2-20 0,-3-2-20 0,3 3-8 15,-1-3-21-15,2 1-19 0,-4-3-26 16,2 0-28-16,-1-2-69 0,0-2-134 0,1 0-399 0,-3-3 177 16</inkml:trace>
  <inkml:trace contextRef="#ctx0" brushRef="#br0" timeOffset="142738.04">4155 10947 108 0,'8'8'108'0,"4"2"-2"15,-1 3-6-15,-1 2-5 0,3 3-15 0,-2 3 4 16,1 4-8-16,-1 1-3 0,-6-2-16 0,-1 4 0 16,-4 0-6-16,-2 2-6 0,-4-5 0 0,-6 4-10 15,-1-3 7-15,-5 2-12 16,-1-5-6-16,-3 0-33 0,-2-3-41 0,-7-2-144 15,3-1-208-15,0-2 93 0</inkml:trace>
  <inkml:trace contextRef="#ctx0" brushRef="#br0" timeOffset="143053.34">3645 10783 144 0,'0'0'143'0,"0"0"-18"0,0 0-16 0,-13 7-5 16,3 4-6-16,0 6 3 0,-8 8-10 15,1 6-9-15,-6 13-1 0,1 6-10 0,2-1-1 0,4 1-3 16,2-3-10-16,5-13-5 0,5 15-10 0,4-16 5 16,5 1-3-16,5-1-5 0,3-4-1 0,5 0-1 0,6-1-1 15,17 6-5-15,5-8 0 16,9-1-36-16,2-8-58 0,-2-2-216 0,8-8-302 0,-3-2 134 0</inkml:trace>
  <inkml:trace contextRef="#ctx0" brushRef="#br0" timeOffset="143704.04">6118 10713 68 0,'0'-12'255'0,"0"4"-11"0,0-2-11 0,0 4 0 15,-3-2-12-15,6 4-20 0,-3 0-21 0,0 0-22 0,0 4-19 16,-3-5-19-16,3 5-15 0,0 0-15 0,0 0-6 15,4 13-9-15,-2-2-11 0,1 6-2 0,1 2-7 0,-1 7-4 16,0 0-6-16,1 3-4 0,-1 0-3 0,-1-2-4 0,3 3-13 16,-2-1-21-16,-2-3-10 0,-1 0-13 0,1 0-16 15,-2-7-11-15,1 1-24 0,-2-2-18 16,-2-1-24 0,1-5-29-16,1 0-61 0,1 0-138 0,-2-3-373 15,2-2 166-15</inkml:trace>
  <inkml:trace contextRef="#ctx0" brushRef="#br0" timeOffset="143978.67">5853 11162 142 0,'-2'0'228'15,"2"0"1"-15,-7 2-10 0,2-1-13 0,5-1-16 16,0 0-8-16,0 0-22 0,0 0-16 0,0 0-17 15,0 0-15 1,41-9-8-16,-5 6-8 0,16-4-9 0,8 0-10 16,7 0-10-16,22-2-8 0,-29 5-5 0,-2-2-6 15,-8 0 0-15,-16 2-7 0,-2 2-5 0,-4-1-2 0,-6 2-6 16,-8 1-4-16,-1-1-9 0,-4 1-14 16,1-3-9-16,-5 3-14 0,-5 0-6 0,5 0 0 15,-5 0 5-15,0 0-17 0,-19 7-15 0,1-2-15 16,0 0-18-16,-10 2-19 0,6-2-23 0,3 1-30 0,-1 2-174 0,3-1-360 0,3-4 159 15</inkml:trace>
  <inkml:trace contextRef="#ctx0" brushRef="#br0" timeOffset="144371.94">6118 11272 4 0,'-4'-5'296'0,"4"5"-16"16,-3-3-19-16,3 3-19 0,0 0-25 0,0 0-24 0,0 0-20 15,0 0-21-15,0 0-18 0,0 0-15 0,0 0-14 16,0 0-10-16,0 0-14 0,-3 12-4 0,3-4-6 0,1 2-9 15,0 1-8-15,2 2-4 0,-3 1-8 0,6 1-5 16,-2 5-4-16,4-3-4 0,1-3-1 16,2 0-1-16,2-3-1 0,2 0-7 0,0-1-2 15,2-1 4-15,1-4-6 0,1 2 1 0,-1-1-4 16,1-3-3-16,-1 3-4 0,0-1-1 0,-5-1-6 16,-3-1 2-16,2 2-6 0,-2 1 0 0,-3 3-3 0,0-1 1 0,-1 2 0 0,-1 8-1 15,2 2 1-15,-4 6 3 0,-1 3-2 0,-1 1 0 16,-1 5 1-16,-1 2 5 0,-3 7-1 0,1-9-43 15,-2 0-31-15,3-2-47 0,-2 0-39 0,1-3-258 16,1-5-454-16,0-9 201 0</inkml:trace>
  <inkml:trace contextRef="#ctx0" brushRef="#br0" timeOffset="145786.97">7912 10679 33 0,'1'-11'234'0,"0"0"-3"16,-1 1-10-16,0 2-7 0,0 2-12 0,0 1-18 16,-1 0-18-16,2 1-17 0,1 2-21 0,-2 2-28 15,0-6-22-15,0 6-5 0,0 0-11 0,1 12-8 16,0-2-2-16,2 5-7 0,-2 5-5 0,4 7 0 0,-2 2-3 15,2-1-16-15,1 3-18 0,-1-2-18 0,3 1-17 0,-3-1-23 16,-1 0-16-16,-4 1-24 0,1-3-56 0,-2-3-174 16,-3-4-352-16,4-4 156 0</inkml:trace>
  <inkml:trace contextRef="#ctx0" brushRef="#br0" timeOffset="146028.74">7696 11178 65 0,'-8'1'220'0,"4"-1"2"16,4 0-1-16,-7 1-6 0,3-1-10 0,4 0-16 0,0 0-20 0,0 0-17 16,0 0-17-16,0 0-14 0,0 0-21 0,27-7-13 15,1 2-5-15,5-1-9 0,4 0-12 0,0 1-13 16,14-3-9-16,-14 4-7 0,3-1-13 0,-7-1-12 15,2 3-13-15,-15 0-19 0,-2 3-19 0,-4-3-26 16,-1 3-22-16,-6 0-8 0,0 0-9 0,-7 0-22 16,1 4-40-16,-1-4-115 0,-14 5-309 0,1-1 136 0</inkml:trace>
  <inkml:trace contextRef="#ctx0" brushRef="#br0" timeOffset="146413.84">7802 11301 97 0,'0'0'233'0,"0"0"-26"0,0 0-24 15,0 0-23-15,0 0-18 0,0 0-12 0,0 0-15 16,0 0-15-16,-4 6-6 0,4 1-13 0,0 2-13 0,-1 3 0 0,1 0-8 15,-3 5-8-15,3 2 3 0,0-4-11 16,3 2-5-16,1 0-3 0,-3-2 1 0,3-5-9 16,0 1 0-16,1-3 0 0,1 1-5 0,3-4-1 0,0-2-4 15,5 1 0-15,4-4-3 0,2-1-1 0,1-5-1 16,8 2-5-16,-11-2-3 0,3 2-2 16,-1 1 0-16,-7 1-1 15,-3 0-3-15,4 2-6 0,-5 0-4 0,0 2-1 16,1 0-1-16,-2 4-2 0,0 0 1 0,-2 5-2 0,0-2 10 15,-2 3 0-15,0 4-1 0,-3 1 0 16,-1 2 2-16,-1-2 3 0,-2 3-2 0,2-1 5 16,-3-1-5-16,-1 1-5 0,3-2-30 0,-1-4-29 0,1 0-41 15,-1-5-58-15,0-2-118 0,1 0-309 0,1-6 137 16</inkml:trace>
  <inkml:trace contextRef="#ctx0" brushRef="#br0" timeOffset="146677.43">8317 11163 28 0,'0'0'241'0,"0"0"-23"0,-1-5-16 16,1 5-19-16,7-5-19 0,5 0-21 0,-2 1-12 0,9-1-15 16,0 0-12-16,12-4-15 0,1 2-18 0,0 2-17 15,0-1-29-15,-1 2-35 0,-2 2-32 0,-9-2-50 16,-2 3-180-16,-5 1-292 0,-4-3 129 0</inkml:trace>
  <inkml:trace contextRef="#ctx0" brushRef="#br0" timeOffset="146893.04">8409 11035 21 0,'-3'-3'262'0,"3"3"-16"0,-1-3-26 16,1 3-21-16,-4-1-18 0,4 1-23 0,0 0-21 16,0 0-13-16,0 0-15 15,0 0-12-15,0 0-10 0,5 18-17 16,-1-6 1-16,0 3-6 0,0 5-9 0,1 5-5 15,0-1-9-15,-1 2-14 0,-3-2-9 0,4 1-16 0,2 1-29 16,-6-6-23-16,0-2-23 0,2-1-32 0,-3-1-55 16,0-4-147-16,0-1-332 0,1-4 147 0</inkml:trace>
  <inkml:trace contextRef="#ctx0" brushRef="#br0" timeOffset="147147.34">8990 10767 244 0,'2'-6'237'0,"-1"4"-20"0,0-2-26 16,-1 4-22-16,0 0-18 0,0 0-17 15,0 0-19-15,8 9-7 0,-6 0-10 0,1 8-15 16,-1 3-9-16,1 6 4 0,0 5-12 0,0-1-5 0,-1 3-6 0,-2 0-5 0,2-2-4 15,-2-2-22-15,4-1-15 0,-6-1-14 16,2-8-17-16,0 1-16 0,0-3-19 0,-3-3-20 16,0 0-23-16,2-2-45 0,-5-4-150 0,3 3-319 15,-2-7 142-15</inkml:trace>
  <inkml:trace contextRef="#ctx0" brushRef="#br0" timeOffset="147378.84">8822 11292 60 0,'-3'1'231'16,"-1"1"13"-16,4-2 0 0,0 0-6 0,-3 3-11 15,3-3-13-15,0 0-12 0,0 0-30 0,0 0-18 16,21-5-15-16,-2 1-16 0,9-4-9 0,3 2-5 16,1-1-21-16,-1-1-6 15,2 0-8-15,-4-1-14 0,-2 4-14 0,-5-2-15 16,-3 5-16-16,0-4-10 0,-7 2-17 0,-2 2-20 15,-1 2-29-15,-4-3-29 0,-5 3-17 0,0 0-18 16,0 0-23-16,0 0-29 0,-27 3-177 0,11 2-383 16,-4-1 170-16</inkml:trace>
  <inkml:trace contextRef="#ctx0" brushRef="#br0" timeOffset="147647.87">9049 11400 150 0,'5'3'185'0,"4"2"-8"0,-3 2-17 15,2 0-11-15,0 5-17 0,2-4-4 16,-1 5-13-16,-1 4-3 0,-3-2-8 0,1 2-9 0,-6 1-3 16,0 3-5-16,0-2-5 0,-5-1-6 0,3-1-3 15,-1-5-3-15,-1 0-7 0,3-3 4 0,0-2 4 16,1-1 3-16,0 1 20 0,0-4 9 15,-3 1 15-15,3-1 10 0,0-3-9 0,8 2-15 0,3-6-13 16,11-3-30-16,13-5-44 0,16-2-65 0,2 0-85 0,2 1-123 16,-1-3-188-16,0 2-480 0,-2-1 213 0</inkml:trace>
  <inkml:trace contextRef="#ctx0" brushRef="#br0" timeOffset="148465.97">10621 10746 118 0,'1'-13'234'0,"2"5"-8"16,-2 0-10-16,-1 2-13 0,0 2-18 0,1-3-20 16,-1 3-16-16,3 1-26 0,-3 3-8 0,1-4-16 15,-1 4-12-15,0 0-9 0,7 18-7 0,-4-7-3 16,0 3-6-16,2 11-9 0,-1 1-11 0,-3 2-17 0,-1 0-10 0,3 4-23 16,-3-2-21-16,-3 3-22 0,2 0-25 0,-2-5-36 15,-2 2-65-15,1-5-137 0,-6-2-340 0,5-6 151 16</inkml:trace>
  <inkml:trace contextRef="#ctx0" brushRef="#br0" timeOffset="148733.67">10369 11289 84 0,'-5'0'181'0,"0"1"3"0,5-1 0 0,-7 2-11 16,7-2-15-16,0 0-13 0,0 0-13 0,0 0-17 0,26-2-12 0,2-2-6 16,7-1-12-16,3-3-6 0,18 2-12 0,-1-4-3 15,3 3-10-15,-8-3-5 0,1 1-7 0,-13 4-10 16,-1-4-5-16,-5 4-10 0,-3-3-9 0,-8 4-2 16,-3 1-3-16,-5 3-13 0,-2-1-15 0,-5-2-26 15,-1 3-12-15,-5 0-22 0,0 0-23 0,0 0-23 16,-17 4-139-16,3-1-292 0,-4-1 130 0</inkml:trace>
  <inkml:trace contextRef="#ctx0" brushRef="#br0" timeOffset="149135.81">10634 11405 195 0,'0'0'211'0,"0"0"-19"16,0 0-25-16,0 0-22 0,-8 0-13 16,8 0-16-16,0 9-8 0,0-4-12 0,1 3-8 0,-2 4-7 15,2 2-6-15,-1 2-9 0,0 2-9 16,0 2-1-16,3-1-7 0,-3 1-3 0,1-1-3 0,2-2-7 0,-2-1-4 0,3-5 1 15,1 1-7 1,-1-1-1-16,1-2 0 0,1-3-1 0,2 2-3 16,2-4-1-16,3 1-2 0,1-2-1 0,3-3-3 0,-2 0 0 15,-2 0 2-15,4-3 2 0,-4 1-1 0,0 0-3 16,-4 1-4-16,0 2 4 0,0-1-7 0,0 4 0 16,-4-1-1-16,0-1-2 0,0 4 0 0,3 2 0 15,-2 1-1-15,-2 2 2 0,0 1-1 0,0 4 1 16,0 0-1-16,-1 1 1 0,0-1-3 0,3 1 0 15,-3-5-8-15,-2 4-18 0,-1-4-32 0,3 1-23 16,-2-5-21-16,2 1-52 0,-3-4-175 0,2-2-355 0,1-3 157 0</inkml:trace>
  <inkml:trace contextRef="#ctx0" brushRef="#br0" timeOffset="149397.96">11271 11252 8 0,'-1'-2'248'0,"1"2"-22"0,0-4-21 0,0 4-20 0,4-7-18 0,1 3-16 16,4-1-18-16,4 1-14 0,7-4-10 0,9 2-13 15,3-2-6-15,4 1-23 0,-4 0-21 0,0 2-21 16,0 0-35-16,-9 4-29 0,-1-3-52 0,-4 1-65 16,-4-1-108-16,-3 1-285 0,-1-1 127 0</inkml:trace>
  <inkml:trace contextRef="#ctx0" brushRef="#br0" timeOffset="149598.54">11359 11139 234 0,'-7'0'217'16,"7"0"-25"-16,0 0-22 15,0 0-18-15,0 0-17 0,0 7-15 0,0-2-12 16,2 2-15-16,0 3-7 0,0 1-8 0,1 2-9 16,1 3-5-16,1 1-6 0,-2 1-6 0,1 1-3 15,1 0-17-15,-1-2-17 0,1 3-21 0,-1-3-32 16,1 1-27-16,-2-3-49 0,-2-2-170 0,2-2-307 15,-1-5 136-15</inkml:trace>
  <inkml:trace contextRef="#ctx0" brushRef="#br0" timeOffset="149851.99">11923 10885 252 0,'1'-3'259'0,"-1"0"-26"16,0 1-26-16,0 2-20 0,4-6-26 0,-4 6-24 0,0 0-11 15,0 0-16-15,0 9-12 0,0 3-9 0,3 0-9 16,-3 6-9-16,2 7-7 0,-2 0-8 0,0 4-5 16,3-2-5-16,-2-3-12 0,-1 4-18 0,3-3-15 15,-2-5-29-15,-1-1-30 0,-1-1-17 0,2-1-26 0,-2-2-46 16,-2-3-165-16,-1-1-337 0,4-2 149 0</inkml:trace>
  <inkml:trace contextRef="#ctx0" brushRef="#br0" timeOffset="150067.81">11701 11367 160 0,'-3'2'290'0,"3"-2"-11"15,-5 2-19-15,5-2-25 0,0 0-23 0,0 0-24 16,19-7-19-16,-1 3-17 0,4-3-19 0,8 0-10 16,4-2-14-16,0 1-18 15,3 0-19-15,3 1-13 0,-7 0-21 0,3 1-15 16,-8 0-21-16,-6 3-24 0,-10 0-29 0,2 3-36 16,-5-3-35-16,-3 3-36 0,-4-1-202 0,-2 1-389 15,0 0 173-15</inkml:trace>
  <inkml:trace contextRef="#ctx0" brushRef="#br0" timeOffset="150352.53">11955 11555 133 0,'4'5'162'0,"-3"0"-12"0,5 3-4 16,-3 3-11-16,0 1-6 0,-3-1-9 0,-3 6-11 16,0 1-8-16,0 0-10 0,-4 1-13 0,2-2-2 15,1 0-9-15,-1-5-9 0,3-2-1 0,-1-1-14 16,-1-2-1-16,3-1 2 0,0 1-6 0,-2-3 7 16,3-3 11-16,0-1 4 0,5 3-5 0,6-6-8 15,5-2-9-15,10-5-35 0,4-2-45 0,3-3-74 0,-2-2-206 0,2 3-347 16,1-10 154-16</inkml:trace>
  <inkml:trace contextRef="#ctx0" brushRef="#br0" timeOffset="150585.65">12343 11235 173 0,'0'0'244'0,"0"0"-22"0,0 0-23 0,0 0-21 0,0 0-18 16,26-9-18-16,-9 2-14 0,2 5-13 0,9-6-15 16,-1 0-25-16,3 4-32 0,-1-4-35 15,0 2-52-15,-9 2-69 0,-2-4-159 0,-2 0-295 0,-6 2 131 16</inkml:trace>
  <inkml:trace contextRef="#ctx0" brushRef="#br0" timeOffset="150776.53">12419 11064 228 0,'0'0'225'0,"0"0"-26"0,0 0-24 0,0 0-20 0,-7 3-17 16,7 1-14-1,2 3-14-15,-1 0-12 0,0 4-5 16,3 3-5-16,0 3-10 0,1 2-7 0,3 6-4 0,-3 0-27 0,0-2-34 0,-1-2-35 16,1 4-38-16,-1-5-77 0,1-4-133 0,-4 1-298 15,1-6 132-15</inkml:trace>
  <inkml:trace contextRef="#ctx0" brushRef="#br0" timeOffset="151088.43">12880 10875 118 0,'0'-7'262'0,"0"1"-14"16,1 4-14-16,1-3-23 0,-1 1-17 0,-1 4-26 0,0 0-21 16,1-3-24-16,-1 3-14 0,0 0-7 0,5 12-15 15,-2-4-12-15,1 9-5 0,-2 4-8 0,3 7-7 0,-2 2-4 16,1 2-5-16,3 2-12 0,-2 12-1 0,-1-12-7 0,0 1-21 16,-1-1-27-16,-1-3-32 0,2 1-29 15,-4-2-40-15,0-4-59 0,-5-6-151 0,4-3-361 0,-2-5 160 16</inkml:trace>
  <inkml:trace contextRef="#ctx0" brushRef="#br0" timeOffset="151371.69">12673 11465 56 0,'-2'0'312'15,"2"0"-5"-15,0 0-16 0,-8 0-25 0,8 0-29 16,0 0-26-16,10-11-22 0,8 3-23 0,10-3-29 16,8-2-29-16,15-1-27 0,5 2-21 0,-7-1-21 15,3-1-21-15,2 7-16 0,-2-2-10 0,-15 3-9 0,-1-1-17 0,-3 2-14 16,-5 0-12-16,-7 4-12 0,-10 1-27 0,1-4-32 15,-6 3-45-15,-3 0-131 0,-3 1-330 0,0 0 146 16</inkml:trace>
  <inkml:trace contextRef="#ctx0" brushRef="#br0" timeOffset="151739.97">12883 11509 9 0,'0'0'243'0,"0"0"-26"0,-2 5-25 0,2-5-22 16,-1 7-14-16,1 1-18 0,0-1-12 0,-2 4-9 15,0 2-16-15,1-1-5 0,2 2-13 0,-1 3-5 16,3-1-9-16,-2 0-4 0,2 1-8 0,4-2-8 15,0-2-2-15,2 0-2 0,-2-3-4 0,5-3 1 16,3 2-9-16,0-3 2 0,2-2-6 0,5-1-1 0,-2-1-2 16,-2-2-4-16,3-2 1 0,-2 1 4 0,-8 0-1 15,0 0 1-15,-1-1-1 0,-3 2-6 0,0 0-4 0,-1 3-4 32,2-1 2-32,-4 5-6 0,-1 2 1 0,1 2 1 15,0 6-4-15,-4 9 1 0,-2 1 2 0,-1 2 3 16,-5 5-8-16,-3-2-23 0,-2 2-41 0,-6 9-58 15,3-12-76-15,-4-2-170 0,1-2-393 0,1-1 174 0</inkml:trace>
  <inkml:trace contextRef="#ctx0" brushRef="#br0" timeOffset="152391.81">10571 12912 102 0,'-4'-1'258'0,"4"1"-10"0,0 0-12 0,0 0-11 16,-8-3-13-16,8 3-21 0,0 0-18 0,-1-3-18 0,1 3-20 15,0 0-20-15,14-4-28 0,-1 1-31 0,5-1-39 32,1 3-45-32,4-1-45 0,8-1-63 0,-2 3-194 15,-8-2-356-15,2-1 159 0</inkml:trace>
  <inkml:trace contextRef="#ctx0" brushRef="#br0" timeOffset="152558.57">10631 13072 43 0,'-5'4'156'0,"1"-1"4"0,0 0-7 0,0-1 11 16,4-2-7-16,-6 3-6 0,6-3-12 0,0 0-13 16,0 0-13-16,0 0-12 0,33-3-14 0,-6-1-21 15,4-1-35-15,0 0-33 0,5 0-36 0,4-2-43 0,-3 2-174 16,2-2-276-16,-3 4 124 0</inkml:trace>
  <inkml:trace contextRef="#ctx0" brushRef="#br0" timeOffset="152759.24">11533 12746 79 0,'0'0'212'15,"0"0"-26"-15,0 0-22 0,0 0-16 0,0 0-16 16,-2 12-19-16,2-5-11 0,0 3-8 0,0 7-11 15,2 2-5-15,1 7-8 0,3-1-2 0,1 0-9 0,0 4-15 0,1 4-40 16,1 2-30-16,1-3-41 0,-1 2-191 0,-4-4-278 16,0-5 123-16</inkml:trace>
  <inkml:trace contextRef="#ctx0" brushRef="#br0" timeOffset="161366.17">16605 8702 102 0,'1'-7'151'15,"-3"-1"-7"-15,3-1-7 0,-2-3-2 0,1 0 1 16,0 3-11-16,0-4 4 0,-2 1-5 0,2 2-3 16,0-1-3-16,0 4-3 0,-1 0-5 0,1 1-9 0,1 1-10 0,-1 0-10 15,-1 1-12-15,1 4-12 0,0 0-23 0,0 0-1 16,0 0-7-16,0 0-3 0,5 21-6 0,-2 3 0 16,-1 5-5-16,2 7 0 0,2 10-2 0,-2 1-1 15,0 1-4-15,-1 0 1 0,-1-1 0 0,2-1-1 16,-3-10-2-16,3-2 3 0,1 2-2 0,0 10 2 15,-1-12-1 1,0-3 2-16,0-2-2 0,0-4 1 0,-3-6 7 0,0-1-8 16,2-2-1-16,-2-7 2 0,-1 3-2 0,0-6 0 15,3 1 2-15,-3-3 17 0,0 1 19 0,0-2 15 16,1 2 15-16,-1-5 8 0,-1 4 9 0,1-4-4 0,0 0-8 16,0 0-11-16,0 0-8 0,0 0-10 0,-7-17-12 15,6 6-23-15,1 0-26 0,-4-5-24 0,4-1-19 16,-1-3-32-16,-3 2-27 0,4-2-30 0,1-6-47 0,-1-1-216 15,3-1-441-15,-2 2 195 0</inkml:trace>
  <inkml:trace contextRef="#ctx0" brushRef="#br0" timeOffset="161668.81">16610 8553 77 0,'-3'-5'176'0,"1"2"-15"0,-1 1-4 0,3 2-6 15,-4-5-3-15,2 3-10 0,2 2-7 0,-1-5-1 16,1 5-10-16,0 0-14 0,0 0-9 0,0 0-12 16,0 0-10-16,5-3-6 0,-5 3-9 0,25 0-8 15,-5 1-3-15,14-1-5 16,4 2-3-16,15-2-5 0,-1 0-4 0,3 0-1 16,-1 2-3-16,-16 1-2 0,1-2-3 15,-4 2-5-15,-2-3-3 0,-6 5-2 0,-6-4 0 16,-7-1-24-16,-4 1-18 0,0 0-12 0,-3 1-4 0,-1 0-5 15,-5 0 14-15,-1-2 1 0,-10 4-2 0,1 0 4 0,-6 2 0 16,-6 0 2-16,-2-3-4 0,3 2-7 0,-1-1-14 16,0 1-9-16,2 0-20 0,-1 0-22 0,3 2-35 15,1-2-90-15,2 0-251 0,4-1 111 0</inkml:trace>
  <inkml:trace contextRef="#ctx0" brushRef="#br0" timeOffset="161998.69">16684 8975 2 0,'-5'3'197'0,"5"-3"-15"0,0 0-10 0,0 0-15 16,0 0-15-16,0 0-10 0,0 0-8 0,0 0-18 16,19 0-8-16,2-2-8 0,7-3-9 0,1 3-7 15,3-2-10-15,5 3-4 0,0-2-2 0,-1-2-6 16,-1 1-2-16,-6 3-2 0,-6-1-3 0,-5 0-8 16,-2 2-4-16,-3 0-2 0,-4-3 0 0,-2 3-7 0,-1-1-4 0,-6 1-2 15,10 0-2-15,-10 0-2 0,0 0-1 0,0 0-5 16,0 0-9-16,0 0-17 0,0 0-26 0,0 0-24 15,-27 4-31-15,18-2-51 0,-2-2-151 0,6 0-324 16,1 2 144-16</inkml:trace>
  <inkml:trace contextRef="#ctx0" brushRef="#br0" timeOffset="162737.73">17696 8760 5 0,'4'-2'166'0,"-4"2"-16"16,8-2-15-16,-1-1-12 0,-3 3-9 0,-4 0-11 15,14 3-12-15,-5 0-9 0,0 1-10 0,0 1-6 16,0 5-2-16,5 1-13 0,-5 1-4 0,0 2-6 16,0 2-7-16,-3-2-1 0,-2 3-3 0,0 0-2 0,-4 0-5 0,0 1 5 15,-4 0-6-15,0-1-3 0,-3 2 3 0,-2-1 3 16,-7 3 10-16,10-4-2 0,-7-2-2 0,-1-1 2 15,0-3-3-15,5-3 5 0,1 1-1 0,0-4 2 16,1 2-1-16,2-3 3 0,1-2 13 0,0 2 8 16,0 0 14-16,1-2 21 0,3-2 19 0,-5 2 18 15,5-2 13-15,0 0-15 16,0 0-11-16,0 0-16 0,6-12-8 0,2 3-13 16,1 1-6-16,3-5-5 0,5 0-10 0,2-5-9 15,-1-1-3-15,5 0-3 0,-4 0 2 0,-1 2-17 16,-3 0 0-16,1 2 0 0,-1 1-5 0,-2 2-4 15,0-1 0-15,-4 4-2 0,-3 0-4 0,2 3-1 16,-1 0-2-16,-3 1-2 0,-1 1-2 0,1 0 1 16,-2 2-2-16,-1-3-5 0,3 2-2 0,-4 3-11 0,4-4-20 0,-4 4-22 15,0 0 6-15,0 0 7 0,6 9 5 0,-4-2 1 16,0-2 4-16,2 5-1 0,0-1 6 0,-2 4-1 16,5-1-6-16,-2 2-3 0,1-1-4 0,3 1-4 15,-1-4-16-15,2 3-24 0,-5-2-22 0,3-2-24 16,-3 1-38-16,3-2-54 0,-2-3-192 15,-2 0-448-15,0-1 199 0</inkml:trace>
  <inkml:trace contextRef="#ctx0" brushRef="#br0" timeOffset="163016.09">18122 8724 75 0,'2'-3'195'16,"3"1"-19"-16,3 0-23 0,-3 0-14 0,4 2-23 15,0 4-8-15,2 1-5 0,6 2-17 16,-2 4-4-16,2 3-4 0,2 5-10 0,2 3 1 0,-6 0-8 16,-2 3-8-1,1 0 0-15,-6 2-7 0,-3 0-2 0,-4 2-5 16,-5 2-4-16,-6-2-4 0,-4-2-3 0,-4 2 0 15,-6 0-2-15,-6-2-2 0,-7 3-10 0,3-9-21 16,-11 3-32-16,9-8-20 0,-10 4-37 0,9-8-193 16,0-6-311-16,-15 2 138 0</inkml:trace>
  <inkml:trace contextRef="#ctx0" brushRef="#br0" timeOffset="163354.41">17536 8591 101 0,'-20'24'129'0,"-6"3"-5"16,-5 10-14-16,-1 4-9 0,0-1-6 0,1-1-7 15,0 2-10-15,12-9 3 0,2-1-20 0,2 1-2 16,1-2 3-16,4 2-16 0,4-4 5 0,4 0-8 16,4 0-2-16,4-3-4 0,4 1-3 15,6-5-2-15,6 1-1 0,9-3-2 0,4-2-3 0,20 4 0 16,3-1-11-16,5-7-21 0,0 0-42 0,-3-5-77 0,2 0-96 15,-4-2-238-15,-1-3 106 0</inkml:trace>
  <inkml:trace contextRef="#ctx0" brushRef="#br0" timeOffset="163830.01">19037 8970 144 0,'0'0'292'0,"0"0"-11"16,-3-4-19-16,3 4-18 0,0 0-18 0,0 0-23 15,0-2-24-15,0 2-17 0,5-6-22 0,3 5-38 16,6-3-39-16,5 3-36 0,8-2-38 0,7 3-46 16,-2 0-49-16,-1-2-71 0,0 2-152 0,-6 0-357 15,-6-3 157-15</inkml:trace>
  <inkml:trace contextRef="#ctx0" brushRef="#br0" timeOffset="163968.29">18966 9186 53 0,'-6'3'137'0,"0"0"-12"0,4-1 19 0,2-2 1 16,12 7-12-16,6-5-10 0,14 1-28 15,7-1-38-15,19-1-92 0,-5-4-129 16,2 3-175-16,-15-3 77 0</inkml:trace>
  <inkml:trace contextRef="#ctx0" brushRef="#br0" timeOffset="166308.91">20376 8104 34 0,'-3'-4'72'0,"3"4"-7"0,0-4-6 16,0 4 3-16,0-6-5 0,0 6-8 0,0-6 1 15,-1 4-6-15,1 2-2 0,0-7 0 0,0 3 1 16,0 4-6-16,-3-6-9 0,2 2-1 0,1 4-2 15,0-5 2-15,-1 1-1 0,-2 1 5 0,2-1 2 16,1 4 7-16,-4-6-3 0,4 2-10 0,-2 1 1 0,2 3-3 0,0-5-1 16,0 5-3-16,-2-5-1 0,2 5 3 0,-2-7-4 15,-1 6 7-15,3 1 6 0,-1-4 3 0,1 4 7 16,-6-3-5-16,4 2 2 0,2 1-3 0,-4-6-4 16,4 6 6-16,-3-3-4 0,3 3-1 0,-2-3 3 15,2 3-2-15,0 0-8 0,0 0-6 0,0 0-13 16,0 0-12-16,0 0-5 15,0 0 3-15,-2 12-1 0,4-4-1 0,-2 5 14 16,0 7-7-16,2 8 0 0,0 4 1 0,2 17-1 16,-1 3 5-16,3 7 4 0,4 32 7 0,0 0 3 15,3 3-1-15,-4-5-4 0,0 3 3 0,0-7-3 16,6-2-3-16,-7 0 1 0,4-2 1 0,-1 3 4 16,-5-1-4-16,-2-21-2 0,-1 23 1 0,-6-3 1 15,1-25 2-15,-2 2-9 0,-4 1 0 0,-3-1-1 0,-3 23-2 0,1-29 7 16,-1 3-1-16,-3-1 1 0,-2-3-1 0,1-4-2 15,0-2 2-15,4-13-1 0,0-1-5 0,1-2 0 16,1-1 3-16,-4-4-1 0,5-2 2 0,-3-2-1 16,1-6 1-16,4-1 3 0,-1-4-3 0,2 0 1 15,2-3 0-15,-1 1 0 0,1-4-4 0,-2-1 6 0,3-1-4 16,1 0 4-16,4-2 1 0,-9-4 9 0,4-1 1 0,2-2-6 16,1 0 5-16,1-3-2 0,1 1-2 0,1-2-2 15,4 2-4-15,-1 1-2 0,1-1 5 0,0 1-3 16,-1 1-1-16,1 2 2 0,-1 1-5 0,4 0 0 15,-3 3-4-15,0-1 0 0,-5 2-1 0,15 7-2 16,-5 0 3-16,2 7-5 0,1 2 1 0,0 9 2 16,-6 5-2-16,9 13-4 15,-10-8 3-15,0 18 5 0,-2 2-4 0,0 3 3 16,-8 27-3-16,0-3 7 0,-1-22-3 0,-5 29 0 16,3-9-3-16,0-26 2 0,2 5-3 0,1-3 1 15,-2-4 1-15,4 4 4 0,-2-4-5 0,4 4 5 16,0 0 2-16,3-4-4 0,-2 2 8 0,2 3 1 15,1-5 1-15,-2 0 5 0,2-1-4 0,4-1 1 16,2-2 0-16,4-2 1 0,1-12-2 0,12 6 5 0,1 0-7 0,4-3-3 16,12-7 3-16,5-3-11 0,5 0-20 0,6-9-32 15,35 1-46-15,-7-15-55 0,-20-4-154 0,26-14-335 16,-7-7 148-16</inkml:trace>
  <inkml:trace contextRef="#ctx0" brushRef="#br0" timeOffset="167311.64">21808 8238 61 0,'-4'-1'90'0,"4"1"-6"0,0 0-10 16,-9 0-8-16,9 0-8 0,-10 3-2 0,1-3-8 15,3 5 0-15,-3-2 0 0,0 3 0 0,-5 3 3 16,0 3-8-16,0-1-1 16,-3 4-6-16,-1 6-2 0,3-1-3 0,-3 6-1 15,0 1-1-15,3 2-2 0,0-2-1 0,2 3-2 16,-1 0 0-16,5 2-1 0,0-1-1 0,0-4 0 15,3 4-1-15,0 1-9 0,5-4 8 0,1-1-3 16,0-3-5-16,4 1 2 0,3-6 6 0,-1 0 13 16,0-1-1-16,2-2 0 0,0 1 2 0,4-3 15 15,-3-5 9-15,5 2 14 0,2-3 11 0,1 1 3 0,4-3 2 0,-1-2-2 16,12-3-1-16,-1-1 2 0,0-4 3 0,-1-2 0 16,0-4 0-16,-1 0 0 0,-1-5 0 0,-2-2-13 15,-1-2-7-15,1-4-5 0,-6-5-9 0,-2 1-3 16,-2-3-9-16,-4-3-6 0,-3 1-3 0,-5-2-6 15,-1-12-7-15,-5 13-1 0,-3-1-5 0,-6 1-3 16,-5 4-8-16,1 2-5 0,-4 2-9 0,-4 4-16 0,-5 3-15 16,-4 2-13-16,-4 7-13 0,2 1-14 0,-2 4-16 0,-4 0-17 15,3 3-23-15,1 1-38 0,7 2-208 0,5 1-413 16,11 1 183-16</inkml:trace>
  <inkml:trace contextRef="#ctx0" brushRef="#br0" timeOffset="170185.67">23894 8341 16 0,'2'-6'176'0,"-2"1"-11"0,2-1-3 0,0 0-14 16,1 1-14-16,0 0-11 0,0 0-8 0,-1 1-12 15,2 2-15-15,0-2-9 0,1 0-6 16,1 1-8-16,-1 3-9 0,-5 0-11 0,14 0-3 15,-7 0 3-15,1 3-11 0,-2 2-5 0,3 2-3 16,0 3-5-16,1 6-1 0,-3-1 0 0,0 4-2 0,-1 6-5 16,0 1 2-16,-5 1-8 0,3 2 4 0,-8 0-2 15,3 0 2-15,-3 0-4 0,-5-2-1 0,3 1-2 0,-1-2 4 16,-3-1 0-16,3-1-2 0,-1-6 0 0,-1 0-3 16,4-3-1-16,-2 0 0 0,1-5 1 0,1 1 1 15,1-2-1-15,-1-4-1 16,3 0 3-16,-1 1-1 0,0-4 27 0,1 2 23 15,2-4 24-15,-2 5 27 0,2-5 25 0,-2 6 16 16,2-6-13-16,0 0-13 0,0 0-13 0,8-20-11 0,-3 8-11 16,6-5-7-16,3-5-10 0,2-1-9 0,2-2-3 0,-1-1-5 15,-2-1-9-15,2-2-4 0,2 2-8 0,-2 1 1 16,0 3-2-16,-3 1-6 0,-4 6-4 0,1-1 3 16,-4 3-5-16,-2 5-1 0,0 1-1 0,-2 0-3 15,2 4-7-15,-3-2 2 0,1 2-26 0,-1 0-29 16,-2 4-2-16,0 0 4 0,0 0 4 0,0 0 4 15,-3 21 3-15,0-8 7 0,-3 3 4 0,1 3-1 16,1 0 6-16,0 8-1 0,1-3 0 0,2 2 4 16,2-6 2-16,2 5-14 0,2-1-9 0,6-1 7 15,-2-5-14-15,2-1-7 0,6 1-16 0,3-2-31 0,3-2-50 0,4-4-53 16,-6-3-216-16,7-3-450 0,-1-3 199 0</inkml:trace>
  <inkml:trace contextRef="#ctx0" brushRef="#br0" timeOffset="170818.43">24849 8240 124 0,'3'-5'211'0,"-2"2"-12"0,3 0-17 16,-1 2-14-16,-3 1-19 16,2-4-17-16,-2 4-16 0,0 0-12 0,0 0-15 0,0 0-11 0,0 0-6 0,0 0-13 15,-7 18-4-15,-1-9-5 16,-2 7-3-16,-4 6-10 0,-4 2 1 15,-3 0-4-15,2 4-2 0,-4 0-7 0,3-3 1 16,-1 1-2-16,2 0-7 0,-1-2 0 0,4-3-1 0,0 1 1 16,5-7-4-16,1-3-2 0,1-1 1 0,2-1-3 15,0-3 0-15,3 0 1 0,-1-3-1 0,3 2-3 16,-2-2 7-16,1-2 14 0,1 3 12 16,2-5 7-16,-3 4 13 0,3-4 7 0,-2 4 4 0,2-4-1 0,-3 3-8 0,3-3 5 15,0 4-17-15,0-4-4 0,0 0-6 16,0 0-5-16,0 0-6 0,1 4-7 0,3-1 0 15,0 0-3-15,5 1-4 0,0 4-5 0,1 0 3 0,3 3-3 16,0 1-3-16,7 7 1 0,-1-2-1 0,3 1-1 16,2 0 0-16,-1 2-3 0,2-1 4 0,-1-2-1 15,-1 0 1-15,-1 0 0 0,-6-5-1 0,0 0 0 0,-2-4-1 16,-2 1 0-16,-3-2 2 0,3-1-3 0,-5 0 1 0,1-2 4 16,-3 0-2-16,0 0-1 0,-1-3 3 15,0 3 10-15,1-1 16 0,-1-2 14 0,-4-1 11 16,4 1 3-16,-4-1-4 0,0 0 2 0,5 3-4 15,-5-3-5-15,0 0-9 0,0 0-9 0,4 2-8 0,-4-2 10 16,0 0-10 0,0 0 1-16,0 0-18 0,0 0-11 0,0 0-14 15,0 0-19-15,0 0-13 0,4 2-22 0,-4-2-29 16,0 0-27-16,11 0-25 0,-11 0-18 0,9-2-34 16,-4 1-65-16,-1-3-159 0,3 4-464 0,-1-2 206 15</inkml:trace>
  <inkml:trace contextRef="#ctx0" brushRef="#br0" timeOffset="171332.34">25512 8281 39 0,'-2'-4'160'16,"0"1"-13"-16,0 1-14 0,0-2-6 0,2 4-15 0,-3-4-14 16,3 4-5-16,-4-2-7 0,4 2-9 0,0 0-12 0,-2-2-6 15,2 2-4-15,0 0-10 0,-15 4-2 0,9-1-5 16,0 0-5-16,1 3 0 0,-2 1-7 15,-5 4-5-15,3-2 5 16,0 6-8-16,-4 2-2 0,4 1-1 0,-5 7 2 0,4-2-7 16,-2 1 0-16,2 2 2 0,1-2 14 0,0 0-16 15,3 2 4-15,-1-3 3 0,4-3-10 0,1-2 5 16,0 2-1-16,4-2 6 0,2 2 9 16,0-3 5-16,0 0 5 0,2-2 4 0,4-1 13 0,-1 0 13 15,5-3 6-15,-1 0 10 0,5-1 11 0,0-2-7 16,1-1 3-16,0-5 1 0,1 1 0 0,-1-3 4 15,2-3 6-15,-5 1-7 0,4-6-5 0,-2-1-3 16,0-2-14-16,2-7-7 0,-3-1-3 0,0-3-5 16,-6-2-7-16,0-3-11 0,-5-2 1 0,-4 2-15 0,-2-4-6 15,-2 1-23-15,-10-1-6 0,1 2-14 0,-7 6-15 16,-3 1-22-16,-3 4-21 0,-11 3-31 0,-2 5-27 0,-2 2-51 16,-14-2-274-16,0 10-503 0,12 0 223 15</inkml:trace>
  <inkml:trace contextRef="#ctx0" brushRef="#br0" timeOffset="173040.81">21797 9685 86 0,'0'-5'195'0,"0"0"6"0,0-2-12 15,0 4-4-15,0-3 0 0,0 0-11 0,2 2-14 16,-2-1-10-16,0 0-10 0,0 5-13 0,0-5-14 16,0 3-13-16,0 2-15 0,0 0-7 0,0 0-15 15,0 0-6-15,0 0-13 0,0 0-7 0,0 0-5 16,0 21-1-16,2-9-4 0,-4 4-6 0,2 2-2 0,0 7-2 0,-2 1 1 15,2-7-2-15,-3 7 0 0,2-1-2 0,-2-1 0 16,3-4-22-16,-2 6-14 0,-1 1-19 0,1-8-10 16,-2-1-21-16,3 1-14 0,-1-2-29 0,0 0-38 0,-1-6-188 15,1-1-370-15,0-3 163 0</inkml:trace>
  <inkml:trace contextRef="#ctx0" brushRef="#br0" timeOffset="173439.26">21562 10151 41 0,'-5'1'193'15,"1"1"-19"-15,4-2-13 0,-7 1-12 0,7-1-9 0,-5 1-10 16,5-1-7-16,0 0-15 0,-7 1-12 0,7-1-9 15,0 0-8-15,0 0-9 0,0 0-6 0,0 0-9 16,0 0 1-16,0 0-14 0,0 0-3 16,0 0-2-16,0 0-2 0,0 0-3 0,0 0-3 0,23 0-2 0,-16-1 3 15,6-1 0-15,6-1-2 0,0-1-1 0,8 1 1 16,5 1-4-16,3-5 3 0,0 4 1 0,5-3-1 16,11-2 3-16,0 1 0 0,3 2 0 0,-16 0-5 0,-1 0 0 15,3 3-4-15,-7-1-4 0,-4 1 0 16,-3 0-1-16,-4 1-2 0,-3 1-2 0,-6 0-2 15,-1 0 1-15,-1-2-2 16,-5 2 0-16,-1 0 0 0,-5 0-1 0,12 0-3 16,-9-2-1-16,-3 2-6 0,8 2-8 0,-8-2-2 15,0 0-10-15,0 0-11 0,0 0-17 0,-21 3-15 16,10-1-20-16,2 2-26 0,-6-2-21 0,0 4-62 16,-2-4-107-16,8 1-325 0,-5 1 144 0</inkml:trace>
  <inkml:trace contextRef="#ctx0" brushRef="#br0" timeOffset="173839.59">21937 10251 194 0,'0'-2'239'0,"0"2"-19"0,0 0-21 15,0 0-24-15,0 0-17 0,0 0-18 0,-4-3-18 16,4 3-12-16,0 0-18 0,0 0-10 0,0 0-8 31,-2 10-7-31,1-4-8 0,-2 2-7 0,2 4-3 16,-3 3-6-16,-1 2-9 0,0-1-2 0,-2 2 3 0,1 1-10 0,-3-1 4 16,1 7-7-16,3-7-5 0,-4-2 0 0,4 2-3 15,1-2 0-15,3-4-3 0,-1-1-2 0,0-2 0 16,-2 0 4-16,3 0-4 0,1-2 2 0,0 0-3 15,0-4 3-15,1 2 1 0,3 0 2 0,0-2-1 0,3-1-3 16,5 0 6-16,1-2-4 0,5 0-1 16,1-1 2-16,2 0-3 0,-1-1-2 0,-1 1-2 0,0-5-12 15,0 6-15-15,-3-3-11 0,-2 1-21 0,-1 0-10 16,-2 1-7-16,1 0-17 0,-1-1-13 0,-3 1-12 0,2-3-11 16,-2 2-11-16,-2 0-17 0,-1-1-111 0,3-1-283 15,-4 2 126-15</inkml:trace>
  <inkml:trace contextRef="#ctx0" brushRef="#br0" timeOffset="173977.47">22165 10503 574 0,'1'-3'31'0,"-1"-2"3"0,3 0 25 15,-2 3 21-15,-1 2 22 16,1-5 7-16,-1 0 8 0,0 5-4 0,0-4-4 16,0 4-5-16,2-3-10 0,-2 3-12 0,0 0-11 15,0 0-12-15,0 0-6 0,0 0-6 0,0 0-7 16,0 0-7-16,-7 17-3 0,6-7-2 0,-2 2-2 16,-2 4-3-16,0 2-5 0,0 6 4 0,-5 2-6 15,7 1-4-15,-1 3-32 0,2 0-40 0,-1 0-40 16,-1-2-73-16,3 0-117 0,-3-11-312 0,-1-1 139 0</inkml:trace>
  <inkml:trace contextRef="#ctx0" brushRef="#br0" timeOffset="177282.39">23972 9769 111 0,'0'-4'117'0,"0"-1"-1"0,0 0-4 0,0 5-4 15,0-8-5-15,0 5 3 0,0 3-7 0,0-5-6 0,-3 1-4 16,3 0-3-16,0 4-7 0,-1-5-6 0,1 5-2 0,0 0-7 15,0 0-10-15,-3-4-5 0,3 4 0 0,0 0-7 16,0 0-8-16,-9 0-5 0,9 0 0 0,-10 4-4 0,4 1-5 16,-4 0 0-16,0 2-7 0,1 2 1 15,-7-1-3-15,6 4-3 0,-2 2 1 0,2-1-2 16,-2 1 0-16,2-1-2 0,1 1 1 0,4 2-5 0,-4 1 3 16,0-2-1-1,2 0 2-15,0-1-1 0,2 1-7 0,1-4 5 16,1 0 2-16,1 0-2 0,2 0 0 0,2-2 3 15,2-1-1-15,-1-1-1 0,2-1 5 0,-3 2 17 16,5-3 12-16,2 2 4 0,-3-5 5 0,6 2-2 16,-3-1-3-16,2 0 2 0,2-3-1 0,0 1 6 15,0-4 1-15,-3 0 5 0,5-2 5 0,1-1-3 16,-1-2-1-16,-1-1-3 0,-1-4-3 0,0-1-2 0,-1 1-1 0,-3-1-7 16,-1-1-2-16,-1 0 0 0,0 0-6 0,-4-1 0 15,-1 4-5-15,-2 0 1 0,0 1-4 0,-4-1 0 16,-1-1-6-16,0 1-2 0,0 3-6 0,-7 1-8 15,-3-2-10-15,4 5-13 0,-6-3-19 0,0 4-17 16,-2 2-21-16,1 2-17 0,-2 0-16 0,1 0-21 16,-2 5-32-16,6 0-49 15,0-1-141-15,5-1-382 0,3-1 169 0</inkml:trace>
  <inkml:trace contextRef="#ctx0" brushRef="#br0" timeOffset="178331.46">24710 9566 34 0,'1'-5'172'0,"2"4"-14"15,-3 1-14-15,0 0-12 0,1-4-18 0,-1 4-12 16,0 0-16-16,0 0-9 0,0 0-8 0,0 0-9 16,0 0-4-16,-9 18-11 0,0-6-5 0,-5 2 2 15,-4 5-2-15,-3-1-9 0,0 1-7 0,-3 2 2 16,1-1-3-16,3-1 2 0,-1 1-8 0,8-4 2 16,-2-2-6-16,2-2 0 15,3 1-2-15,-4-1 2 0,6-2-8 0,-1-3 5 16,2 0-1-16,4-2-3 0,-1 0-1 15,0 0 4-15,2-3-2 0,-1 3 14 0,1-3 1 0,2-2 8 16,-4 4 6-16,4-4 3 0,-1 4 4 0,1-4 1 16,0 0-4-16,-3 2-1 0,3-2-6 0,0 0-6 15,6 4 0-15,-2-1-2 0,0 0-9 0,3-1-3 16,-2 1-2-16,6 2 2 0,-2 2 5 0,4-1-7 0,5 3-4 0,-2-2 3 16,4 4 4-16,5 1 6 0,3 0 4 0,0 2 1 0,0-2-3 31,-1 2-1-31,1-2-6 0,-6 0 2 0,-4-3-3 15,1-1 0-15,-5 2-2 0,-3-3 0 0,0-1-5 16,-2 1 0-16,-1-2 2 0,-2-2-3 0,0 2-6 0,-3-2-2 16,1-1-1-16,0 1 1 0,-2-2-4 15,-2-1-1-15,3 4-2 0,-3-4 4 0,0 0-2 0,0 0-5 16,-3 5-10-16,3-5-12 0,0 0-12 0,-10 2-21 16,10-2-12-16,-10-2-20 0,10 2-36 0,-9 0-176 15,2 0-338-15,1-1 150 0</inkml:trace>
  <inkml:trace contextRef="#ctx0" brushRef="#br0" timeOffset="178601.58">24432 10132 198 0,'0'0'226'0,"0"0"-23"16,0 0-24-16,0 0-17 15,0 0-18-15,0 0-15 0,0 0-13 0,0 0-6 16,16 8-10-16,-4-4-4 0,4 2-7 0,6-1-1 16,-3 1-9-16,8 4-8 0,-1 0-3 0,-6-3-8 15,0-1-4-15,0 2-6 0,-2 0-7 0,1-3-1 16,-4 2-7-16,-5-1-3 0,4 1-15 0,-5-1-4 16,0-3-14-16,0 2-17 0,-1-1-13 0,-3-1-5 15,-1 1-8-15,0-2-11 0,1 1-8 0,-1 0-8 0,-2 0-7 0,-2-3-9 16,0 0-35-16,0 4-178 0,0-4-325 0,0 0 143 15</inkml:trace>
  <inkml:trace contextRef="#ctx0" brushRef="#br0" timeOffset="179287.02">25228 9715 165 0,'4'-4'157'0,"1"4"-18"15,2-2-11-15,0-1-15 0,0 2-7 0,1 1-15 0,1 1-9 16,-1 0-6-1,1 2-11-15,-3 1-14 0,5 0-4 0,-3 2-4 16,1 1-6-16,-1 2-6 0,-2 3 2 0,1-3-3 16,-5 2-5-16,-1 3 0 0,-1-1-4 0,0 3-2 0,-3 1-2 15,0-2-1-15,-3 2-4 0,-1-3-1 16,0 1 6-16,0-1-3 0,-1 0 3 0,3-3-6 0,-5-2 6 16,4 0 0-16,2-3 4 0,-1 3 3 15,1-3 0-15,-1-2 10 0,2 1 6 0,1-2 11 0,-2 1 15 0,4-4 17 16,-3 3 16-16,2 0 14 0,1-3 16 0,-1 4 9 15,1-4-16-15,0 0-12 0,6-10-13 0,-1 1-10 16,2 1-8-16,0-3-7 0,6-4-7 0,1 3-8 0,-4-6-1 16,6 3-8-16,0-6-8 0,-2 7 0 0,-2 1-9 15,-2 1-1-15,3 0 4 0,-7 3-9 16,2 0-4-16,-3 3-1 0,-1 2-2 0,1 0-4 0,-2-2 3 0,-1 4-11 16,1-1-6-16,-3 3-19 0,4-2-19 0,-4 2 0 15,0 0 1-15,0 0 5 0,0 0 4 0,0 14 1 16,-2-9 4-16,1 5-2 0,1 0 4 0,1 2 5 31,-1-1 0-31,4 2-1 0,0 3 3 0,2 0 1 0,3-1 3 16,7 5-3-16,-1-5-9 0,2-3-30 0,8 2-44 15,3-3-70-15,0-2-104 0,3-5-156 0,-4-1-460 0,-4-5 203 16</inkml:trace>
  <inkml:trace contextRef="#ctx0" brushRef="#br0" timeOffset="180737.98">26254 9564 95 0,'0'-4'128'15,"0"4"0"-15,0 0-6 0,0 0-10 0,0-6 3 16,0 6-2-16,0 0 0 0,0 0 0 0,-3-5-12 15,3 5-5-15,0 0-2 0,3-2-11 0,-3 2-10 0,0 0-9 16,0 0-7-16,0 0-12 0,0 0-8 0,0 0 0 0,0 0-8 16,0 0-1-16,-8 14-6 0,-1-5-4 0,0 6-2 31,0 0-2-31,-5 1 5 0,-2 5-10 0,-4 0 2 0,0 2-3 0,0 0 3 0,-1-1-2 0,1-1 2 16,-1 1-5-16,2-2 2 0,6-6-3 0,-1 1-2 15,0-1 1-15,5-2-2 0,0-2 4 0,2-3 0 16,1-2-4-16,3 0 5 15,1 0-4-15,-3-3 7 0,4 1 8 0,-1-1 3 16,0 3 5-16,2-5 2 0,-5 5 4 0,5-5 4 16,-2 0 1-16,2 0-1 0,-2 4 1 0,2-4-4 15,0 0-2-15,-2 2-2 0,2-2-4 0,0 0 0 16,0 0-7-16,0 0 0 0,0 0-6 0,0 0-1 16,2 7 2-16,1-6-6 0,1 3 0 15,3-1 0-15,2 2-2 0,0-2-1 0,4 3 1 16,6 2 5-16,-1 0-7 0,1 2 0 0,5 1 0 0,2 0-2 15,-7-2 1-15,0-2 1 0,0 2 0 0,-2-1-2 16,2 0-1-16,-6-2 3 0,-1-1 3 0,-1-1-7 16,-2 0 3-16,-3-1 0 0,2-2-1 0,-4 2 5 15,0-2-4-15,1 0 1 0,-5-1 1 0,6 4 3 16,-3-3-3-16,-3-1 2 0,4 5 2 0,-4-5-6 16,0 0 6-16,2 2-3 0,-2-2-1 0,0 0 2 15,5 0-3-15,-5 0 0 0,0 0-12 0,0 0-12 16,0 0-14-16,0 0-13 0,0 0-14 0,0 0-51 15,0 0-43-15,11-2-209 0,-8-1-393 0,2-1 175 16</inkml:trace>
  <inkml:trace contextRef="#ctx0" brushRef="#br0" timeOffset="181076.49">26925 9641 28 0,'0'0'183'0,"0"0"-17"16,0 0-20-16,0 0-11 0,0 0-17 0,0 13-13 15,1-2-15-15,-1 1-6 0,3 5-7 0,-5 4-10 0,2 7-7 0,-1 0-5 32,1 4-9-32,-1 0-3 0,-1 5-4 0,1 8-25 15,0-9-38-15,-2-1-57 0,1-1-145 0,-1-4-243 0,-3-5 108 0</inkml:trace>
  <inkml:trace contextRef="#ctx0" brushRef="#br0" timeOffset="185283.42">21867 11265 113 0,'0'0'140'0,"-2"-5"-8"16,2 5-2-16,-2-5-12 0,2 5 4 0,0-5-2 15,0 5-8-15,0 0-4 0,2-4-10 0,-2 4-10 16,2-6-11-16,-2 6-3 0,6-5-16 0,-1 4-3 15,2 0-7-15,-1-1-6 0,8 0 0 0,-5 2-10 0,3 0-1 0,-1 1-4 16,2 2-4-16,2-1 0 0,-3 3-1 0,0 1-8 16,-2-1-1-16,0 1-6 0,0 1-10 0,3 1 1 15,-3 0-1-15,-3 1 0 0,-1 0 3 0,-2 1-3 16,-2 0-2-16,-2 1 4 0,-4-1 0 0,-2-2-3 16,0 4 1-16,-1-4-5 0,-2 1 2 0,0-1 7 15,-1 0-7-15,2-3 1 16,-2 1 3-16,5-1 3 0,0 0-4 0,0-3 0 15,1 1 1-15,0 1 3 0,2-3-3 0,-1 3-3 16,3-4 4-16,-1 5-4 0,2-1 2 0,2 0 2 16,2 0-4-16,0 0 9 0,4 3-3 0,2-1-6 15,1 1 5-15,3 1-4 0,-1 1-1 0,-1-1 3 16,1 1 2-16,-5 1-3 0,0-2 2 0,-1 2 1 16,-1-2 0-16,1 2-6 0,-7 2 6 0,3-3-2 0,-5 2 1 0,-3-2 0 15,0 3 2-15,-5-4 1 0,-5 5 3 0,-3-5-5 16,-2 2 2-16,1-3-1 0,-3 0 0 0,0 3 4 15,2-5 1-15,-1-1-2 0,1 2-3 0,-1-2-1 16,2 0-8-16,6-2-16 0,0 1-16 0,5 1-16 16,0-3-12-16,1 0-23 0,1 1-18 0,5-2-124 15,0 0-251-15,0 0 111 16</inkml:trace>
  <inkml:trace contextRef="#ctx0" brushRef="#br0" timeOffset="185663.44">22425 11380 32 0,'2'-1'179'0,"-2"1"-16"15,1-7-19-15,-1 7-16 0,1-3-17 0,-1 3-11 16,0 0-8-16,-8 11-10 0,4-6-10 0,-2 6-7 15,-4 3-9-15,-1 1-8 0,-6 7-2 0,-1 2-4 0,4-2-6 0,-4 5-8 32,4-1 6-32,-2-3-8 0,0 1-1 0,2-2-8 15,1-1 1-15,4-3 0 0,-2 0-4 0,3-3-5 0,2 0 3 0,2-5 1 0,-1 0 0 0,1-2-1 32,2-2-2-32,-1-2 0 0,0 2 5 0,1-4 10 15,-1 3 4-15,2-3 1 0,1-2 12 0,-1 3 2 16,1-3 1-16,-4 3 2 0,4-3-1 0,0 0-3 0,-1 4-6 0,1-4-4 15,0 0-2-15,0 0-2 0,-2 3-2 0,2-3 0 16,0 0-8-16,0 0-11 0,0 0-13 0,0 0-15 16,0 0-22-16,-4 4-29 15,4-4-22-15,0 0-53 0,0 0-164 0,0 0-334 0,0 0 148 0</inkml:trace>
  <inkml:trace contextRef="#ctx0" brushRef="#br0" timeOffset="186030.93">22507 11539 24 0,'0'0'176'0,"0"-4"-18"16,0 4-20-16,0 0-12 0,0 0-15 0,0 0-11 15,0 0-13-15,0 0-7 0,-4 17-8 0,1-9-11 16,1 1-12-16,-5 2-1 0,1-1-8 0,1 3 0 16,-1-1-9-16,0 2 2 0,-1 1-5 0,1-4-3 0,1 4-4 15,-2-2-1-15,4-3-1 0,-3 2 1 0,3-3-2 0,0 2-7 16,0-5-2-16,1 0 4 0,0 0 3 0,1-1-6 16,0 0-1-16,1-2 0 0,0-3 5 0,0 8-5 15,1-4 4-15,2-3 21 0,2 2-8 16,1-1 2-16,5-2-3 0,3 0-2 0,2 1-1 0,2 0-3 15,1-2-21 1,-1 2-20-16,0 1-19 0,-1 0-28 0,-2-4-34 16,-2 0-34-16,0 1-104 0,-2-1-259 0,-1 1 115 15</inkml:trace>
  <inkml:trace contextRef="#ctx0" brushRef="#br0" timeOffset="186200.5">22700 11679 214 0,'0'0'256'0,"1"-6"-13"0,-1 6-21 0,2-4-20 16,-2 4-19-16,0 0-22 0,0 0-20 0,0-2-20 16,0 2-10-16,0 0-17 0,0 0-12 0,-2 17-6 15,0-5-9-15,-1 5-8 0,1 1-8 0,-3 7-2 16,2 1-4-16,1 1-11 0,2 1-30 0,0 0-31 16,0 0-27-16,-2 1-30 0,0-1-46 0,-3-2-224 0,-1 1-383 0,3-9 170 15</inkml:trace>
  <inkml:trace contextRef="#ctx0" brushRef="#br0" timeOffset="190195.62">24264 11119 36 0,'0'0'152'0,"0"-5"-9"0,0 5 8 0,3-7-13 0,-2 5 2 16,-1-2-11-16,0 0-5 0,0 4 7 0,2-4-9 16,-2 4-3-16,3-5-13 0,-3 5-12 0,1-3-8 15,-1 3-15-15,0 0-13 0,0 0-5 16,0 0-6-16,0 0-5 0,3 16-1 0,-3-5-8 0,1 5-2 15,-1 1-6-15,-1 2-3 0,2 7-6 0,-1 1 1 16,3-2-4-16,-2 0 3 0,4 0-7 0,-5-6 6 16,4 5-2-16,1 2-9 0,0-8-18 15,-2 1-29-15,-1 0-18 0,2 0-12 0,0 0-24 0,-1-2-30 16,-3-4-170-16,1-1-322 0,0-2 142 0</inkml:trace>
  <inkml:trace contextRef="#ctx0" brushRef="#br0" timeOffset="190825.84">24954 10975 79 0,'0'-3'194'0,"3"-1"-14"0,-3 4-8 0,1-5-18 15,-1 5-16-15,0-3-8 0,0 3-24 0,0 0-18 16,0 0-5-16,0 0-12 0,0 0-8 0,0 12-9 0,-4-5-4 0,-2 4-5 16,-3 5-1-16,-3 1-9 0,-3 6-1 0,2-5-5 15,-1 2-4-15,-5 1-1 0,5 0 0 0,1-4-7 16,-5 1-1-16,4-1-1 0,1-3 1 0,3-6-2 16,3 3 0-16,-2-3 4 0,1 2-10 0,2-4-2 15,2 1 2-15,0-3 2 0,0-2-2 0,3 2 3 16,-2-1-1-16,1-1 1 15,2-2 3-15,-4 5 0 0,1-3 11 0,3-2 1 16,0 0-2-16,-1 4 4 0,1-4-8 0,0 0-4 16,0 0-2-16,-4 4 0 0,4-4-7 0,8 3-1 15,-8-3-5-15,6 5 7 0,1-1-5 0,2 1 0 16,1-1 2-16,0 4-2 0,3-2-5 0,3 2 3 16,1 2 0-16,6 1 0 0,-4 0 1 0,4 3-2 15,-5-6 2-15,1 3 0 0,-1 1-1 0,-1-4 5 16,-2 2-6-16,-3-2 0 0,1 0 0 0,-2 0 3 0,-3-6 2 0,-2 2-1 0,-1-1-3 15,1 0 2-15,0-1-3 0,-4 1 5 0,2-1-1 16,-1 0 2-16,-3-2-7 0,3 1 8 0,-3-1-4 16,0 0 5-16,6 2-6 0,-6-2-7 0,0 0-5 15,0 0-16 1,3 3-22-16,-3-3-17 0,0 0-11 0,0 0-27 0,0 0-26 0,-12 7-178 0,5-7-331 0,-2 4 147 16</inkml:trace>
  <inkml:trace contextRef="#ctx0" brushRef="#br0" timeOffset="191110.99">24723 11539 63 0,'0'0'248'0,"0"0"-26"0,-8-1-27 16,8 1-24-16,0 0-20 0,0 0-13 0,0 0-12 15,4 8-15-15,-4-8-13 0,14 9-9 16,-5-2-9-16,6 3-10 0,1 0-7 0,2 1-7 0,0-1-1 0,1 1-6 16,-3-2-7-16,7 5-7 0,-5-5 3 0,-1 2-6 15,-2-1-9-15,-5-6 7 0,3 4-6 0,-4-3-1 16,0-1-3-16,-2 0-2 0,-1 0-14 0,-1 0-9 0,0-3-2 16,-2 1-11-16,1 0-5 0,-2-2-11 0,-2 0-13 15,5 5-18-15,-5-5-14 0,0 0-31 16,0 0-45-16,0 0-134 15,0 0-313-15,0 0 140 0</inkml:trace>
  <inkml:trace contextRef="#ctx0" brushRef="#br0" timeOffset="191842.4">25440 11139 131 0,'-3'-4'170'0,"3"4"-16"16,4-4-17-16,-1 3-14 0,-3 1-13 0,0 0-18 15,12 1-9-15,-8 3-1 0,3 0-15 0,2 2-6 16,2 0-4-16,-3 3-14 0,-1 2 0 0,3 1-7 0,-2 2-5 0,-3 3-4 16,-1-5 0-16,-2 5-4 0,0 0 1 0,-2-1-5 15,-2-3-2-15,0 2-2 0,-3 0 1 0,-1 1-2 16,-2-4-1-16,4 1-1 0,-5-4-4 0,3 2 2 16,-2-1 2-16,2-2-4 0,2-1-2 0,-1-2 10 15,1-1-4-15,-1 0-1 0,2 0 7 0,1-1 11 16,-2-1 10-16,2 2 9 15,-1-1 10-15,3-3 11 0,-3 2 12 16,3-2 6-16,0 0 8 0,-2 3 5 0,2-3-13 0,0 0-13 0,8-9-4 0,-1 1-8 16,3 0-7-16,2-4-9 0,2 0-1 0,-1-2-4 15,3-1-6-15,-3 0-2 0,6-7-2 0,-2 3-3 16,-2 3-5-16,-3 0-1 0,2 3-3 0,-3 0-9 16,-3 1-7-16,-1 3 4 0,0 0 2 0,-2 1 4 15,2-1 3-15,-4 3 1 0,1 1 3 0,-2 1-4 16,2-1-4-1,-1 4-2-15,0-3-3 0,-3 4-4 0,2-3-14 0,-2 3-9 0,0 0-1 0,0 0 4 16,0 0 1-16,4 11 1 0,-4 0 0 0,0-1 2 16,-1 3 2-16,1-1 0 0,1 5 0 0,-1 0 4 15,3 0-3-15,-2 0 4 0,4 0 1 0,3-1-1 16,-1 1 3-16,4 3 0 0,0-4-5 0,4-2-12 0,7 3-21 0,1-1-30 16,4-3-37-16,1-2-58 0,3-1-47 15,-2-2-174-15,-7-6-419 0,1-2 185 0</inkml:trace>
  <inkml:trace contextRef="#ctx0" brushRef="#br0" timeOffset="192442.53">26463 10957 118 0,'0'0'221'0,"0"-2"-24"0,0 2-23 16,0-4-17-16,0 4-22 15,0 0-16-15,0 0-12 0,0 0-9 0,0 0-13 16,0 0-8-16,-6 18-6 0,-3-8-9 0,0 5-2 16,0-1-12-16,-5 5-5 0,-3 1-4 0,0 0-3 15,-2 2-5-15,2-4-3 0,3-2 1 0,1 0-7 16,3-4-3-16,-4 0 0 0,6-1-3 0,0-2-3 16,1 1 1-16,-1-6-3 0,4 1-1 0,0 2 3 15,-1-4-3-15,4 2-1 0,-2-4 6 0,2 3 8 0,1-4 1 0,-5 4 2 16,5-4-5-16,-1 3-7 0,-2-1 1 0,3-2-3 15,0 0-1-15,0 4-2 0,0-4 0 0,4 7-4 16,0-3-3-16,-2 1 3 0,5-1-1 0,2 5 1 16,2-1-4-16,2 5 1 0,1-1 0 0,8 4-1 15,-1 0 2-15,-6-4-1 0,8 6 4 0,-7-6-4 16,3 3 2-16,3 4 0 0,-8-5 2 0,0-2-4 0,0-1 0 0,-2-2-2 16,-6-2 0-16,3 0 0 0,0 0 3 0,-3-3-3 15,-2 0 0-15,1 1 2 0,-1-1 2 0,0-1 1 16,-1-2 22-16,-1 3 9 0,-2-4 0 0,5 4 0 15,-4-3 2-15,-1-1-7 0,0 0 3 0,4 2-10 16,-4-2-3-16,3 3 0 0,-3-3-3 0,0 0-2 16,0 0-10-16,2 4-8 15,-2-4-13-15,0 0-11 0,0 0-21 0,0 0-18 16,0 3-19-16,0-3-15 0,0 0-22 0,0 0-29 16,0 0-43-16,0 0-121 0,0 0-341 15,0 0 151-15</inkml:trace>
  <inkml:trace contextRef="#ctx0" brushRef="#br0" timeOffset="193058.58">26885 11043 29 0,'5'-1'162'15,"-5"1"-17"-15,12 0-15 0,-6 2-12 0,2 1-11 0,1 2-18 16,-3 4-8-16,3 1-8 0,0 3-9 0,-1 1-9 15,-5 3-2-15,1 0-4 16,-2 2-10-16,-1-1 1 0,-5 9-1 0,1-9-5 0,-4 7-9 0,-1-7-3 0,-3 5 0 16,2-5 2-16,-8 2-8 0,8-3 6 0,-1-5-8 15,-1 3 3-15,4-6-5 0,-1-1-3 0,3-1 7 16,1 0-8-16,-2-2 9 0,2-1 7 0,0-1 12 0,3 2 20 16,-1-2 11-16,0 1 10 0,2-4 3 0,0 2 0 15,0-2 4-15,-4 4-5 0,4-4-4 0,0 0-5 16,-2 4-6-16,2-4-11 0,0 0 0 0,0 0-7 15,0 0-4-15,0 0-7 0,0 0-4 0,-5 2-1 16,5-2-5-16,0 0-3 0,0 0 1 0,0 0 1 16,0 0-7-16,0 0-4 15,0 0 2-15,0 0-2 0,0 0-2 0,0 0 1 16,0 0-2-16,0 0 3 0,9 3-5 0,-9-3 2 16,25-2 0-16,-7 2-1 0,5-1-1 0,8-1 1 15,1 1-3-15,0-2-1 0,2-1 3 0,3 4-5 16,0-2 4-16,2-1 6 0,0 1-5 0,-2 0-3 15,-4 2 4-15,-4 0-2 0,-11-2 5 0,-2 1-4 16,-6 1 10-16,1-2-2 0,-4 2-2 0,1 0-5 0,-2 0 3 0,-6 0-1 16,9 0-2-16,-9 0 4 0,8 0-7 0,-8 0-15 15,6-2-23-15,-6 2-26 0,0 0-37 0,0 0-1 16,0 0-10-16,-5 7-43 0,1-3-69 0,-2 0-166 16,0 0-415-16,2-3 183 0</inkml:trace>
  <inkml:trace contextRef="#ctx0" brushRef="#br0" timeOffset="199893.73">22374 12971 128 0,'0'-6'128'0,"0"6"-2"16,3-4-4-16,-3 4-3 0,0 0-2 0,1-5-12 16,-1 5-7-16,1-5-5 0,-1 5 0 0,0 0-5 15,2-4-6-15,-2 4-11 0,0 0-9 0,0 0-4 16,0 0-11-16,0 0-5 0,1-4-8 0,-1 4-3 0,0 0 2 0,0 0-13 16,-3 13-3-16,0-5-1 0,0 5-1 0,-1 7-5 15,-1 6 6-15,0 4-9 0,-1 1 2 0,-1 3 0 16,1 4-6-16,-3 9 4 0,4-11 3 15,-2 0-11-15,2-2-21 0,-2-2-20 16,5 2-7-16,-3-4-14 0,3 0-23 0,-1 0-43 0,-2-4-109 16,2-7-257-16,2-6 114 0</inkml:trace>
  <inkml:trace contextRef="#ctx0" brushRef="#br0" timeOffset="202237.64">24777 12726 84 0,'4'-6'121'0,"2"3"-12"0,-1 0-13 15,1 3-5-15,1-3-18 0,1 3-11 16,0 0-3-16,0 0-9 0,2 3-1 0,0-1-9 16,1 4-7-16,-2 2-1 0,1 1 0 0,-4 2-6 15,3 2-5-15,-5 4-3 0,0 0-1 0,-3 4-6 16,-1-2 10-16,-1 0-8 0,-5 6-5 0,0 2 3 15,-3-2-6-15,-3 1 8 0,1-5 1 0,0 4 3 16,-3-4 6-16,2-4-10 0,1-2 11 0,-2-3-2 16,3 1 11-16,0-4 2 0,-2 4-9 0,6-7 6 0,-2 1-1 0,4 1 7 15,-1-4 15-15,1-2 14 0,2 3 22 0,-1-3 28 16,-1 1 17-16,4-3 16 0,0 0-5 0,0 0-17 16,0 0-10-16,-1-12-17 0,6 0-7 15,3-5-10-15,2 0-5 0,8-5-13 0,1 1-2 0,-1-3-6 16,4 4-8-16,1-2-5 0,-3 1 4 0,3 1-12 15,-5 8-4-15,-4-1-4 0,-1 2-3 0,-3 6-4 0,-1-4-4 16,-1 4 6-16,-2 2-13 0,-1-3-3 0,-1 3-8 0,0 1 0 16,0 1-14-16,-4 1-5 0,0 0 0 0,12 5 2 15,-8-2-1-15,-1 4 4 0,2 2-2 16,-1 1-2-16,0 0-10 0,2 4 0 0,2 3-4 16,-2 3-7-16,3-4-6 0,-1 1-16 0,3 0-21 0,0-2-29 15,1 2-19 1,-2-3-21-16,2 1-28 0,-2-1-202 0,-1-5-411 15,1-1 182-15</inkml:trace>
  <inkml:trace contextRef="#ctx0" brushRef="#br0" timeOffset="202807.24">25290 12720 2 0,'0'-4'220'0,"0"2"-15"0,0-3-10 0,0 5-10 15,0-5-21-15,0 5-19 0,0 0-17 0,2-4-15 16,-2 4-11-16,0 0-13 0,0 0-8 0,0 0-9 15,0 0-4-15,16 9-12 0,-11-4-6 0,4 1-3 16,0 2-6-16,0 1-5 0,1 0-8 0,4 3-5 16,-1 0-4-16,-1 0-11 0,2-2-7 0,-3 3-2 0,3-3-9 15,-3 0 12-15,-2-2-9 0,2-2 0 0,-2 2-1 0,-1-3 11 16,-2 0-4-16,2-1-3 0,-3-1 3 0,0-2 5 16,-1 3 21-16,-2-3 5 0,-2-1 6 0,6 1-2 15,-6-1-5-15,0 0 4 0,10-4 5 0,-10 4 2 16,2-3-3-16,-2 3 4 0,3-3 0 0,-1 1-4 15,-2 2-5-15,0 0-3 0,0 0-7 0,4-3-4 0,-4 3-13 16,0 0-4-16,0 0-7 0,0 0 2 0,-8 14-3 16,3-3 1-16,-5 4 1 0,-3 10-3 0,-4 3 1 15,1 3 2-15,-2 0-1 0,-6 12 4 0,-2 2-3 0,3-5 4 16,7-8-2-16,0-2 3 0,1-1-1 16,2 0-3-16,1-5 1 0,1 0-3 0,2-7 4 15,4-5-2-15,1-2-1 16,-2-1 8-16,4-3-1 0,-1 0 11 0,0-1 17 15,2 0 13-15,-1-3 11 0,0 2 18 0,2-4 6 16,-1 4 2-16,1-4 4 0,-3 2-5 0,3-2 0 16,0 0-9-16,0 0-10 0,0 0-5 0,0 5-7 15,0-5-4-15,0 0-6 0,0 0-15 0,0 0-19 16,0 0-28-16,0 0-23 0,0 0-27 0,0 0-45 16,0 0-81-16,0 0-298 0,0 0-538 0,0 0 239 0</inkml:trace>
  <inkml:trace contextRef="#ctx0" brushRef="#br0" timeOffset="205248.56">25681 13024 1 0,'0'0'152'0,"3"-5"-7"16,-1 2-11-16,-2 3-6 0,3-4 2 0,-2 1-5 15,-1 3-16-15,0 0-9 0,2-4-15 0,-2 4-12 16,0 0-9-16,0 0-4 0,0 0-6 0,0 0-12 16,-16 14-2-16,8-4-3 0,-8 10-5 0,-2 2-1 15,0 1-8-15,-2 5 2 0,-3-2-3 0,0 5 0 16,-11 7-1-16,15-9-3 0,-2 1-12 0,1 0-24 0,-1-3-13 15,0 0-28-15,3-3-30 0,3 1-43 16,2-4-93-16,3-6-244 0,5-4 108 0</inkml:trace>
  <inkml:trace contextRef="#ctx0" brushRef="#br0" timeOffset="206161.15">25892 12784 49 0,'3'-4'141'0,"2"-1"-5"0,1 2-24 0,4-4-7 16,1 0-4-16,3 4-16 0,2-2-4 0,3 3-7 0,-2 0-10 0,6 2 1 15,-8 0-8-15,5 0-4 0,-4 5-8 0,-2-1-11 16,-1 1-6-16,1 5 0 0,-4-1-8 0,3 4-9 15,-4 1 9-15,-1 3 0 0,-1 0-1 0,-4 2-3 16,-2 6-5-16,-3 0 6 0,-5 0-6 0,0 4-4 16,-5 2 12-16,-2-3-6 0,-3-2-1 0,-2-2-11 15,-2 0 11-15,0-2-4 16,-2-3 2-16,5-8 4 0,2 0 1 0,-1-3 5 16,4 1 5-16,2-4 1 0,1-2 5 15,2 0 16-15,3 1 14 0,-2-1 19 0,2-3 8 0,1 2 4 0,4-2-7 16,0 0-9-16,-5-6-5 0,5 6-8 0,7-11-9 15,-3 6 0-15,6-4-9 0,0 1-8 0,6-1-6 16,1 4-1-16,-3-1-7 0,4-1 0 0,0 4-6 16,-1 2-1-16,-3 0 2 0,-3-1-7 0,8 5-1 0,-6-2-4 15,0 2-2-15,1-1-1 0,1 5 1 0,2-2-3 16,-1 1 2-16,1 3 0 0,0-4-3 0,-2 3 4 16,4-2-2-16,0-1-3 0,-6-1 8 15,1 0-1-15,3-2-3 0,-7 1 2 0,3-3-3 0,0-2-7 16,-1 1-9-16,-1-5-5 0,-1 1-6 0,4-1-6 15,-4-1-13 1,-1-1-10-16,5-5-8 0,-5 7-16 0,-2-6-7 0,4 5-23 16,-2-2-21-16,-3 4-63 0,3-5-117 0,-4 4-335 15,-1 2 148-15</inkml:trace>
  <inkml:trace contextRef="#ctx0" brushRef="#br0" timeOffset="211537.06">11782 16996 17 0,'0'0'51'0,"0"0"0"0,0 0-7 0,0 0 1 16,0 0-1-16,0 0-1 0,0 0-3 0,0 0-3 16,0 0-2-16,0 0-6 15,9-1-5-15,-9 1 0 0,10-1-2 16,-4 1-5-16,0-2 2 0,-6 2 4 0,14-2-10 15,-4 0 3-15,3 1 0 0,-1 1-7 0,3 0 5 16,4-3-6-16,3 2 14 0,-3-2-19 0,4 3 3 16,5 0 0-16,0 2 15 0,0-4-19 0,0 2 6 0,0-2 1 15,-2 3-7-15,4-1 5 0,-4 0 1 16,1 0 8-16,1-1-19 0,0 2 1 0,-1-5 7 0,4 4 0 0,-3 0-1 16,0-2-4-16,1-1 0 0,0 3-6 0,-1-2 5 15,1 0 7-15,3-2-8 0,0 0 5 0,-4 2-6 16,7 2 6-16,-2-6 0 0,-1 6-4 0,-3 0 5 15,4-1-5-15,-2 1 3 0,1-1 7 16,0-3 6-16,-3 4-27 16,2 0 11-16,-2-3-5 0,2 1 5 0,0-1 1 0,-2 3 5 15,1-3-5-15,-1 2-9 0,0-2 7 16,1 1 5-16,-1 2-3 0,-1-3-2 0,3 3 3 16,-3 0 1-16,1-1-8 0,1 0 9 0,-2-2-3 15,1 4-1-15,1-2 1 0,-2 1 0 0,0-1 3 16,1 0-4-16,1 1-6 0,0 0 12 0,0-5-2 0,-1 5-1 15,-1-1-4-15,3 0 2 0,0-1-3 16,-3 1 4-16,2-3-5 0,1 4 2 0,-2 0-6 0,0-1 11 0,-3 1-12 16,4-2 10-16,-2 2 4 0,0-2-5 0,-1 2 0 15,-2 0 2-15,6 0-3 0,-3 2-1 0,2-2 7 16,-1 0-9-16,3 0 4 0,-1 0 8 0,4 1-5 16,-3 0-5-16,4 2 7 0,-3-3-6 0,2 1 0 15,-2 1-1-15,-1 1 6 0,-1-2-7 0,-1 2 7 16,1 0-8-16,0-1 0 15,-2 1 10-15,2-2-7 0,-1-1 1 0,0 3 0 16,-1-3 4-16,3 2-4 0,-1-2-3 16,-2 3 3-16,3-2-5 0,0 0 6 0,0-1-7 15,1-1 2-15,4 1 2 0,-5-1 2 0,4-2 5 16,-3 7-14-16,0-4 7 0,1-4 1 0,0 7 2 0,-3-3-7 16,0 1 5-16,-3-2-6 0,-2 3 6 0,3-3-3 15,-8 2 2-15,-1 2 5 0,1-3-10 0,1 0 2 0,1 0 8 16,-4 0 2-16,10-1-11 0,-7 2 3 0,6-1 2 15,2-1 1-15,-1 2 1 0,-1-4-3 0,0 5-3 16,2-4 6-16,-2 2-2 0,-1-1 3 0,0 0-5 16,-1 1 5-16,-3-3-4 0,0 1-3 0,-1 2 9 15,7 0-1-15,-7 0-3 0,8-3 0 0,-2 3-2 16,-7-1 1-16,1 0 4 0,1 1 0 0,-3-2-3 0,5 2 3 16,-3 0-1-16,-1 2-4 0,7-1-5 0,-9-1 23 15,3 1-19-15,5-1 0 0,-7 0 1 0,10 0-2 16,-10 3 10-16,2-3-13 0,8 0 8 0,-2 2 1 15,2-2-7-15,-2 0 10 0,4 0-7 0,-1 0 2 0,-3 3 2 16,4-6 3-16,3 6 0 0,-3-6-9 16,-2 6 2-16,2-6-4 15,0 3 4-15,-1 0 6 0,-4 0-3 0,-6 3 0 16,7-3-1-16,0 0 7 0,-6 0-15 0,0-3 8 16,6 3 0-16,0-2 6 0,-6-1 6 0,6 3-19 15,0 0 2-15,0 0 5 0,0-1 3 0,2 0 8 16,-1-1 9-16,-2 1-7 0,4-1 4 0,2-3-4 15,-3 5-5-15,2 0 6 0,2-2-8 0,-4 2 4 16,-2-4-5-16,3 5 3 0,-3-3 8 0,-1 2-9 0,-5 0 4 0,7 0 1 16,-2 0 1-16,1 0-9 0,-6-2 8 15,5 2-7-15,-7 0 2 0,8-2-3 0,0 2-3 16,0 1 10-16,3 0-3 0,-11 1-3 0,1-4 5 16,7 2-8-16,-5 0 3 0,7-1 1 0,-10 2 0 15,1-2 0-15,0 0 5 0,2 1-8 0,-4 0 8 0,3-1-3 16,1-1 1-1,-1 2-7-15,7 0 3 0,-8 0 9 0,2 0-5 16,-2 0 0-16,6 0-6 0,-4 2-2 0,0-2 5 16,-1 0-2-16,-2 0-1 0,6 0 0 0,-7-2 2 15,1 2-3-15,-2 0-1 0,2-3 6 0,-4 3 3 16,3 0 2-16,-1-1-13 0,1 1-4 0,-1 0 13 16,1-1-3-16,2-1 6 0,-1 1-7 0,-2 1 7 15,1-1-7-15,0 0 6 0,-2-1-3 0,2-1 3 0,-6 3-7 0,1 0 8 16,4-4-8-16,1 2 5 0,-1 1-2 0,-1-2 0 15,1 2-2-15,-6 0 1 0,4-1 3 0,0 4-5 16,-2-4-2-16,3 2 6 0,-2 0-2 16,-2 0-3-16,1 0-2 0,-4 0 0 0,3 0 3 15,1-1-6-15,-2 1 1 0,-1 0 7 0,3-2-4 16,-2 2 2-16,3 0 0 0,3 0 0 0,-5-2-6 0,1 4 3 0,4-4 1 16,0 2-4-16,-2 0 6 0,3 0-3 0,-1 0-1 15,1 0 0-15,3 2-1 0,-5-5 3 0,1 3 1 16,0-1-3-16,1 2 2 0,0-2-4 0,-5-1 0 15,4 2 3-15,1 0 3 0,-6-1-8 16,4-1 5 0,0 1 6-16,-4 1-2 0,1-2-9 0,-1 2 8 0,5-2-6 15,-8 2 5-15,4-1 1 0,-2 1-3 0,0-2 0 16,1 2 1-16,1 0 4 0,-1-2-4 0,-1 1 5 0,1 0-4 16,0 0 5-16,-2-1-7 0,3 0 3 0,-3 2 3 15,3-2 6-15,-5 1-2 0,5 1-2 0,-1 0-3 16,0-2 3-16,-1 1 0 0,1 0-3 0,-1 0 8 15,-1-1 2-15,1 1 8 0,-3 2 2 0,-2-3 4 16,1 3-5-16,7-3-2 0,-2 2-3 0,0 0 1 0,4-2-4 16,-1 1-5-16,2 0 4 0,1 2-4 0,-2-1 3 15,1-1-2-15,-2 2-5 0,3-1 2 0,1 0 0 16,-4-1-4-16,2 1 6 0,-4 0-7 0,4 1 1 16,-4-1-6-16,-1 0 6 0,0-1-3 0,2 1 0 15,-3-1 2-15,-1 1-2 0,3-2-1 0,0 4 1 16,-2-2-1-1,-1 0-3-15,1-2 8 0,-1 2-4 0,1 0-1 16,2 0-1-16,-3-2 2 0,2 2 0 0,1 0 0 16,0 0-3-16,4-1 2 0,-4 1 2 0,5 0-3 0,-5 1-2 15,2-2 2-15,4 2 2 0,-3-1 1 16,-3 2 2-16,2-2-14 0,5 2 15 0,-1-1-8 16,-2 0 4-16,1 0-4 0,-1 1 2 0,3-2-6 15,-2 1 6-15,-1 0 0 0,2 0 0 0,-2-1-2 0,-1 2 1 0,-2-2 0 16,-2 1 2-16,1-2 2 0,1 1-3 0,-2 1 3 15,1-1 0-15,1 1-1 0,-1 0 4 0,7-1 0 16,-8 2-8-16,1-2 6 0,-2 0-2 0,1 0 4 16,1 0-5-16,-2 0 4 0,0 0-3 0,1 0 1 15,-2 0 2-15,1 0 2 0,-1 0 0 0,0 0 3 16,-2 0-4-16,1 0 1 0,-2 0 0 0,3 1 5 0,-3-1 0 16,0-1 9-16,-2 1 3 0,3 1 11 0,-9-1 2 15,9 0 1-15,-4 0-3 0,-5 0 2 0,9-1-7 16,-9 1-1-16,9 0-2 0,-9 0-4 0,8 0-4 0,-8 0-1 15,0 0-7-15,0 0 4 0,7 0 1 0,-7 0-6 16,0 0 0-16,0 0-8 0,6-2-16 16,-6 2-20-16,0 0-35 15,0 0-52-15,0 0-57 0,0 0-132 0,0 0-334 16,0 0 148-16</inkml:trace>
  <inkml:trace contextRef="#ctx0" brushRef="#br0" timeOffset="214657.64">15075 12538 78 0,'0'0'107'0,"2"-3"3"0,-2 3-1 16,0 0-4-16,0 0-3 15,2-3-5-15,-2 3-15 0,0 0-9 0,0 0-6 16,0 0-10-16,0 0-5 0,0 0-5 0,0 0-11 16,-1-5-4-16,1 5-10 0,0 0-5 0,0 0 1 15,0 0-5-15,2 16-1 0,0-11 1 0,-2 4-4 16,2 0 1-16,0 4 0 0,3 1-4 0,-4 2 0 16,0 1-3-16,1 1 1 0,0 4 2 0,-2-3 3 15,3 7-8-15,-5-6 3 0,4 4-4 0,-2 4 3 0,-3-1-3 16,4 1 5-16,-2-1-1 15,1 1-6-15,-4-1 4 0,3 2-5 0,-3 2 6 16,2 0-2-16,-2 1-3 0,2 1 0 0,-1 0 0 0,-4 0 1 16,3-2-2-16,-1 0 1 0,0-1 2 0,1 2 0 15,-1 0 4-15,0-2-3 0,1-4-4 0,1 3-6 16,-1-6 9-16,2 4 5 0,0-9 2 16,2 3-4-16,-1-2 0 0,1 0-2 0,0 1-2 15,1 0 5-15,-1 6 1 0,1-7-3 0,-1 0-2 16,1 6 4-16,1-1-8 0,-1-4 7 0,2 1 2 0,-2-3 1 15,-1 10-6-15,1-4 0 0,-1 1 4 0,1 1 0 16,-1-1-1-16,-1-7-6 0,0 11 10 0,-2 0-7 0,2-4 0 16,-4-1-2-16,1 1 9 0,0 0-3 15,1-5-4-15,2 4 3 0,-5 1-5 16,3-6 4-16,2 1-1 0,-1-2-3 0,-1 1 1 0,3 2 2 0,-1-3-3 16,1 3 1-16,1-3 0 15,-1 2 7-15,0-2-7 0,0 0 4 0,3-1-5 16,-2 3-2-16,0-3 2 0,-1-1 2 0,0 1-1 0,0 3 1 15,0-1-4-15,-2-2-1 0,2 2 7 0,-3-1-2 16,2 0 1-16,-2 9-8 0,-1-2 13 0,-1 1-8 0,1-2 0 0,1 1 4 0,-1 1-3 16,-1-1 1-16,1 0-3 0,0 1 6 15,0-7-1 1,3 0-6-16,-2-1-1 0,2 2 4 0,-2-1-3 16,3 1 5-16,0 1-1 0,-2-4-5 0,-1 3 4 0,3 0 7 15,0-3-3-15,-1 1 6 0,1-1-8 0,0 1 3 16,1-1 4-16,4 1-8 0,-5-3 1 0,0 3 9 15,0-1-7-15,3-1-2 0,-6 2 3 0,3 1-1 0,0-1-2 16,0 0 0-16,0 1 1 0,-2 6 0 0,-2 3-2 16,3-2 0-16,-2 1 6 0,-1-1-3 0,3 3 0 15,-4-1-6-15,1 0 5 0,0 0-4 0,2-1 4 16,-2-2-5-16,1 2 1 0,0-1 4 0,1-1-10 16,-2-7 0-16,3 3 4 0,-1-2-3 0,0 1-2 15,2 0 9-15,-4-2-3 0,4 2-14 0,0-3 9 0,-1 1 5 0,1 2-1 16,-4-3 0-16,4 3-1 0,0 0-6 0,-5-2 7 15,5 2 14-15,0-3-9 0,-1 2-12 0,0 0 6 16,1 0 1-16,-2-1-6 0,1 3 7 0,2-3 0 16,-1 6 4-16,2 2-7 0,-4-6-3 0,4 4 11 15,0 2 4-15,0-2-7 0,1 3 7 16,-2-8-1-16,2 3 0 16,-3-5-5-16,3 10 2 0,-3-7-1 0,2 6-1 0,-2-2 2 15,0-4 4-15,0 4-4 0,0-5 2 16,0 6-1-16,0-6-7 0,0 0 6 0,0 0 19 15,0 8 0-15,0-3-3 0,0-5-1 0,0-2-5 16,0 1 2-16,0 1 3 0,0 0-7 0,-2-1 4 16,2 0-12-16,-2 1 4 0,4-2 0 0,-4 1 0 15,2-2-1-15,0 1-1 0,2 1 1 0,-4 1 3 0,4-3-4 0,-2 2 1 16,2-1-5-16,-2-1 3 0,-2-4 1 0,4 5-2 16,-2-6 2-16,0 2 1 0,0-2-1 0,0 0-1 15,0 2-5-15,0-1 3 0,0 0 3 0,0-3 3 16,0 1-5-16,0 0-2 0,2-1 0 0,-2 0 5 15,0-1-4-15,0-1-4 0,2 3 7 0,-2-5-34 16,0 2 12 0,0 0-10-16,0 1 15 0,0-1 1 0,1 0 2 0,2-1-2 15,-2 1 8-15,-2 0-6 0,2-2-6 0,-1 2 9 16,0-1 7-16,0 1-9 0,2-2 0 16,-2 3 3-16,2-3-5 0,-4 2 3 0,4 1 5 0,-2-4 10 0,0 4-12 15,0-2-1-15,0 2 6 0,0-2-8 0,4 2 12 16,-4-2-6-16,0 1-5 0,-3-2 0 15,3 0 5-15,0-1 0 0,0 0 4 0,3 0-6 0,-3-4 8 16,0 7-9-16,0-4 7 0,0-3-5 0,0 0 4 16,0 7 7-16,0-7-12 0,0 4 0 0,0-4 5 15,0 5-3-15,0 0 2 0,0 0-8 0,0-2 7 16,0 1-1-16,0 0 5 0,0 3-6 0,0-3 2 16,0 1-1-16,0 1 2 0,0-3 3 0,0-3-3 15,-3 7 0-15,3-2-2 0,0-5 5 0,0 5-8 0,0-2 6 16,0-3-1-16,0 0-6 0,-1 4 6 0,2 1 3 15,-1-5-3-15,0 0 0 0,0 3-5 0,0-3 13 0,0 0-8 16,0 0 5-16,3 3-6 0,-3-3 3 0,0 0-7 16,0 4 3-16,0-4 4 0,0 0 0 15,0 0-1-15,-3 5 3 0,3-5-6 0,3 3 4 16,-3-3 1-16,0 0 4 16,0 8-11-16,0-4-5 0,0-2 16 0,0 3-16 15,0 2 9-15,0-3 0 0,0 0 2 0,0 1-4 16,0 0 1-16,0 1-5 0,0-1 8 0,0-3 5 15,0 3-14-15,0-5 7 0,1 6 4 0,-1-2-20 16,0-2 20-16,0-2-5 0,-1 7 12 0,1-7-15 16,0 6 9-16,0-6-9 0,1 4 6 0,-1-4-4 15,-1 5 12-15,1 1-16 0,0-2 8 0,0-2 9 0,0-2-16 16,0 9 13-16,0-6-6 16,0 2-2-16,0-5-2 0,0 9 3 0,0-6-6 0,0 2 6 0,0 0-10 0,-3-2 8 15,3 4 3-15,0-2-9 0,-1-3 13 0,2 3-3 16,-1-1 1-16,3 1-2 0,-3-2-6 0,0-3 7 15,0 4-8-15,-3 0 9 0,3-4-5 0,3 9-4 16,-3-5-1 0,0 0 20-16,-3 0 23 0,3 1-3 0,-1 0-18 15,1-1 8-15,0 1-2 0,0 1 0 0,0 0-3 16,0-2-15-16,0 2 12 0,0 0-2 0,-2-2-8 16,2 0 5-16,2 4 3 0,-4-4-5 0,2-2 4 15,-2 4-4-15,2-2-5 0,0 2 3 16,0-2-12-16,0 1 15 0,0 0-6 0,0 2 3 15,0-7 1-15,0 10-5 0,-1-5 0 0,-2-1 2 0,3 2-5 0,0-2 8 16,-1 3-8-16,-1-2 6 0,2 1 0 0,-2 0-6 16,0 2 7-16,0-4-6 0,1 2 4 0,1 1-4 15,0-2 1-15,-4 2-6 0,4-3 2 0,0 2 4 16,-3 1-5-16,3-3 9 0,-2 1-5 0,2 2 2 16,-1-1-1-16,2-2-2 0,-2 3 3 0,1-4-3 15,0-3 6-15,0 12-10 0,0-5 5 0,0-2-2 0,1 0 1 16,-1 2-5-16,0-2 5 0,-1 1 3 0,0 1-5 15,1-1 1-15,-3 2-29 0,3-3 2 0,-2 4 5 16,0-2-5-16,1-2 5 0,0 2 8 0,-1-4 7 16,2-3-5-16,-2 10-2 0,2-6-9 0,0-4 13 15,-3 8-3-15,3-4 7 0,0-4 0 0,-1 6-9 16,1-6 14-16,0 0-9 16,0 7 4-16,0-7 2 0,0 6 2 0,0-6-6 15,0 6 6-15,0-6 4 0,1 5-1 0,-1-5 8 16,0 7-13-16,0-7 2 0,-2 5 7 0,2-5-8 15,0 5-3-15,-3 0 10 0,3-5-1 16,1 4-3-16,-1-1 1 0,0-3-1 0,0 5 0 16,2-1 1-16,-2-4-6 0,0 5 9 0,0-5-6 15,0 5 9-15,0-5 1 0,1 5-10 0,-1-5 2 0,0 2 2 0,0-2-11 16,1 6 9-16,1-2 3 0,-2-4-6 0,0 5-1 16,0-5 5-16,-2 2-2 0,2-2 1 0,0 6 3 15,0-6 0-15,0 0-2 0,-1 5-2 0,1-5 0 16,0 0 5-16,0 0 2 0,0 0-1 0,1 4 4 15,-1-4-1-15,0 0-2 0,0 0-2 0,0 0 1 16,0 0-10 0,7 4-43-16,-3-2-175 0,-4-2-242 0,13-1 107 15</inkml:trace>
  <inkml:trace contextRef="#ctx0" brushRef="#br0" timeOffset="-210373.07">12007 14200 8 0,'0'0'44'16,"0"0"-9"-16,0-5 1 0,0 5-2 0,0 0 0 15,0 0-11-15,0 0-24 0,1-4-35 16,-1 4-38-16,0 0 16 0</inkml:trace>
  <inkml:trace contextRef="#ctx0" brushRef="#br0" timeOffset="-210045.9">12028 14069 108 0,'-2'-5'167'0,"0"3"-11"0,2-4-7 16,-3 2 1-16,2 2-16 0,1 2-11 16,-1-7-15-16,-2 4-10 0,3 3-13 0,-1-3-12 15,1 3-8-15,0 0-9 0,0 0-6 0,5 13-8 16,-2-6-3-16,2 9-2 0,0 4-4 0,2 6-5 16,1 1 1-16,1 1-8 0,-2 2-4 0,5 1 0 15,-4 1 1-15,1-3-2 0,2 1 0 0,-2 0 0 16,0 0-9-16,0 1 3 0,0-3-2 0,0-4 2 0,-5-5 2 0,2-5-4 15,-2-2-2-15,0 0 4 0,-1-2-4 0,-1-3-1 16,1 0 3-16,-2-2-3 0,-1-2 0 0,0 2 5 16,3-1 5-16,-2-1 4 0,-1-3 2 0,0 3 3 15,0-3 4-15,0 0-14 0,0 0-1 0,-17-4-14 16,10-2-19-16,-1-2-21 0,-1 1-24 0,-4-5-33 16,4-3-33-16,-1-4-160 0,-4-4-313 0,6-2 139 0</inkml:trace>
  <inkml:trace contextRef="#ctx0" brushRef="#br0" timeOffset="-209861.41">11966 13933 74 0,'-2'-7'241'0,"-2"2"-14"15,0 0-12-15,4 0-15 16,-1-1-15-16,-3 2-18 0,4 3-20 0,0 1-14 16,-1-8-11-16,2 3-15 0,2 1-11 0,3-4-9 15,10-1-11-15,3-2-8 0,7 0-4 16,4-1-17-16,-1 0-12 0,-1 0-15 0,0 5-17 15,-1-3-17-15,-6 5-24 0,0-2-16 0,-2 2-18 0,-3 0-23 16,2 2-20-16,-5 1-31 0,-1 0-151 0,-5 1-322 16,-1 1 143-16</inkml:trace>
  <inkml:trace contextRef="#ctx0" brushRef="#br0" timeOffset="-209509.57">12028 14350 14 0,'0'0'226'0,"-4"1"-3"15,4-1-5-15,-3 3-4 0,3-3-7 0,0 0-11 16,-4 2-11-16,4-2-17 0,0 0-13 0,0 0-16 0,0 0-17 0,0 0-10 15,21-14-11-15,5 2-13 0,3-4-6 0,21-7-6 16,1 1-10-16,1-6-10 0,5 4-4 0,0-1-8 16,-5 3-1-16,1 3-9 0,-18 5-1 15,0 4-7-15,-3 1-5 0,-4 1-5 0,-8 3-8 0,-3 0-8 16,-4 1-25-16,-5 2-18 16,-2-1-13-16,0 3 7 0,-6 0-2 0,0 0 1 15,-2 10-14-15,-6-6-12 0,-1 3-11 0,-6 4-17 0,-1-1-12 0,-1-2-32 16,-1 1-38-16,1-1-126 0,7-2-338 0,-3 0 150 0</inkml:trace>
  <inkml:trace contextRef="#ctx0" brushRef="#br0" timeOffset="-208943.7">12973 13883 44 0,'13'-3'128'0,"-3"1"-12"0,4 2-10 16,-2-2-15-16,-2 1-6 0,4 4-9 0,-1-1-2 16,0 5-9-16,-2 2-9 0,2 0-5 0,0 3-6 0,-4 2-2 0,-3-2-6 15,0 3 6-15,-2 2-2 0,-4 0-1 0,0 2 1 16,-4 0-5-16,-1 1 11 0,0-3-3 0,-1 2-5 16,-2-3 3-16,-1 0-3 0,2-2-3 0,1-5 2 15,0 1-3-15,2 0 5 0,2-5 12 0,-1 0 15 16,1 0 9-16,-1-1 15 0,1-1 13 0,-1-2 14 0,3-1 9 15,0 5 7-15,0-5-10 0,0 0-10 16,0 0-14-16,8-21-10 0,0 7-12 0,1-3-5 16,7-9-11-16,-2-1-6 0,0-6-3 0,3 3-9 15,-1-1-1-15,0 2-5 0,0 2 1 0,-2 0-1 16,-2 4-11-16,-2 7-5 0,-4 2-1 0,1 4-1 16,-2 0-4-16,-4 5 0 15,4-2-4-15,-1 2-7 0,-2 1-5 0,0 2-6 16,-1-1-17-16,-1 3-5 0,0 0-5 0,0 0 4 15,0 0 3-15,5 9 0 0,-1 1 0 0,-3 0 1 16,1 3 0-16,2 1-1 0,-2 2-4 0,2 1-2 16,1 0-17-16,0-2-10 0,0 2-22 0,0-1-22 15,-1 0-27-15,1-4-32 0,0-1-51 0,-3 0-172 16,3-2-416-16,-3-5 185 0</inkml:trace>
  <inkml:trace contextRef="#ctx0" brushRef="#br0" timeOffset="-208743.11">13449 13694 23 0,'0'0'199'0,"5"-3"-15"16,-1 2-27-16,-4 1-18 0,11 1-17 0,-3 3-7 0,2 2-7 16,7 5-7-16,-3-1-1 0,2 3-5 0,5 7-10 15,-5 1-4-15,2 5-8 0,-5-1-5 16,-3 5-6-16,0 1-2 0,-6 2-8 0,-4 3-7 15,-5-2-18-15,-11 12-23 16,-4-3-26-16,1-13-38 0,-4-1-37 0,-10 7-191 16,5-11-310-16,4-4 138 0</inkml:trace>
  <inkml:trace contextRef="#ctx0" brushRef="#br0" timeOffset="-208427.11">12927 13606 24 0,'-12'8'169'0,"0"5"-5"15,-6 9-10-15,2 4-10 0,-1 7-6 0,-2 15-9 16,-3 4-2-16,8 1-13 0,4 3-11 0,2 0-9 16,7 1-10-16,6 3-7 0,5-4-8 0,11-7 10 15,4-4-19-15,8-3-7 0,7-8-5 0,11-5-6 16,8-5-31-16,30 0-62 0,2-9-86 0,-26-6-146 0,27-11-306 0,-28-6 135 16</inkml:trace>
  <inkml:trace contextRef="#ctx0" brushRef="#br0" timeOffset="-206591.72">14924 16958 98 0,'0'0'100'0,"-1"-2"-12"0,1 2-8 0,0-5-10 15,0 5-5-15,-2-3-4 0,2 3-10 0,-3-4 3 16,3 4-6-16,-1-5 5 0,1 5-5 0,0-5 8 0,-3 0-3 16,3 5-2-16,-1-5-2 0,1 5-1 0,0-2-4 15,0 2 1-15,0 0 0 0,0 0-4 0,0-5 3 0,0 5-5 16,-2-5 0-16,2 5-1 0,0 0-1 0,0 0-4 16,-2-4-2-16,2 4-3 0,0 0-5 0,0 0-2 0,0 0-5 31,0 0-1-31,0-3 1 0,0 3-8 0,0 0 8 0,0 0-7 0,0 0 3 0,0 0-2 15,0 0-1-15,0 0-4 0,0 0 1 0,0 0-3 16,0 0-2-16,0 0-1 0,0 0 4 0,0 0-2 16,0 0 1-16,-11 0-3 0,11 0 7 0,0 0-4 15,-10 1-1-15,10-1-2 0,0 0 2 0,0 0-4 0,-7-1-3 16,7 1 9-16,0 0-3 0,0 0-1 16,0 0-2-16,0 0-1 15,0 0 0-15,-8 1 7 0,8-1-8 0,0 0 0 16,-2 4 4-16,2-4-4 0,-3 2 3 0,1 3-1 15,2-5 2-15,-3 2 2 0,1 2-10 0,-2-3 5 16,4-1 3-16,-1 8-5 0,1-8 3 0,-2 5-5 16,1-1-2-16,0-1 7 0,1-3-12 0,0 6 2 15,0-6-10-15,0 6 8 0,0-6-9 0,0 7 6 16,0-3 1-16,2-1 1 0,0 1 0 0,0-3 0 0,2 3 3 16,-2 0 2-16,-2-4-3 0,6 4 4 0,-6-4 2 15,3 0-7-15,-3 0 4 0,0 0 7 0,8 0-3 16,-8 0 2-16,0 0 1 0,10-3-3 0,-10 3 2 0,4-2 7 15,-4 2 2-15,0-7 1 0,0 7-1 0,3-1 3 16,-3 1 9-16,2-2-7 0,-2 2-9 16,2-5 1-16,-2 5-2 15,0 0 5-15,0 0-5 0,0 0-1 0,0 0 0 16,0 0-4-16,0 0 3 0,0 0-1 0,-14 8 17 16,11-3-17-16,-1 0 0 0,0-2-1 0,0 3 3 15,2-1-2-15,-2 1 2 0,1-2-1 0,1 1-6 16,1-1-1-16,-2-1-2 0,3 0 2 0,0-3 4 15,0 7-5-15,0-7 10 0,3 5 1 0,-3-5 8 16,3 2-8-16,-3-2-4 0,0 0 5 0,13-4-3 0,-6 1 3 16,1 1 2-16,0-5-1 0,1 3-2 0,-1-3-2 0,2 0 4 15,-5-3-1-15,0 1 8 0,3-1 9 0,-4 7-7 16,-2-2 6-16,5 0 3 0,-6 1 1 0,0 2-7 16,3-1 10-16,-4 3-16 0,0 0 0 0,0 0-3 15,0 0 1-15,0 0 0 0,-15 0-2 16,7 3 0-16,0-1-3 0,2 5 4 0,-3-5-13 0,4 1 3 0,-4 1-8 15,5 0 2-15,-1 0-4 0,-2-1 9 0,1-1-1 16,3-2-1-16,-1 4-4 0,4-4-41 0,0 0-34 0,0 0-32 16,-5-8-99-16,6 3-233 0,3 0 104 0</inkml:trace>
  <inkml:trace contextRef="#ctx0" brushRef="#br0" timeOffset="-203958.31">16747 16963 40 0,'0'0'153'0,"0"-5"-22"0,0 5-11 16,0 0-6-16,0 0-16 0,0 0-16 0,0-4-1 15,0 4-16-15,0 0 2 0,0 0-13 0,0 0-5 16,0 0-11-16,0 0-2 0,0 0-10 0,0 0 7 0,-3 13-10 0,3-7 5 16,0 0-8-16,0 3-3 0,0 0-4 0,-1 1 5 15,-2-1-35-15,6-1 14 0,-3 1-8 16,0-1 6-16,1-1-3 0,-1 1 4 0,0-2-4 16,3-1 6-16,-3 1 0 0,-3-2-6 0,6-2 21 15,-3-2 11-15,1 7 21 0,-1-7 20 0,0 0 17 16,-1 3 22-16,1-3-11 15,0 0-6-15,0 0-17 0,0 0-2 0,0-17-8 16,1 10-6-16,-2-2-6 0,1-2-9 0,1 2-1 16,-1-1-4-16,0 0 0 0,0-1-5 0,1 2-3 15,-1 0-4-15,0 1 2 0,0 3-10 0,-1-1 6 16,2 1-9-16,-1 3-2 0,-1-3 0 0,1 5-7 16,0-5-8-16,0 5-15 0,0 0 9 0,0 0-3 15,0 0 2-15,0 0-4 0,3 14 8 0,-5-7-2 0,4 0 3 16,-2 1-3-16,1 2 3 0,-1 0-3 0,0 2 7 15,0 0-5-15,1-2 5 0,-1 1-6 0,0 2 4 0,0-4-6 16,0 2 5-16,1-5-1 0,1-1 5 16,-2 2 0-16,0-4 1 0,1 2-5 0,-1-5 10 15,0 5 8-15,0-1 21 0,0-4 15 0,0 0-2 16,0 0-7-16,0 0-4 0,0 0-2 0,1-16-5 0,-1 7 5 0,2 0-12 16,-2-4 0-16,1-3 2 0,0 4-7 0,2-3-2 15,-2 3 2-15,-1 1-7 0,1 1 4 0,-1 1-3 16,0 4 3-16,-1-3-6 0,1 5-1 0,0 3-7 15,0-9 2-15,1 4-11 0,-1 5-5 0,0 0-17 16,0 0 6-16,0 0-3 0,0 0 10 0,0 0-5 16,0 0 8-1,-2 17 1-15,0-5 2 0,-1-4-1 0,3 3 0 16,-3-1 1-16,0 3 6 0,2-4-2 16,1 1 3-16,0-2-5 0,-2-2 4 0,3 1 10 15,-2-3-7-15,3 0 5 0,-2-4-3 0,-2 6 5 16,2-6 21-16,0 4 28 0,0-4 18 0,0 0 6 0,0 0-9 15,0 0-8-15,0 0-4 0,0 0-7 0,-7-17-7 16,7 9-2-16,-1 2 2 0,-2-2-12 0,3-1 0 0,-2 3-3 0,2-3 0 16,-1 4-6-16,-2-2 4 0,3 0-7 0,0 3-1 15,0 4-1-15,-3-7-10 0,3 7-4 0,0-7-6 16,0 7-17-16,0 0-16 0,0 0-2 0,0 0 1 16,0 0 4-16,0 0 4 0,0 0 4 15,-6 17 1-15,5-12 4 0,-2 2 0 0,3 0-1 16,-2 1-5-16,0-1 3 15,1-2-2-15,1 0 5 0,-1 0 0 0,1 0 4 16,-3-1-1-16,3-4 9 0,0 5-1 0,0-5 9 16,0 3 2-16,0-3 23 0,0 0 15 0,0 0-2 15,0 0-2-15,0 0-4 0,0 0-1 0,0-18-5 16,3 10-2-16,-2 0 1 0,0-4-5 0,2 2 1 16,-2 0-4-16,2-3 2 0,-2 2-6 0,2 4 5 15,-3-1-7-15,1-1-2 0,0 4 4 0,-1 0-5 0,1 0-3 16,-1 5-5-16,2-5-16 0,-2 5-18 0,0 0-5 0,0 0 4 15,0 0 3-15,0 0 1 0,0 0 7 0,1 15-8 16,-1-8-13-16,0 5-11 0,-3-2-31 0,3 2-23 16,0 3-36-16,-1 1-36 0,-4 0-145 15,4-3-357-15,-2-3 159 0</inkml:trace>
  <inkml:trace contextRef="#ctx0" brushRef="#br0" timeOffset="-201774.97">19011 16847 94 0,'0'0'117'0,"0"0"-12"0,0 0-10 16,0 0-12-16,0 0-11 0,0 0-7 0,0 0-7 16,0 0-1-16,-2 15-15 0,2-9 6 0,0 0-13 15,2 6 0-15,-2-3-5 0,0 4-1 0,0-2-3 16,0-1 8-16,0 2-15 0,1 0 1 0,1-3-6 15,-2-1 0-15,0-4 1 0,2 1-5 16,-4 0 21-16,2-2 14 0,2 2 23 0,-2-5 20 0,0 4 34 0,0-4 18 16,0 0 8-16,0 0-20 0,0 0-8 0,0 0-13 15,0 0-8-15,0-21-15 0,3 13-7 0,-1-3-4 0,-2-1-9 16,0 2-10-16,1-1-2 0,-1 0-8 0,3 0-3 16,-3 3-1-16,1-2-9 0,-1 5-3 15,0-1-2-15,0 3-5 0,2-2-3 0,-2 5-3 16,2-8-5-16,-2 7-12 15,0 1-20-15,0 0 0 0,0 0 0 0,0 0 6 16,0 0-2-16,0 0 3 0,0 16-1 0,0-6 6 16,0 0 1-16,0 1 0 0,-2-1 1 0,0 2 1 15,2 1 0-15,2 0 4 0,-4-1-6 0,2-1-25 16,0-1 2-16,0-2 5 0,-1 0-3 0,2-2 5 16,-1 1-1-16,0-3 9 0,0-1-5 0,0 1 11 15,0-4 11-15,0 7 29 0,0-7 8 0,0 0 1 0,0 0-6 0,0 0-2 16,0 0-7-16,-1-16 3 0,1 6-6 0,0 1 1 15,0-2-5-15,0 2-1 0,-3 0-2 16,3 1 1-16,3 0-4 0,-3 2-3 0,-3-1 0 0,3-1 1 16,0 3-2-16,0 3-3 0,0 2 0 0,0-5-6 15,-1 0-7-15,1 5-18 0,0 0-10 0,4-4-8 16,-4 4 4 0,0 0 0-16,0 0 7 0,0 0 2 0,0 11 6 15,0-11 5-15,0 10-5 0,-3-3-1 0,3-2 6 16,0 2-4-16,0-2-2 0,0-2-1 0,0-3 3 15,0 6 6-15,0-6 5 0,0 5-2 0,0-5 6 16,0 0 5-16,-1 3 22 0,1-3 11 0,0 0 6 16,0 0-6-16,0 0-4 0,0 0-2 0,0-14 0 15,0 14 3-15,1-10-2 0,-1 5 1 0,0 1-5 0,0 1-2 0,3-2-2 16,-3 5-3-16,-3-7 1 0,3 7-2 0,0-4-5 0,0 4-22 16,3-6-27-16,-3 6-36 0,0 0-46 0,0 0-27 15,0 0-28 1,0 0-148-16,0 0-356 0,0 0 158 0</inkml:trace>
  <inkml:trace contextRef="#ctx0" brushRef="#br0" timeOffset="-200530.9">16684 17530 6 0,'0'0'233'0,"-4"-3"-17"0,4 3-34 16,-1-4-17-16,1 4-19 0,0 0-15 0,0 0-19 15,-8 13-8-15,7-4-12 0,0 4-11 16,-2 4-4-16,3 3-9 0,-1 8-5 0,-2 4-4 16,3-1-7-16,3 1-73 0,-2-3-30 0,3 3-34 0,-3-3-30 0,3-2-21 15,-4-1-95-15,3-1-248 0,-1-9 110 0</inkml:trace>
  <inkml:trace contextRef="#ctx0" brushRef="#br0" timeOffset="-199628.83">19153 17551 163 0,'-1'-3'220'0,"1"3"-9"0,0 0-12 0,-2-7-15 15,2 7-12-15,0 0-13 0,0-2-20 0,0 2-18 16,0 0-7-16,2-4-18 0,-2 4-8 0,0 0-15 16,0 0-7-16,0 0-15 0,9 1 0 0,-6 4-2 15,5-2-11-15,-3 2-1 0,2 4-7 0,-1 1-2 0,0 0-6 0,2 6-5 16,-3 2 0-16,0 8 4 0,-5 1-4 0,-4-2-3 0,0 3 0 16,-6-4 0-16,4-4-1 0,0-2-4 15,-1-1-5-15,-2-3 5 0,4-5-35 0,1 1 2 16,2 0 7-16,-2-2-2 0,1-2 2 0,1-2 3 15,-1 2 2 1,2-2 1-16,0-2 10 0,1-2-1 0,0 0 1 16,18 5 4-16,1-6-4 0,-1-3 0 0,12 0 0 15,1 0 2-15,2-2-9 0,-1 3 6 0,-1-2 2 16,-3 1-3-16,-8 0 8 0,7 1-3 0,-8-2 0 16,-2 2 2-16,-3-2 16 0,-4 5 6 0,-1-1 1 15,-3 0 4-15,2-1-8 0,-8 2 2 0,0 0-2 16,12-2-18-16,-12 2-30 0,0 0-47 0,6-3-50 15,-6 3-84-15,0 0-140 0,0 0-374 0,9-6 166 0</inkml:trace>
  <inkml:trace contextRef="#ctx0" brushRef="#br0" timeOffset="-178676.62">14927 15562 7 0,'0'0'18'0,"9"0"-1"16,-5-3-4-16,-4 3 0 0,11 0-2 0,-7 0-6 16,-4 0 9-16,9-1-10 0,-9 1 3 0,9 0 2 15,-9 0-6-15,7 0 2 0,-7 0-2 0,0 0 2 16,0 0 4-16,7-1 2 0,-7 1 6 0,0 0-1 0,0 0-5 15,0 0 2-15,0 0-5 0,0 0 1 0,-19 5 3 0,11-2-3 16,-1-2-4-16,-1 3 1 0,-3-3 0 0,2 2-2 16,-2-1 6-16,1 1-6 0,1-2 2 15,1 3-3-15,0-1-3 0,-2-2-3 0,6 2 6 16,-1 0-1-16,2-2 1 0,0 1 4 0,0-1-6 16,5-1-6-16,-5 5 8 15,5-5-3-15,0 0 4 0,0 0-8 0,0 0 3 16,0 0 0-16,18-2 1 0,-9 2 3 0,1 0-1 15,1-1 3-15,-2 1-8 0,3-2 5 0,-2 0-4 16,0 1-3-16,2 0 8 0,-5 1-4 0,1-1-2 16,1 1 0-16,-4 0 0 0,-5 0 5 0,13 0-5 15,-13 0 0-15,5 0 2 0,-5 0-13 0,0 0 14 16,0 0-3-16,0 0 2 0,0 0 2 0,-18 5-3 0,12-3-1 0,-2-2 2 16,-1 1 2-16,0-1 4 0,3 2-3 0,-2-1 1 15,0 0 0-15,2-1-8 0,6 0 2 0,-10 0 6 16,6 3-1-16,4-3 1 0,-6 0-8 15,6 0 4-15,0 0 3 0,0 0-5 0,0 0 2 16,0 0 1-16,0 0 2 0,0 0-4 0,22 0 9 16,-15 0-5-16,-7 0-5 0,10-3 5 0,-2 2-1 0,-3 0-7 0,0-1 8 15,3 2-5-15,-8 0 1 0,6-1 0 0,-6 1-3 16,8-2 4-16,-8 2 4 0,0 0-6 0,6 3 3 16,-6-3 4-16,0 0-5 0,0 0-2 0,-15 4-3 15,10-4 4-15,-2 3 6 0,7-3-3 0,-13 0-4 16,6 0-2-16,1 0 7 0,-1 1-7 0,0 1 7 15,2-1-5-15,-1 0 3 16,6-1 0-16,-6 1 3 0,6-1-2 0,0 0-3 16,-5 1 2-16,5-1-4 0,0 0 7 0,0 0-4 15,0 0 2-15,0 0-2 0,0 0 3 0,20-1-3 16,-11 0 1-16,-9 1-1 16,13 0-2-16,-9-1 8 0,1 0-5 0,-5 1 4 0,11 0-6 0,-11 0 5 15,8-2-3-15,-8 2 2 0,9 0 4 0,-6 2-2 0,-3-2 9 16,0 0-3-16,7-3 9 0,-7 3-8 0,0 0 2 15,0 0-4-15,0 0-4 0,0 0 1 0,0 0-3 16,0 0 4-16,0 0-1 0,-24 0-3 0,24 0 0 16,-9 0 6-16,9 0 2 0,0 0-9 0,-9 0-1 15,9 0-1-15,0 0-3 0,-7 0-2 0,7 0-3 16,0 0 4-16,0 0 8 0,0 0-12 0,0 0 2 16,0 0 4-16,0 0 0 15,0 0 5-15,0 0-11 0,0 0 5 0,0 0 0 16,22-3 3-16,-22 3 0 0,8-1 0 0,-8 1-1 15,8 0-1-15,-8 0 0 0,5-3 4 0,-5 3-7 16,0 0 7-16,0 0-5 0,0 0 0 16,0 0 3-16,0 0-1 0,0 0 0 0,0 0 4 0,0 0-3 15,0 0-6-15,0 0 3 0,-22 3 4 0,22-3 0 16,-10 0-3-16,10 0 2 0,-8 0-5 0,8 0-10 0,-5 1-2 16,5-1-33-16,0 0-55 0,0 0 25 0</inkml:trace>
  <inkml:trace contextRef="#ctx0" brushRef="#br0" timeOffset="-174432.09">14905 15548 8 0,'0'0'40'0,"0"0"-4"0,0 0-2 16,0 0-6-16,0 0 11 0,-9 0-16 0,9 0-1 16,0 0-8-16,0 0 0 15,-10 4-1-15,10-4-2 0,-5 1-1 0,3 1 7 0,2-2 3 0,-4 4-7 0,4-4-9 16,-4 3 7-16,3 1-1 0,1-4-3 0,-2 6-8 0,2-6 4 15,-1 7 2-15,1-4 0 0,1 1-3 0,1 1 4 16,0-2 3-16,1 0-8 0,-2 3 10 0,4-4-9 16,-2 2 1-16,-1 0-1 0,3-2-3 0,-1 1 3 15,-1-1 0-15,1 1 5 0,-1-1-3 0,1-1-4 16,4-1 1-16,-2 1 9 0,-6-1-7 0,9 0 0 16,-9 0-3-1,9-1 8-15,-5 0 2 0,2-1-1 0,-2-1 15 0,-1 1-5 0,-3 2 8 0,5-6 0 16,-4 2 27-16,3 1-9 0,-4 1-3 0,3-3-5 15,-2 2 4-15,-1-1-4 0,0 4 2 0,0-9-13 16,-1 6 4-16,-2-1-8 0,3 4 7 0,-1-6-14 16,-2 2 7-16,3 4-3 0,-1-6-10 0,1 6 8 31,-5-2-11-31,2 0 8 0,3 2-3 0,-9-2 0 0,9 2-1 0,-6 0 1 0,6 0-10 16,-9 1 5-16,2 2 1 0,1-2 3 0,1 3-11 15,1-1 0-15,-1 1 3 0,-1-1 1 0,0 2 0 16,2 0-7-16,-2 0 1 0,1-1 3 0,3 1-5 15,-1 0 6-15,1-1-1 0,-1 0-6 0,2 1-3 16,1-1 18-16,-3 0 2 0,3-1-11 0,0 2-12 16,0-5 5-16,3 4-1 15,-2-1 9-15,-1-3 9 0,6 5-18 0,0-4 6 16,-1-1 3-16,-5 0 4 0,16-1-10 0,-8-1 16 16,-2 0-7-16,3 2-12 0,-1-2 9 0,1-1-11 15,-4 1 9-15,4 0-2 0,-4-2-1 16,0-1-2-16,2 0 4 0,-5 1 1 0,2-2 5 15,-1 1 10-15,-1 0 2 0,-2-2 4 0,1 2-3 0,-2 1-3 16,-1-1 5-16,-1-2-13 0,-1 2 7 0,-1 1-4 0,1-1 1 16,-1 2-7-16,1-2 1 0,-5 3 0 0,4 1-2 15,0 0 0-15,-3 0-2 0,8 1 5 0,-11 1-5 16,3-1 3-16,8 0-5 0,-9 4-6 0,4-1 7 16,-2-1-7-16,3 3 7 0,1-1 2 0,-2 3 0 15,2-1-2-15,1-2 6 0,-2 2 1 0,3 0-3 16,-1-1-6-16,1 0-3 0,1 2 7 0,0-3 4 0,1 1-7 0,-1 1-1 31,0-3 5-31,2 0-2 0,0 1 0 0,1-2-11 16,-1 0 16-16,2 1-9 0,0-2 10 0,3 1-10 15,-7-2-5-15,12 0-5 0,-12 0 13 0,13-3 0 16,-9 2 1-16,2-2-6 0,-1 1 0 0,-1-2 4 16,0 2 7-16,0-5-11 0,-3 3 9 0,2-2-3 15,-2 1 10-15,-1-2-2 0,0 2-1 0,0-3-4 0,0 2 4 16,-1 0 0-16,-2 0 3 0,-1 0 14 0,3 2-19 15,-3-1 1-15,-1 0-7 0,2 1 2 0,2 1-1 0,-4 1 2 16,1-2-4-16,4 4 0 0,-5-2 2 16,5 2 0-16,-7 0 1 0,7 0-2 0,-6 6-3 15,2-2 8-15,0 1-6 0,2 0 4 0,0-1-3 16,0 1 0-16,1 2 0 0,1 2 2 0,0-2 1 0,-2-1 0 0,4 3-12 16,-2 2 3-16,1-4-8 0,2 1 2 0,0-1 0 15,1-1 1-15,-1 1 4 0,0-2-4 0,1-1 9 16,-1 2-5-16,1-3 8 0,1-2-3 0,-2 2-3 15,3-2 3-15,-6-1-7 0,9 0 13 0,-9 0-8 16,9-4 8-16,-5 2 1 0,0-4 3 0,-2 1 0 16,1 0-4-16,-2-1 7 15,2-1-6-15,-2 1 6 0,-1-3 0 16,0 1-2-16,-1 0 2 0,-2-1 2 0,3 2-6 0,-1 2 3 16,-2-2-4-16,1 1-2 0,-2 2 14 0,3-1-8 15,-2 1-7-15,3 1 6 0,-4-2-5 0,4 5-5 16,-4-2 8-16,4 2-8 0,-5-1 3 0,5 1 3 15,-7 3-5-15,7-3 5 0,-7 7-2 0,4-1-2 16,1-2-3-16,-2 3 3 0,1 3 2 0,1-1-4 0,-2-1 2 0,3 1 3 16,-2 2-3-16,3-1-1 0,0 0 0 0,0-3 0 15,3 0-4-15,-3 2 1 0,1-5 6 0,1 2 9 16,0 1-12-16,2-3 4 0,-3-1-3 16,3 2-5-16,0-1 4 0,0-2 0 0,-4-2 4 15,6 0-2-15,-6 0-1 16,8-4-1-16,-8 4 10 0,6-7-7 0,-2 3 2 15,0-1 4-15,-4-3 2 0,1 3 5 0,2-6-8 16,-1 4-2-16,-2-3 3 0,0 0 1 0,0 0-9 16,-2 2 6-16,2-2-1 0,-4 3 0 0,4-1 1 15,-4 3-3-15,3 0 0 0,-3 0 1 0,0-2-2 16,4 3 0-16,-5 0-15 0,1 4 18 0,4 0-7 16,-9-2 2-16,9 2 0 0,-10 0 3 0,6 2-9 15,0 1 8-15,-1 1-1 0,-1 1-15 0,2-1 18 0,-1 2-7 0,1 2 1 16,-1 0 1-16,2 1 3 0,0 2-2 0,-1-3-5 15,4 2 3-15,-1 0 10 0,1-3-5 0,2 2-8 16,1 0 2-16,-1-4 6 0,1 3-6 0,2-2-2 16,-1 0 4-16,2-1-3 0,1-1 7 0,0 1-7 15,2-2-6-15,0 1 11 0,-4-4-6 0,4 2 4 16,-3-2-8-16,2-1 5 0,2 0-2 0,-6-1 2 0,4-1 3 16,-3-1 0-16,-1 0 7 0,1-3 6 0,-2 0-12 15,3 0 5-15,-5-3 3 0,3 6-4 0,-3-7 6 16,-1 5-3-16,2-5-2 0,-1 2-2 0,-1 0 3 0,0 1-1 15,0 1 2-15,0 0 1 0,0 2-5 16,-1-2 3-16,-1 3 1 0,2-1 1 0,-1 0 2 16,1 2-5-16,0 3 2 15,-1-7-1-15,1 7 12 0,-3-5-6 0,3 5-13 16,-4-2-3-16,4 2-1 0,0 0 5 0,0 0-2 16,-15 5 7-16,7-3-2 0,3 2-7 0,-1 2 5 15,-3-1 0-15,1 2-1 0,-1 0 1 0,0 2 0 16,3-1 0-16,-2 2 4 0,0-1-12 0,1 0 8 15,3 0-7-15,-2 0 4 0,-1 0-3 0,3-2 6 16,1-1-6-16,0 1 5 0,1-3-11 0,0 3 11 0,2-2 1 16,0-2-5-16,0-3-1 0,2 8 12 0,0-4-6 0,3-3-1 15,0 0 4-15,2 2-3 0,-1-3 1 0,4 0 4 16,-1-3-2-16,0 1-9 0,0-1 6 0,4-1-2 16,-4-1 9-16,0 1-9 0,0-4 6 0,-4 4-4 15,0-4 18-15,-1 2-16 0,1-1 7 0,1-3-1 16,-3 4 8-1,-2-4-7-15,-1 3 4 0,3-4 0 0,-3 2-6 0,-3 1 3 16,-1-1-2-16,3 5-4 0,-4-4 2 0,0 2 7 16,0 1-8-16,-3-1 4 0,4 4-2 0,-5-3-11 15,4 3 5-15,-3-3 1 0,3 5 1 16,0-2 1-16,-1 1 0 0,0 0-3 0,6 1-4 16,-11 2 1-16,3 0-3 0,4 1 4 0,-2 1 0 15,1 1-2-15,1 0-4 0,1 0 2 0,-3 3 6 0,4-1-2 0,1 2 3 16,-3 0-6-16,3 0 5 0,-1 0-7 0,2-1 5 15,0 0-1-15,2 2-6 0,0 0 4 0,1-2 3 16,0 1 0-16,1-2-2 0,1-2 3 0,3 3-6 16,-5-4 4-16,4 1 1 0,-3-1-4 0,5 0 9 15,-4-3-3-15,0 2-4 0,4-3-1 0,-4 0 2 16,3 0 4-16,-3-3 1 0,-1 2 0 0,2-3 1 0,1 0 5 0,-5-1 0 31,2-2 6-31,0 0-3 0,-1 0-5 0,-1-2 3 16,-2 0-3-16,0 0 2 0,0 0-4 0,0 2-3 0,-1 1 8 0,0-1-8 0,-2 1 3 0,-1-1-4 15,0 2 1-15,3 0 1 0,-3 1-2 0,0 1-1 16,-2-1-4-16,5 2-1 0,-6 0 4 0,7 2 0 16,-5-1 0-1,5 1 0-15,-9 3 3 0,9-3-8 0,-10 5 5 16,6-1 0-16,-1-1-3 0,1 3 2 0,-1 2-2 16,1-2-10-16,1 3 9 0,0-1-7 0,0 3 3 15,2-1-4-15,-1 0-7 0,4-1 11 0,-2 0-12 0,1 2 9 16,1-2-3-16,-1-2 6 0,5 1-1 0,-2-2 3 15,-3 0-4-15,5-1 1 0,0 0-2 0,-1-1 6 16,-1-2 4-16,2 0-4 0,2-1 4 0,-3 0-1 0,-5-1 4 16,10-1 1-16,-2-2-4 0,-4-2-9 0,2 3 20 15,-2-5-2-15,0 2 7 0,0-2 3 0,-3-1 5 16,4-1-2-16,-4-1 2 0,-1 0-8 0,0-1 4 16,0 2-3-16,0-3 0 0,-3 4-1 0,0-2-3 15,-1 0 2-15,2 3-6 0,-1 2 4 16,-1-2-4-16,-1 2 1 15,1 2-4-15,0-2-13 0,-2 3 10 0,2 0 1 0,-1 0 0 0,5 2 1 16,-9 0-7-16,9 0 5 0,-13 5-5 0,8-4 0 16,0 5 0-16,1 0 1 0,-1 2 5 0,-2 0-10 15,1 1 2-15,1 0-7 0,1 2-1 0,1 3-4 16,0-2 1-16,0 0-1 0,2 0-8 0,1 0 5 0,-1-2 2 16,3 0-4-16,1 0 5 0,0-1-1 15,-1-1 4-15,2-1 5 0,1-1 0 0,2-1 3 16,0-1 1-16,0-2-2 0,4 1 0 0,-3-2 6 15,3-1-3-15,-2-1 3 0,1-3 0 0,2 2 4 16,-3-3 2-16,1-2 11 0,-1-1 6 0,-1 0 3 16,-2-1-3-16,-2 2 0 0,2-3 13 0,-1 4 4 15,-1-2-6-15,0-1 1 16,-1-1-3-16,-5 2-4 0,2 2-3 0,-1-3 0 16,-3 2-9-16,0-2 3 0,0 3-5 0,-3 0-1 15,4 0-2-15,-4 2-2 0,0 2-6 0,-2-1 3 16,2 1-4-16,-5 0-2 0,6 4 1 0,-3-2-5 0,0 0 2 0,1 3-3 15,0 0-7-15,-2 1 1 0,4 2-5 0,-2 0-3 16,3-1-12-16,1 0 8 0,-2 4-11 16,2-4-7-16,2 7 9 0,0-7-2 0,2 6-2 0,0-5 7 15,2 2 2-15,0-1 9 0,1-2-2 0,4 2-1 16,-3-1 9-16,3-1-2 0,0-2 2 0,-2 1 6 16,8 0-2-16,-8-3 0 0,4 0 2 0,-1-1 3 15,1-2 8-15,-3 0-9 0,2 0 24 16,0-5 1-16,-2 2 10 0,2-1 8 0,-2-2 1 0,-1-2 4 15,-1 1-4-15,1-1-1 0,-3-1 4 0,0-2-11 16,-2 5 1-16,0-5-9 0,0 1-1 0,-2 4-5 0,1-3 1 16,-1 2-2-16,-2 1-1 0,0 2-7 0,-1 1 0 15,1-1-2-15,0 5-6 0,-1-3 1 0,1 3-2 16,-2-1 0-16,6 2-3 0,-10 3-1 0,2-1 1 0,4 1-2 16,-5 3 0-16,4 1-5 0,0-2-6 0,1 5 0 15,-1-2-2-15,-1 3-4 0,2 0 1 16,0 0-1-16,4 1 1 15,0 0-1-15,0-2-1 0,0 2-3 0,0 0 4 16,4-3 0-16,-3 1 7 0,4 0-1 0,-4-5 1 16,3 1 3-16,0 0 4 0,0-3 0 0,1 2 3 15,0-4 0-15,4 1 3 0,-5-2-2 0,-4 0 3 16,13-3 9-16,-8 0 4 0,5-5 12 0,-3 1-4 16,-1-2 1-16,-1 1 0 0,-2-3-1 0,2 1-1 15,-3-3-4-15,2 1 5 0,-3 1-7 0,-2-2 1 0,0 0 2 0,-1 1 0 16,0 1-7-16,-3 0-8 0,4 2-5 15,-4 0 3-15,1 4-5 0,1-2 5 0,-2 4-5 0,1-2-9 16,-1 3 10-16,0-1-6 0,5 3 4 0,-9-1-5 16,9 1 5-16,-10 5 2 0,6 0-3 0,-4-1-2 15,6 3 5-15,-5 1-6 0,6 2 7 0,-3 0-5 16,0 1 8 0,3 1-4-16,1 0-4 0,0 1 1 0,0 1 0 15,0-3 4-15,4 2-4 0,-2-4-1 0,2 2 2 0,3-2-5 16,0 0 3-16,-3-3 8 0,0-1-5 0,4 0 9 15,-3-1-4-15,0-1 1 0,4-2-5 0,-3-1 6 16,-6 0 22-16,12-4-5 0,-7 1 7 16,2-6 0-16,-1 1 14 0,-1-1-5 0,-1 0 2 15,0-3-7-15,-2-4 1 0,-1 2 0 0,1-2-10 0,-4-1 1 0,1 5-2 16,0-1-6-16,-2 1 2 0,1 1-2 0,-2 1-5 16,0 0 0-16,-3 2 0 0,0 1-5 0,2 2 1 15,0 1-2-15,-2 1 2 0,-2 1-3 0,2-1-4 16,-1 6 4-16,0-3-5 0,2 2 3 0,-3 2-4 15,0 1 3-15,0 3-3 0,3 0-5 0,-2 3 3 16,3-2-5-16,-3 5 0 16,4 0 0-16,0 0 6 0,3 1-9 0,1 2-6 15,0-6 10-15,4 1-4 0,-3 0 1 0,5 0 1 16,-3-2 2-16,3 0 4 0,1-2 6 0,2-1-7 16,-3 0 0-16,2-1 2 0,2-3 2 0,-3 0-5 15,-1-1 4-15,2-2 1 0,0 0 6 0,-8 0 3 16,12-4 6-16,-8 0 10 0,4-2-1 0,-3-1 0 15,1-3 1-15,-3 1 4 0,-1-3-4 0,0 0-2 16,-1-1-2-16,-2-4-6 0,-2 1 2 0,-1-1-5 0,2 5 2 0,-5-1 1 16,1 1 0-16,1 1 8 0,0 2-11 0,-2 0 2 15,1 0-17-15,1 4 6 0,0-1 5 0,-3 4-6 16,4-1 3-16,-5 2-4 0,4 0-1 0,5 1-1 16,-9 1 6-16,1 4-6 0,2-1-3 0,1 4 6 15,0 1-1-15,-1 0-4 0,4 1 0 0,-3 3-1 0,5 3 2 16,-3 0-3-16,2 1 2 0,2 0 7 0,-1-2-7 15,4 1-2-15,0-4 5 0,0 0-2 0,1-1-6 16,-1 0 3-16,4-3 4 0,-2 0-2 0,-1-2 5 16,-1-1-1-16,1-2 0 0,0 0 9 0,3 0 4 15,-3-3 7-15,-5 0 3 0,14-7 14 0,-7 4 7 16,0-2 7-16,0-6 1 16,-2 2 3-16,0-2-4 0,-1 0-2 0,3-5-5 15,-4 6-6-15,-2-3-3 0,2-3-5 0,-3 0-2 16,1 4-1-16,-2 2-3 0,-1-1-6 0,0 2 0 15,-1-2 0-15,2 6-11 0,-4-2-6 0,0 3-2 16,0-1-5-16,-2 4 3 0,2 1-1 0,5 0-1 16,-14 1-2-16,8 5-2 0,-3-2 3 0,2 3-11 15,-3 2-1-15,5 2-3 0,1-2-9 0,-1 4 1 0,1 0-2 0,2 3-1 16,2-1 0-16,2-3 4 0,-1 0 2 0,6-1 0 16,-2-3 2-16,4 1 12 0,1-5-2 0,2 2 3 15,-2-5-2-15,5-2 8 0,2-2-7 16,1-3 6-16,-2-1 0 0,-2-1 4 0,-1-4-5 15,-1 2 8-15,-2-3-2 0,-4-2 2 0,1 2 2 16,-4-1 1-16,0 4 3 16,-3-3 0-16,0 2-3 0,-4 1 7 0,-3-1 0 15,0 2 0-15,1 1-5 0,-3 4 1 0,-1-1-4 16,-1 3-10-16,1 2-29 0,0 1-41 0,0 1-45 16,-3 2-150-16,2 2-298 0,4-4 131 0</inkml:trace>
  <inkml:trace contextRef="#ctx0" brushRef="#br0" timeOffset="-169167.27">15029 15648 8 0,'0'0'49'15,"0"0"-1"-15,0 0-1 0,-7 0-6 0,7 0-9 16,0 0-1-16,0 0-5 0,0 0 1 0,-13 2-2 16,13-2-1-16,0 0-3 0,0 0-7 0,-6 0-3 15,6 0 1-15,0 0 5 16,0 0-6-16,-7 2 3 0,7-2-5 16,0 0 2-16,0 0 2 0,0 0-6 0,0 0 7 15,0 0-13-15,0 0 5 0,0 0-5 0,0 0 8 16,0 0-3-16,0 0-1 0,0 0-5 0,0 0 7 15,0 0 3-15,0 0 0 0,0 0-6 0,0 0 0 16,0 0 2-16,0 0-7 0,0 0 8 0,0 0-6 0,0 0 0 16,0 0 9-16,0 0-1 0,0 0 2 0,0 0-11 0,0 0 3 15,0 0 7-15,0 0-6 0,0 0 1 0,0 0 3 16,0 0-2-16,26 0-3 0,-21-2 5 0,1 4 0 16,-6-2 0-16,12-2-7 0,-5 2 10 0,1 0-8 15,0 0-4 1,2-1 4-16,1 2 2 0,0-1 0 0,0-1-3 0,-2 1 8 0,5 0-8 0,-5 1 1 0,1-2-2 15,-1 1 1 1,4 0 6-16,-8 0-7 0,3 0 1 0,2 0-10 16,-5 0 5-16,3 0 12 0,0 0-4 0,-8 0-6 15,12 0 5-15,-7 0-1 0,-5 0 1 16,11 1-2-16,-11-1-6 0,10 0 1 0,-4 0-1 16,1 0 6-16,-1 2 3 0,-6-2-5 0,13-2 4 0,-7 2 0 0,2 2-2 0,-2-2-2 0,3-2-1 15,1 4 9-15,-1-2-10 16,4 0 4-16,-4 0 4 0,0-2-8 0,5 2 2 15,-4 0-4-15,-1 0 1 0,5 2-1 0,-5-2 1 16,0 0 3-16,0 0 4 0,-1-2-9 0,-2 2 10 16,2 0-6-16,1 0 3 0,-9 0-2 0,14-1-3 15,-8 1 13-15,2 1-14 0,-2-1 2 0,3-1 1 16,-9 1 2-16,13-1 6 0,-7 1-6 0,1 0 1 0,0 0 4 0,2-1 1 16,-1 1-6-16,1 0 0 0,0-2 2 0,1 2 8 15,-1 0-1-15,0 0-13 0,4-1 9 0,-3 2-3 16,-1-2-3-16,2 1 0 0,0 1 3 0,-4 1-2 15,3-2 1-15,-2 1-3 0,0 0 2 16,0 0 13-16,-1 1-14 0,1-2-9 0,-2 0 11 0,1 0-2 16,-7 0 2-16,12 2 2 0,-6-2-3 0,-1 4-9 15,1-4 7 1,-2 1-2-16,-4-1 23 0,10 1-24 0,-10-1 0 16,7 0 2-16,-1 1 4 0,-6-1-2 0,10 0 8 15,-10 0-17-15,9 0 9 0,-4 0-1 0,-5 0 4 16,12 0 4-16,-6-1-10 0,-6 1 0 0,12 0-1 15,-6 1 10-15,0-2-8 0,-6 1 2 0,13 1-3 16,-5-1 6-16,0-1-1 0,0 1-2 0,-1 0 1 16,-1 0-1-16,2 1 4 0,1-1-7 0,-2 0 0 0,1 0 2 0,1 1 3 15,-1-1-2-15,-2 0 4 0,3 0-6 0,-9 0 2 16,9 1 0-16,1 1 19 0,-10-2-25 0,9-2 9 16,-9 2 4-16,9 2 1 0,-5-4 2 15,-4 2 2-15,10-1 1 0,-6 1 2 0,-4 0-8 0,10 0-3 16,-1-1 2-16,-5 0-1 0,-4 1-1 0,9 0-3 15,-9 0 2 1,12-1-3-16,-12 1-2 0,11 0 2 0,-6 1 3 16,2-1 0-16,-7 0 0 0,10 0-9 0,0 0 7 15,-5 1-3-15,1-1 3 0,2 1-12 0,0-1 11 16,-2 0 0-16,-6 0 5 0,13 0-4 0,-8 0 2 0,1 0-2 16,1 0-10-16,-1 0 16 0,-1 1 1 15,-5-1-13-15,13 0 6 0,-8 0-1 0,-5 0 7 16,13-1-2-16,-13 1-1 0,10 0 1 0,-5-1 5 0,-5 1 1 0,8-1 2 15,-3 0-5-15,0 0 10 0,-5 1-13 0,12-2 1 16,-12 2-1-16,6-2 20 0,-6 2-23 0,9-2 0 16,-9 2-2-16,8 0 4 0,-8 0-1 0,6 0 3 15,-6 0 0-15,0 0-6 0,9 2-4 0,-9-2 4 16,9-2 3-16,-9 2-4 0,10 0 1 0,-5 0 4 16,-5 0-8-16,9 0 7 0,-9 0 16 0,11 0-16 0,-5 0-9 15,-6 0 9-15,11 2-5 0,-5-2 4 0,-6 0 1 16,10 0 2-16,-5 2-13 0,-5-2 12 0,8 0-11 0,-8 0 10 15,7-2 5-15,-7 2-10 0,0 0 7 0,10 0 0 16,-10 0-4-16,0 0 3 0,8 0 4 0,-8 0 6 16,5-2-9-16,-5 2 7 0,7 0-4 15,-7 0 1-15,6-2-4 16,-6 2-2-16,10-1 1 0,-10 1-6 0,10 0 5 16,-3 0-2-16,-7 0 2 0,11 0 1 0,-6-1 2 15,3 1-1-15,-8 0 3 0,14 0-3 0,-6 0 3 16,-3-1-8-16,0 1 2 0,3 1-4 0,-8-1-1 15,10-1 3-15,-10 1-1 0,8 0-3 16,-8 0-3-16,7-2 11 0,-7 2 4 0,0 0-8 16,5-1 6-16,-5 1-7 0,0 0-1 0,0 0 3 0,8-1-1 0,-8 1 6 0,0 0-5 15,0 0 1-15,8 0 5 0,-8 0-5 0,6 0 4 16,-6 0 11-16,8 0-12 0,-8 0-8 0,6-3 6 16,-6 3 2-16,8-2-2 0,-8 2 3 0,6-2-3 15,-6 2 0-15,7 0-5 0,-7 0 0 0,8-2 2 16,-8 2-1-16,6-1 12 0,-6 1-14 0,5-1 17 15,-5 1-11-15,6-1-3 16,-6 1 1-16,5-1 1 0,-5 1 2 0,9-3-3 16,-9 3 0-16,5-1-2 0,-5 1 8 0,5-1-7 15,-1 1-2-15,-4 0 0 0,9-2 6 0,-9 2-6 16,9 0 6-16,-9 0 1 0,5-1-2 0,-5 1-5 16,0 0 4-16,9 0 0 0,-9 0 1 15,0 0-7-15,0 0 5 0,9 0 5 0,-9 0-3 16,0 0-5-16,0 0 3 0,0 0-5 0,8 0 11 0,-8 0-11 0,0 0 9 15,0 0 1-15,0 0-5 0,0 0-2 0,0 0 0 16,0 0 2-16,0 0-5 0,5-2 7 0,-5 2-3 16,0 0 4-16,0 0-3 0,0 0 2 0,5 0-5 0,-5 0 2 15,0 0-1 1,0 0-3-16,9 0 15 0,-9 0-16 0,0 0 16 0,9 0 2 0,-9 0-21 16,0 0 2-16,6 0 0 15,-6 0 4-15,0 0 4 0,8 2 2 0,-8-2-4 16,0 0 1-16,0 0-3 0,6-2-2 0,-6 2-2 15,0 0 0-15,0 0 6 0,0 0 0 0,0 0 3 16,8 0-2-16,-8 0-4 0,0 0-1 0,0 0 2 16,0 0 5-16,0 0 1 0,0 0-1 0,0 0-1 15,0 0-1-15,0 0-8 0,0 0 7 0,0 0-3 16,0 0 10-16,0 0-9 0,0 0 5 0,0 0 1 0,0 0-6 16,0 0 5-16,0 0-1 0,0 0-4 0,0 0 0 0,0 0 2 15,0 0 0-15,0 0-1 0,0 0-6 0,0 0 8 16,0 0 2-16,8 0 0 0,-8 0-5 0,0 0 3 15,0 0 11-15,0 0-11 0,0 0-1 0,5-2 1 16,-5 2-1-16,0 0 0 0,0 0-1 16,0 0 6-16,0 0-4 0,0 0-4 0,0 0 11 0,0 0 12 0,0 0-17 0,0 0 13 15,0 0-5-15,0 0 11 0,0 0-7 16,0 0-6-16,0 0-1 0,0 0-4 0,0 0 2 16,0 0 2-16,0 0-2 0,0 0 0 0,0 0 1 15,0 0-8-15,0 0 12 0,0 0-4 0,0 0-1 16,0 0-7-16,0 0 1 0,0 0 2 0,0 0-2 15,0 0 4-15,0 0 2 16,0 0-6-16,0 0 0 0,0 0 2 0,0 0-6 16,0 0 8-16,5-2-1 0,-5 2 5 0,0 0-10 15,0 0 3-15,0 0 0 0,0 0-4 0,0 0 5 16,0 0-9-16,0 0 7 0,0 0-2 0,0 0 9 16,0 0-10-16,0 0 4 0,0 0 0 0,0 0-5 15,0 0 4-15,0 0 0 0,0 0-1 0,0 0 7 16,0 0-16-16,0 0 12 0,0 0-1 0,0 0 1 0,0 0-5 0,0 0 6 15,0 0-4-15,0 0-2 0,0 0 4 16,0 0 0-16,0 0-1 0,0 0 4 0,0 0-1 16,0 0-8-16,0 0 4 0,0 0-1 0,0 0 6 15,0 0-2-15,0 0-3 0,0 0-1 0,0 0-8 16,0 0-8-16,0 0-9 0,0 0-3 0,0 0-11 16,0 0-19-16,-12 9-31 15,6-8-129-15,1 2-237 0,-1 0 104 0</inkml:trace>
  <inkml:trace contextRef="#ctx0" brushRef="#br0" timeOffset="-163655.72">16788 15481 17 0,'0'0'100'0,"0"0"-9"0,0 0-4 16,1-4 1-1,-1 4-10-15,0 0-9 0,0 0-5 0,0 0 4 16,0 0-13-16,0 0-2 0,0 0 2 0,0 0-13 0,0 0 2 16,0 0 11-16,0 0-5 0,0 0-6 15,0 0 3-15,0 0-5 0,0 0 5 0,0 0-7 16,0 0-9-16,0 0 4 0,0 0-9 0,0 0-4 16,0 0 4-16,0 0-6 0,0 0 0 0,0 0 0 15,0 0-1-15,0 0-6 0,0 0 5 0,0 0 0 0,0 0 4 0,0 0 6 16,0 0-3-16,0 0 8 0,1-2 0 0,-1 2-3 15,0 0 1-15,0 0-2 0,0 0-5 0,-2-6-2 16,2 6-1-16,0 0-4 0,0 0-1 0,0 0 0 16,-4-4 2-16,4 4-4 0,0 0-3 0,0 0-1 0,0 0-2 15,-2-3-1-15,2 3-3 0,0 0 2 16,0 0-3-16,0 0-2 16,0 0 3-16,-2-4-5 0,2 4 0 0,0 0 4 15,0 0-1-15,0 0-2 0,0 0-7 0,0 0-6 16,0 0 4-16,0 0 1 0,0 0 3 0,0 0-1 15,-11 6-1-15,11-6 0 0,-6 2 1 0,4 1 0 16,-2 0 2-16,1 0 6 0,1-1-5 0,-1 1-2 16,-2 0 2-16,1 1-3 0,1 1-3 0,-1-4 6 15,1 3-2-15,-2-1 11 0,5 4-13 0,-4-4-5 0,4 0 5 0,-2 0 7 16,-1 4-7-16,-1-2 6 0,-1 0-5 0,5 2 2 16,-1-2 5-16,0 0-5 0,-2-1 0 0,2 1 6 15,-2 1-3-15,3-4-1 0,-1 3-1 0,-2 0-15 16,2-2 6-16,1 3-3 0,0-1 6 0,0 0 0 15,-1 0 9-15,1-1-8 0,0 3-1 0,0-3-1 16,0 2 1-16,0-1 2 0,1 0 4 0,-1 0 3 0,0 1-13 0,0-2 13 16,0 1-7-16,1-1 0 0,-1 0 8 0,3-1 1 15,-2 0-8-15,-1 4 4 0,3-3 2 16,-2-1-5-16,-1 0-6 0,3 4 9 0,-1-2-1 16,-2 0 2-16,3-2-3 0,-1 1 9 0,1 1 0 0,-2-1-5 15,2 1 6-15,-2-1-8 0,0-2 4 0,3 2 1 16,-4-2-4-1,4 2 6-15,-4-4-9 0,2 4 5 0,0-1-5 16,-2-3 4-16,1 5-1 0,-1-5 2 0,4 2-4 16,-4-2-2-16,5 4 8 0,-5-4 3 0,1 3-4 15,-1-3 0-15,4 3-4 0,-4-3 1 0,6 2-1 0,-6-2 5 16,4 1-6-16,-4-1 6 0,7 3-3 0,-7-3 5 16,8 1-7-16,-8-1 3 0,7 2-1 0,-2-2 1 15,-5 0 5-15,8 2-4 0,-8-2-2 0,6 0-2 0,-6 0 1 16,0 0 2-16,0 0 5 0,9 0-1 0,-9 0 1 15,6-2 8-15,-6 2-3 0,0 0 3 0,8-2-1 16,-8 2 11-16,7-4-13 0,-5 2 6 0,3-1 0 16,-2 2-5-16,3-3 1 0,-5 0-3 0,5 0 2 15,-3 1 0-15,3-2 0 0,1 3-3 0,-2-2-2 16,-1 1 2 0,1-1-4-16,-1-1-1 0,1 2 0 0,0 1 1 15,-1-1 3-15,1 0-5 0,-2-1 3 0,-1 1-2 0,2 1-2 16,0 0 7-16,-4 2 8 0,4-6-2 0,1 5 1 15,-5 1-2-15,4-8 1 0,-2 6-2 16,0 0 1-16,0-1-1 0,1 0-1 0,-1-1-1 16,0 0 1-16,-1 1 1 0,-1 3-6 0,1-10 4 15,2 8 3-15,-2-1 2 0,-1 3-6 0,3-5 0 0,0 0 0 0,-2 1 0 16,1 1 1-16,-2 3-3 0,0-5-2 0,0 0 2 16,0 5 0-16,1-6-2 0,-1 3 0 0,0 0 1 15,3-1-4-15,-2 0 0 0,-1 4 5 0,-4-7-5 16,7 2 0-16,-3 5-2 0,-3-6 3 0,3 6 1 15,0-6-3-15,0 6 2 0,-1-6 0 0,1 2 0 16,0 4 1-16,-2-7 6 16,2 7 2-16,-1-4 0 0,1 4 1 0,0-5 1 15,0 5-1-15,0-5 0 0,0 5 4 0,-1-4-7 16,1 4 0-16,0 0 0 0,0-5-5 0,-2 1-1 16,2 4 1-16,-3-4 0 0,3 4-1 0,-1-5-3 0,1 5 4 15,-3-7-2-15,3 7-2 0,-1-4 2 0,-2 3-2 16,3 1 4-16,-5-4-4 0,5-1-2 0,0 5 2 15,-4-4-2-15,2 1 1 0,-1 1-1 0,3 2 1 0,-10-6-2 16,6 2-11-16,-1 3 6 0,1-2-5 16,0 0 3-16,-1 2-2 0,0-1 0 0,-2-2-5 15,1 3-3-15,1-2 1 0,0 2-7 16,-4 0-8-16,4 0-5 0,-3 1-5 0,8 0-3 16,-12 0-5-16,3 1-9 0,0 1-17 0,-2-1-22 0,0 5-24 15,-1-2-44-15,-4 1-107 0,3 0-296 0,3 0 131 0</inkml:trace>
  <inkml:trace contextRef="#ctx0" brushRef="#br0" timeOffset="-156630.75">13844 15529 50 0,'-2'-5'68'0,"2"5"8"16,0 0-11-16,0-4-7 0,0 4 5 0,0 0-3 15,0 0 1-15,0 0-3 0,0-5-5 0,0 5-1 16,0 0 2-16,-1-4-4 0,1 4-1 0,0 0 1 15,0 0-5 1,0 0-14-16,0 0 6 0,0 0-3 0,0 0-7 0,0 0-4 16,0 0-9-16,0 0-3 0,0 0 2 0,0 0-2 15,0 0-7-15,3 17-1 0,-1-9 8 0,-2 1-3 16,4 1-7-16,-4 2 10 0,1 3-5 0,3 1-1 16,-4 1 4-16,1 0 0 0,3 3-4 15,-4-3 6-15,1 4-2 0,-1-4-32 0,3 0-22 16,-3-3-25-16,0 3-109 0,-3-7-191 0,3 0 84 15</inkml:trace>
  <inkml:trace contextRef="#ctx0" brushRef="#br0" timeOffset="-155897.81">14113 15524 89 0,'0'0'77'0,"0"0"9"16,0 0-23-16,0 0-4 0,0 0-6 0,0 0-16 16,0 0 0-16,0 0 0 0,-4 17-3 0,2-5 4 15,-2 4-10-15,-2 1 6 0,-5 6 2 0,1 4 0 16,-4 2-3-16,1 1-3 0,-1 0 10 16,1 0-16-16,-2-1-5 0,2-1 8 0,2-2-1 15,-2-2-3-15,7-7-7 0,-1-2 1 0,2-3 11 0,0-2-10 0,0 0-2 16,2-2 7-16,0-1 4 0,1-1-6 0,0-1-4 15,0-1 8-15,1 1 5 0,-1-4 16 0,2-1 1 16,-2 4 4-16,2-4 3 0,-2 5 5 0,2-5-1 16,-3 5-6-16,3-5 4 0,0 0-11 0,0 0-2 15,0 0-3-15,0 5-2 0,0-5-4 0,0 0-1 16,0 0-7-16,0 0 1 16,0 0-6-16,0 0-10 0,0 0-13 0,0 0-5 15,0 0-14-15,0 0-9 0,0 0-25 0,0 0-24 16,0 0-26-16,0 0-170 0,0 0-297 0,0 0 131 15</inkml:trace>
  <inkml:trace contextRef="#ctx0" brushRef="#br0" timeOffset="-155343.58">14237 15695 24 0,'0'0'91'16,"0"0"-10"-16,0 0-7 0,-4 12-3 0,4-4-1 16,-4-2 4-16,2 4-24 0,-1 0 5 0,-3 5-13 15,3 1 1-15,-3-1 0 0,2 0 4 0,0-2-9 16,2 3-5-16,-3 1-2 16,0-4-6-16,2 1-1 0,0-2 2 0,2-1-6 0,-1-1 4 0,-1-4-8 0,3 5 12 15,-1-5-22-15,1 0 15 0,-2 0-12 0,2-1 0 0,0-1-3 16,2-1 4-16,-2 3 2 0,1-5-3 0,-1-1-5 15,5 4 9-15,-1-1-5 0,2-1 1 0,1-2 3 16,4-2 2-16,3-1-4 0,-1 2-4 0,6-2 6 16,-5-2-10-16,0 2 6 0,3-2-10 0,-7 0 4 15,4 2 6-15,-2-1-14 0,-2 1 13 0,-5 0-8 16,1 0 23-16,0 1 8 16,-2 2-5-16,-1-1 1 0,-3 1-4 0,7-2 1 15,-7 2-6-15,0 0-1 0,0 0 6 16,11 4-11-16,-8 1 3 0,1 0-9 0,1 5-4 15,1 0 2-15,-2 9 0 0,1-2 0 0,0 7 5 0,-1-4-2 16,0 5 6-16,2 3-27 0,0-2-31 0,0 3-36 16,0-5-25-16,-1-4-100 0,-1-1-223 15,-3-4 100-15</inkml:trace>
  <inkml:trace contextRef="#ctx0" brushRef="#br0" timeOffset="-150483.25">16831 14033 79 0,'0'0'144'16,"0"0"-5"-16,0-4-6 0,0 4-5 0,0 0-10 15,3-4-10-15,-3 4-9 0,0 0-9 0,1-4-8 16,-1 4-13-16,0 0-7 0,0 0-5 0,0 0-5 16,0 0-7-16,0 0-3 0,0 0-8 0,0 0-9 15,0 0-6-15,0 0-21 0,0 0-11 0,0 0-19 16,0 0-13-16,0 0 1 0,0 0 2 15,0 0 2-15,0 0-12 0,0 0 4 0,0 0-2 0,0 0-9 0,-4 14-10 0,4-10-30 0,0 0-56 16,-2 3-169-16,0-5 75 0</inkml:trace>
  <inkml:trace contextRef="#ctx0" brushRef="#br0" timeOffset="-150298.6">16837 14255 43 0,'0'5'52'0,"0"-5"-6"16,-1 8-4-16,0-4-3 0,0 1-6 0,1 2-6 15,-3-2-6 1,-1 1-9-16,2 0-29 0,-2 1-33 0,1-1-54 16,1 0 24-16</inkml:trace>
  <inkml:trace contextRef="#ctx0" brushRef="#br0" timeOffset="-150156.49">16799 14490 6 0,'0'5'57'0,"0"-5"-8"0,0 5-4 16,0-3-5-16,0-2-9 0,2 6-6 0,-4-2-12 15,1 0-58-15,0 1-48 0,1-5 22 0</inkml:trace>
  <inkml:trace contextRef="#ctx0" brushRef="#br0" timeOffset="-149987.07">16822 14618 55 0,'0'0'99'0,"0"0"-14"16,0 5-20-16,0-5-3 0,0 3 11 0,0-3-8 0,3 7-16 0,-1-4-15 15,0 1-17-15,0 1-6 0,-2 0-17 0,3 0-11 16,-3 2-18-16,1-2-59 0,0 3-100 0,0 2 45 16</inkml:trace>
  <inkml:trace contextRef="#ctx0" brushRef="#br0" timeOffset="-149814.78">16873 14892 85 0,'1'6'81'16,"2"-2"-3"-16,-3 2-16 0,0 2 0 0,0-3-9 16,0 3-7-16,1-1-4 0,-1-2-2 0,3 1-1 0,-2 1-9 15,-1 1-9-15,0-2-10 0,0 1-18 0,2 0-21 16,0-1-75-16,-1 0-111 0,2 0 49 0</inkml:trace>
  <inkml:trace contextRef="#ctx0" brushRef="#br0" timeOffset="-149671.12">16891 15165 39 0,'-1'5'73'0,"-2"0"-8"0,2-1-3 0,-1 0-9 15,0 3-9-15,2-4 0 0,-1 3-13 0,-2-1-16 16,3 2-2-16,-1-2-8 0,1 2-12 0,0-2-20 16,0 0-42-16,0 0-74 0,0 2 33 0</inkml:trace>
  <inkml:trace contextRef="#ctx0" brushRef="#br0" timeOffset="-149510.52">16841 15424 2 0,'-2'2'53'0,"4"2"0"0,-2 0-7 0,2 0-3 15,-2 2 1-15,2-3-19 0,-1 1-7 0,3 0-19 0,-4 0-47 16,4 0-51-16,-4-4 24 0</inkml:trace>
  <inkml:trace contextRef="#ctx0" brushRef="#br0" timeOffset="-149370.37">16855 15508 69 0,'0'0'71'0,"0"0"-8"0,0 0-19 16,0 0-36-16,0 0-51 0,0 0-46 0,0 0 20 15</inkml:trace>
  <inkml:trace contextRef="#ctx0" brushRef="#br0" timeOffset="-148215.82">16878 13634 109 0,'-1'-5'156'0,"1"5"-19"0,0 0-11 0,0 0-12 15,0 0-14-15,0 0-12 0,0 0-19 0,0 0-22 16,0 0-36-16,0 0-6 0,0 0-5 0,0 0-16 16,0 0-7-16,0 0-13 15,1 14-21-15,-1-8-82 0,-1 2-150 0,1 1 67 16</inkml:trace>
  <inkml:trace contextRef="#ctx0" brushRef="#br0" timeOffset="-148031.26">16808 14073 37 0,'1'4'72'0,"-1"0"-4"0,2 1-10 0,-2 0 1 16,0 0-14-16,0 2-1 0,2 0-2 16,-2 0-9-16,1 1 2 0,2 0-4 0,-2 1-16 15,1 0-24-15,-1-1-10 0,1-1-30 0,0 2-28 0,-1-1-84 16,0-2 37-16</inkml:trace>
  <inkml:trace contextRef="#ctx0" brushRef="#br0" timeOffset="-147868.4">16812 14451 57 0,'0'6'72'0,"-1"-1"-8"16,1 1-7-16,2-1-7 0,-2 1-8 0,3-1-16 15,-2 2-17-15,2-1-32 0,-1-2-36 0,2 2-65 16,-3-1 29-16</inkml:trace>
  <inkml:trace contextRef="#ctx0" brushRef="#br0" timeOffset="-147715.06">16850 14730 19 0,'0'6'70'0,"0"-6"-7"0,2 3-11 16,0-1-23-16,-2-2-42 0,1 7-24 0,2-5-40 15,0 0 18-15</inkml:trace>
  <inkml:trace contextRef="#ctx0" brushRef="#br0" timeOffset="-136316.87">16904 13600 55 0,'0'0'53'16,"0"0"0"-16,0 0-13 0,0-6-4 0,0 6 2 15,0 0-5-15,0 0 0 0,-4-5-2 0,4 5-7 0,0 0 2 16,0 0-6-16,0 0 2 0,-3-4-8 0,3 4 6 16,0 0-1-16,-1-2 0 0,1 2-7 15,0 0-8-15,0 0 4 0,-5-3-2 0,5 3 8 0,0 0-5 16,0 0-5-16,0 0 3 0,0 0-5 0,-7 0 8 15,7 0-9-15,0 0-2 0,-7 0 9 0,7 0-5 16,0 0-3-16,0 0 0 0,0 0 1 16,-12 0 2-16,12 0-3 0,-7 3 4 0,7-3-4 0,-4 2 4 15,4-2 0-15,-4 4-2 0,0 0-1 0,3-2-3 0,-3 3 3 0,2-5-4 0,0 4 6 16,0 1 4-16,-2-2-2 0,2 2 0 0,0-3-4 16,1 5 12-16,1-4-10 0,-1 2 9 0,-1-1-5 15,1-1-3-15,1 2-5 0,0-1 5 0,0 1 5 16,0-2 0-16,0 2-2 0,0-1-5 0,1 1 6 15,1 0 2-15,-2-2-9 0,2 1 7 0,2-1-3 16,-4 0 3 0,4 1-5-16,-4-4 2 0,4 6-3 0,0-5 3 0,-1-1 0 15,1 3 1-15,-4-3 5 0,8 1-2 0,-8-1-9 16,6 1 11-16,-2 1-11 0,-4-2 20 0,9 0-12 16,-9 0 0-16,9-2 1 0,-9 2-1 0,9-2-2 15,-4 2 7-15,-5 0-7 0,8-3-1 16,-3-1 2-16,-1 2-5 0,1-2 10 0,0 2-3 0,-4-3 3 15,4 3 6-15,-1-2 1 0,0 1 7 0,0 0-8 0,-3-2 1 16,3 0 3-16,-1 1 4 0,0 1-4 0,-2-1 2 16,1 1 0-16,-1-2-8 0,-1 1 13 0,0 0-4 0,0-2-8 15,0 6 3-15,0-6-3 0,-1 1-9 0,1 1 8 16,-4 1-3-16,2-1-8 0,-1 1 12 16,-2-1-8-16,1 4-5 0,4 0 0 0,-10-3 9 15,3 1-8-15,1 0 0 16,6 2 0-16,-13 1 4 0,8 0-12 0,-4-1 3 15,2 2 0-15,0 1 3 0,2-3-6 0,-3 2 4 16,2 2 6-16,0-1-13 0,0 0 9 0,1 2 3 16,0 0-13-16,0-1 3 0,1-1 0 0,2 4-4 0,-1-2-3 15,-1 0 6-15,3-2 0 0,1 3 0 0,-1-1 6 16,2 0-12-16,0 2 9 0,1-4 5 0,-1 2-12 16,1-1 7-16,2-1 1 0,0 2 1 0,1-2-1 0,2 1-4 15,-2-2 2-15,2 1 3 0,2-1-5 0,0 1 7 16,-4-3 1-16,3 3-4 0,2-3-3 0,-1 0 4 15,-1 0-1-15,-3-1 2 0,4-1-4 0,-4-1 7 16,0 1-3-16,0-1 3 0,-1 1 4 0,0-2 3 16,3-1-3-16,-4 2-3 0,2-2 4 0,-1-2 2 15,-1 4-6-15,-1-4 7 16,1 0-6-16,-1 2 4 0,0 0-3 0,0-2 2 16,-2 4 1-16,0-3-2 0,0 1 5 0,3 1-7 15,-6-1 2-15,2 3-3 0,1 2 1 0,-1-7-6 16,-1 2 1-16,1 2 1 0,-1 2-5 0,2 1 0 15,-4-5 10-15,4 5-7 0,-5-2-1 0,5 2 4 16,-10 0-2-16,10 0 0 0,-11 0-3 0,11 0 3 16,-10 2 1-16,5 0-6 0,-2 1 12 0,1-1-5 0,-2 5-4 0,3-4 1 15,0 2-2-15,1 1 0 0,-1-2-1 0,1 3 9 16,-1 0-11-16,4-2 1 0,-3 2-1 0,4-2 3 16,0 2 6-16,0 0-10 0,0-2 16 0,0 1-10 15,4 0-5-15,-1-1-7 0,-1 1 4 0,3-2 3 16,0 1 2-16,0-1 5 0,3-1-6 0,-4-1 2 15,1 1 18-15,4-1-17 0,-3-2-7 0,1 0 11 0,-1 0-2 0,-6 0-1 16,13-2 4-16,-8-1 1 0,0 1-9 16,-1-3 5-16,0-1-1 0,0 2 2 0,-2-2-5 0,2 1 2 15,-3-1 0-15,0-1 9 0,1 0-3 0,-4 0-3 16,2 2 5-16,-2-2 2 0,1 0-9 0,-3 3 11 16,3-2-8-16,-4 1 3 0,2 2-3 0,-2-1-1 15,1 1 1-15,-1 1-2 16,5 2 1-16,-9-3-5 0,5 1-1 0,4 2 10 15,-9 0-12-15,9 0 4 0,-9 4-11 16,5-3 17-16,1 4-5 0,-1-1-1 0,0-1 3 16,0 3 1-16,0-2-4 0,3 1-8 0,1 1 9 15,-3-1-2-15,6 1-9 0,-2 0 4 0,-1 2-5 0,3-4 1 16,-2 1 1-16,-1 2 10 0,5-2-12 0,-1 0 20 16,2-1-18-16,-2 0 5 0,1-2 2 0,2 0 0 0,-2-1 0 15,0 1 3-15,2-2 1 0,-7 0 9 0,12-4-14 0,-7 3 7 16,0-4-1-16,2 3-6 0,-2-2 5 15,-3-1 2-15,2-1-3 0,-1 1-5 0,-2-2 8 16,0 2-1-16,-2-4 2 0,1 4-3 0,-1-2 6 16,-2 2-1-16,1-1 2 0,-2 0-5 0,-1-1-2 0,0 4 10 15,0-3-15 1,-2 4 6-16,2-2-4 0,-3 3 4 0,1-1 6 16,0 0-9-16,0 1 7 0,0 1-7 0,7 0-2 15,-14 3 0-15,9 0 7 0,1 2-4 0,-1-3-1 16,1 5 1-16,-5 1-16 0,6-2 17 0,-3 3-3 15,5 0 3-15,-3 0 0 0,3-1 6 0,-3 1-6 16,4 2 0-16,1-2-10 0,-1 0 17 0,3-4-14 16,-2 6 6-16,3-7-2 0,0 0 10 0,-3 2-5 0,3-2 2 0,0-1-1 15,-3-3-1-15,5 1-1 0,2 0-2 0,-8-1 5 16,9 0 2-16,-2-2-1 0,0 2 6 0,0-4-2 16,-5-2 6-16,6-1 1 0,-3 0-5 0,1 2 1 15,-2-4 7-15,1 1 1 0,-2-2-9 0,1 0-2 16,-2 1 7-16,0 0 2 0,-4 3 2 0,4-1-3 15,-4-2 2-15,2 4-5 0,-1-2 4 0,0 2 0 0,-1 2-3 0,0-2-5 16,1 3-4-16,1 2 0 0,-7-5-6 0,3 5 14 16,4 0-10-16,0 0 4 0,-16 5-1 0,11-3-6 15,-2 2-3-15,-3 2 4 0,6 0-5 0,-2 0 2 16,-1 1-1-16,2 0 1 0,0 3-7 0,1-2 5 16,3 2-12-16,1-1 5 0,-4 0-4 0,6-1-14 15,-4-1 19-15,6 0-4 16,-4 0 2-16,1-3-8 0,3 2 9 0,1 1 3 15,-1-4 3-15,1-1 7 0,3 0-3 0,-3-1 2 16,1 0-8-16,3-2-3 0,-5-2 6 16,4 1 2-16,-3-1-3 0,2-1 8 0,1-5-11 0,-1 4 8 15,-2-6-2-15,0 4 4 0,0-4-10 0,-3 1 7 16,2-1 2-16,-2 2 3 0,-2 0-7 0,0-1 3 16,-2 3 4-16,1 1-2 0,-2-3-1 0,1 2 4 0,-4 1-3 0,2-1-3 15,0 4 2-15,-2-3 2 0,-1 6-4 0,3-5-2 16,-2 4-2-16,-2 0 11 0,8 1-11 15,-11 4 8-15,4-1-10 0,0-2 2 0,0 5 3 16,2-1-4-16,0 1 8 0,0 2-8 0,0 2-2 0,1-2 4 16,0 3-10-16,3-1 5 0,1 0-3 0,0-1-2 15,1 3-6 1,-1 0 5-16,4-2 3 0,1 2 2 0,0-7 0 16,0 6 2-16,-1-7-4 0,1 2 8 0,3 0 0 15,-4-2-2-15,2-3-4 0,1 0 6 0,-1 0 6 16,-6-1-6-16,9-2-3 0,0-1 3 0,-3 0 1 15,-1-3 7-15,2 1-4 0,-1-5 8 0,-2 3 0 16,0-3 5-16,-2 0-5 0,0 1-1 0,-2-1-1 16,1-1-2-16,-1 0 2 0,-1 0 1 0,-2 1 4 0,2 0 5 0,-3 1-7 15,0 3-4-15,0-1 1 0,2 2 3 0,-2 0-5 16,0-2 1-16,-1 5 2 0,1-1-2 0,-3 0-7 16,3 1 5-16,4 2-4 0,-12 1 0 0,8 1 5 15,-2 3-8-15,-3-3 4 0,4 7 2 0,-3-3 4 16,3 3-8-16,0 1-11 0,-3 0 17 0,3 2-7 15,1 2 6-15,3-2-6 0,-2-1-5 0,2-1 7 0,1 3-4 0,0-1 6 16,5-3-7-16,-1 2 5 0,-2-2-6 0,0-1 4 16,2-3 4-16,1 2-3 0,-3-3 3 0,2-2-1 15,0-1 0-15,1-1 8 0,3 0 4 0,-2-2-6 16,5-3 17-16,-2 2-7 0,-4-2 3 0,5-2 2 16,-2-1 4-16,-1 2-6 0,0-6 0 0,0 4 1 15,-2-4-6-15,0 0-1 16,-1 2-2-16,2 1 4 0,-4-3-4 0,1 3 1 15,-1 0-9-15,-2-2 4 0,1 6-4 0,-2-2 3 16,-1 2-4-16,-1 0 4 0,2 0-9 0,-3 3-2 16,-1 1 7-16,5 1-1 0,-11 0-5 0,11 0 1 15,-15 2 3-15,9 3-3 0,-2-1-1 16,-2 4 1-16,2-2 4 0,-1 3-4 0,0 1-3 0,3 2-7 0,-2-2 3 16,6 0-16-16,-5 2 7 0,6 0 3 0,-3-2 0 0,4 1 4 15,0 2-5-15,0-4-1 0,0 0-1 0,1-1 8 16,2-1 2-16,1-4 1 0,-3 2 1 15,4-2-2-15,-1-1 3 0,4-2 2 0,-8 0 2 16,15-5-4-16,-6 0 7 0,2 0-12 0,-3-4 15 0,1 1 2 16,-2 0-2-16,0-1 1 0,0-4 1 0,-1 2 4 15,-1-4-6 1,0 3-1-16,2 0-5 0,-4 0 6 0,-3-2-3 16,2 0 2-16,-2 2 0 0,-2 4-2 0,0-4-2 0,-1 2 1 15,-2 2 3-15,0 2-17 0,1 1 16 0,-2 1-4 16,1-2 1-16,-3 5-7 0,2 0 14 15,-2 1-8-15,2 2-2 0,-2 2-6 0,-1-1 6 16,3 4-2-16,-3 1 3 0,2 1 0 0,-4 3 3 0,3-1-2 16,3 6 2-16,1-4 2 0,-1 2-3 0,4 2-3 0,1-5 1 15,0 5 1-15,1-5 1 0,-1 5-3 0,5-5 3 16,-1-2-8-16,1 2 2 0,0-2 3 0,2-5 0 16,-6 1 0-16,5 0 6 0,-2-2-3 0,0-1 2 15,1-1 4-15,-2 1 0 0,-3-3 6 0,10-4 4 16,-4-1 4-16,-2 2 12 0,0-3-5 0,1-3-2 15,0 1-6-15,-2-3-1 0,-2-1 5 0,2 0-7 0,-1-5-2 0,-2 0 3 16,3 2-5-16,-6-2-1 0,1 1-5 0,-1 5 3 16,-2-2-3-16,1 1 1 0,0 2-1 0,-1 0-1 15,2 4-4-15,-1 0 3 0,-3 0-5 0,5 0-1 16,-5 2 1-16,3 3-2 0,-1-2 2 0,5 3-4 16,-11 0-5-16,3 3 1 0,4 2 1 0,-1 1-1 15,1 1-1-15,-1 3 8 16,0 1-4-16,1-1 2 0,0 4 2 0,3-2-12 15,1 2-2-15,0 1 1 0,1-1 10 0,3 3-9 16,1-2 5-16,3-1-10 0,-3-7 0 0,3 5 3 16,-2-4 7-16,1 1-6 0,3-2 1 0,-4-4 1 15,2 2 6-15,-3-1-4 0,2-3 8 0,-1 1 8 16,0-2 3-16,-1-4 2 0,0-1-2 0,3 0 9 16,-4-3 6-16,1-3 1 0,-3 1-6 0,4-2 4 0,-4-5-2 0,-2 0-7 15,2 2 1-15,-2-2 1 0,-3 0-6 0,2 1 2 16,-2 1-2-16,0 5-1 0,-2-4 0 0,3 4 1 15,0 5 1-15,0-3-1 0,-2 2-4 0,3 3-1 16,0 0-3-16,-2-2 2 0,3 5-1 0,-6-1-2 16,6 1-3-16,-7 6-2 0,2-3 7 0,-2 6-3 15,0 2 1 1,3-2 1-16,-1 4 1 0,3-1-4 0,-5 3-2 16,6 2 2-16,-2-1-3 0,6-1 0 0,-3 1-7 0,1 1 7 15,4-7-9-15,-2 2 2 0,-2 0-1 0,4-2 3 16,-1-1 1-16,3-1 1 0,-1-3 3 0,0 0-3 15,-1-1 5-15,1-4-1 0,-1 0 8 16,-5 0-2-16,14-6 8 0,-8 1-2 0,2-3 3 0,-1 1-1 16,1-4 5-16,-2 2-4 0,0-3 4 0,0-5-3 0,0 3-6 15,-5-1 3-15,2-2 3 0,0 5-7 0,-3 0-1 16,0 0 4-16,-3 2-3 0,3-1-3 0,-3 1-1 0,2 5-4 16,-4 0 2-16,1-1 2 0,1 5 5 15,-1-2-8-15,4 3-1 0,-13 3 2 0,2-1-5 16,1 5 7-16,1-2-7 0,-1 5 3 0,-1 2 6 15,0 2-3-15,-1-1-6 0,2 3-2 0,-1 1 5 0,4 0 2 0,-1 0-3 16,7 3 2-16,-3-3-5 0,0 0-5 0,4-5-3 16,0-1 3-16,1-2 8 0,2 2-4 0,-2-4 2 15,3-1 3-15,1-1 5 0,-1-1 0 0,2-4 12 16,-6 0-3-16,17-7 1 0,-5-1-2 0,2-1 7 16,-2-4 4-16,1 0 3 0,0-1 2 0,-2-4-7 15,-2 2 0-15,3-5-7 16,-7 3 5-16,1 2-1 0,-1-1 2 0,-1 1-7 15,-4 3 1-15,0 3-4 0,-2-1-6 0,0 4 8 16,0-1-3-16,-1 3 0 0,-4 0-2 0,2 2-4 16,-3 2 1-16,0 1-15 0,-1 0-16 0,0 1-20 15,-1 5-28-15,0-1-31 0,1 1-54 0,3 2-142 16,-1 0-327-16,2-1 145 0</inkml:trace>
  <inkml:trace contextRef="#ctx0" brushRef="#br0" timeOffset="-134434.29">18726 13616 20 0,'0'0'51'0,"0"0"4"16,0 0 4-16,0 0 12 0,0 0-8 0,0 0 8 16,0 0 0-16,0 0 5 0,0 0-8 0,0 0-2 15,0 0-3-15,0 0-4 0,0 0 1 0,0 0-5 16,0 0-6-16,0 0-1 0,0 0 0 0,0 0-15 15,0 0 4-15,0 0-4 0,0 0-7 0,0 0-1 16,0 0-2-16,0 0-4 0,0 0-7 0,0 0 2 16,0 0-6-16,0 0 5 0,0 0-7 0,0 8 4 0,0-8 3 0,0 5-21 15,0-5 17-15,0 7-1 0,-1-4-4 0,1-3 0 16,0 4 1-16,0-4-4 0,0 5 2 0,0-5 3 16,1 3-3-16,-1-3 0 0,1 4-3 0,-1-4 8 0,0 0 15 15,0 0 15-15,0 0 5 0,0 3 10 16,0-3 14-16,0 0 5 0,0 0 7 0,0 0 1 15,0 0-5 1,0 0 3-16,0 0-8 0,0 0-2 0,0 0-10 16,0 0-6-16,0 0-4 0,0 0-5 0,0 0-5 0,0 0-2 15,4-9-7-15,-4 9 0 0,0 0-10 0,0 0-14 16,3-3-24-16,-3 3-51 0,0 0-44 0,4-3-52 16,-4 3-186-16,8-4-379 0,-1 1 168 0</inkml:trace>
  <inkml:trace contextRef="#ctx0" brushRef="#br0" timeOffset="-132961.96">18798 13515 7 0,'-9'2'73'0,"4"-1"-7"0,-1 1-4 0,0-1-3 15,0 0-3-15,1 0-5 0,-2 1-3 0,2 0-6 16,-1 0-1-16,-1 1-2 0,2-1-2 0,-1 3 1 0,1-3-13 16,-2 2 10-16,2-2-1 0,-1 2-13 15,-1 0 8 1,2 0-9-16,0 0-2 0,0-1 3 0,0 2-3 0,0 0 0 16,0-1-2-16,-2 1 3 0,1 2-5 0,2 1-5 15,-1-6-4-15,1 5 9 0,0 0-3 0,0-1 0 16,3-1-6-16,-4 2-2 0,1 0 4 0,3-2 0 15,-3 2-2-15,3 0 4 0,1-1-3 0,-3 0-6 16,2 1 3-16,-1-2 3 0,0 2-3 0,1 1 10 16,-2-3-15-16,2 3 2 0,1-2 4 0,0 2 2 0,0-1 1 0,-2 3 1 15,2-3-7-15,-2-3 6 0,2 3 2 0,0-1 0 16,0-1-4-16,2 0-3 0,-4 1 5 0,2 0-5 16,2-2 4-16,-2 1-2 0,2 2 4 0,-2-4-3 15,0 1 4-15,4 1-4 0,-3 0 4 0,3-2 3 16,-3 2 0-16,2-1-1 0,-2 1-10 0,3-3 7 15,1 3-3 1,0 0-2-16,-1-2 3 0,1 0 0 0,-2 1 9 16,-1-2-16-16,2 1 13 0,0-1 2 0,2 2 0 15,-2-1-17-15,0 0 18 0,1-1-2 0,-1-2 1 0,0 4-1 16,2-1 1-16,-1-2-1 0,0 1 0 0,1 1 4 16,0 0-10-16,-1-2 3 0,1 2-1 0,-1-3-4 15,1 1 2-15,-1 0-11 0,1-1 24 16,2 0 5-16,-3 2-1 0,1-2 6 0,-6 0-4 0,12 0-2 0,-5 1 4 0,-7-1 1 15,13-4 6-15,-8 3-8 0,1 1 7 16,1 0 0-16,-2-3 1 0,-1-1 1 0,1 3 7 0,-1-1 0 16,-4 2 5-16,10-2 2 0,-6-1 1 0,0 1-12 15,-4 2 4-15,5-3-4 0,0-1-1 0,-1 1 8 0,-4 3-3 16,5-2-1-16,-1-3 2 0,-3 1-6 16,3 1 1-1,-3-1-3-15,3 0-1 0,-4 4-4 0,4-5-3 16,0 1 1-16,-3 1 6 0,2-2-6 0,-2 0 1 0,3 1-7 0,-1 0-1 0,-1-2 1 15,-1 1-4-15,2 0-2 0,-1-2 1 0,1 2-4 16,-2 1 0-16,3-2-1 0,-1 2-2 0,-1-3-2 16,-1 3-3-16,1 2 3 0,-1-2-3 0,2-2 2 15,-3 2-3-15,2 2 1 0,-2 2 6 16,1-7-4-16,-1 2-3 0,1 1 1 0,-1 4 0 16,2-4-1-16,-2-1 1 0,0 5 1 0,1-7-2 15,-1 5 0-15,0 2-2 0,0-11 1 0,0 7-4 16,0 0 3-16,0-1-1 0,0 0 2 0,-1 1-9 15,1-1 5-15,-2 0 1 0,2 0-1 0,-1 0-1 16,0 0 2-16,1 2 1 0,-2-3 6 0,2 6-8 16,-2-8 1-16,1 6-1 0,0-3 2 0,-1 0-1 0,1 2 5 0,0-1-8 15,1-1 3-15,0 5-4 0,-3-6 4 0,2 1 3 16,-3 0-6-16,4 4 3 0,-1-4-3 0,1 5 0 16,-3-7-1-16,1 3 1 0,-1 0-3 0,0 1 3 15,0-2 3 1,-1 1-4-16,0 2-6 0,2-1 3 0,-5-2-4 15,2 1-3-15,0 1-3 0,-4-1-4 0,1 2-11 0,-1-4-5 16,-1 6-12-16,-3-2-11 0,0-1-20 0,-4 3-21 16,-1 0-23-16,0 3-34 0,0-3-30 0,0 4-165 15,-2-1-381-15,-2 0 169 0</inkml:trace>
  <inkml:trace contextRef="#ctx0" brushRef="#br0" timeOffset="-132063.78">17112 13716 62 0,'0'0'146'0,"4"-7"-16"0,-4 7-9 16,4-3-15-16,-4 3-12 0,6-1-10 15,-6 1-11-15,13-1-9 0,-8 1-18 0,0-3-25 0,7 3-20 0,-1 0-34 0,1 0-50 16,-2 0-56-16,4 3-150 0,-1-3 66 0</inkml:trace>
  <inkml:trace contextRef="#ctx0" brushRef="#br0" timeOffset="-131907.72">17492 13711 153 0,'0'0'161'0,"6"-2"-17"0,-6 2-12 0,10-1-9 16,-6-2-21-16,5 2-11 0,0 1-9 0,4-3-21 0,-3 3-36 15,9 0-32-15,-6 0-36 0,7 0-128 0,-5-1-185 16,4-2 82-16</inkml:trace>
  <inkml:trace contextRef="#ctx0" brushRef="#br0" timeOffset="-131731.43">17880 13701 78 0,'0'0'153'16,"0"0"-14"-16,0 0-22 15,11-1-8-15,-5 1-10 0,0-1-19 0,1-1-13 16,4 1-24-16,3 0-15 0,0 0-32 0,4 1-24 15,0-3-37-15,1 3-71 0,-1-2-148 0,0 0 66 16</inkml:trace>
  <inkml:trace contextRef="#ctx0" brushRef="#br0" timeOffset="-131560.4">18215 13687 123 0,'0'0'206'0,"0"0"-12"0,9-3-19 0,-9 3-22 15,6-2-13-15,-2 0-16 16,5 0-14-16,0 1-18 0,4-1-38 0,0 0-29 15,1 1-33-15,4-1-35 0,2 0-32 0,-1 0-137 0,-5 1-230 0,5-2 103 0</inkml:trace>
  <inkml:trace contextRef="#ctx0" brushRef="#br0" timeOffset="-131391.94">18551 13667 121 0,'0'0'118'16,"5"1"-14"-16,-5-1-17 0,0 0 0 0,8 0-16 0,-8 0-30 15,9-1-15 1,-9 1-41-16,11 0-92 0,-11 0-116 0,12-1 52 0</inkml:trace>
  <inkml:trace contextRef="#ctx0" brushRef="#br0" timeOffset="-131376.29">18697 13667 33 0,'0'0'135'15,"0"0"-10"-15,0 0-24 0,0 0-51 0,0 0-65 0,0 0-57 0,0 0-77 0,0 0 34 16</inkml:trace>
  <inkml:trace contextRef="#ctx0" brushRef="#br0" timeOffset="-130011.19">14852 13602 53 0,'0'0'166'0,"-5"-2"0"0,5 2-4 0,0 0-13 0,0 0-4 16,0 0-12-16,0 0-10 0,0 0-13 0,-4 0-11 16,4 0-12-16,0 0-9 0,0 0-9 0,0 0-2 15,0 0-14-15,0 0-9 0,19-6-8 0,-8 5-22 16,8-3-20-16,2 0-20 0,7-1-26 0,3 1-43 15,0-1-168-15,-2-2-284 0,3 2 126 0</inkml:trace>
  <inkml:trace contextRef="#ctx0" brushRef="#br0" timeOffset="-129141.2">13973 13617 97 0,'7'-5'98'0,"1"2"-4"0,2-2-4 15,0 2-19-15,3 2-3 0,0-2-12 16,0 0-7-16,-2 1-4 0,3-1 0 0,-2 3-18 0,-3 0 18 0,2 0-12 15,-3 4-1-15,-3-2-4 0,3 0-5 0,-3 1 2 16,0 3-5-16,-4-1 2 0,2 1-8 0,-3 4 2 16,0 1-6-16,-4-3 0 0,-1 3-1 0,0-3 0 15,0 2-2-15,-3-1 2 0,0-1 2 0,3 1-2 16,0-1-2-16,1-3-6 0,-1-1 0 0,4 3 10 16,-2-2-7-16,-1-2 2 15,3 2-3-15,1 1-6 0,1-3 7 0,3 0-13 16,0-1 13-16,4 2 4 0,-2 1-2 0,4-2-4 15,2 1 7-15,0 0-9 0,0 1 11 0,0 1-8 16,4 1-6-16,-6-1 14 16,2 1 6-16,-3-2-14 0,-1 0 4 0,-2 3-1 0,0 0-2 0,-2-3 1 0,-1 2 4 0,-1-1 8 15,-2 1 3-15,-2 1 2 0,-2-2-2 0,-4 4 0 16,1-4-4-16,-2 2 3 0,-2 0-7 16,-1-3 2-16,0 2-2 0,-4 2-10 0,0-1-23 0,6-2-17 15,0-2-26-15,1-2-54 0,0 1-71 0,4-1-205 16,2 0 91-16</inkml:trace>
  <inkml:trace contextRef="#ctx0" brushRef="#br0" timeOffset="-128555.74">14449 13528 70 0,'0'0'124'0,"0"0"-17"0,0 0-12 0,0 0-8 0,0 0-11 0,0 0-11 15,0 0-5-15,0 0-12 0,0 0 5 0,0 0-10 16,0 0-7-16,-6 14-1 0,3-7-7 0,1 0 11 15,-1 3-18-15,-1 4-6 0,2 0-1 0,-2 4-5 16,0-1 13-16,-4 9-8 0,3-9-13 0,0 3 10 0,0 4 0 0,1 0-6 16,-3 3 4-16,3-8 1 0,0 0 1 0,0-1-4 15,-1 0-2-15,3-2 6 0,-1-1-9 16,-1 2 11-16,0-6-18 0,-1 1 1 0,0-3 15 0,0 1 0 16,1-3 0-16,3 1-9 0,0-1 14 0,-2-2 1 15,-1-1-11-15,3 2-4 0,-2-3 8 0,3-1-8 16,0-2 8-16,-2 6-6 0,2-6 12 0,-3 4 5 15,3-4 2-15,0 0-10 0,0 4 1 0,0-4-1 16,-4 3 12-16,4-3-10 0,0 0 6 0,0 0-5 0,0 0 1 16,0 0-3-16,0 0-5 0,0 0 1 0,0 0-5 15,0 0-6 1,0 0-16-16,0 5-16 0,0-5-19 0,0 0-23 16,0 0-18-16,0 0-110 0,0 0-217 0,0 0 96 15</inkml:trace>
  <inkml:trace contextRef="#ctx0" brushRef="#br0" timeOffset="-128085.98">14540 13779 43 0,'0'0'123'0,"0"0"-17"0,0 0-12 0,0 0 10 15,0 0-33-15,0 0-2 0,-4 15-9 0,3-10 6 16,-2 1-14-16,2 0-7 0,-3 0-3 0,4 4-5 16,-5 0-8-16,4 2 3 0,-2-2-6 0,-1 2-3 15,3 0-3-15,0 1 2 0,-2-4-3 0,3 3-4 16,0-3 2-16,0 0-6 0,0 0-2 0,0 0-1 0,0-2-3 15,3-1 4-15,-3-1 5 0,1 1 0 0,-1-3-8 0,0 1 6 16,1 1-8-16,2-2 3 0,1 0 4 0,1-1 0 16,-5-2-2-16,9 3 7 15,-3-4-2-15,3-2 1 0,0-1 4 0,3 1-2 0,-2-2-7 0,1 1 11 0,0-1 1 16,-2 2-8-16,-2 1 6 0,-1 0 0 0,1-1 5 16,-1 1-7-16,-2 1-6 0,2 0-7 0,-6 1-1 15,11 2 5-15,-5 1-5 0,-2 0 5 0,1 3 2 16,1 2-4-16,2 1 1 0,-4 3-3 0,2 2 4 15,1 2 3-15,-1 2-3 0,-1 2 2 0,0-2-30 0,3 0-29 16,-3-1-49-16,0 2-142 0,3-2-256 16,-4-7 113-16</inkml:trace>
  <inkml:trace contextRef="#ctx0" brushRef="#br0" timeOffset="-118286.7">17068 13687 29 0,'0'0'77'0,"0"0"-5"0,0 0-6 16,0 0-2-16,0 0-4 0,0 0-12 0,0 0 2 16,0 0-3-16,0 0-9 0,0 0 2 0,0 0-2 0,0 0-9 0,0 0 4 15,0 0 2-15,0 0-19 0,0 0 7 0,0 0-9 16,0 0 5-16,-7 0-9 0,7 0 6 0,0 0-4 15,0 0-4-15,0 0 5 0,0 0-6 0,0 0 2 16,0 0-4-16,0 0 4 0,0 0 0 0,0 0 1 0,0 0-8 16,0 0 7-16,0 0-13 0,0 0 11 15,0 0-11-15,0 0 8 0,0 0-1 0,0 0-4 0,0 0 2 0,0 0 5 16,0 0-2-16,0 0-8 0,13 7 15 0,-13-7-16 16,11 1-1-16,-3-2 14 0,1 1-6 0,2 1-1 15,2-1-9-15,1 1 10 0,4 0-2 0,0 1 8 16,0-2-4-16,1 0-4 0,0 2 0 0,-1-2 0 15,3 0 2-15,2 0-4 0,-3 0 5 0,-1 0-6 16,3 0 7-16,-1 0-5 16,-1 0-2-16,0 0 1 0,0 0 4 0,0-1-3 15,-1 1 2-15,-2 0 4 0,-1-1-9 0,-3 1-3 16,2 1 13-16,-2-1-4 0,1 0-3 0,-1 0 5 16,4 0-7-16,-2 0 5 0,-2 1-1 0,1-2-1 15,-1 1 6-15,-1 1-9 0,1-1 3 0,1 3-4 16,-1-3 7-16,6 0-2 0,-9 0-3 0,3 0-1 15,0 0 5-15,-3 0-1 0,4 1 0 0,-5-1 2 0,0 0-3 0,4 1 4 16,-3 1-9-16,0-2 7 0,0 1-2 0,-2-1-4 16,1-1 2-16,0 1 5 0,-3 1 0 15,2-1-20-15,0 2 21 0,1-2 5 0,2 0 0 16,-4 0-12-16,4 0 4 0,-2 0 0 0,-2 1 5 0,4-1-4 16,-3 0-1-16,3 1 1 0,-2-1 0 0,4 0 0 15,-3 1-5 1,-1-1 3-16,1 0 3 0,1 2-3 0,-4-2 5 15,1 0-4-15,1 0-3 0,-3 0-1 0,2 0 1 16,1 0-2-16,-3 2 6 0,2-2-1 0,-2 0 2 0,3 0-6 16,-1 0 4-16,-2 0 0 0,-6 0 0 15,11 0-4-15,-4 0 4 0,2 0 1 0,-4 0-2 16,-5 0 0-16,15 0-2 0,-7 0-2 0,0 0 5 0,-2 0-4 16,3 0 5-16,0 0-4 0,0 0 2 0,-4 0-5 0,4 3 3 15,-4-3 2-15,3 0 3 0,0 0-4 0,-1 0-17 16,-7 0 22-16,14 0-8 0,-7 0 9 0,0 0-1 15,-7 0-5-15,13 0 1 0,-8 0 6 0,2 0-1 16,0 0-6-16,-7 0 7 0,12 0-19 0,-6 0 15 16,-6 0 7-16,12 0-4 0,-6 0-5 0,-1-3 8 15,-5 3-2-15,13 3-5 16,-5-6-4-16,-1 3 13 0,1 0-9 0,-3 0-4 16,4 0 1-16,-9 0 7 0,13-2-5 0,-7 2 0 15,2 0 1-15,1-2-1 0,-3 2 2 0,1-1 4 16,-7 1-2-16,14-1 0 0,-9 0 10 0,0 1-2 15,3-2-13-15,-8 2 17 0,10 0-4 0,-10 0-4 16,7 0 4-16,-4-3-3 0,-3 3-1 0,8 0 0 16,-8 0 3-16,0 0-5 0,6 0-4 0,-6 0-1 0,0 0 8 15,0 0-6-15,0 0 5 0,0 0-2 0,9-1-1 0,-9 1-5 16,0 0 9-16,0 0-1 0,0 0-6 0,0 0 5 16,0 0-4-16,0 0 4 0,0 0-3 0,0 0 5 15,0 0-8-15,0 0 3 0,0 0-4 0,0 0 6 16,0 0 0-16,6 1-4 0,-6-1 1 0,0 0-3 15,0 0 5-15,0 0 2 0,0 0-10 0,0 0 3 0,0 0-1 16,0 0 6-16,0 0-16 0,0 0 17 0,0 0-1 16,0 0-5-16,0 0 8 0,0 0-12 0,0 0 3 15,0 0-2 1,0 0 10-16,0 0-6 0,0 0 3 0,0 0-4 0,0 0 1 0,0 0 1 0,0 0 4 16,0 0-13-16,0 0 10 0,0 0 2 0,0 0-1 15,0 0 1-15,0 0 0 16,0 0-9-16,0 0 7 0,0 0-23 0,0 0 31 15,0 0-9-15,0 0 4 0,0 0-1 0,0 0-3 16,0 0 7-16,0 0 4 0,0 0-5 0,0 0 0 16,0 0 2-16,0 0-8 0,0 0 5 0,0 0-2 15,0 0-14-15,0 0 14 0,0 0 0 0,0 0-1 16,0 0 3-16,0 0 0 0,0 0-4 0,0 0 4 0,0 0 1 16,0 0-6-16,0 0-4 0,0 0 1 0,0 0 6 0,0 0-4 15,0 0 11-15,0 0 1 0,0 0-4 0,0 0-1 16,0 0 6-16,0 0-17 0,0 0 14 0,0 0-5 15,0 0 5-15,0 0-6 0,0 0-4 0,0 0 10 16,0 0-1-16,0 0-4 0,0 0-1 0,0 0-1 16,0 0 2-16,0 0 0 0,0 0-6 0,0 0-1 15,0 0 5-15,0 0 1 16,0 0-5-16,0 0-3 0,0 0 8 0,0 0-2 16,0 0-5-16,0 0 7 0,0 0-8 0,0 0 4 15,0 0 5-15,0 0-7 0,0 0-1 0,0 0 3 16,0 0 3-16,0 0-5 0,0 0 2 0,0 0-1 15,0 0-3-15,0 0-1 0,0 0 0 0,0 0 8 16,0 0-3-16,0 0 2 0,0 0-5 0,0 0 5 16,0 0 0-16,0 0-3 0,0 0 0 0,0 0 1 0,0 0 2 0,0 0-8 15,0 0-9-15,0 0 14 0,0 0 4 0,0 0-8 16,0 0 0-16,0 0-6 0,0 0 2 0,0 0-5 16,0 0-7-16,0 0-10 0,0 0-9 0,0 0-13 15,0 0-15-15,0 0-45 0,0 0-85 0,0 0-213 16,0 0 95-16</inkml:trace>
  <inkml:trace contextRef="#ctx0" brushRef="#br0" timeOffset="-114340.78">18748 12158 118 0,'0'0'170'0,"0"0"-13"0,0 0-8 16,0 0-17-16,0 0-7 0,0 0-9 0,0 0-8 16,1-3-12-16,-1 3-8 0,0 0-6 0,0 0-15 0,0 0-1 15,0 0-14-15,0 0-10 0,0 0-14 0,0 0-14 16,0 0-26-16,0 0-21 0,0 0-17 0,0 0 1 16,0 0 5-1,0 0 3-15,0 0 3 0,-3 17 4 0,0-9-8 16,0 1-2-16,1 0 3 0,-1 4-8 0,1 1 7 0,-1-3-2 15,-1 5-7-15,3-1 9 0,-3 1 3 16,3-6 8-16,-1 2-3 0,1 4-2 0,0-5 8 16,1 0 1-16,-3 2 7 0,3-1 1 0,0-2 1 15,3 0 0-15,-2-1 2 0,0-1 4 0,1-1 7 0,-2-3-3 16,0 0 13-16,0 1 17 0,0-1 11 0,1-1 9 0,-1-3 12 16,1 5-6-16,-1-5 9 0,-1 4-8 0,1-4-1 15,0 0-3-15,0 0-10 0,1 5 3 0,-1-5-13 0,0 0-1 16,0 0-5-16,1 3-3 0,-1-3 1 15,0 0-4-15,0 6-1 0,0-6 1 0,-1 3-2 16,1-3-3-16,1 12-15 0,1-7-9 0,-1 2-14 16,0 3-10-16,1-1-20 0,-1 1-39 0,2 1-73 0,-1-1-184 0,-1 1 82 31</inkml:trace>
  <inkml:trace contextRef="#ctx0" brushRef="#br0" timeOffset="-114178.26">18703 12805 31 0,'0'5'86'16,"0"-5"-5"-16,0 4-12 0,0 0-7 0,1 0-1 15,2 0-11-15,-3 0-9 0,1 0 1 0,2 1-9 16,-2 1-7-16,0-1-11 0,6 4-14 0,-6-2-16 16,1 3-31-16,1-3-44 0,0-1-97 0,-1 1 44 15</inkml:trace>
  <inkml:trace contextRef="#ctx0" brushRef="#br0" timeOffset="-114003.97">18762 13268 19 0,'2'12'-4'0,"1"-3"-3"0,2-1 2 15</inkml:trace>
  <inkml:trace contextRef="#ctx0" brushRef="#br0" timeOffset="-113755.14">18777 13529 59 0,'0'4'79'0,"-1"0"-14"0,2-2-1 16,-1 4-3-16,0-1-10 0,1-1-3 0,-1 1-3 15,2 2-6-15,-2-2-5 0,0 3-4 0,2-4-9 16,-2 2-4-16,0 0-8 0,0-1 0 0,0 2 0 16,0-2-8-16,2 0 2 15,-2 1-4-15,0-2 1 0,0 1-2 0,0-1-4 16,0 1 2-16,0-2-2 0,0-3 3 0,0 6-2 16,-2-1 6-16,2-5-8 0,0 0 7 0,0 0 5 15,0 3 8-15,0-3 7 0,0 0 9 0,0 0-7 16,0 0 4-16,0 5 2 0,0-5-13 0,0 0-10 15,0 0-28-15,0 0-103 0,0 0-135 0,0 0 60 16</inkml:trace>
  <inkml:trace contextRef="#ctx0" brushRef="#br0" timeOffset="-112698.7">18716 12455 15 0,'0'9'58'16,"1"2"-3"-16,0 3-9 0,-1 2-1 0,0 4-7 16,0 5-7-1,-1-1 4-15,0-5-8 0,1 8-6 0,1-4 4 16,-2-1-6-16,1 3-4 0,-4 0-16 0,2 1 9 15,-1 0-3-15,0-6 0 0,1 6-2 0,-3-1 0 0,0 1 1 16,1-2 3-16,-1-7-4 16,2 3 5-16,1-2 3 0,-1 2 7 0,3-3 4 0,-4 1 10 0,4-1-5 0,0-1-7 15,-1-4 16-15,1-1-1 0,-1 0 2 0,1-1 4 16,0-1 3-16,-3 1-6 0,6 1 4 0,-3-2-13 16,-3 2-2-16,3-4 4 0,0 1-10 0,0 0 0 15,0 3-5-15,0-6-1 0,0 3 8 0,0-2-7 16,0 0 2-16,4 3-2 0,-3-4-5 0,-1 2 1 15,4 3 0-15,0 0-17 0,2-2-2 0,-3 1-4 16,1-1-2-16,-1 1-10 0,1-2-5 0,0 0 10 16,0 0-1-16,-1 1 3 15,-2-1-3-15,0 2-1 0,0-1 10 0,2 1 2 16,-3-1-9-16,1 3 11 0,-2-5-8 0,1 3 3 16,0 1 6-16,-3 0-7 0,2-2 3 0,0 0-2 15,-2 0 6-15,2-1 2 0,-2 0 5 0,2 1 3 16,0-1-2-16,-2-1 3 0,2 2-2 0,0 0-3 15,-2-3-2-15,2 2 6 0,0 2-5 0,-1-4 3 16,0 0-3-16,2 0 1 0,-3-1-5 0,3-1 7 0,0-3-1 16,-2 7-7-16,2-4 2 0,0-3-4 0,2 5-6 0,-2-2-2 15,0-3-12-15,7 2-12 16,-5 0-15-16,-2-2-16 0,5 1-40 0,-5-1-117 16,3 2 53-16</inkml:trace>
  <inkml:trace contextRef="#ctx0" brushRef="#br0" timeOffset="-112592.19">18708 13520 264 0,'3'2'10'0,"-3"-2"22"0,0 0 6 16,0 0 7-16,0 0 17 0,0 0-8 0,0 0 1 0,0 0-2 0,0 0-8 0,0 0 2 15,0 0-12-15,0 0 0 0,0 0-7 0,0 0-10 16,0 0-6-16,0 0-4 0,0 0-2 0,0 0-25 16,0 0-21-16,5 3-92 0,-5-3-142 0,0 0 63 15</inkml:trace>
  <inkml:trace contextRef="#ctx0" brushRef="#br0" timeOffset="-112353.93">18720 13537 33 0,'0'0'104'16,"0"0"-70"-16,0 0-63 0,3-12-31 0,3 9 14 15</inkml:trace>
  <inkml:trace contextRef="#ctx0" brushRef="#br0" timeOffset="-110677.93">18692 12186 67 0,'0'0'158'0,"0"0"-11"0,0 0-21 15,0 0-16-15,0 0-10 0,1-5-10 0,-1 5-19 0,0 0-44 16,0 0-30-16,0 0-26 0,0 0-11 0,0 0-37 16,0 0-48-16,0 0-135 0,0 0 60 0</inkml:trace>
  <inkml:trace contextRef="#ctx0" brushRef="#br0" timeOffset="-110508.9">18675 12797 59 0,'3'11'91'16,"-2"-1"-8"-16,2 2-12 0,-2 0-9 0,-1 5-16 15,0 0-7-15,-1-6-36 0,1 5-79 0,-2-4-82 16,4-2 37-16</inkml:trace>
  <inkml:trace contextRef="#ctx0" brushRef="#br0" timeOffset="-109324.18">18772 12136 48 0,'0'0'61'0,"0"0"-7"16,0 0-2-16,0 0-7 0,0 0-3 0,0 0-5 16,0 0-6-16,0 0-12 0,0 0 8 0,0 0 1 15,0 0-5-15,0 0-3 0,-6 0-1 0,6 0-3 16,0 0-2-16,0 0 3 0,0 0-2 16,0 0-3-16,0 0 2 0,0 0 3 0,0 0-4 0,0 0 2 0,0 0 3 15,0 0-10-15,0 0-5 0,0 0 4 0,0 0-1 16,0 0 6-16,0 0-3 0,0 0 1 0,0 0-4 15,0 0 2-15,0 0-1 0,0 0 3 0,0 0-5 16,0 0 10-16,0 0-3 0,0 0-3 0,0 0 3 16,0 0-9-16,0 0-1 0,0 0 2 0,0 0-1 0,0 0-3 0,0 0 7 0,0 0-4 31,0 0-1-31,0 0 5 0,0 0-7 0,0 0 0 16,0 0-1-16,0 0 8 0,0 0-7 0,0 0 4 0,0 0-2 0,0 0 5 0,0 0-6 0,0 0-6 31,-9 0-3-31,9 0 13 0,0 0-4 0,0 0-1 15,0 0 10-15,0 0-7 0,0 0-8 0,-9 1 21 16,9-1-19-16,0 0 0 0,0 0 3 0,0 0 1 0,-8 1-1 16,8-1 5-16,0 0-5 0,0 0-1 0,0 0 6 15,0 0-9-15,0 0 7 0,-1 3 0 0,1-3-6 0,0 0 6 16,0 0-9-16,0 0 12 0,0 0-6 0,0 0-6 16,0 0 6-16,0 0-9 0,0 0 9 15,0 0-2-15,0 0 9 0,0 0-6 0,0 0-1 16,0 0 3-16,0 0 6 0,0 0 10 0,0 0-4 0,0 0 10 0,0 0-4 15,0 0 1-15,0 0-2 0,0 0-10 0,0 0 4 16,0 0 3-16,0 0-10 0,0 0 5 0,0 0-10 16,0 0 2-1,0 0-12-15,0 0-2 0,0 0-11 0,0 0-6 0,0 0-12 16,0 0-19-16,0 0-19 0,0 0-61 0,0 0-148 16,0 0 67-16</inkml:trace>
  <inkml:trace contextRef="#ctx0" brushRef="#br0" timeOffset="-106856.25">18796 12104 128 0,'0'0'128'0,"0"0"-10"0,0-6-8 15,0 6-9-15,0-4 1 0,0 4-6 0,0 0-9 16,0 0-13-16,-1-4-2 0,1 4-7 0,-4-3-1 0,4 3-10 0,-2-2 1 16,2 2-16-16,0 0-2 0,-5-3 1 15,5 3-9-15,-4-2 3 0,4 2-10 0,-9 0 0 16,9 0-3-16,0 0-5 0,0 0 0 0,-14 2-1 16,10-1 6-16,-3 1-10 0,1 0 1 0,2 1-7 0,-1-1-2 15,1 3 6-15,-1-2 0 0,0 0-6 16,0 1-1-16,1-1 5 15,0 2-5-15,1 1-5 0,0-2 0 0,0 0 1 16,1 4-6-16,1-4 4 0,-1 1-1 0,2 3 0 0,2-4 0 16,-1 0-1-16,0 1 3 0,0 0 2 15,2-2 1-15,-2 2 0 0,2-1-1 0,1-1 7 16,0 1 2-16,-1-3-3 0,4 3 3 0,-1-3 6 0,-1 0-3 16,0-1 4-16,-1 3 3 0,-4-3 4 0,12 0-4 15,-12 0 6-15,11 0 1 0,-6-3 8 0,1 3 1 0,-2-2-1 16,2-2 0-16,-1 1 1 0,-1-1-1 0,-1-1-2 15,5 0 2-15,-3 1-7 0,-4-2-3 0,3 1-2 16,0 0 0-16,0-2 0 0,-3 0 0 0,3 3-3 16,-3-3-2-16,2 3-4 0,-3-1-1 0,1-1-1 15,-1 3-3-15,2-2 1 0,-4 0 1 0,4 1-2 0,-2 4-3 16,-2-6 2-16,2 2 1 0,0 4-2 0,-5-3-2 0,5 3 0 16,-2-5-5-16,2 5 0 0,-6-3 2 0,6 3 1 15,-3-3-6-15,3 3 3 0,-7-1-2 0,7 1 3 16,0 0-2-16,-10 0-1 0,10 0 5 0,0 0 0 15,-10 1-5-15,6 1 3 0,4-2-1 0,-11 2 0 16,7 0 3-16,-2 0 1 0,1-1-2 0,3 1-1 0,2-2 0 16,-8 3-1-1,3-1-3-15,1 0 5 0,2 0-4 0,2-2-6 16,-4 4-3-16,4-4 2 0,-5 5-7 0,3-1-2 16,1-2-2-16,0 3-3 0,-1-2 11 0,1 2-4 15,0-1 3-15,0 0-1 0,1 2 2 0,0-1 3 16,0 0 0-16,0 2-2 0,1-5 7 0,-2 3-3 15,2 0 3-15,-1 0-3 0,0-5 3 0,0 2 2 16,0-2 3-16,0 4-4 0,0-4 5 0,0 0-3 0,0 0 5 0,0 0 1 16,1 6 2-16,-1-6 10 0,0 0 4 0,0 0 7 15,1 3 2-15,-1-3 0 0,0 0-8 0,0 0 1 16,0 0-3-16,0 0-2 0,0 0 1 0,6-10-3 16,-6 10 1-16,0 0 1 0,1-3-6 0,-1 3-1 15,3-2-2-15,-3 2 0 0,0 0-2 0,0 0 1 16,0 0-2-16,0 0-5 15,0 0 0-15,0 0-16 0,0 0-13 0,3-3-22 16,-3 3-19-16,0 0-19 0,0 0-11 0,0 0-4 16,0 0-9-16,0 0-114 0,0 0-250 0,0 0 111 15</inkml:trace>
  <inkml:trace contextRef="#ctx0" brushRef="#br0" timeOffset="-102861.13">18744 12155 90 0,'0'-2'83'16,"0"2"3"-16,0-7-2 0,0 7 2 0,-1-3 0 15,1 3-7-15,1-4-7 0,-1 4-5 0,-1-3-4 16,1 3-4-16,-1-6-4 0,1 6-8 0,0 0 1 16,0 0-9-16,0 0-5 0,-3-4-6 0,3 4 2 0,0 0-3 15,0 0-5-15,-4-3-1 0,4 3-7 16,0 0 2-16,0 0 1 0,0 0-3 0,-9 0-2 0,9 0-1 0,-8 3-3 16,8-3 1-16,-8 4-3 0,5 2 1 0,-1-4-1 15,0 1-9-15,-1-1 6 0,3 5 3 0,-1-2-1 16,-1-2-3-16,2 3-3 0,1 0 1 0,-1-4-2 15,1 5 6-15,2-2-6 0,-2 0 2 0,1-2-3 16,1 3 4-16,1-3 0 0,1 2 1 0,2-1-4 16,-1-1 4-16,1-1 4 15,2-1 3-15,-1 1-6 0,3-2-1 0,-1 1 1 16,-2-2 1-16,2 1 6 0,2-2 10 0,-4 1-6 16,2-3 3-16,-3 1 6 0,5-1 2 0,-3-2-8 15,-1 4 1-15,-2-3 6 0,1-1-7 0,1 1 0 16,-2-3 3-16,-2 4 0 0,0-4 2 0,2 3 3 15,-3 3-1-15,-1-5-6 0,0 2-2 0,0 5 2 16,-1-9-6-16,-3 3 2 0,2 5-3 0,-2-3-1 0,1 2-1 0,-4-1-3 16,3 2 2-16,-3 0-2 0,7 1 0 0,-11 0 2 15,3 0-3-15,8 0 0 0,-13 1 1 0,8 0-5 16,-1 2-3-16,-2-2 3 0,3 2 1 0,-1 0-4 16,0 0 0-16,3 2-1 0,-1-2-2 0,0 1-7 15,0-2-1-15,2 5-2 0,0-2-3 0,0-2 2 16,-1 3-2-16,2 0 11 15,1-4-4-15,-1 6 4 0,2-3-4 0,0-1-4 16,2 1 4-16,-1-1 7 0,1 1-4 0,2-2 3 16,0 2-1-16,-1-1 9 0,2-3-4 0,0 2-3 15,0-3 3-15,1 2 0 0,2-2 2 0,-2 0-4 16,1-2 9-16,-1 1 8 0,1-2 8 0,-2 1 1 16,1-1-1-16,-1-2 5 0,4-2-3 0,-8 1 4 15,1 1 6-15,1-1 1 0,0 0-6 0,0 1 0 0,-3-3 2 0,1 1-1 16,1 2-4-16,-3-2 2 0,0 0-3 0,-5 1-5 15,4 1-2-15,-3-1-2 0,2 1-3 0,-1 0-2 16,-1 1 0-16,0 1-5 0,-1-1 2 0,0 0-3 16,-1 3-3-16,1 0 2 0,-1 0 4 0,6 1-4 15,-10-1-3-15,10 1-1 0,-11 2-3 0,7-1-1 16,0 3-7-16,-1-1-6 0,0-1-4 0,-1 1 0 0,2 4-2 0,0-3-1 16,0 2 2-16,0 1-9 0,3 0 5 0,-1 0-5 15,1 0 3-15,1-2 1 0,-1 5 11 0,2-3-1 16,0 2-4-16,2-1 3 0,1-3 5 0,0 2 1 15,1-2 2-15,-1 2-1 0,3-2 3 0,1 0 3 16,-2-1 3-16,2-3-4 0,2 1 1 0,-1 1 1 16,-1-3 0-16,2 0 9 15,-1-3 0-15,0 0 4 0,1-1 4 16,-1 0-2-16,-4 0-1 0,3-2 7 0,-3-2-2 16,3 4 0-16,-3-6-2 0,0-1-3 0,-2 5 0 15,-1-6-2-15,1 5 5 0,-2-5-4 0,-1 2-1 16,0 2-5-16,-4 1 1 0,4-2-2 0,-4 2 5 15,2 0-5-15,-5 1 0 0,2 1-2 0,0-1 2 16,-1 3 1-16,-2 0-3 0,4 0 0 0,-4 2 0 0,2 0-1 0,-1-1 2 16,7 2-3-16,-11 2 1 0,3 0-3 0,1 1 0 15,1 1 1-15,-1 0-3 0,1 3-4 0,-2 0 7 0,3 0-8 16,0 3 3-16,1-2-5 0,-1 3 0 0,1-1-5 16,1 2 2-16,1-2 0 0,0 3-2 0,2-2 1 15,-2-1 4-15,5 2 2 0,-2-1 2 0,4 0 7 16,-2-1-6-16,0-1-2 15,4-1 3-15,-2-1 2 0,4-1-1 16,-3-2 2-16,1 2 3 0,-1-3 4 0,1-1-1 16,1-1 1-16,0-3 7 0,-1 1 6 0,2-3 2 15,2-1 0-15,-2-1 2 0,-3-4-2 0,3 1 1 0,0-1-2 16,-2-6-2-16,-1 6 5 0,-2-2-4 16,-1 0 0-16,0-1-2 0,0 3 3 0,-1 1 0 0,-3-3 0 15,0 0-3-15,-2 3 2 0,-2 1-4 0,0 0-3 0,1 1 0 0,-2 0 6 16,-1 2-11-16,-3 0-2 0,4 2 2 0,-2-1-2 15,0 3-3-15,0-2 5 0,1 3-4 0,-2 0 1 16,0 2-2-16,2-1-3 0,1 1 4 16,1 1-3-16,-2 2-6 0,0-2 2 0,0 3-2 0,1 0 1 15,0 1-6-15,2 1 1 0,0 0-7 0,0 1-3 16,2 0 4-16,1 1-3 16,1-3 3-16,0 3 0 0,1-3 6 15,4 2 1-15,-1-1 2 0,-2-3-3 0,1 2 8 0,1-4-1 16,1 2 6-16,0-1-5 0,1-2 1 0,0-1 9 15,1 1 5-15,-7-2-4 0,13-2 8 0,-8-1-8 16,2-2 7-16,0-2-2 0,1 0 0 0,-2-1 1 16,-1-2-4-16,-1 2 4 0,1-2-1 0,-1 0-5 0,-1-1 7 15,-2 0-9-15,-1 2 3 0,1 2 0 0,-2-1-1 0,0-2-2 16,-2 4 2-16,-1 0-1 0,3 0 2 0,-3 1-6 16,0 1 0-16,-4 0 1 0,2 2-2 0,1-1 1 15,-2 2-2-15,0 1-3 0,7 0 1 0,-16 1 2 16,9 2-1-16,-1 1 2 0,-2 1-6 0,1 0 1 15,2 2-4-15,-2 1-2 0,4 2-1 0,-2 1-2 16,-1 2-7-16,5 3 1 0,0-4 2 0,2-2-2 0,-3 2 1 0,4 1 6 16,0-2 3-16,4-2-2 0,-2-1-1 0,0-2 8 15,0 2 0-15,1-2-1 0,1-1 3 0,1 0 3 16,-1-1 5-16,1-4 9 0,2 1 10 0,1-2 0 16,0-1 2-16,-2 0 2 0,4-5-3 0,-1 1 3 15,-2-2-1-15,-1 0-3 0,4 0-2 0,-5-2-2 16,1 0 0-1,0-1-2-15,-3 0-7 0,0 0 8 0,2-1-8 0,-5 1 0 16,0 1-2-16,0 0 4 0,-1 3-9 0,-2 1 4 16,-1-4-5-16,-2 3 0 0,1 1-1 0,0 3 1 15,-3 0-2-15,-2-1 2 0,3 1-1 0,-1 3-4 16,8 0-3-16,-15 3 4 0,4-1-2 0,2 4 0 16,1-1-3-16,0 1-2 0,0 1-6 0,2 0-2 15,-2 1-2-15,3 1-5 0,1 0-10 0,0 4 0 0,3-3 9 16,-2 6-5-16,2-3 9 0,2-2 2 0,2 1-2 0,0-4 5 15,0 2-1-15,3-1 7 0,-3-2-2 16,4-2 4-16,2 2 0 0,-3-4 3 0,1 0-4 16,1-1 5-16,0-1 2 0,2 0 2 0,2-2 3 15,-1-1 5-15,2-2 4 0,-1-2 4 0,-1 0 2 0,-1-1-4 16,-1-2-1 0,0 1 3-16,-5 0 0 0,5-3-2 0,-3 1-1 15,-2 0 0-15,1-2-3 0,-2 0 0 0,-3 1 0 16,-1 0 0-16,-2 0-5 0,-1 0-1 0,0 0-2 0,-2 3 1 15,-3 0-2-15,0-1 0 0,1 4-2 0,-2 0-2 16,1 2 2-16,-2 1-3 0,-1 0-2 16,3 4 7-16,-2-1-4 0,1 3-1 0,-2-1 0 15,3 2-2-15,-1 3-2 0,1 3-1 0,1-3-1 0,3 4-3 0,-4 3 2 16,3 2-4-16,1 0-5 0,1 1 3 0,3-1 2 16,1 2 1-16,2-1 0 0,2-3 1 0,1 2 1 15,2-3 8-15,-1 0-5 0,0-7 5 0,2 4-1 0,1-5-4 16,0 2 6-16,-2-4 2 0,2-4 7 15,3 3 1-15,-1-6 7 0,1 3 2 0,1-4 6 16,-2-4-1-16,0 3 1 0,1-4 1 0,0-1-3 0,-1-5-1 0,-6 4 0 31,2-1-5-31,-1-1 0 0,1-4 1 0,-3 3-1 0,-1 1-4 16,-3-3 2-16,0 3-7 0,0 1 1 0,-1-2 4 16,-3 3-3-16,-1 0-6 0,1 1 0 0,0 4 0 15,-1-1-2-15,0 1-1 0,-4 3 1 16,4 1-2-16,-3 0-1 0,2 1 2 0,-2 4-3 0,-2 0 2 15,-1 4-6-15,-1 0 1 0,-1 5 2 0,4 1-2 0,-3 2-4 16,3 1 0-16,2-1 0 0,1 3-2 16,0-3-5-16,2 2 4 0,2-5 0 0,2 5-1 15,0-5 1-15,3 0 6 0,0-1 0 0,1 0 3 16,-1-3-1-16,3-1 6 0,0 2-4 0,-1-4 4 16,3-5 1-16,0 3 9 0,5-3 5 0,-4 0 5 15,5-3 1-15,-4-1-1 0,7-6 3 0,-7 5 0 0,4-9-2 0,-2 4 6 0,-2-3-12 16,-3 2 1-16,3-3-2 0,-3 0-3 0,0-2 1 15,-3 1-1-15,-1-1-2 0,-2 4-3 0,-1-3 0 16,-2 1 1-16,0 1-5 0,-2 3-4 0,-1-1-6 16,-2 3 8-16,2-1-5 0,-4 1-2 0,0 4-4 15,0-1 8-15,0 2-2 0,-1-1-6 0,-3 4 5 16,4 0-1 0,-3 1 0-16,1 2-4 0,1 1 2 0,-1 2-2 0,0 1-6 15,1 0-3-15,1 2 0 0,0 2-3 0,1 0-7 16,-2 4 4-16,5-2-12 0,1-2 12 0,3 2-6 15,0 3 7-15,3 1 3 0,1-6 5 0,0 2-3 16,2-2 5-16,1-3 3 0,3-1 2 0,-1-1-6 16,1 0 10-16,3-1-2 0,-3-1 1 0,4-2 4 15,-1-2 4-15,0-1 2 0,2-3 9 0,3-3 1 0,-4 2 5 0,1-6 0 16,-4 3 6-16,0-1 5 0,1-5-6 0,-2 1 1 16,-3 1-2-16,0-4-1 0,-3 5 0 15,-1-5-12-15,-2 1 9 0,0 2 0 0,-4 2-7 0,1-1 3 16,-1 0-2-16,-4 1-3 0,-1 2-2 0,2 1-3 15,-3 1-1-15,-1 2-5 0,1 0 8 0,-3 1-8 16,4 3 8-16,-1-1-9 0,-3 4 3 0,4 1-2 0,-4 1 2 0,2 4-5 16,1 0 1-16,-2 1-2 0,-1 4 4 0,4 2-2 15,0-2-6-15,-1-1-8 0,4 3-1 16,-1-1-1-16,5 1-3 0,-2-4 4 0,3 2 7 16,1-1-2-16,0 0-2 0,0-2 8 0,2-1-2 15,1-1 5-15,-1-1 0 0,4-1 3 0,0-2 3 0,3-1-1 16,1-2 1-1,3-1 1-15,-2-1 7 0,2 0 3 0,0-5 6 16,1 0 0-16,0-3-4 0,0-2 3 0,-1 0 5 16,-3-1-2-16,-1 1 1 0,0-2-6 0,0 0 4 0,-4-1-3 15,-1 2 9-15,-1 2 4 0,-3-1-4 16,0 0-5-16,-3 0-3 0,-1 5-3 0,1-4-1 16,-4 3-2-16,2 1-1 0,-3 0-3 0,-1 2-1 15,-1 1 0-15,-2 1-6 0,2 2 9 16,0 1-8-16,-3 2 2 0,1 2-3 0,1 0 0 15,0 2-3-15,-5 3 1 0,5 0-6 0,-2 2-2 16,3-1-6-16,2 0-3 0,-2 1-12 0,4 0 6 16,2 1-10-16,-1 3 4 0,5-5 2 0,-2 0 8 15,1-2-4-15,1 1 5 0,3-3 0 0,-1-1 13 0,2 0-6 16,1 0 2-16,3-2 1 0,-1-3 1 16,3 1 8-16,1-2-4 0,0 0 5 0,1-2-3 0,1-3 1 15,-2-1 8-15,-2-1 8 0,1 0-4 0,-1-3-2 16,-1 1 1-16,-3-1 1 0,4 0-5 0,-5-2 1 15,-2 2-2-15,1-2-4 0,-3 2 3 0,0-2 0 16,-4 3-1-16,0 1 3 0,0 1 0 0,-2 2-6 16,-1 0-1-16,0 1 3 0,-2 1-6 0,-5 0 8 15,1 3-6-15,1 3-2 0,-1-3-13 0,-1 4 14 0,-3 2-1 0,1 1 1 16,-1 1-1 0,-1 4 1-16,5-3-2 0,-5 3 6 0,4 4-5 0,3-2-2 0,1-1-9 0,3 4 1 0,-3 0 4 31,4-2-12-31,2-4 12 0,2 0-3 0,1 2 2 0,4-2 5 15,1 1-1-15,-2-5 5 0,6 2 2 0,-2-4-6 16,4 1 6-16,3-3-6 0,1-3 8 16,4 0 4-16,-1-6 4 0,1-1 1 0,-3 2 0 15,1-7 5-15,0 4-5 0,-2-3 2 0,-1-2 0 0,-1 0 0 16,-1 0 1-16,-4-2-2 0,1-1-2 0,-2 1-4 16,-2 1 4-16,0-1-4 0,-4-2-2 0,1 1 2 15,-2 3-1-15,-3 2-1 0,-1-3-1 0,-5-1-4 16,4 5 0-16,-3 0 2 0,-4 3-1 0,0-1 0 15,1 3 3-15,-5 1-8 0,1 3-1 0,5 1 5 0,-6 0-2 0,-2 3 2 16,4 4-2-16,-2 0-9 0,2 3 17 16,2 2-13-16,-1 1 3 0,2 2-4 15,2 3 4-15,-1-1-6 0,4 0-2 0,3 5 2 16,1 2-2-16,1-5 6 0,2-1 2 0,4 5 3 16,1-3-2-16,3-3-5 0,3 0 6 0,0-3-3 0,-1-1 9 0,4-5-5 15,0 2 8-15,0-4-1 0,-1 0 6 0,1-5 4 0,3 1 3 0,-2-4 7 16,2 0 3-16,0-5 0 0,-1 1 3 0,-1-3-4 15,-2-3 3-15,-2-1-6 0,0 1 2 16,-2-2-3-16,-2-2-4 0,-2 0 2 0,-1-2-4 16,0 1 1-16,-3 2 0 0,-1 2-3 0,0 1 0 0,-5 1 2 31,1 1-3-31,-1 0-2 0,-2 0 0 0,0 5-8 0,1-2 2 16,-1 5-5-16,1 0 1 0,-3 1-2 0,-1 0 2 15,2 3 1-15,-2 0-6 0,1 3 2 0,1-1-12 16,3 0-6-16,-2 2-5 0,1 1 0 0,1-2-7 0,3-1 4 15,-1 2 1-15,-1-1 1 0,3 0 10 0,1-1-3 16,0-2 4-16,0-2-2 0,1 8 2 16,3-5-1-16,3-2 13 0,-1 0-3 0,4 1 1 15,0-4 1-15,2 0 2 0,2-1-3 0,-1 1 5 0,-1-1-2 0,1 0-3 16,-2-1 5-16,1 2-3 0,-1-1 3 0,-5 0-1 16,0 2 5-16,-1 0-3 0,0-1 4 0,-5 2 2 15,8-2-5-15,-5 1 2 0,-3 1-7 0,2-4 1 16,-2 4 6-16,0 0-5 0,0 0 4 0,0 0 0 15,0 0-6-15,-14 6 5 0,9-3-2 0,-4-2 2 16,0 3 2-16,2-4-5 16,1 3-7-16,0-1 5 0,0 2-8 0,1-1 5 15,-1 1-3-15,3-1-8 0,1 0-2 0,-3 0-5 0,5-3-7 0,-5 4 0 16,3-3 0-16,2-1 11 0,0 0-7 0,-4 4 7 16,4-4 3-16,0 0 0 0,-2 3 9 15,2-3-1-15,0 0 8 0,0 0-6 0,12-8 7 16,-6 4 11-16,-3 0-3 0,3-1 1 0,-2-2 8 0,-1 3-4 15,1-1-2-15,-2 0 4 0,3-3 3 0,-5 4 4 0,1 2-5 16,-1-3 2-16,0 5-2 0,-1-7-3 16,-2 4-1-16,3 3-1 0,-8-1-4 0,3 0 1 0,5 1-7 0,-16 2-2 15,3 5 3-15,2-2 2 0,-4 3-3 0,-1 3-3 32,0 1-1-32,-5 6 2 0,7-2 1 0,0-1-4 0,0 0 3 0,5 3-1 0,-5 5-3 0,5-8 3 31,5 1-8-31,-1-4 3 0,3 0-3 0,0-2 4 15,2 0 3-15,0-3-1 0,2 2 0 0,0-3-1 16,2-2 9-16,1-1 5 0,0 0-2 0,4-2 3 16,1-4 7-16,6 0-3 0,-5-2 3 0,6-3 0 15,-2-4-1-15,-1 0-1 0,-1 0-4 0,-1-1 1 16,-2 1-1-16,0-1-2 0,-2 3 0 0,-2-1 1 16,-1 1-2-16,0-1-4 0,0 2 15 0,-3 4-2 0,-1-3 0 0,-1 1-6 15,0 3 2-15,-3-3-5 0,-1 3 0 0,0 0-2 0,-3 1-5 16,-1 1 1-16,2 1 0 0,-5 1-3 0,0 1 4 15,1 2-2-15,-3-1-5 0,2 3-1 0,-1 0-2 16,1 1-4-16,-1 2-6 0,6 0-2 0,-6 2-3 16,6-1-11-16,-2-1-7 0,3 1-3 0,-1 0 5 15,3 3 4-15,2-7-2 0,-2 4 13 0,6-3-4 0,-2-1 4 16,3-1 2-16,1-2 6 0,1 3-4 0,2-4 7 16,4 0 0-16,-1-2-5 0,-2 1 11 15,3-3 1-15,-1-5 4 0,1 4-7 0,-2-4 16 0,-1 2-1 31,0-4-8-31,0 0 11 0,2-2-1 0,-4 2-1 16,-2-2 3-16,-1 1-2 0,0 2 7 0,-1-1 3 16,-2 1 1-16,-1 0-2 0,-1 2 0 0,-2 0-8 0,0 1-2 15,-1 1 5-15,-1-1-9 0,0 3 3 0,-3 1-6 0,-3 1 3 16,0 0-3-16,0 0 2 0,-3 2-5 0,1 3 3 16,-1-1-5-16,1 1-1 0,3 1-1 0,0-1-8 15,-1 2-2-15,5 1-7 0,-3 0-7 16,4-2 5-16,1 0-12 0,0 0 9 0,3 0 0 0,2-2 5 15,3 4-6-15,0-3 8 0,5 1-28 0,1-3-46 0,3 1-167 16,6-1-281-16,-1-3 124 0</inkml:trace>
  <inkml:trace contextRef="#ctx0" brushRef="#br0" timeOffset="-100287.75">18777 12353 17 0,'5'-2'77'0,"2"-1"-8"0,-1-2-4 16,-2 3 8-16,1 0-3 0,0 0 7 0,-5 2 3 16,3-5-12-16,-1 2 0 0,-2 3-14 0,0 0-5 15,-10-7-10-15,5 7 1 0,-3 0-7 0,-1 0 0 0,-2 0-5 0,-2 0 6 32,-5 0-10-32,7 3 2 0,-2-3-11 0,0 1 1 0,3 0 1 0,-1 1-5 0,0 1-4 15,5-3 0-15,-1 2 6 0,0-2-11 0,7 0 6 31,-8 0 7-31,8 0-8 0,-9 1-2 0,9-1-3 16,0 0 5-16,0 0-4 0,0 0-4 0,0 0 9 0,0 0-3 16,22-10 1-16,-12 7 8 0,-1-4-10 0,6 0-6 0,-6 0 8 15,2-1-4-15,1 3 1 0,-1-1 0 0,-2-1 2 16,2-1-5-16,-2 5 0 0,-4-4 3 0,2 3 4 0,-3-1 7 16,2 1-21-16,-4-2 22 0,1 3 2 15,-1-2 1-15,-2 2-5 0,0 3 0 0,-2-5-4 16,-2 1-1-16,-3 1 1 0,0 1 0 0,0-1-2 15,-3 2-5-15,0 0 0 0,0-1 3 0,1 1-1 0,0 1-2 0,-1 0-3 16,2 0 0-16,2 1 1 0,-1-1 4 0,7 0-2 16,-14 2-6-16,14-2-3 0,-5 1-2 0,5-1-9 15,-8 0 2 1,8 0 8-16,0 0-4 0,0 0-11 0,0 0 21 16,0 0-2-16,0 0-2 0,0 0-4 0,0 0 5 0,0 0 2 15,13-8 6-15,-13 8 1 0,8-3-6 0,-7 2 1 16,4 0-3-16,-1-3 4 0,-4 4-2 0,3-3 5 15,-1 1 2-15,-2 2-6 0,0 0 0 0,7-3 7 16,-7 3 2-16,0 0-1 0,2-4-5 0,-2 4-3 16,0 0 8-16,0 0-1 0,0 0-13 0,4-4 8 15,-4 4 2-15,0 0 1 0,0 0-11 0,0 0 12 16,0 0-9-16,0 0 9 0,4-1 1 0,-4 1-2 16,0 0-7-16,0 0 9 0,7 0-11 0,-7 0 2 0,0 0 2 0,8-3 6 15,-8 3-3-15,5 0-2 0,-5 0-5 0,0 0 4 16,11 0-1-16,-7 0-2 0,-4 0-1 0,8 0 2 15,-3 3 2-15,-5-3-3 0,7 1 9 0,-7-1-10 16,8 4-8-16,-5-2 10 0,2 1-4 0,-3-1 0 16,1 2-5-16,1-1 8 0,-2 1-2 0,0-1-13 15,-2 1 4 1,0-4 5-16,1 8-1 0,-2-5-4 0,1 2 3 0,-2-1 3 16,0 1-6-16,-3-2-6 0,1 1 8 0,-1-1 12 15,-2 0-9-15,1-1 0 0,0 0 12 0,-2-2-5 16,1 0 4-16,-1 1 7 0,0-1-4 0,2-1 3 15,-2 1 10-15,3-3-1 0,0 2 11 0,-1-1 12 16,2-1 12-16,0 1 8 0,0-1-12 0,1 0 2 16,0 0-8-16,2-2-1 0,-2 1-7 0,2 0-3 0,1 4 1 15,0-9-14-15,0 5 5 0,1-1-3 0,-1 0-1 16,5 0-5-16,-2 0 2 0,-1-1-7 0,2 3 6 0,1 1-8 16,-1-3 0-16,0 0-1 0,2 0 0 15,-1 5-4-15,2-4-1 0,-1 1 2 0,-1 1 1 16,2-1-4-16,-1 1 1 0,2 2-4 0,-3-2-6 15,1 1 0-15,-6 1-3 0,11 0-3 0,-11 0-10 0,10 3 1 0,-10-3-7 16,5 0 0-16,-5 0 4 0,6 2-2 0,-5 1 5 16,2 2 2-16,-3-1 2 0,0-1-5 0,-1 3 5 15,-2 1-4-15,3-3 12 0,-4 3-5 0,0 0 7 0,-1-2-4 16,0 2 2-16,-2 1 4 0,-1-1-2 0,3-2 6 16,-2 0 0-16,0-1-7 0,2-1 9 15,-2 0-5-15,2-2 1 16,-1 2-1-16,-1-2 7 0,2 1 3 0,5-2-6 0,-11 0 8 15,6 0 9-15,-2-3 2 0,7 3 2 16,-10-4 2-16,6 3 0 0,-1-2 1 0,1-1 0 16,0-1 0-16,3 0 6 0,-4 2-4 0,5-4 0 15,-4 0-3-15,4-2-9 0,0 4 5 0,0-3-2 0,0 1-9 0,3 0 11 16,-2 0-3-16,4 2-9 0,-1-2 6 16,0 0-6-16,0 4-3 0,2-4 6 0,4 3 5 0,-1-2-11 15,-2 3-2-15,3 1 4 0,1-2-5 0,1 3 0 16,0 1-3-16,-1 0 6 0,-1 1-5 0,1-1-5 15,2 4 2-15,-4-2 0 0,3 2-13 0,-5 2 1 16,1 0 3-16,-1 1-2 0,0 0-1 0,-6 2 4 16,3-4 1-16,-3 7 0 0,-1-3 2 0,0-1-2 15,-1 1 3-15,-3-1-3 16,0 1 5-16,-2-1-3 0,-3-1 7 0,2-2-4 16,-3 0-4-16,0 0 8 0,1-2 5 0,-1 1-4 15,1-3 10-15,0-1 6 0,0 0 7 0,-3-3 9 16,3-2 7-16,0 0-2 0,-1 0-2 0,2-3 6 15,3 3 5-15,-2-2 8 0,-1-2 5 0,1 0 4 16,3 1-7-16,-1-1 0 0,4 0-3 0,-2-2-3 16,3 5-7-16,0-7-5 0,0 8 0 0,0-2-3 0,0-1-7 0,0 2-4 15,3 1-1-15,-2 0-3 0,4 1-5 0,-1 0 0 16,-1 1 0-16,4 0-2 0,-2 2-4 0,2-1-2 16,0 2-4-16,1 0-6 0,1 2 1 0,0-1-9 15,-1 1-4-15,2 3 2 0,0 0-1 0,-1 2-4 16,1-1-7-16,-3 1-3 0,0 2-5 0,0 0 0 0,-1 0 2 15,-1-1 2-15,-2-1 1 0,-1 0 2 0,2-3-1 0,-4 4-4 16,0-5 6-16,-4 2 8 0,0-1 0 16,-2 1 4-16,-2-3 1 0,3 0 4 0,-4-2 6 0,-1 0-5 15,2 0 7-15,1-1 4 0,-4-2 13 0,3 0 4 16,0 2 5 0,1-4 0-16,2 2 7 0,-2-2-5 15,2-4 17-15,1 6 0 0,0-5-1 0,1-1 0 0,1 2-5 16,2-2-5-16,1-1-5 0,2 1-4 0,-1 3 3 0,2-1-7 15,-1 1-2-15,1-1 0 0,-1 3-6 0,2-1 0 16,-1 3-5-16,1-1-8 0,-1 1-7 16,-4 2-5-16,9-1-6 0,-9 1-2 0,10 3 1 0,-6 0-2 15,0 1 1-15,1 0-4 0,-2 3-5 0,-2-1 2 16,2 4 2-16,-2 1-3 0,-2 0 3 0,1-4 5 16,-3 5 0-16,-1 5-2 0,0-5 1 0,0-2 3 0,2 1 2 15,-3-2 3-15,-3-1 0 0,3-3 6 0,0 3 0 0,1-6 1 16,-2 2 4-16,-1-2 5 0,1-1-14 0,0-1 16 15,-1 0 8-15,7 0 8 0,-14-4-1 16,8 0 5-16,-2-2-2 0,0 2 5 0,2-4 8 16,1 1 5-16,1 1 4 0,-1-2-2 0,1 0-1 0,1-2-4 15,2 1-6 1,1-3-4-16,0 2 5 0,1 0-9 0,2 1 0 16,1 0-3-16,0 3-7 0,1 0-2 0,0 1-7 15,1-4-6-15,1 6-2 0,-2-2-3 0,0 4 1 0,5-2-1 16,-2 1-6-16,1 2 0 0,-1 0-4 15,2 2-1-15,0 1 1 0,-4-1-6 0,4 3-2 16,-2 1 5-16,0 0-5 0,0 4 6 0,-2-3-7 16,0 1 1-16,-3 4 2 0,-1-3 6 0,-2 1-7 0,2 2-1 0,-5-2 3 15,-1 0-2-15,0-1 4 0,-2 1 3 0,0-3-1 16,-1-2 6-16,-2 4 1 0,-1-5 1 0,-1 1 3 16,-2-1 0-16,-1-1 5 0,2 0 5 0,-7-3-5 0,6 0 7 15,-2-1 1-15,-2-2 11 0,3-3 7 16,4 2 11-16,-3 0-7 0,4-2 15 0,0 0 5 15,4 1 3-15,-2 0-2 0,0-2-5 0,5 1-3 0,-1 0-1 0,1-4-8 16,2 0-2-16,0 0-2 0,2 3-6 0,2-2-2 16,3 2-2-16,1-2-5 0,-3 2-7 0,4 0-9 15,3 3-2-15,-2-3-6 0,-1 4-13 0,1-1-14 32,3 3-4-32,-4 1-10 0,0 0-13 0,1 3-9 0,-1 0-15 0,-1 2-40 0,1 1-129 0,-2 1-283 15,1 1 125-15</inkml:trace>
  <inkml:trace contextRef="#ctx0" brushRef="#br0" timeOffset="-99171.01">18900 12259 42 0,'0'0'79'0,"0"0"-12"0,-9 1-9 0,9-1 1 15,0 0-9-15,0 0-3 0,0 0-7 0,0 0 1 16,0 0 5-16,0 0-8 0,0 0 4 0,0 0 6 16,-6 0-10-16,6 0-9 0,0 0 0 0,0 0 4 0,0 0 3 0,0 0 0 15,0 0-11-15,0 0 4 0,0 0 1 0,0 0 4 16,0 0 3-16,0 0-9 0,0 0 6 0,0 0-4 15,0 0 8-15,0 0-11 0,0 0 8 16,0 0-5-16,0 0-13 0,0 0 6 0,0 0-4 0,0 0-9 16,0 0 9-16,0 0 0 0,0 0-7 0,0 0-1 15,0 0-1 1,0 0 2-16,0 0-6 0,0 0 4 0,0 0-5 16,0 0 10-16,25 0-2 0,-13-1-3 0,5 0-8 15,4 2 3-15,10-1 0 0,-1 1-2 0,7-2 3 16,4 1 5-16,13 3 2 0,2-5-15 0,0 2 16 15,6-1 2-15,-5 1 3 0,3 0-1 0,-1-1-6 16,0-4 1-16,-4 3 0 0,2 1-2 0,-3-1-3 0,-2 1-1 16,-12 1 3-16,12-3-5 0,-16 3 7 0,1-1-9 0,-1-1 2 15,0 2 1-15,-5 2 4 0,-5-2-9 0,-7 0 1 16,0 0 3-16,-6 0-6 0,0 0 0 0,0 0 17 16,-7-2-12-16,1 2 1 0,-7 0-1 0,11-1 4 15,-6 2-18-15,-1 1 17 0,-4-2-1 0,0 0 0 16,12 0-4-16,-12 0-3 0,0 0 6 0,7 0 0 15,-7 0-14-15,0 0 4 16,0 0 5-16,0 0 1 0,0 0-7 0,8 0 8 16,-8 0-2-16,0 0 5 0,0 0-1 0,0 0 0 15,0 0-5-15,0 0 3 0,5 1 1 0,-5-1-1 16,0 0 1-16,0 0-1 0,0 0-4 0,0 0 0 16,0 0 2-16,0 0 3 0,0 0 0 0,5 1 4 15,-5-1-8-15,0 0 6 0,0 0 0 0,0 0 1 16,0 0 0-16,0 0 0 0,0 0-1 0,0 0 7 0,0 0-4 0,0 0-1 15,0 0 0-15,0 0 1 0,0 0 3 0,0 0-8 16,0 0 5-16,0 0 1 0,0 0 0 0,0 0-4 16,0 0 1-16,0 0 0 0,0 0-1 0,0 0 3 15,0 0-13-15,0 0 10 0,0 0 3 0,0 0-5 16,0 0-4-16,0 0 7 0,0 0-8 0,0 0-11 16,0 0-16-16,0 0-24 0,0 0-29 0,0 0 14 0,0 0-45 0,0 0-146 15,-14 6-280-15,14-6 125 0</inkml:trace>
  <inkml:trace contextRef="#ctx0" brushRef="#br0" timeOffset="-94630.23">15035 11854 18 0,'-2'4'29'0,"2"2"-3"16,0-1 2-16,0 2-6 0,0-1 2 0,0 1 1 16,0-2-2-16,0 2-4 0,-1-1 9 0,2 0-12 15,-1 0-1-15,2 0 1 16,-2 1-1-16,0-1-1 0,1 3 0 0,0-5 0 0,-1 2-3 0,0-1-1 0,0 2-2 15,1-3 0-15,-1 2-2 0,0 1 5 0,0-5-1 16,0 3-4-16,0 0 2 16,-1 0 0-16,1-5 4 0,1 7 3 15,-1-2 0-15,-1 1 0 0,1-2-9 0,0 1 5 16,0 1 3-16,0-1-5 0,1 1-1 0,-1 0-2 16,0 0 0-16,2-1 1 0,-2 0 0 0,-2 0 2 0,4 1-4 0,0-1-2 0,-2 0 2 15,0-1-2-15,1 3 5 0,-1-4-4 16,0 2-5-16,0 0 9 0,0 0-4 0,2-1-4 0,-2 2 4 15,0-1 1-15,0-2-3 0,0 1-2 16,1 1 3-16,-1 0-3 0,0-1 0 0,1-1 2 16,-1 1 1-16,0 1-1 0,0-5-1 0,0 5-2 15,0 2-1-15,1-2 8 0,-1-5-6 0,0 5 2 16,0-2-1-16,2 2 1 0,-2-1-2 0,1 0-2 16,-1 0 5-16,0 0-4 0,1 1-1 0,-1-2-1 15,2 2 3-15,-1-1 0 0,-1-4-1 0,1 6 5 16,0-1-1-16,1 1-1 0,-1-3 0 0,-1 1-3 0,1 0 2 0,-1 0-3 15,2 0 9-15,-1 1 5 0,0-1-14 0,0 1 2 16,-1-2-3-16,2 3 5 0,-1-2-6 0,0 4 4 16,-1-4 4-16,3 1-8 0,-3 3 4 0,0-4-3 15,0-1 3-15,1 4-3 0,-1-2 3 0,0 0 3 16,0-1-3-16,0 1-4 0,1-2 1 0,-1-3 4 16,0 9-4-16,0-7 8 15,2 1-4-15,-2-3-5 0,0 7 1 16,1-4 1-16,-1-3 2 0,-1 7-3 0,1-4 2 0,0 3 4 15,0-3-5-15,1 2 4 0,-1-2-1 0,1 4-2 16,-1-3 0-16,1 0 4 0,-1 1-1 0,2 1 4 16,-2 0-6-16,2-2-1 0,-2 1 2 0,0 3 0 15,0-4-2-15,0-2 10 0,0 2-11 0,2 4 2 16,-2-5 4-16,1 1-3 0,-1 1 0 0,0 0-3 0,1-2 2 0,-1 1-1 16,1 1-1-16,-1 0 2 0,0 0-3 15,0-1-1-15,0 0 13 0,0 2-8 0,0-1-4 0,0 0-1 16,2-2 4-16,-2 2-1 0,-2-1 0 0,2 1 0 15,0 0-1-15,0 0 3 0,2-1 0 0,-4 0 9 16,2 1-8-16,0 0-1 0,0-1 2 0,0 0-3 16,0-4 2-1,0 8 1-15,0-5-2 0,0-3 1 0,0 6 4 0,0-3-3 16,0-3-3-16,-1 7 5 0,1-7-3 0,0 7 5 16,-1-7 1-16,1 0-7 0,0 8 1 15,0-8-5-15,-1 7 2 0,1-5 4 0,-2 2-1 0,2-4 0 16,2 8 4-16,-2-4-3 0,-2 0 2 0,2-4-2 15,0 6 2-15,-2-3-7 0,2 1 5 0,0-4-3 16,0 8 1-16,-2-5 1 0,2-3 3 0,-1 6-16 0,0-2 12 16,1 0-1-16,0-4 3 0,-1 5-2 0,1-5 5 0,0 7-4 15,0-7 1-15,-3 5-7 0,3-4-3 0,0-1 14 16,-1 5-8-16,1-5 3 0,0 6-3 16,0-6 5-16,-3 5-1 0,3-5 1 0,-1 5-7 0,1-5 5 15,-1 5 0-15,1-5 0 0,0 5 3 0,0-5-2 16,-2 3-6-16,2-3 8 0,0 0-5 0,0 0 0 0,0 5-9 15,0-5 14-15,0 0-4 0,0 0 2 0,0 4-1 16,0-4-13-16,0 0 15 16,0 0-3-16,0 0 2 0,0 4-6 15,0-4 8-15,0 0-4 0,0 0 1 0,-1 4 5 0,1-4-3 0,0 0 1 16,0 0-10-16,0 0 4 0,0 0 1 0,0 0 8 16,0 6 1-16,0-6 19 15,0 0 6-15,0 0 4 0,0 0 6 0,0 0 6 16,0 0 4-16,0 0-4 0,0 0 5 0,0 0-4 0,0 0-2 0,0 0 0 0,0 0 6 0,0 0 2 15,0 0 6-15,0 0 12 0,0 0 5 0,0 0 9 16,0 0 6-16,0 0-5 0,0 0-17 16,10-14-12-16,-10 7-7 0,0 0-7 0,2-1-4 0,-1-2-4 15,-2-1-5-15,1-1-2 0,0 1-4 16,0-1 0-16,-2 0-8 0,2-1-4 0,-1 1-1 16,0 0-3-16,1 3-1 0,-3-4-2 0,2 2 1 15,1 0-1-15,0 0-1 0,-1 1-2 0,-1 3 0 16,1-4-3-16,1 1-3 0,0 2 0 0,0-3-1 15,0 2-7-15,0 0-1 0,1-3-5 0,-1 3-2 16,2 1-6-16,-2-4 3 0,1 5-2 0,0-3 1 16,2 0 2-1,-2 3 6-15,-1 0-1 0,0 2-2 0,1-4 3 16,-1 2 2-16,0 1 3 0,0-1 3 0,0-2-3 0,0 1-4 0,0 0 8 0,0-1-3 16,0 0 0-16,0 2 3 0,-1-6-1 0,1 6-2 15,-1 0 1-15,-2 0 6 0,2-1-3 0,-2 1-1 16,2 1-1-16,0-1 4 0,1 0-3 0,-1 1 4 15,-1 1 0-15,0 0-3 0,-1 0 2 0,3 0 4 16,-2 0-1-16,0 0-4 0,1 2 2 16,1-1-4-16,-1-1 4 0,1 5 1 0,0-7-2 15,0 2 1-15,0 2 1 0,0 3 1 0,-2-6-3 0,2 1 0 0,0 5 0 32,0-6 0-32,0 1 2 0,2-1-4 0,-2 3 0 15,0-2 5-15,0-2-2 0,1 5-3 0,-1 2 4 0,1-7-2 0,-2 2-4 0,2 2 3 0,-1 3-1 16,2-7 3-1,-2 7-2-15,0-7 5 0,0 3-5 0,0-1 0 16,1 0-1-16,-1 0-7 0,0-1 14 16,2 2-4-16,-2-3 1 0,2 1-2 0,-1-1-3 15,-1 0 3-15,1-1-3 0,1-1 5 0,-2 1-2 0,0-1 3 16,-2 4-1-16,4-7-1 0,-1 5-4 16,-2-3 1-16,1 3 1 0,0-2 0 0,0 3 2 15,0-2 0-15,0 2-1 0,-2-1 3 0,1 0-4 0,1 0 2 0,0 1-2 16,0-1 1-16,-1 2 1 0,-1-3 2 0,2 2-6 15,0-1 3-15,-1-4 3 0,1 2-1 0,0 2-2 16,0-3 3-16,0 5-2 0,-1-4-2 0,1 3-2 16,0 0 0-16,-1-3 9 0,1 2-3 0,0-3-5 15,0 6 5-15,-2-4-9 0,2 1 6 0,-1-1 0 0,1 0 0 16,0-1 2-16,1 1-3 0,-1-3-1 0,2 2 1 0,-2 0-1 16,1-1 1-16,-1 0 6 0,1-1-7 0,0 0 3 15,-1-1-2-15,0 3-1 0,0 0 5 0,0-4-5 16,0 3 3-16,0 2-2 0,2-2-2 0,-4 2 2 15,2-1 4-15,0-2-9 0,2 6 7 0,-2-2-5 16,0 1 4-16,-2-2-1 0,4 3 1 0,-2-4-4 16,0 1 2-16,1 0 1 15,-1-1 1-15,0 2 1 0,0-2-3 0,0 4 1 16,1-3 0-16,-1 1 1 0,0 0 7 0,2 0-3 16,-2 0-3-16,0 2 2 0,1-1-3 0,-1-1-2 0,0 2-4 15,0-1-1-15,0 1 6 0,1-1 0 0,-1 2 1 16,0-2-1-16,0 2 0 0,0-1 1 0,-1 0 2 15,1 5 0-15,0-7-2 0,0 2-3 0,0 1 4 16,0 4-4-16,0-11-2 0,0 7 2 0,-1 2 3 0,1 2-3 16,1-11 1-16,-1 10 4 0,0-4 4 0,1 2-9 15,0-3 3-15,-1 6 2 0,4-6-2 0,-1-1 1 16,-2 2 2-16,0-1-3 0,1 1 0 0,0-1 0 16,-1 1 2-16,-1-1-7 0,4 0 7 0,-4 3 1 15,3-1-5-15,-2-1 2 0,-1 5-2 16,3-7 1-16,-3 4-2 15,0-1 0-15,2 1 5 0,-2 3-1 0,4-5 0 0,-4 1-3 16,0 4 0-16,1-6-1 0,1 2 4 0,-1 2-3 16,1-2 6-16,-2 4-2 0,0-4-3 0,0 4-3 15,2-8 5-15,-2 8 2 0,2-4-4 16,-2 4 0-16,-2-5 5 0,2 5-7 0,-2-4 6 16,2 4 0-16,4-4-5 0,-4 4-2 0,0 0 3 0,-2-4 1 15,2 4-4-15,0 0 0 0,0 0-16 0,0 0-10 0,-2-5-24 16,2 5-16-16,0 0-13 0,0 0-20 0,0 0-23 15,-6 9-152-15,4-5-300 0,-1 0 133 0</inkml:trace>
  <inkml:trace contextRef="#ctx0" brushRef="#br0" timeOffset="-93727.59">14884 12332 35 0,'0'0'149'0,"0"0"-10"16,0 0-2-16,0 0-18 15,0 0-9-15,0 0-11 0,0 0-12 0,25-5-7 16,-11 0-12-16,4 5-2 0,5-4-22 0,7-4-23 0,3 3-38 16,0 1-54-16,-1-6-107 0,1 1-192 0,-1 2 84 15</inkml:trace>
  <inkml:trace contextRef="#ctx0" brushRef="#br0" timeOffset="-92906.95">14238 12232 163 0,'0'0'242'0,"0"0"-19"15,0-6-28-15,0 6-20 0,0 0-20 0,2-4-18 0,-2 4-21 16,0 0-11-16,0 0-14 0,0 0-11 0,6 16-7 16,-5-4 0-16,6 4-13 0,-4 9-7 0,5 5-14 15,-3 0-21-15,3 4-28 0,-2 1-40 0,6 15-56 0,-11-16-200 0,3 2-331 16,4-2 147-16</inkml:trace>
  <inkml:trace contextRef="#ctx0" brushRef="#br0" timeOffset="-89641.82">18030 18228 63 0,'0'0'207'16,"0"0"-8"-16,6-24-7 0,-6 24-14 0,0 0-18 15,0 0-20-15,0 0-16 0,4-14-25 0,-4 14-12 16,0 0-8 0,0 0-10-16,0 0-7 0,0 0-13 0,-49 38-7 0,25-21 2 0,-3 3-7 0,-1 4-2 0,1 0-1 15,1 3-6-15,-3-1-8 0,8 3 3 0,-5-1 2 16,-6 5-5-16,9-6-23 0,3-3 9 0,6 0-19 16,3-4-13-16,3-6-20 15,0 2-27-15,3 0-12 16,-1-2-19-16,6-14-46 0,-8 20-104 0,8-20-275 0,0 0 121 0</inkml:trace>
  <inkml:trace contextRef="#ctx0" brushRef="#br0" timeOffset="-89450.72">17572 18231 245 0,'0'0'216'0,"-1"-18"-27"0,1 18-25 16,0 0-20-16,0 0-21 0,0 0-13 0,0 0-14 15,0 0-8-15,59 37-9 0,-34-13-5 0,15 10-9 16,3 2-1-16,7 3-16 0,21 20-17 0,-4-3-54 16,-17-17-40-16,5-3-49 0,-4 1-145 0,0-3-277 15,-4-5 122-15</inkml:trace>
  <inkml:trace contextRef="#ctx0" brushRef="#br0" timeOffset="-31634.93">2820 9466 100 0,'0'0'106'0,"1"-4"-6"0,-1 4-15 16,0 0-6-16,0-5-8 0,0 5 4 16,0 0-7-16,3-4 2 0,-3 4 1 0,0 0-2 0,1-3-3 15,-1 3-6-15,0 0-3 0,0 0-8 0,1-3-5 16,-1 3-7-16,0 0 3 0,0 0-6 0,0 0-4 0,0 0-4 16,0 0-14-16,0 0 10 0,3-4-5 0,-3 4-3 15,0 0 0-15,0 0 0 0,0 0-2 0,0 0 7 16,0 0-8-16,0 0 3 0,0 0-5 0,0 0 5 15,0 0-4-15,0 0 2 0,0 0-4 0,0 0-7 16,0 0-5-16,0 0 0 0,0 0 12 0,-3-6 0 16,3 6-6-16,0 0 3 15,0 0 1-15,0 0 0 0,0 0-1 0,0 0-3 16,0 0 4-16,0 0-4 0,0 0-2 0,0 0 2 16,0 0-1-16,0 0-2 0,0 0 7 0,0 0-13 15,0 0-3-15,0 0 3 0,0 0-4 0,0 0 10 16,0 0-4-16,0 0-4 0,0 0 20 0,-9 11-22 15,9-11 5-15,-5 2 1 0,0 1-3 0,0-2 7 16,1 2-2-16,0-3 2 0,-1 4-5 0,1 0-3 0,-1-2 7 0,0 2-2 16,0-3 3-16,-3 3 2 0,0 3-1 0,-2-2-2 15,3 1 3-15,-1 1-6 0,-2 0 3 0,0 2-1 16,1-3 5 0,0 3-9-16,-3 1 15 0,2 0-12 0,-2 2 2 15,-2 0 4-15,3 2-4 0,-4 0-1 0,-1 1 6 16,2-1 0-16,0 1-6 0,0 0-2 0,-4 3 2 15,4-2-5-15,-5 1 3 0,1 4 2 0,4-8 4 0,0 1-8 16,0 5 9-16,-4 0-5 0,6-2 4 0,-4 3 3 16,-1 3-8-16,2-1 4 0,-3 2-1 15,1-2-4-15,3 3 1 0,2-1 7 0,-1 0-1 16,0-2 1-16,3 3 9 0,-2-1-18 0,2 4 3 0,-2-3 1 16,1 1 5-16,1 1-4 0,1 2-3 0,-3 0 0 15,3-2 5-15,-1-1-6 0,0 3 3 0,4-4-1 0,-2-1-2 16,3 0 11-16,-2-3-5 0,1-3 0 15,1 2-6-15,1 4-1 0,-1-8 13 0,-1 1-5 0,3 2-2 0,-2-3-6 16,1 2 6-16,0-1 0 0,3-6-3 0,-3 6 3 16,2-1 0-1,0 2 3-15,1-2-6 0,1-2 3 0,0 3 0 0,0-2-4 0,0 2 0 16,0-5-7-16,0 5 12 0,0-2 3 0,1 2 4 0,-1-6-7 0,0 6-5 16,2 0 7-16,0-2 1 0,-2 1 3 0,0-4-10 15,0 0 9-15,1-2-8 0,2-2 2 0,-3 4-6 16,1-3 6-16,2-1-3 0,-1 0 4 0,1-2 6 15,-2 1-15-15,3-1 4 0,1 1 7 0,-1-2-1 16,1 2 0-16,4 2 0 0,0-1-5 0,0-3 10 16,4 2-10-16,1-3 2 15,-4 2-2-15,9-2 4 0,-1 2 2 0,0 0 1 16,2-4-2-16,-2 1-5 0,0 0 2 0,-2 3 9 16,-4-3 2-16,1 0-11 0,-4-3 7 0,1 3-7 0,-2-2-8 15,0 4 12 1,-2-4-9-16,-1 0 10 0,0 0-12 0,-5-1 4 0,9 1 6 0,-5 0 0 0,-4-1-3 0,4 1 4 15,-4-1-3-15,0 0-1 0,6 2 4 0,-6-2-1 16,0 0-10-16,4 3 10 0,-4-3 4 0,0 0-6 16,0 0 1-16,0 0 4 0,0 0-11 0,0 0 10 15,0 0 3-15,0 0-7 16,0 0 4-16,0 0-4 0,0 0 0 0,0 0 6 0,0 0-7 0,0 0 5 16,0 0-2-16,3 0 3 0,-3 0 2 0,0 0-8 15,0 0 2-15,0 0 3 0,0 0-7 0,0 0-16 16,0 0-24-1,0 0-24-15,0 0-53 0,0 0-86 0,0 0-223 0,0 0 98 16</inkml:trace>
  <inkml:trace contextRef="#ctx0" brushRef="#br0" timeOffset="-30971.47">2344 10849 64 0,'0'0'127'0,"0"0"-18"16,0 0-10-16,0 0-10 0,0 0-18 0,0 0 0 16,0 0-8-16,0 0-5 0,12 11 0 0,-7-7-14 15,0 0 0-15,0 5-1 0,3-4-8 0,2 4-7 0,-1-3 5 0,0 2-2 16,4-2-13-16,-3 1 3 0,2-1-1 0,-1 0-8 16,-1-1 0-16,-1 0 3 0,4 1-16 0,-5-1 16 15,1-1-10-15,-1-2 9 0,0-2 1 0,-3 3-4 16,0-2 1-16,1 1-1 0,-3 0-11 0,-3-2 16 15,8 2-3-15,-8-2 8 0,5 0 6 0,-5 0 7 16,0 0-5-16,5 2 0 0,-5-2-1 0,0 0-3 0,0 0-7 16,0 0 12-16,4 3-11 0,-4-3-10 0,0 0 0 0,0 3-11 15,0-3 12-15,-1 4-1 0,1 3-6 0,-4 0 4 16,4 3-3-16,-4 4 1 0,-1-2-1 0,-2 6 0 16,1-1 6-16,-1 3-8 0,0-2 0 15,1 6-1-15,-1-6-1 0,-2 0 0 0,4 0 6 16,-1-1-19-16,1 0 11 0,1-1 4 15,-1-4 0-15,1-2-3 0,0 2 5 16,0-3 2-16,2 2-4 0,-1-5-1 0,2 2-1 16,-2-2 1-16,2-2 2 0,0 2-3 0,-1-2 14 15,1 0-2-15,1-4-2 0,-2 7 0 0,2-7 5 16,0 1 3-16,0-1-1 0,0 0 3 0,0 0 7 0,-1 6-4 16,1-6 5-16,0 0 3 0,0 0-1 15,0 0-1-15,0 0 0 0,0 0-3 0,-3 3-1 0,3-3-1 0,0 0-1 16,0 0-4-16,0 0-4 0,0 0 0 0,0 0-1 15,0 0-1-15,0 0 0 0,0 0 0 0,0 0-2 16,0 0-9-16,0 0-15 0,0 0-21 0,0 0-26 16,0 0-33-16,0 5-30 0,0-5-45 0,0 0-109 15,0 0-300-15,0 0 134 0</inkml:trace>
  <inkml:trace contextRef="#ctx0" brushRef="#br0" timeOffset="-24592.84">2371 11453 59 0,'0'0'80'0,"0"0"-11"0,0-5 0 0,0 5-7 16,0 0-13-16,0 0-6 0,0 0 2 0,0 0-6 15,0 0-8-15,0 0-7 0,0 0 4 0,0 0-4 16,0 0-3-16,0 0 0 0,0 0-3 0,0 0-5 16,0 0 1-16,-9 12 0 0,5-11 0 0,-2 2-5 15,2-2-7-15,0 5 10 0,2-4-1 0,-2-1-3 16,0 3 1-16,-1-3 2 0,-4 0-16 0,1 5 12 16,1-5 1-16,-2 2-4 0,-1 3-4 0,1-5 8 15,-2 2-5 1,-1 0-6-16,0-1 7 0,-1 1-7 0,1 0 10 0,-1 0 0 15,-1 1-2-15,-3 1 3 0,-1 1 1 0,4-4 0 16,-5 0-1-16,0 0 1 0,2-1 2 0,-3 2-3 16,2 0-9-16,0-2 7 0,-1 3 9 0,1-4 3 15,-3 1-12-15,1-1 14 0,2-2-1 0,-1 2 3 16,0 0-8-16,0-3 8 0,0-1 9 0,0-2-3 16,0 3 0-16,2-5-2 0,-3 3 0 0,0-1 2 0,4-5-9 15,-4 2 16-15,1 1-8 0,-2-3 0 0,-2-3-1 0,4 4 3 16,-1-4 4-16,-2-1 6 0,-2-1-4 0,1 2-8 15,1 0 2-15,2-2-4 0,-2-1 1 0,0 0 10 16,7 5-3-16,-3-3-3 0,-1-2 5 16,4 4-5-16,-3-5 2 0,1 3-6 0,-1 2 0 0,2-7-3 15,-1 7-13-15,3-3-1 0,-4-2 10 0,4 3 0 0,-3 1 1 16,3-2-2-16,-5-1-1 0,5 2-2 0,0 1-3 16,1-3 0-16,-2 5-1 0,2-2 0 0,1-1-1 15,0 1 2-15,-1-1-4 0,2-1 5 0,-1 2-1 0,-1 0 1 16,3-2 1-16,1 0 3 0,-1 0 3 0,-3 3 2 15,5-1 1-15,-1-2-3 0,1 0-1 16,0 0 7-16,0-1-1 16,4 0 0-16,-2-2 1 0,1 3-7 0,1-2 4 15,2 5-6-15,0-5 0 0,0 2-3 0,0 0 3 16,4-1-4-16,-2 0 0 0,-2 1-4 0,2 0 1 16,3 1-2-16,-2-2 1 0,1 0-2 0,0 0 0 15,1-1 0-15,-1 1 0 0,2 2-2 0,-2-3 4 16,0 0 0-16,0-1-6 0,1 1 0 0,-1 2-2 15,1-6 3-15,2-2-2 0,-1 5-2 0,-1-5 1 0,-2 3 4 0,5-5-2 16,-2 0-3-16,1 1 5 0,-1 4-3 0,1-3-3 16,-1 5 9-16,0-7-9 0,-3 8 2 0,5-7-1 15,-2 5 1-15,0 2-2 0,0 1 4 0,0 0-3 16,1 0 1-16,-1-1 0 0,2 0 2 0,-2 1-2 16,1 0 0-16,3 0 0 0,-3-2-1 0,5 2 0 15,-4 0 6-15,1 0-3 16,4 0-3-16,-3 0-2 0,0 0 3 0,1 2-1 15,-1-2-2-15,1 3-1 0,-1-2-3 0,6 0-3 16,-5-1 1-16,0 1-3 0,2-1 2 0,1 2 4 16,-3 0-7-16,5-4 1 0,-5 5 0 0,0-3-2 15,4 0 1-15,-3 2-2 0,-1 0 0 0,5-1 0 16,-2 3-2-16,-1-3 0 0,2 2 0 0,-2 3 1 16,1-3-1-16,1 0-1 0,1 4 6 0,-2-5-9 0,5 3 9 0,2-5 0 15,-1 5-5-15,4-5 2 0,0 0 1 0,2 1-1 16,1 1 1-16,2 0-8 0,1-1 3 15,0 1 0-15,3-1-5 0,-3 1 3 0,3 1 0 16,-1 3-2-16,0 0-3 0,-1 0 8 0,1 0-7 0,-2 2 0 16,-1 0 1-16,-7 5 1 0,2-4-4 0,-2 1 14 15,-1 2-3 1,0 0 1-16,0 0 1 0,-2-2-2 0,0 3 0 16,2-1 5-16,2-2-1 0,-2 1 2 0,0-1-2 0,3 2 0 15,-4-1 13-15,1 0-7 0,2 0-4 0,-1 0 2 16,0 0-2-16,-1 0 9 0,-1-1-7 0,0 2-1 15,-4-2 9-15,0 2-14 0,-1 0 7 0,1 0 8 16,-4 1-6-16,2 1 1 0,-1-2-3 0,-1 3 2 16,-1-3 3-16,-2 3-1 0,2-1-5 0,-4 2 2 0,0 0 7 15,-5 1-4-15,8-3-3 0,-8 3 8 0,7-4-7 16,-7 4 4-16,0 0 1 16,5-3-2-16,-5 3 1 0,0 0-1 0,0 0-7 15,0 0 7-15,8-1 1 0,-8 1-5 0,0 0-3 16,0 0 3-16,0 0-6 0,0 0 7 0,0 0-12 15,0 0 0-15,0 0 3 0,0 0-5 0,0 0 1 0,0 0-1 0,0 0-2 0,0 0-7 16,0 0 2-16,0 0-15 0,0 0-11 0,5 8-11 0,-5-8-25 16,0 0-6-16,-2 7-101 0,2-7-208 0,0 0 93 15</inkml:trace>
  <inkml:trace contextRef="#ctx0" brushRef="#br0" timeOffset="-23803.71">2136 8914 55 0,'0'0'54'0,"0"0"8"0,0 0-14 16,0 0-3-16,14 6 1 0,-14-6-3 0,13 7 16 16,-8-4-9-16,9-1-11 0,3 2 17 0,1 2-22 0,2-4-3 0,1 1 5 15,7 1-4-15,1-1-3 0,-1 1-5 0,-1-1-4 16,-5 0-1-16,-3-2 1 0,0 0 1 0,0 1-11 16,-5-1 4-16,0 0 3 0,0-1-11 0,-3 0-1 15,0-1 4-15,-3 2-1 0,-8-1 24 0,11 0-1 16,-5 0 24-16,1 0 4 0,-7 0-3 0,6-1 4 15,-6 1 1-15,7-3 5 0,-7 3-2 0,0 0-4 0,0 0-1 0,6-1-9 16,-6 1 3-16,0 0-4 0,5-1-6 0,-5 1-1 16,0 0-9-16,0 0-4 0,0 0-2 15,0 0-5-15,0 0-2 0,4-3-4 0,-4 3-5 16,0 0-18-16,0 0 10 0,0 0-11 0,0 10-2 16,-3-3 6-16,2 1 1 0,1 4-5 0,-5 0 2 0,4 4 1 15,-3 2 0 1,-1 1-1-16,-3 3-1 0,3 4 4 0,-2-2-2 15,4-6 4-15,-3 0-2 0,2 0-2 0,-1-3 5 16,1 1 3-16,0-4-5 0,-1-1 8 0,2-2-6 16,1 0-6-16,-1-2 7 0,3-2-7 0,-2 3 7 15,0-4 2-15,2-4-5 0,-1 5-2 0,1-5-1 16,-3 7 6-16,3-7 4 0,0 0-1 0,-1 6 9 16,1-6-2-16,0 0 0 0,0 0-1 0,-1 4 0 0,1-4-5 0,0 0 1 15,0 0 4-15,0 0-3 0,0 0 3 0,0 0-6 16,-1 5-1-16,1-5 5 0,0 0 2 15,0 0-6-15,0 0-1 0,0 0 1 0,0 0 0 0,0 0 8 16,0 0-4-16,0 0-3 0,0 0 10 0,0 0-7 16,0 0 1-16,0 0-9 0,0 0 10 0,0 0-6 15,0 0 2 1,0 0 0-16,0 0-13 0,0 0-24 0,0 0-30 16,0 0-55-16,0 0-186 0,0 0-326 0,0 0 145 0</inkml:trace>
  <inkml:trace contextRef="#ctx0" brushRef="#br0" timeOffset="-13572.29">1906 7756 52 0,'0'-4'138'0,"-3"-2"-8"0,3 2-8 16,-1-1 1-16,1 5-1 0,0-5-10 0,0 1-5 15,0 4-5-15,-4-5-10 0,4 5-7 0,0-3-10 16,0 3-9-16,0 0-6 0,0 0-6 0,-2-5-14 16,2 5-23-16,0 0-14 0,0 0 1 0,0 0-4 15,6 17 4-15,-2-5-6 0,1 8 5 0,4 9-6 32,-4 5 5-32,8 16 1 0,0 1 0 0,-2 1-2 0,2 3 4 15,5-4 1-15,0-2-4 0,2-2-2 0,3-1-1 16,4-4 6-16,0-4-4 0,-4-7 1 0,10 4 1 15,-9-9 2-15,1-2 0 0,0-1 1 0,2-2-1 16,-4-4 3-16,0-1 4 0,-3-6-7 0,5 4-1 0,-11-6 2 16,5-1-1-16,-5-4 0 0,0 0-2 0,-2 3 1 15,-1-4 3-15,1 1 2 0,-5-2 2 0,1 1 6 0,0-1 5 16,-5 0 4-16,3 0 8 0,-3 0 8 0,-3-1 8 16,6 1-1-16,-6-1-2 0,6 2 1 0,-6-2-3 15,4 1-5-15,-4-1-1 0,0 0-3 0,0 0-4 16,0 0 2-16,9 0-6 0,-9 0-4 0,0 0-3 15,0 0-3-15,2 3 0 0,-2-3 6 0,0 0-5 16,0 0-6-16,0 0-2 16,0 0 1-16,0 0-12 0,0 0-5 0,0 0-18 15,0 0-25-15,0 0-25 0,0 0-46 0,0 0-79 16,0 0-123-16,0 0-346 0,0 0 153 0</inkml:trace>
  <inkml:trace contextRef="#ctx0" brushRef="#br0" timeOffset="-13225.56">2191 8618 135 0,'0'0'160'0,"0"0"-17"0,0 0-13 15,0 0-14-15,11 4-13 0,-8-2-11 0,2 2-7 16,0-1-8-16,2 1-9 0,-1-3-4 0,4 4-5 31,1-1-6-31,-2-2-3 0,1 0-5 0,1 0-8 0,-2-1-2 0,5 0 4 0,-5-1 1 0,1 0 8 16,3-1 12-16,-4 0 2 16,0-3 7-16,1-1-6 0,-2-2-2 0,2 0-1 15,-1-3-4-15,3-5-5 0,-2 4-7 0,0-4-3 16,-2 5-2-16,-2 0-6 0,1-2-1 15,-1 3-3-15,-1-1-5 0,-1 0-5 0,0 2 0 16,-2 1-22-16,3 1-39 0,2-2-36 0,2 6-40 0,0-2-52 16,1 0-152-16,9-5-348 0,0 1 153 0</inkml:trace>
  <inkml:trace contextRef="#ctx0" brushRef="#br0" timeOffset="-12124.21">1527 6633 31 0,'-3'-4'215'16,"2"1"-22"-16,1 3-16 0,-3-5-19 16,3 5-15-16,-1-4-23 0,1 4-19 0,0 0-46 15,0 0-15-15,0 0-8 0,9 11-4 0,0 5-5 16,6 7-3-16,3 9-8 0,7 18 5 0,10 23 6 15,-10-17-9-15,14 24 5 0,-7-3-5 0,-8-24-2 16,1 1 1-16,0-3 2 0,1-4-7 0,-4-2-2 16,-2-14 4-16,-4 0-3 0,2-1 7 0,-5-4-6 15,1-5-2-15,-5-5-2 0,-1-1 2 0,-3-3-4 0,0-1 0 0,1-4 1 16,-3-2 2-16,1 2 10 16,-3-2-7-16,1 0-1 0,1-2 1 0,-3 1 2 15,3 0-4-15,-2-1 10 0,-1-3 2 0,2 3 2 16,-2-3 0-16,0 0-6 0,0 0-30 0,-12 0-48 15,-1-2-34-15,4 1-51 0,-8-2-80 0,2-2-248 0,2-4 111 0</inkml:trace>
  <inkml:trace contextRef="#ctx0" brushRef="#br0" timeOffset="-11739.1">1608 6941 201 0,'-5'-3'214'16,"1"-1"-17"-16,2-1-18 0,-2 3-21 0,2-3-15 16,2 5-16-16,-2-5-15 0,2 5-16 0,9-6-9 15,0 1-8-15,4 2-14 0,7 2-6 0,8 1-6 16,0 1-9-16,6 2 1 0,-2 5-12 0,-2-1-4 16,0 1-8-16,-4 4 2 0,0 0-2 0,-12-2-7 15,4 1 2 1,-8-1-12-16,-2 1 3 0,-2-1-2 0,-2 1 0 0,-4 1-1 15,0 0 1-15,-10 4-2 0,-2 0 1 0,-8 5 3 16,-1-2-2-16,-4 1 2 0,-1-3-2 16,0-3-1-16,0 0 0 0,7-4 6 0,0-2 2 15,1-1 6-15,5-5 2 0,0 4-1 0,3-5 1 16,2 5 0-16,2-5 3 0,-1 0 2 0,1 0-1 16,2 0-1-16,4-1 2 0,-6 1-8 0,6-1 2 0,0 0-5 0,0 0-4 15,0 0-16-15,0 0-16 0,0 0-7 0,10-12-22 16,-1 6-18-16,-4 3-25 0,3-3-42 0,-3 1-31 15,3 4-135-15,-5-4-327 0,1 0 144 0</inkml:trace>
  <inkml:trace contextRef="#ctx0" brushRef="#br0" timeOffset="-11316.38">2141 6928 326 0,'0'0'320'0,"0"0"-23"16,0 0-27-16,0 0-23 0,0 0-21 0,0 0-24 16,0 0-21-16,0 0-15 0,0 0-21 0,0 0-11 15,0 0-14-15,0 0-19 0,0 0-32 0,0 0-41 16,0 0-41-16,0 0-49 0,0 0-61 0,0 0-62 16,0 0-224-16,0 0-441 0,0 0 195 0</inkml:trace>
  <inkml:trace contextRef="#ctx0" brushRef="#br0" timeOffset="-10583.51">2343 6704 50 0,'0'-4'306'0,"-4"0"-22"0,4 1-23 0,0 3-21 16,-1-6-24-16,1 6-22 0,-3-3-19 0,3 3-18 16,0-5-19-16,0 5-18 0,-4-1-27 0,4 1-19 15,0 0-12-15,0 0-8 0,0 0-6 0,7 13-8 16,-2-8-4-16,0 4-6 0,4 2-2 0,-1 4-5 15,-2 1-2-15,2-1 0 0,-2 1-4 0,3 1-2 0,-2 1 0 16,-1-3 3-16,-2-4-5 0,2 2-3 0,-2-4-2 16,-1-2 1-16,-1-1-1 0,1 2-1 0,-2-5 0 0,2 1 5 15,-2-3 16-15,0 4 27 0,-1-5-3 0,0 0-7 16,4-11 6-16,0 2-15 0,-1-1-4 0,1-6-2 16,0-1-6-16,1 0-1 0,-1 2-2 15,-1-2-2-15,-1 5 1 16,1-5-2-16,2 6-1 0,-4 2-5 0,3-2-3 0,-3 4 2 15,2 1-2-15,-2 1-3 0,2 0-1 16,-1 1-8-16,2 2-3 0,-3 0-2 0,5 1-1 16,-6 1-2-16,11 3 1 0,-5 2-2 0,3 0 1 15,4 2 1-15,-4 2-2 0,1 1 3 0,3 0-5 16,0 2-3-16,-3 0-2 0,2 1-3 0,-1-1 4 0,-2-2-2 16,-4-4 6-16,3 2 0 0,-4-4 3 0,1-1 4 0,-1 1 0 15,-3 0 6-15,3-3 22 0,-4-1 35 0,5 3 39 16,-5-3 16-16,0 0-10 0,6-7-16 0,-5-1-5 15,1-1-9-15,-1-3-14 0,2-3 2 0,-1-2-9 16,1 0-6 0,-2-2-3-16,3 0-7 0,-2 1-1 0,1 2-5 0,-2 3-3 15,2 4 3-15,-2 1-13 0,-1 1 1 0,1 2-3 16,1 0-3-16,-1 1-20 0,0 1-25 16,0 1-11-16,-1 2 4 0,6-2 5 0,-6 2 0 0,11 0 4 15,-6 3 0-15,4-1 5 0,0 3-8 0,1-1-3 0,0-1 0 16,2 1-5-16,-2 1-2 0,-1-3-3 0,-1 2 0 15,-3-3-1-15,1 2-11 0,2-1-5 16,-4 0 2-16,-4-2 7 0,5 4 5 0,0-3 2 16,-5-1-2-16,5 3-15 0,-5-3-44 0,0 0-63 0,0 0-82 15,0 0-157-15,0 0-448 0,-16-12 198 0</inkml:trace>
  <inkml:trace contextRef="#ctx0" brushRef="#br0" timeOffset="-10113.88">3000 5936 176 0,'-4'-10'254'16,"0"-1"-19"-16,0 1-15 0,3 4-15 0,0-1-9 16,-2 1-10-16,2 2-11 0,-2-3-16 0,2 6-20 15,1 1-16-15,0-7-32 0,0 7-24 0,0 0-10 16,0 0-15-16,0 0-4 0,9 17-8 16,0-4-5-16,4 14-2 0,-3 0-4 0,8 17 0 0,1 3-1 0,-1 3-3 0,1 1 1 15,4 1-2-15,-4-1 2 0,2-2-1 16,0 0-4-16,1-2 1 15,4-5 2-15,-11-11-3 0,-1-1 6 0,4-4-10 0,-4-1 0 0,-1-3-1 0,-5-6-1 16,-1-2 1-16,-2-4-2 0,2-1 3 0,-4-1-3 16,0-1 5-16,-2-2 6 0,1-3 11 0,-1 1 7 15,-1-3 1 1,-3 5-2-16,-3-3-1 0,-4-1-5 0,-3 0-4 16,-5-1 0-16,0 3-5 0,2-3-1 0,-1 0-1 15,-1-3-2-15,5 3 0 0,1 0-3 0,0-1-1 16,1 0-4-16,3-1-1 0,0 2-5 0,2 0-28 15,2-2-45-15,4 2-34 0,-10 0-53 0,10 0-104 16,-7-6-135-16,5 2-433 0,2 4 192 0</inkml:trace>
  <inkml:trace contextRef="#ctx0" brushRef="#br0" timeOffset="-9788.51">3037 6371 249 0,'0'0'269'0,"0"0"-13"0,0 0-9 0,0 0-17 15,0 0-12-15,0 0-19 16,0 0-20-16,5-13-17 0,5 5-17 0,3-4-19 15,11-6-13-15,4-2-11 0,3 1-9 0,11-8-12 0,-11 7-6 0,1 3-7 16,1 0-10-16,-5 3-7 0,-4-2-3 0,-7 8-6 16,-2 0-4-16,-4 2-4 0,-4 3-6 0,-2-2-12 15,3 2-12-15,-4-1-17 0,1 2-18 0,-5 2-24 32,1-1-27-32,-1 1-25 0,0 0-25 0,-16 11-46 0,4-5-43 0,-4 1-165 0,-1 3-417 15,2-3 184-15</inkml:trace>
  <inkml:trace contextRef="#ctx0" brushRef="#br0" timeOffset="-9482.05">3038 6546 162 0,'0'0'459'0,"8"0"-22"15,-8 0-47-15,0 0-4 0,4-3-37 0,-4 3-34 0,0 0-35 16,0 0-31-16,0 0-23 0,0 0-39 0,0 0-49 15,0 0-69-15,0 0-98 0,0 0-112 0,0 0-152 0,0 0-238 16,0 0-575-16,0 0 254 0</inkml:trace>
  <inkml:trace contextRef="#ctx0" brushRef="#br0" timeOffset="-7832.31">1911 12225 84 0,'0'0'92'0,"0"0"-10"15,0 0-8-15,0 0-4 0,0 0-8 0,0 0-9 16,0 0 4-16,0 0-7 0,0 0 12 0,0 0 14 15,0 0 3-15,0 0 10 16,0 0 3-16,0 0 3 0,0 0 4 0,-5-6-9 16,5 6-10-16,6-5-5 0,2-4-13 0,9-2-2 15,2-8 0-15,9-1-19 0,4 1-5 0,0-3 1 16,15-7-3-16,-1 2-15 0,-1-1-5 0,-12 10 3 16,12-8-4-16,-13 6 5 0,-2 4-7 0,-4-1-5 15,-7 8 4-15,-1 1-8 0,-6 1 5 0,-3 2-6 16,-1 2 4-16,-2-1 2 0,-1 1-4 0,-1 0-5 0,-4 3 3 0,0-2-2 15,0 2-1-15,0 0-2 0,0 0-1 0,-26 5-1 16,16-1-10-16,-3-1-9 0,-1 1-4 0,5 0-7 16,-1 0-15-16,2-2-20 0,-1 1-26 0,1-2-34 15,1 1-111-15,0-4-262 0,7 2 116 0</inkml:trace>
  <inkml:trace contextRef="#ctx0" brushRef="#br0" timeOffset="-7576.13">2356 11756 14 0,'-4'-2'221'0,"4"2"-17"0,0 0-24 0,-4-3-14 0,4 3-22 0,0 0-15 16,0 0-13-16,0 0-16 0,0 0-7 0,0 0-10 15,22 3-5-15,-7 0-6 0,2 3-7 0,2-4-10 16,2 5-3-16,5 1-6 0,-1 1-2 0,-5-1 3 15,-2 0-10-15,1 1-5 0,-6 0-6 0,2 2-3 16,-2 1-4-16,-3-3-3 0,-3 1-1 0,-2 1 0 16,-4 4-7-16,-2 1-1 15,-4 1-13-15,-7 6-36 0,-6 1-47 0,-1-2-88 0,-3 0-123 0,-3-3-323 0,0-2 144 0</inkml:trace>
  <inkml:trace contextRef="#ctx0" brushRef="#br0" timeOffset="-6692.86">860 13145 42 0,'0'0'52'16,"0"0"-7"-16,-3 3-11 0,3-3 2 0,0 0-3 16,0 6-2-16,0-6-6 0,0 0 6 0,0 0-9 0,3 5 0 15,-3-5 0-15,0 0-5 0,2 3 7 0,-2-3-4 16,9 0-2-16,-9 0 20 0,13-5-13 0,-8 4 11 0,8-7-7 15,-7 7-4-15,3-4 7 0,1-2 5 0,-1 0 7 16,-1 0 18-16,-4 0-6 0,1 2 8 0,0 0 6 16,-1-2-1-16,-2 2-3 0,-1 4 6 0,2-3-5 15,-3 4-2-15,0-4-10 0,0 4-5 0,0 0-13 16,0 0 5-16,-14 8-13 0,5 0 5 0,-2 6 1 0,-11 5-17 16,4 6-4-1,-1 0-1-15,1 4 2 0,0 3 23 0,0 2-4 16,5 0-6-16,-8 8-4 0,10-11-1 15,3-1 3-15,4 0-12 0,-1-2-2 0,5-4-1 16,1-4-2-16,3-2-2 0,2-1-6 0,3-2 5 16,1-1 3-16,3-1 4 0,2-5-6 0,4 0-3 0,11-5 8 0,0-6-4 15,2 0-15-15,3-6-33 0,-1-3-37 0,1-2-50 16,-4-2-158-16,-3-2-309 0,-5 3 137 0</inkml:trace>
  <inkml:trace contextRef="#ctx0" brushRef="#br0" timeOffset="-6329.63">1215 13046 140 0,'0'0'220'0,"0"0"-23"0,-2-3-17 16,2 3-21-16,0 0-18 0,0 0-18 0,0 0-16 15,0 0-26-15,0 0-14 0,0 0-6 0,0 0-9 16,0 0 1-16,13 15-11 16,-4-5 0-16,0 4-9 0,0 0-2 0,4 1-1 0,-3 4-8 0,2-4 1 0,-1 2-3 15,1 0-2-15,-2-2-2 0,-1 2 3 0,0-3-7 16,-3 0 5-16,-1-2-9 0,4-2 3 0,-4 0 2 15,-1-1-6-15,0-1-2 0,-1-2 2 0,-1-2-2 16,1 4-3-16,-1-3 4 0,-1-1-5 0,-1 3 0 16,0-7 0-16,-6 7-11 0,4-5-28 0,-4 1-38 15,6-3-42-15,-10 5-171 0,-1-6-313 0,11 1 140 16</inkml:trace>
  <inkml:trace contextRef="#ctx0" brushRef="#br0" timeOffset="-5973.02">1160 13012 27 0,'-5'-5'203'0,"5"5"-27"0,-4-3-10 0,4 3-18 16,0 0-21-16,0 0-12 0,0 0-13 0,0 0-12 15,11-4-7-15,-11 4-9 0,23 2-9 0,-5 0-5 16,0 3-12-16,3 0 0 0,4 5-6 0,-4-2-2 15,5 6-7-15,1 1-6 0,-2 4 0 0,-3 1-3 16,-1 1-2-16,-2 5-4 0,-2-4-3 0,-6 3-2 16,-2 2-4-16,0-1-2 0,-4 0 2 0,-5-1 3 0,-9 3-4 0,3-3 2 15,-3-1-6-15,-5-2 4 0,2-5-2 0,0-1 7 16,-2-2-6-16,1-1-1 0,0-3 2 16,4-1 3-16,0-2 6 0,3-2-3 0,-1-2 8 15,2 0 9-15,1 1 12 0,1-3 6 0,3-1 5 16,-4 4-2-16,4-4-2 0,-4 2-4 0,4-2-21 15,0 0-39-15,0 0-44 16,0 0-36-16,2-19-58 0,0 12-181 0,-1-1-361 16,3-4 160-16</inkml:trace>
  <inkml:trace contextRef="#ctx0" brushRef="#br0" timeOffset="-4188.63">1592 12843 7 0,'0'0'198'0,"-4"-5"-11"15,4 5-16-15,-1-4-22 0,1 4-6 0,-3-2-19 16,3 2-13-16,0 0-10 0,0 0-20 0,0 0-19 0,0 0-12 16,0 0-7-16,0 0-7 0,0 0-2 0,8 11-4 15,-1-4-6-15,1 4-4 0,2 2 1 0,2 4-6 16,3 4-1-16,-1 1-2 0,-1 5-3 0,3 1 10 16,-3 0-10-16,4-1 4 0,-3 0-6 0,-2-5-2 15,-1 1-2 1,-2-4 4-16,0-4 2 0,0 0-3 0,-5-4 1 0,1-1-3 0,-1-2 2 0,-1 1 0 0,1-4 13 15,-2 0 11-15,0 0 10 0,2-2 17 0,-3 1 20 16,-1-2 23-16,3 1 22 0,-3-3 20 0,0 0-11 16,0 0-13-16,0 0-12 0,-13-8-11 0,8 4-10 15,-3-6-9-15,-2-2-4 0,-4-2-9 0,-2-6-3 16,-1-3-10-16,-1-5-1 0,1 1-7 0,-2 1 2 16,1-1-5-16,-2-2-9 15,1 2-2-15,-1-2-7 0,2 0 1 0,-1 3 1 16,4-1-8-16,5 1 8 0,0 1-11 0,2 6 1 15,3 1-1-15,1 0-5 0,1 3 1 0,3 0-3 16,-1 2 3-16,1 2-9 0,4 2-11 0,0 0-21 16,1 1-17-16,3 1-12 0,2-1-22 0,5 1-14 15,3 5-12-15,0-1-28 0,4 3-12 0,-1 3-36 16,1-1-31-16,-3 3-191 0,-5-1-442 0,-1-1 196 0</inkml:trace>
  <inkml:trace contextRef="#ctx0" brushRef="#br0" timeOffset="-3856.09">1589 12985 211 0,'0'0'236'0,"0"0"-14"0,0 0-16 15,0 0-21-15,0 0-21 0,10-13-14 0,1 2-18 16,1 0-11-16,10-7-12 0,2-1-12 0,2 2-7 16,-2-1-11-16,1-1-6 0,0 5-11 0,-3-1-6 15,-7 6-7-15,0-1-8 0,-6 5-4 0,1-1-10 0,-2 3-9 16,-3-1-4-1,1 3-20-15,-1-2-16 0,-3 3-20 0,-2 0-13 16,6-2-1-16,-6 2 5 0,0 0-7 0,-1 9-41 16,-5-1-52-16,0-2-156 0,-2-2-332 0,0 4 147 15</inkml:trace>
  <inkml:trace contextRef="#ctx0" brushRef="#br0" timeOffset="-3324.9">1524 12775 121 0,'0'0'128'0,"0"0"0"15,0 0 3-15,0 0-2 0,0 0 0 0,0 0 4 0,0 0 0 0,-4-5 1 16,4 5 0-16,0 0-12 0,8-7-7 0,-2 2-17 16,3-2-10-16,4-6-8 0,12-4-9 0,0-2-6 15,2-1-5-15,2-1-5 0,3 1-6 0,-3 0-10 16,1-1 0-1,-2 5-4-15,-5-1-7 0,-5 7-1 0,-4 0-1 0,-3 1-6 0,0 4-3 0,-4-1 2 0,2 1-3 16,-5 2-2-16,1 2-1 0,-1-2-7 0,-4 3-13 16,5-2-20-16,-5 2-7 0,0 0-3 0,0 0-30 31,-5 10-32-31,1-3-47 0,-2 3-186 0,-3-2-357 16,1 1 158-16</inkml:trace>
  <inkml:trace contextRef="#ctx0" brushRef="#br0" timeOffset="4193.22">1783 14880 44 0,'2'-3'101'15,"-2"3"-7"-15,-2-4-4 0,2 4-8 0,2-5 2 0,-2 5-5 16,1-6-7-16,-1 6-3 0,1-4-6 0,-1 4-9 15,0 0-3-15,0 0-2 0,0-5-7 0,0 5-3 0,0 0-8 16,0 0-7-16,0 0-8 0,0 0 1 0,0 0-1 16,0 0-5-16,0 0 4 0,7 17-9 0,-6-12 3 15,1 6-2-15,1-1-4 0,1 1 15 16,0 1-17-16,-1-1-1 0,1 6 5 0,-1-5 0 16,2 3 5-16,-1-4-8 0,-2 1 8 0,2-1-8 0,1 0-2 0,-2-1 1 15,-1-2-5-15,1-3 5 0,-1 2 2 0,0-2-3 16,0-1 7-16,0 0 0 0,-1-1 2 0,-1-3 34 15,3 1 26-15,-3-1 10 0,0 0-4 0,0 0-7 16,0 0-6-16,6-14-10 0,-2 4-1 0,-2-1-8 16,2 0 0-16,0-5-6 0,1 3-6 0,-1-3 4 15,1 0-8-15,-1 4-1 16,0 1-6-16,-1 0-1 0,1 2-3 0,0 0 0 16,0 2 1-16,0 1-9 0,-3 2 1 0,3 0-6 15,1 0-1-15,-1 1 1 0,1-1-3 16,0 4-5-16,-5 0-3 0,17 5 2 0,-11 1 1 0,3-2-1 15,1 4 0-15,2-2-1 0,-1 6 3 0,-2-3 2 16,4 3-1-16,-4-2-3 0,-1 1 2 0,0-2 11 16,0 0-10-16,-1 1 1 0,-1-1-2 0,-1-3 1 0,0-2-3 15,-1 2 7-15,1-3 2 0,-4 3-1 0,2-4 0 16,0 1 24-16,-3-3 24 0,3 2 5 0,-3-2-7 16,0 0-3-16,8-7-6 0,-7-1 3 0,3 1-11 15,-4-5-2-15,4-2-6 0,0 0-1 0,1-1-3 16,-4 3 2-16,3 2-6 0,1-2-2 0,-4 7-3 15,2-2 2-15,1 2-10 16,-3-2-10-16,3 6-6 0,0 0-3 0,-4 1 0 16,0 0 2-16,15 6-4 0,-10-1-1 0,5 3-12 15,-3 2-16-15,3 4-19 0,0 0-16 16,-1 4-43-16,1 5-44 0,-3-6-147 0,1 1-344 16,-3-1 153-16</inkml:trace>
  <inkml:trace contextRef="#ctx0" brushRef="#br0" timeOffset="5009.01">1993 14916 25 0,'-18'9'67'0,"3"3"-5"0,-7 4-13 0,-1 1-4 16,1-1 2-16,8-1-8 0,-1-1 1 0,3 0-12 16,2-2 2-16,1-1-5 0,2-2 1 0,1-1-6 0,1-2-1 15,3 1 3-15,-2-3-8 0,3 0 5 0,-2-1 8 0,3-3 2 16,8 2 17-16,-8-2-9 0,26-12 1 0,-7 3-5 16,7-8-4-16,1-3-3 0,0 2 2 0,1-6-2 31,-1-1-6-31,-5-2-6 0,-1 4 7 0,0-1-12 0,-2 1 2 0,-5 0 6 0,-5 7-1 0,-3 4 0 0,-2 2 4 31,3 2 6-31,-5-1 11 0,2 2-5 0,-4 5-5 16,-3-4-6-16,0 4-5 0,3 2 1 0,-14 5-1 15,3-1-4-15,-4 9-3 0,-7 2-1 0,-2 4-3 16,0 2 8-16,-3 4-6 0,4 2-4 0,1-1-1 16,-1 0 2-16,4-1-5 0,2 0-3 15,3 0 7-15,5-7-1 0,3-1-8 0,5-4 8 16,-1-2-4-16,4-1 10 0,1-1-6 0,5-2-3 0,4-4 8 0,7 0-2 15,9-4 5-15,3-7 0 0,2-3-6 0,0-4 2 16,2-2-6-16,8-7-3 0,-11 0-11 0,-4 0 2 16,-1-1-15-16,-2-1-10 0,-5 1-11 0,-3 2-5 15,-2 0 6-15,-8 7 5 0,1 0 5 0,-7 5 5 16,2 1-2-16,-5 3 8 0,0 2 2 0,-2 3 4 16,-3-1-3-16,-2 3 3 0,-3 6-1 0,-3 4 4 0,-2 1 5 0,-6 7-2 15,4 1 2-15,-3 7-2 0,0-2 0 0,2 0 3 16,-3 4-2-16,6-5 6 0,1 2 0 0,3-4 0 15,6-3 0-15,0-4 6 0,3-3-1 0,3-1 4 16,2-3-2-16,2-2 14 0,3-2 1 0,4-3 12 16,7-4-4-16,9-9 0 0,3-3-3 0,0-5-7 15,-2-5 0 1,0 2-4-16,-5-5 5 0,-3 2 0 0,-4-2-2 0,-3 4-7 16,-2 0 2-16,-6 6 6 0,-3 1-10 0,-1 1-1 15,-3 7 8-15,-3 1-5 0,-3 2-1 0,-4 6-5 16,-5 1-5-16,-3 5 4 0,-10 5-4 15,-1 5-4-15,-2 6 3 0,-11 9-30 0,-1 4-47 16,5-4-46-16,1 0-141 0,13-6 64 0</inkml:trace>
  <inkml:trace contextRef="#ctx0" brushRef="#br0" timeOffset="6728.21">2025 14872 45 0,'0'0'36'0,"0"0"-1"0,-10 1 0 0,10-1-6 15,-9 4-6-15,2 1-4 0,0 3-3 0,-2 1 3 16,1 1-6-16,2 4-2 0,-1 1 3 0,0 0-6 0,2-1-2 0,1-2 8 16,1 0-9-16,2 1 2 0,-3-4 1 15,5 1-5-15,-1-3-5 0,0 0 18 0,4-3 0 16,-4 2-2-16,0-2 0 0,4-1 3 0,-1 0 10 15,-3-3 1-15,10 1 6 0,-10-1 6 0,15-7-2 0,-7 0 10 16,2 0-9-16,-4 0 12 0,1-3-7 16,-2-1-1-16,-1 2 1 0,1-3-9 0,-2 3-1 0,-1-4-7 0,-1 1-2 15,-2 1 0-15,-1 1-1 0,-1-2-4 0,-2 4 2 16,0-1-2-16,-1-1-2 0,0 6-4 0,0-2 0 16,-5 1-6-16,0 1-4 0,-7 6 0 0,0 3 2 15,-10 3-4-15,-1 6 1 0,-3 1-7 0,2 3 8 16,-3 2-5-16,4 2 0 0,-1-4 0 0,6 4 4 15,1-4-8-15,10-4 5 16,-1-3 0-16,7 1-6 0,1-3-16 16,1 0 8-16,3-4-6 0,3 1 2 0,3-2 8 15,4-3 6-15,3-1-2 0,12-5 6 0,8-5-16 16,1-3-15-16,1-1-2 0,-4-3-6 0,2-1-6 16,-7 0-7-16,-9 3 2 0,-2 2 3 0,-1 2 2 0,-2 0 3 15,-5 2 1-15,-1 0-4 0,0 5-3 0,-4-1-40 16,-4 2-94-16,4 3 42 0</inkml:trace>
  <inkml:trace contextRef="#ctx0" brushRef="#br0" timeOffset="10588.02">3241 14379 39 0,'-1'-5'71'0,"1"0"0"0,-4 2-10 0,4-4 3 0,-1 2-6 16,-4 1-8-16,5-1-8 0,-4 0-4 0,0-1-3 15,3 2-6-15,1-1-2 0,-3 0 1 16,3 1-6-16,0 4-7 0,-2-7-1 0,2 5 3 16,-4-1-3-16,4 3-7 0,0 0-3 0,0-7-2 15,0 7-4-15,-3-2-3 0,3 2-17 0,0 0-16 0,0 0-4 0,0 0 3 16,-1 14 3-16,1 1 2 0,5 11 0 0,-1 6 5 15,0 15 1-15,5 8 22 0,1 28 28 0,3-3 6 16,-5-20 17-16,6 25 10 0,-3-27 4 0,2-1-3 16,1-2 6-16,1-2-8 0,2 1 2 0,-1-4-9 15,2-1-4-15,0-1 0 0,-1-2-10 0,1-3-2 16,-9-14-6-16,1 0 2 16,-1-1-1-16,-4-10-4 0,0 2 2 0,-1-8-7 15,0 0-3-15,-3-2-4 0,-1 0 5 0,0-6-18 16,-5 2 15-16,0-2 0 0,-4 0-6 0,-8-3 2 15,-2-1-13-15,-10-5 6 0,-1 1 12 0,1-3-4 16,-2 0-5-16,1 0-1 0,0-1 2 0,2-2-2 0,9 4-6 0,-8-3 6 0,12 6 1 16,-3-3 0-16,5 3 0 15,1-1-9-15,0 3 1 0,2 1 7 0,-3 0-4 16,8-3-1-16,0 3 2 0,-2 0 0 0,7 0-4 16,-9 0 3-16,9 0-10 0,-7 3-18 0,7-3-25 0,0 0-27 15,-4 1-26-15,4-1-59 0,0 0-178 0,0 0 79 16</inkml:trace>
  <inkml:trace contextRef="#ctx0" brushRef="#br0" timeOffset="11589.98">3101 14538 44 0,'-7'-3'46'0,"7"3"-1"16,0 0-17-16,0 0-5 15,-16 8-11-15,9 1-6 0,1 3-5 0,-3 11-1 16,2 6 2-16,0 2 1 0,-2 17-4 0,5 4 1 16,3 1-3-16,1-1 16 0,4 3 10 0,-3-5-6 15,8-2 3-15,-2-12 5 0,4-3-7 0,0-4 3 16,7-2-6-16,-1-5 5 0,5-5 2 0,3-4 22 16,7-3-3-16,1-9-3 0,7-2-1 0,14-9-2 15,-1-6 6-15,2-4-7 0,-5-5-9 0,0-3-3 0,-7-3 4 16,-14 6-11-16,-3-1 10 0,-4-2-1 0,-2-3-3 15,-4 0-1-15,-6 1-1 0,-1-2-10 0,-4 2 0 0,-6-2 4 16,-3 1-6-16,-5 4-1 0,-5-1-3 16,-4 3-2-16,-4 3 0 0,-2 1-1 0,-7 4 1 15,2 5 0-15,-4 5-2 0,0 2-9 0,-2 5-9 16,-1 7 0-16,-1 2-9 16,0 6-4-16,-9 11 0 0,4 4-8 0,5 4 8 15,-1 4-6-15,8 5 6 0,3 1 0 0,4 4 5 16,4-2 2-16,4 3 3 0,4-3 19 0,3 0 0 15,5-12 3-15,6-3 0 0,5-2 6 0,3-2 8 16,3-6-4-16,5-3 2 0,8-6 5 0,7-8 12 16,20 0-10-16,0-8-2 0,5-5-3 0,-6-4 3 15,1-5 0-15,-4-6-6 0,-8 1 1 0,0-8 2 0,-15 6-5 16,-4-4-13-16,-4-1 14 0,-5-4-7 0,-2-1-13 16,-6-11-5-16,-5 11-20 0,-2-15-16 0,-9 2-56 15,-3 1-115-15,-10 0 51 0</inkml:trace>
  <inkml:trace contextRef="#ctx0" brushRef="#br0" timeOffset="11808.6">3254 14508 4 0,'-33'8'3'0,"1"5"9"0,0 8-8 0,-3 13 1 0,2 7-1 16,5 5-10-16,4 8-6 0,-3 28 3 0</inkml:trace>
  <inkml:trace contextRef="#ctx0" brushRef="#br0" timeOffset="11827.7">2978 14950 15 0,'-5'58'17'0,"1"0"-6"0,8-2 6 16,2-2 6-16,8 0 0 0,6-5 3 0,3-5-1 16,6-6 3-16,7-4-4 0,6-5 3 0,4-9-2 15,9-6-1-15,2-9 0 0,5-6-8 0,-1-6 5 16,-2-5-7-16,-7-7 1 15,-2-5-8-15,-4-3-17 0,-18 1-20 16,-3-2-3-16,1-12-19 0,-13 9-56 0,-5-4 25 16</inkml:trace>
  <inkml:trace contextRef="#ctx0" brushRef="#br0" timeOffset="12043.91">2979 15323 32 0,'13'46'41'0,"0"-15"-1"0,9-2 4 16,3-5-7-16,10-8 5 0,16-4-3 0,9-9-10 15,4-4 7-15,2-9-7 0,20-15 5 16,-31 6-15-16,-2-6-12 16,-9-3-11-16,-16 4-7 0,-5-3-6 0,-9-2-15 15,-5 0-30-15,-9-5-65 0,-4 0 30 0</inkml:trace>
  <inkml:trace contextRef="#ctx0" brushRef="#br0" timeOffset="13124.72">3204 15066 24 0,'-15'31'26'0,"2"1"0"0,0 1-3 0,6-1 4 16,2-1-5-16,5-4-2 0,2 1 0 16,2-3-3-16,5-7 4 0,1-4 0 0,3 1-1 0,2-5 7 15,6-3 4-15,7-6-2 0,3-6 0 0,1-3-1 16,1-6-9-16,-1-4 4 0,-3-3-9 0,-5-4 2 15,-1 0 1-15,-2-3-8 0,-8-3-14 16,-4 2-4-16,-4 0-9 16,0 0-9-16,-7-1 7 0,-3 3 1 0,3 8 8 15,-3 2 27-15,0 6-13 0,-2 0-3 0,-3 3 5 16,1 2 0-16,-1 3-3 0,-3 2-2 0,0 2 10 16,-5 6-15-16,3 1 6 0,-2 5-5 0,3-1 4 0,-2 9-2 15,-2 3-2-15,3 1 2 0,2 1-2 0,-1 3-1 16,5-4 9-16,1 3 0 0,3-1-2 0,0 0 0 15,5-3 1-15,4 2-7 0,-2-6 9 0,5-1-7 0,-1 1 8 16,2-4 1-16,2-2-6 0,1-1-6 0,-2-4 9 16,1 1-2-16,-1-5 6 0,3-3 9 15,-1-2 11-15,1-1 8 0,-2-7-2 0,4-1 2 0,-1-6 7 16,1 1-2-16,-5-4-7 0,1-6 4 0,-2 6 1 16,-3-7-7-16,-4 6-3 0,-1-8-10 0,-1 3 6 15,-3-3-9-15,-1 2 5 0,0-1-5 0,0 9 1 0,1 0-4 16,-4 0 1-16,4 8 5 0,2-2 4 0,-3 2 2 15,1 4-7-15,0 1-4 0,3-1 0 0,1 5-14 16,-8 2 0-16,8-2 6 0,-11 12-6 0,4-3 2 16,-2 6 7-16,3 3 2 0,-2-1-20 0,-1 6 9 15,2 4 9-15,2-5-8 0,2 6-4 0,0-3 3 16,1 1 0-16,2 0 6 16,0-5-6-16,1 3 6 0,0-5-3 0,2 1 4 15,0-3-4-15,0-1-6 0,0-5-5 0,1 0 4 16,0-4-1-16,-2 0 3 0,2 0 19 0,0-4-27 15,0 0 13-15,2-5 1 0,-6 2-13 0,14-11 7 16,-4-3 8-16,2-2 0 0,-1 0 6 0,2-7-4 16,-4-2 25-16,0 7-20 0,-4-10 3 0,0 1-1 15,-2 1-6-15,-6 0 0 0,2-3 6 0,-3-2-5 0,-5 2-3 16,3-2-3-16,-3 1 1 0,1 1 1 0,-4-1 3 16,1 0-7-16,0 4 0 0,-3 0-1 0,1 2 4 15,-2 4 14-15,4 6-15 0,0 2 2 0,3 5 1 16,2-3 0-16,-5 6-21 0,3-3 14 0,-3 6 3 15,0 2-11-15,-2 4 2 0,-1 4 5 0,0 3-7 16,0 9 8-16,0 1-6 16,5 3 0-16,-1 1 4 0,7 3-3 0,-2-3 0 15,8 1 4-15,0-1-4 0,6-1 5 0,0-1-8 16,5-3-2-16,-2-4 4 0,3-3 6 0,-2 0 3 16,4-6-5-16,-2-2 13 0,3-3-7 0,-1-3-4 15,3-3 2-15,-1-6 5 0,4-5-2 0,-8 1 19 16,2-9-19-16,1-2 0 0,-9-1-3 0,1-3 6 15,-5-1-9-15,-2-3 1 0,-2-1-2 0,-2-1 5 0,-3 1-16 16,-5-3 6-16,0 1-7 0,-3 1 6 0,-1 2-6 16,-2 1 6-16,0 4 2 0,1 5 14 0,0 10-4 0,-1 0-8 15,-6 4 0-15,2 4 11 0,-9 4-10 0,-4 7 0 16,1 5-11-16,1 1 6 0,1 8 4 16,1 5 1-16,2 1 3 0,-6 9-5 0,2 4 3 15,11-8-4-15,1 11 2 16,4-10-2-16,5 1 5 0,4-2-12 0,2-1 35 0,3 0-23 0,4-4-2 0,4-2 6 15,-2-7-5-15,7-3 7 0,0-4-1 0,6-1-2 16,2-7 3-16,11-3 1 0,4-7-3 0,2-2 4 16,5-12-1-16,-8 2 1 0,7-12 1 0,-6-2-3 15,-12 7 6-15,-4-5-11 0,7-9 0 0,-13 5 1 16,2-8-1-16,-8 10 3 0,-3-4-1 16,-2 0-11-16,-6 4 5 0,-2-1 0 15,-3 4 4-15,1 5-6 0,-2 7 0 0,0 2 1 16,0 6-3-16,-2 3 2 0,-5 1-3 0,0 9-1 0,-6 2 2 15,-6 9 3-15,0 4-2 0,0 5-1 0,1 2 1 16,0 4 8-16,0 10-12 0,5-9 2 0,2 12 8 16,6-12-2-16,4 1 0 0,5-5 4 0,3-6-2 15,0-3 16-15,3-5-16 0,2-2 14 0,2-5 10 0,6-5 9 16,9-4 9-16,10-10-24 0,14-12 5 0,-1-2 3 16,-1-5-5-16,-3 3-3 0,-14 9 8 0,-4-6-14 0,-4 4 4 15,-6 6-5-15,-4 1-27 0,-6 6-50 16,-4-1-44-16,-10 10-105 0,-15 1-233 0,-22 14 103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07:41.0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2620 1691 29 0,'0'0'246'0,"0"0"-30"0,0 0-16 0,0 0-24 16,0 0-18-16,0 0-16 0,-10 0-15 0,10 0-14 16,0 0-17-16,0 0-7 0,0 0-15 0,0 0-18 0,0 0-17 15,0 0-14-15,0 0-7 0,0 0-18 16,0 0 2-16,0 0-7 0,4 11-5 0,0-8 3 16,-4-3-9-16,5 3 8 0,0-2-3 0,-5-1 1 15,13 0 9-15,-8 0-5 0,9-2 2 0,-3 0 4 16,1-2-11-16,2-1 9 0,-1 0-4 0,5-5 11 15,-3-1-4-15,-1 0 5 0,-1-1 1 0,1 0 8 16,-4 0 8-16,-1-1 7 0,1 1 19 0,-2-2 9 16,0 2 14-16,-4 2 11 0,-2-1 11 0,2 1 1 15,-3-2 0-15,2 1-3 0,-6 2-9 0,3-3-7 16,0 1-8-16,-5 2-10 0,0-3-7 0,1 4-8 16,-2 2-5-16,-2 0-8 0,-1 2-8 0,-5 1-4 15,-4 1-10-15,0 5 1 0,-11 6-4 0,-1 0-7 16,0 4 5-16,-4 6-5 0,-9 10 2 0,14-6-1 15,-11 10-5-15,0 6 5 0,2 2-6 0,0 5-1 16,2 0 8-16,-1 2-2 0,4 0 2 0,3 0-3 16,3-1 1-16,3 4 2 0,0-4-3 15,10-2 0-15,0 4 4 0,5-1-2 0,0-1-1 16,6-12-1-16,7 2 3 0,3-2-2 0,3-1-3 16,5-1 0-16,6-3 2 0,16 6 8 0,6-6-3 15,4-1 9-15,11-10-8 0,0-2 1 0,2-5-5 16,2-3-9-16,6-4-6 0,-7-5-12 0,3-7 0 15,-4 0-9-15,-2-5-2 0,-2-3-5 0,-4-2-5 16,1-2-2-16,-11-8-8 0,-8 8 7 0,7-15-1 16,-14 12 5-16,1-4 4 0,-7-2 9 0,-1 2 19 15,-7 1 32-15,-3-3 23 0,-5 11 16 0,-4-3 19 16,-2 2 14-16,-4 2-2 0,0 0-4 0,-9 2-11 16,0 4-11-16,-13-4 0 0,0 4-13 0,-2 2-2 15,-1 2-2-15,0 6-13 0,-1 0-4 0,-1 4 0 16,4 3 0-16,-3 3-11 0,2 2-1 0,1 0-6 15,2 10 0-15,1 0 1 0,4 2-3 0,0 4 1 16,3 2 1-16,5-3-1 0,0 4-1 0,5 0-6 16,6-4-3-16,4 3 0 0,6-4-5 0,1 0-1 15,5-5 6-15,4-1-2 0,5-5 4 0,0-3-1 16,8-3 1-16,3-5 2 0,1-7-1 0,-1 1 2 16,6-8 2-16,10-7-2 0,-15 5-6 0,8-13 6 15,-14 6-8-15,-1-7 2 0,-2-2-6 0,3-12 1 16,-10 8-5-16,-3 1 6 0,0-15 0 15,-7 14 8-15,-3 5 9 0,-3-1 7 0,-4 4 2 16,-2 4 6-16,-3 5-1 0,-2-2-6 0,-5 3 1 0,-2 2-5 16,-2 4 1-16,-2-1-6 0,0 5 1 0,-4 0-4 15,-5 2 1-15,6 2-1 0,4 2-19 16,-2 3-22-16,4 2-20 0,0-1-33 0,2 4-26 0,-1-1-35 16,8 4-31-16,2-2-50 0,1 1-185 15,4-1-448-15,4 5 198 0</inkml:trace>
  <inkml:trace contextRef="#ctx0" brushRef="#br0" timeOffset="754.2">3594 2128 318 0,'0'0'332'0,"0"0"-27"0,0 0-29 15,0 0-27-15,0 0-32 0,0 0-19 0,0 0-19 16,0 0-22-16,0 0-18 0,0 0-20 0,0 0-15 16,0 0-13-16,-15 10-10 0,15-10-5 15,-3 17-3-15,2-8-12 0,-3 8-5 0,3 0-7 16,-4 3 1-16,1 4-7 0,1-2-4 0,-2 2-2 15,0-5-8-15,1-1 3 0,2-2-6 0,0-5-3 16,1 0 0-16,0-4-2 0,1 0-2 0,-3 0 4 16,3-2 3-16,0-5 11 0,-1 5 42 0,1-5 43 0,0 0-5 15,0 0-18-15,10-14-4 0,-2 1-12 16,1-3-7-16,5-8 2 0,0 2-27 0,0-7 5 16,0 6-7-16,4 1-4 0,-9 4-10 0,0 3 8 15,1 1-7-15,-5 5-4 0,-1 1 2 0,1 1-14 16,-1 4 2-16,0-1 0 0,1 1-19 0,-5 3-6 15,9-4 1-15,-9 4-2 0,0 0-2 0,17 9 4 16,-7-5-7-16,-4 6-8 0,7 2-3 0,2 5-9 16,3 0 5-16,0 3-1 0,1-2 14 0,3 2-18 15,-7-5 4-15,8-2-15 0,-6-2 3 0,1-4 1 16,-3-1 4-16,4-4-16 0,1 1 11 0,1-7-13 16,1 0 7-16,3-5-3 0,-7-1 5 0,5-5 5 15,-1-7 3-15,-5-3 3 0,-3-1 4 0,-4-3-1 16,4-4 6-16,-6 1 9 0,1-15 5 0,-4 14 13 15,0-3 20-15,-2 1 25 0,0 1 26 0,0 3 26 16,-2 1 32-16,-1 3 13 0,0 8 26 0,-1 1 11 16,1 6 2-16,0-1 0 0,-2 4-3 0,2-1-17 15,-1 3-11-15,1 0-20 0,-1 2-22 0,1 5-14 16,1-7-21-16,-1 7-38 0,0 0-42 0,0 0-60 16,0 0-78-16,0 0 11 0,0 0 6 0,0 37 20 15,1-6 16-15,-3 3 5 0,3 14 10 16,-7 2 4-16,1-1 13 0,5-3 8 0,0 4 1 15,0-1 18-15,0-14-1 0,0-3 1 0,1-2 7 16,1 2-2-16,-2-13 7 0,3 0 4 0,-3-2 0 0,1-6 5 16,0 1 2-16,-1-6 2 0,0 1 0 0,0-2 10 15,0-5 6-15,2 9 3 0,-2-9 2 16,0 0 1-16,0 0-2 0,0 0-46 0,0 0-54 16,0 0-61-16,0 0-63 0,-4-25-74 0,4 10-71 15,-3-4-313-15,1-1-719 0,2 1 318 0</inkml:trace>
  <inkml:trace contextRef="#ctx0" brushRef="#br0" timeOffset="1032.08">3945 2146 181 0,'-3'2'194'0,"3"-2"-16"0,-9 4-14 16,9-4 2-16,0 0 18 0,2 5 13 0,-2-5-2 15,23 2-4-15,7-4-14 0,9 0-16 0,15-3-11 16,6-3-16-16,-4 1-16 0,-1 1-10 0,-1-3-16 16,-3 5-2-16,-14-3-15 0,-4 4 4 0,-2-2-19 15,-3 1-1-15,-10-1-8 0,-3 5-8 0,-3-3-5 16,-6 3-6-16,3 0-12 0,-9 0-8 0,9-5-17 16,-9 5-15-16,5-3-17 0,-5 3-5 0,0 0-5 15,0 0-6-15,0 0-20 0,-32 6-16 0,23-4-42 16,0 0-30-16,0 4-37 0,0-2-185 0,3-2-414 15,2 2 184-15</inkml:trace>
  <inkml:trace contextRef="#ctx0" brushRef="#br0" timeOffset="1305.28">4688 2137 350 0,'0'0'418'0,"-3"-8"1"0,2 3-11 15,1 5-8-15,-2-5-19 0,2 5-18 16,-3-4-25-16,3 4-37 0,0 0-31 0,-1-6-29 16,1 6-26-16,0 0-28 0,0 0-25 0,0 0-26 15,0 0-23-15,0 0-11 0,0 0-12 0,0 0-6 16,0 29-10-16,1-16-5 0,-2 5-26 0,1 1-14 16,-2-1-16-16,2 1-6 0,0-2-14 0,0 2-22 0,-1-4-23 15,1 2-11-15,-1-5-26 0,2-3-17 16,-2-1-25-16,0-1-15 0,1-2-7 0,0 0-2 15,0-5-30-15,0 0-61 0,0 0-75 0,0 0-268 16,-14-25-637-16,11 11 282 0</inkml:trace>
  <inkml:trace contextRef="#ctx0" brushRef="#br0" timeOffset="1460.61">4716 1848 2675 0,'-3'-10'291'0,"2"0"-61"0,0 2 2 15,-2 1-23-15,2 0-27 0,-2 2-30 0,3 0-39 16,0 5-26-16,-1-7-15 0,1 7-16 0,-2-5-5 15,2 5-8-15,0 0-6 0,0 0-18 0,-2-4-45 16,2 4-29-16,0 0-10 0,0 0-26 0,8 11-35 16,-4 0-38-16,-3 0-56 0,3 5-57 0,1 0-295 15,-1-1-617-15,-3 1 273 0</inkml:trace>
  <inkml:trace contextRef="#ctx0" brushRef="#br0" timeOffset="1887.46">5005 2109 445 0,'0'0'476'0,"0"0"-17"0,0 0-22 0,0 0-28 15,0 0-28-15,0 0-34 0,0 0-35 0,0 0-33 16,0-12-29-16,0 12-32 0,0 0-28 0,0 0-23 15,0 0-23-15,0 0-18 0,0 0-21 0,4 12-8 16,-3 0-12-16,-1-2-6 0,-1 6-6 0,-2 11-15 16,-1 1-9-16,-2 0-9 0,1-2-1 0,1 3-7 15,0-9-8-15,3 0-2 0,-3-3-9 0,0-6-2 16,3 1-2-16,-2-1-13 0,3-5 9 0,0 1 1 16,0-2 2-16,0-1 12 0,0 0 36 0,0-4 28 15,0 0 26-15,0 0-15 0,0 0-8 0,13-16-12 16,-4 0-5-16,5-6-10 0,1-1-9 0,6-5-7 15,-5 1-4-15,2-1-4 0,3 4-5 0,-4 2-4 16,-5 6-4-16,-2 0-1 0,3 4-7 0,-8 3-2 16,0 3-2-16,2 0-6 0,-5-1-8 0,2 4-20 15,1 2-32-15,3 1-23 0,-8 0-28 0,13 4-15 16,-3 5-25-16,0-2-41 0,6 6-30 0,0 8-36 16,-3-7-37-16,0 0-27 0,-2 2-50 15,3-3-49-15,-6-3-216 0,0 0-684 0,1-4 303 16</inkml:trace>
  <inkml:trace contextRef="#ctx0" brushRef="#br0" timeOffset="2565.57">5452 2234 244 0,'0'0'305'0,"0"0"-15"0,0 0-21 0,0 0-23 16,0 0-26-16,0 0-19 0,-1-4-15 0,1 4-16 16,0 0-18-16,0 0-15 0,0 0-15 15,0 0-9-15,0 0-13 0,0 0-8 0,0 0-13 16,0 0-7-16,0 0-2 0,0 0-8 0,2-5-4 15,-2 5-6-15,8-1-8 0,1 1-4 0,-3-1-3 0,6-4-6 16,-1 0-5-16,2 1-8 0,2-4-5 0,2 0-6 16,0-1 0-16,3 1-4 0,-3-1 7 15,-2-3-8-15,4 2-3 0,-6 0 4 0,-1-4 4 16,1 6-4-16,-6 1 6 0,2-1 11 0,-5 2 7 16,1 0 18-16,-1 1-4 0,-1 1 1 0,0 0 1 15,-2 0-11-15,-1 0-2 0,0 4-3 0,-9-2-10 16,1 2 6-16,-4 0-14 0,-5 2 0 0,1 5-2 15,-5 1 0-15,3-1 3 0,-6 8-4 0,6-1-1 16,-2 5-5-16,1-1 6 0,1 5-5 0,4 2-2 16,2-1-8-16,5-5-5 0,3 7 0 0,5-8 6 15,5 7-19-15,4-7-6 0,10 3-6 0,8-3-6 16,5-2-10-16,17-1-14 0,6-5-9 0,0-1-5 16,3-8-8-16,1 2 3 0,3-6 10 0,-2-5 8 15,0-2 4-15,2-4 11 0,-4 2 7 0,-4-6 11 16,-4-2 13-16,-14 7 17 0,-4-4 15 0,-5 3 26 15,-2-7 14-15,-4 3 36 0,-11 3-3 0,-1 1 8 16,-3 0 2-16,-3 2-1 0,-2 3-10 0,-2-2-6 16,-5 2-8-16,1 1-7 0,-10 3-10 0,1 1-5 15,-6 4-7-15,-1 0 3 0,-7 4-13 0,0 4-1 16,-5 1-6-16,4 4-1 0,1 6-2 0,2 0 0 16,0 0 3-16,6 5-8 0,0-6 2 0,3 6-1 15,6-7-9-15,4 0-2 0,3 0-4 0,2 0-2 16,5-1-4-16,5-1 1 0,4-2 2 0,3 0-2 15,11-4-5-15,3-2-5 0,4-2-3 0,3-6-3 16,0-1 4-16,-1-3-14 0,1-5 7 0,-4-2 1 16,-2-2 1-16,-3-4 2 0,-1-2-1 0,-4-5 7 15,0 1-7-15,-7-1 1 0,-3-3 14 16,-5 5-5-16,-4-5 2 0,-2 10 12 0,-3 1-2 16,-4 1-3-16,-3 1 3 0,-2 5-2 0,1 1 1 0,-4 0-4 15,-3 1 1-15,-2 3 0 0,1 5 1 0,-2 0-3 16,1 3 3-16,0-2-10 0,0 7-21 0,2-1-28 15,0 3-24-15,2 2-27 0,3 0-32 0,-1 3-37 16,6-3-56-16,2 5-218 0,3-7-495 16,1 2 219-16</inkml:trace>
  <inkml:trace contextRef="#ctx0" brushRef="#br0" timeOffset="2969.54">6690 2189 224 0,'8'-8'427'0,"-6"2"-25"0,1 1-14 0,1-1-11 16,-3 1-15-16,-1 3-19 0,3-2-24 0,-2 1-31 15,-1 3-35-15,1-4-29 0,-1 4-31 0,0 0-23 16,0 0-25-16,0 0-37 0,0 0-9 0,0 0-9 16,4 18-10-16,-4-1-4 0,0 3-7 0,-1 4-11 15,1-3-3-15,-4 4-5 0,4 2-6 0,0-1-6 16,1-2-4-16,3-5-5 0,0-4-2 0,0-3 0 15,-2-2 0-15,2 0-5 0,-4-4 1 0,5 0 5 16,-1-1-6-16,4-4 17 0,-3-2 2 0,8-4-3 16,-2-1 0-16,6-3 6 0,-4-4-3 0,7-5-2 15,-1-4 2-15,-1-2-6 0,2-3-5 0,-3-1 1 16,1 1-6-16,1 2-2 0,-5 6-3 0,-2 2 11 16,-3 3 9-16,-4 4 5 0,1 2-8 0,-3 4-2 15,2-3-11-15,-3 4-4 0,2-4-18 0,-1 7-37 16,-3 0-19-16,0 0 6 0,0 0 1 0,5 14 8 15,-4-2 1-15,2 5 8 0,-2 3-3 0,2 6-1 16,-1-1 8-16,3-1 5 0,-2-3-8 0,3-4-14 16,-2 3-13-16,2-6-23 0,-1 2-35 0,1-5-35 15,-4-2-41-15,4-4-61 0,2 0-90 0,-3-5-357 16,8-2-755-16,-1-1 335 0</inkml:trace>
  <inkml:trace contextRef="#ctx0" brushRef="#br0" timeOffset="3349.04">7431 2119 64 0,'0'0'427'0,"2"-7"-18"0,-2 7-24 15,2-5-18-15,-2 5-23 0,1-1-31 0,-1 1-24 0,0 0-24 16,0 0-25-16,2-5-26 0,-2 5-27 0,0 0-28 15,0 0-24-15,0 0-25 0,0 0-9 16,-14 8-5-16,4-5-6 0,1 4-20 0,-2-5-4 16,1 6-17-16,1 1-13 0,0 3-12 0,0-3-8 15,4 1-16-15,0 1-1 0,1 1 7 0,0 2-20 16,0 2 7-16,7-4-2 0,1 5 3 0,1 0-7 16,0-2 1-16,3 0-10 0,2 1-3 0,-1 1-4 15,5 0-12-15,-5-2-4 0,8 6-7 0,-5-7-4 16,0-3 0-16,-6 1 4 0,1 0 0 0,-2-4 4 15,-3 3 2-15,-2-5 6 0,-4 0 15 0,-6 2 8 16,-1-1 7-16,-6-2 11 0,-2-1-2 0,-4-1 0 16,-4-1 1-16,-6-2-3 0,0 0 6 0,-2-2-8 15,4 0-42-15,1-1-82 0,3-3-128 0,4 1-301 16,5-3-604-16,4 1 268 0</inkml:trace>
  <inkml:trace contextRef="#ctx0" brushRef="#br0" timeOffset="6363.94">8548 1826 273 0,'1'-6'266'0,"-2"2"-20"0,1-3-9 16,1 1-6-16,-1 4-17 0,0-3-18 0,0 5-21 16,2-5-18-16,-2 5-21 0,1-4-16 0,-1 4-26 0,0 0-40 15,0 0-46-15,0 0-24 0,0 0 1 0,-1 15 2 16,-1-4 1-16,1 7 5 0,-3 2-5 0,2 8 3 15,-5 0 3-15,2 4 0 0,-2 0 1 16,0 2 3-16,-4 12 3 0,3-13-4 0,2-4 4 16,-2 0 1-16,3 1 0 0,1-1 2 0,2-11-2 15,-1 0-1-15,-1-6 1 0,3-2-1 0,-2 1 5 16,2-7-5-16,1 4 40 0,0-3 40 0,0-5 49 0,-4 4 40 16,4-4-4-16,0 0-14 0,-5-15-17 0,5 4-17 15,-4-7-15-15,3-6-2 0,1-3 1 16,0-5-39-16,0-2-6 0,5-12-16 0,0-3-9 15,-2 1-2-15,3-2-8 0,1-2 2 0,2 2-6 16,-2 4-3-16,1 13-2 0,0 0-8 0,-2 6 7 16,4 1 3-16,-2 3-3 0,-3 6 9 0,1 1-6 15,2 0-9-15,0 3 6 0,-2 2-6 0,0 1 0 16,2 1-8-16,2 1 2 0,-1 3-3 0,0-2-1 16,5 6-2-16,-1-3-34 0,1 4-11 0,4 3-16 15,0-1-13-15,0 9-13 0,-3-1-4 0,7 7-3 16,-3 6 3-16,-4-2 5 0,-1 6 2 0,-1-1 6 15,-4 6 11-15,-6 2 5 0,-3 0 8 0,-4 2 10 16,-5-2 1-16,-5-2 10 0,-6 1-2 0,-1-3 8 16,-3-2 2-16,-3-1 4 0,0-3 2 0,0-4 7 15,1-3 2-15,3-3 6 0,6-6 21 0,0-1 28 16,3-5 31-16,4 2 29 0,-1-3 17 0,-1-1 13 16,3-2 6-16,0-2-2 0,0 0 1 0,5-1-12 15,-1-2 0-15,0 5-11 0,2-4-9 0,2 1-9 16,1 5-10-16,-1-8-12 0,1 8-14 0,1-6-12 15,-1 6-8-15,9-4-3 0,-9 4-5 0,16 4-13 16,-5 0 4-16,0 2-10 0,5 4-15 0,0 2-5 16,7 5-13-16,0 0 1 0,4 2 1 0,-5 3 1 15,2 0-8-15,-1 2-3 0,0-2-11 0,4 0-4 16,-5-1-6-16,1-4-8 0,-3 0-9 0,-2-2-6 16,-1-6-15-16,-1-1-7 0,3 0-8 0,3-4-16 15,-5 0-9-15,3-7-5 0,-1 2-23 0,2-6-16 16,4 0-15-16,2-6 11 0,-3-3 4 15,-1 1 9-15,-2 0 17 0,3-4 8 0,-3 4 25 0,-2-2 2 16,-5 3 27-16,1 2 19 0,0-3 25 0,0 1 31 16,-3-3 14-16,-3 7 30 0,4-2 20 0,-5 0 22 15,-2 5 24-15,-1-1 16 0,-1 1 18 0,0 2 6 16,2 1 7-16,-5-1-2 0,2 1 0 0,1 0-12 16,-4 4-14-16,-3-8-14 0,3 8-8 15,-5-4-16-15,5 4-13 0,-18-2-5 0,8 2-12 16,-4 0-5-16,-1 5-2 0,-12 1-9 0,7 2-1 0,-6 2-3 15,-1 4-4-15,-2 0-3 0,3 3-5 0,-1 0 1 16,4 1-5-16,-1 4 1 0,2-3 0 0,4 0-3 16,4-4 0-16,4-1-12 0,1 1-3 15,3-4-9-15,2 1-3 0,3-6-1 0,-3 6 2 16,4-7 2-16,0 2 2 0,4-5 3 0,1 1 8 16,-5-3 0-16,14 0 3 0,-3-5 1 0,5-4 5 15,-1-1-1-15,2-3 1 0,3-8-2 0,-1 4 4 16,-1 2-6-16,-2-2 1 0,0 3-3 0,7-1 1 15,-11 4 0-15,-6 3 3 0,4-2 3 0,-1 3 10 16,-5 0 0-16,2 4-2 0,-3-3-8 0,1 3 0 16,-2-2-6-16,-2 5-1 0,7-2-12 0,-7 2-17 15,0 0-23-15,6-1 6 0,-6 1 0 0,0 0 8 16,9 5-11-16,-5 2-12 0,3-2-17 0,0 0-10 16,-1 2-15-16,3 1-7 0,1 0-16 0,7-1-12 15,-3 0-13-15,4 0-2 0,1 1 1 0,-2-4 3 16,3 1 6-16,2-3 17 0,-1-4 7 0,-1-1 15 15,0-2 32-15,-3-2 29 0,1 1 45 0,-3-2 31 16,-3 0 41-16,-1 2 32 0,1 0 37 0,-2-3 15 16,-5 3 24-16,4 0 6 0,-3-1 13 0,-2 4 9 15,0 1-10-15,1-2-16 0,-5 4-18 0,4-6-20 16,0 3-22-16,-4 3-11 0,0 0-20 0,0 0-12 16,5-3-12-16,-5 3-43 0,0 0-11 0,0 0-3 15,0 0 3-15,0 0-2 0,6 17-7 0,-6-11 0 16,-1 5 1-16,1 0-9 0,-1 8 10 0,-3-5 14 15,4 6-16-15,-4-3 2 0,4-1-13 0,-1-3-1 16,1-4-7-16,-3 1-2 0,2-5-2 0,2 0 8 16,-2 1 7-16,1-6-3 0,0 0 23 0,0 9 26 15,0-9 32-15,0 0 9 0,0 0-12 0,0 0-10 16,15-21-5-16,-4 7-7 0,-1-5-11 0,4-3-18 16,-3 8-4-16,2-3-5 0,0 0 4 0,-3 3-9 15,3 1-1-15,-5 6-2 0,-2-2 3 0,-1 5-5 16,0-1-17-16,0-1-30 0,-4 3-25 0,-1 3-13 15,8-2-6-15,-8 2 8 0,0 0 7 16,14 8 9-16,-5-2 7 0,-4-3-23 0,3 9-2 0,2-3-9 16,-1 1-3-16,3 7-13 0,2-2-7 0,5 3-4 15,-1-5-14-15,7 3-11 0,2-5-10 16,5 3-18-16,0-6-15 0,4-2-17 0,-3-2-28 0,7-2 1 16,0-2-175-16,0-5-433 0,-1 0 192 0</inkml:trace>
  <inkml:trace contextRef="#ctx0" brushRef="#br0" timeOffset="7130.73">10290 2230 1061 0,'29'-12'-38'16,"-2"0"28"-16,-11 2 40 0,-4 2 22 0,1-3 27 15,-4 4 16-15,0-1 7 0,-5 1 2 0,-4 0-9 16,-3-1-1-16,2 3-4 0,-3-1-9 16,-6 0-3-16,-2 3-11 0,-3-4-2 0,-3 3-10 15,-4 4-7-15,-6 3 0 0,0 0-8 0,-5 2-4 16,6 1-5-16,-5 3 0 0,2 1-4 0,4 3-1 16,0 0-5-16,1 4 1 0,8-7-4 0,0 2-6 0,4 3-15 15,1-1-10-15,3 0-2 0,3-2-7 0,2-3-2 16,4 2 3-16,0 0 6 0,1-5-4 15,7 1 9-15,-2-4 0 0,7-1 2 0,2 1 0 16,5-6-9-16,-1 1 10 0,2-3 0 0,5-4 14 16,0-2 12-16,-5-7 11 0,2 0 19 0,-2-6 9 15,-1-2 16-15,-1-1 1 0,-2-1 1 0,-1-3-5 16,4-15 10-16,-4 1 1 0,-3-1 22 0,-2-2-5 16,1-1 37-16,-3 5 4 0,-4 9 12 0,0 2 0 15,-1 4 0-15,-3 3 14 0,3 7-5 0,-1 2 0 16,-2 0-7-16,-1 5-12 0,0 4-7 0,1-1-13 15,-1 4-17-15,0-3-10 0,3 3-17 0,-7 3-41 16,4 2-42-16,0 0-48 0,1-6-56 0,-1 6-32 16,0 0 13-16,3 13 16 0,-6 0 10 15,1 13 9-15,-6 4 7 0,4 4 16 0,-8 11 5 16,1 4 14-16,0-2 2 0,3 0 7 0,-1 0 6 0,3-9 4 16,3-3 4-16,1-5 5 0,0 4 2 0,0 1 5 15,4-2-1-15,2-4 8 0,1-6 0 0,0-3 9 16,3-3-14-16,2-3 1 0,-1-3 3 0,0-2-1 15,6-4-4-15,6 0 3 0,2-5-3 0,9-4-1 16,1-2-13-16,5-3-14 0,11-6-7 16,2 1-19-16,-1-8-17 0,-3-2-12 0,2 0-6 15,-16 9 3-15,12-9 1 0,-13 7 15 0,-3 0 2 16,-1 4 13-16,-2-1 6 0,-10 5 21 0,-5 1 30 0,0 3 28 16,-1 1 4-16,-5-1 15 0,3 2 3 0,-4-1-3 15,0 1-9-15,-4 3 2 0,0 0-8 0,0 0 2 16,-13-2-10-16,13 2 1 0,-29 4-1 0,16 1-1 15,-8 3-7-15,2 1 4 0,1 0-4 16,-7 6 5-16,2 2-4 0,0 2 3 0,2-4-3 16,2 5-1-16,6 1 2 0,-1-4 0 0,7 0-2 15,0 0 5-15,1-5 2 0,3 0-7 0,2 1 4 0,2-4-4 16,1 1 3-16,5-3 1 0,3 0 4 16,2-2-2-16,7-2 0 0,0-3-1 0,3-4 0 15,6-1 1-15,-7-3-1 0,5-6-1 0,0-1-4 16,-3-3 5-16,-3-4-2 0,2 4 1 0,-4-3-6 15,-4 4 0-15,-5 1 1 0,4-2-2 0,-7 4 8 16,2-2 1-16,-7 3 0 0,2 1 2 0,-6 1-6 16,2 0 1-16,-3 1-3 0,-1 2-1 0,-4 1 0 15,0 2 2-15,-4 2-4 0,-2 1-2 0,2-1-10 16,-1 3-12-16,0 0-28 0,0 3-32 0,-3 2-38 16,-2 3-40-16,8-3-46 0,-1 3-225 0,5 0-468 15,0-3 208-15</inkml:trace>
  <inkml:trace contextRef="#ctx0" brushRef="#br0" timeOffset="7629.35">11380 2080 2631 0,'5'-3'240'16,"0"0"-17"-16,-5 3 5 0,10-6-12 0,-10 6-53 15,4-3-42-15,-4 3-21 0,5-2-35 0,-5 2-18 16,0 0-12-16,5-3-4 0,-5 3 3 0,0 0-14 15,0 0-14-15,0 0 3 0,0 0 0 0,4 13-1 16,-4-6 3-16,-2 2-3 0,0 1 4 0,0 4-8 16,-1 2-11-16,-1-3-5 0,3 0-8 0,0 3-7 15,-2-6-8-15,3 3-3 0,0-4-3 0,0 1 3 16,-5-4 6-16,7 0 8 0,-2-6 4 0,0 0 26 16,0 0 30-16,0 0 4 0,0 0-6 0,0 0-3 15,21-10-7-15,-7-2 9 0,-1 0-9 0,2-3-1 16,7-2-12-16,-8 4 6 0,8-3 2 15,-7 6-2-15,-6-1-8 0,3 5 0 0,-5 2-4 16,0-3-7-16,-2 4 1 0,0 0-3 0,-5 3 1 16,10-1-1-16,-10 1-3 0,10 6 0 0,-4 0 1 0,0 1-4 15,-2 2-2-15,1 1-3 0,-3 4-4 16,0 1 8-16,0 4 2 0,-2 6-13 0,0-6 1 16,-2 1-3-16,0-4-4 0,2-3 2 0,-1-6 4 15,2 4 2-15,-2-5 12 0,1-6 8 0,1 8 41 16,-1-4 52-16,0-4 12 0,0 0-15 0,0 0-3 15,18-15-15-15,-5 1-10 0,0-1-5 0,7-5-9 16,-2-2-5-16,0 4-2 0,5 1-11 0,-8 5-2 0,3 0-3 16,-4 3-2-16,2 1-9 0,-5 1-13 15,3 4-19-15,-1-2-30 0,2 5-25 0,-2 3-19 16,5 4-25-16,-4-2-26 0,0 4-50 0,-2-1-65 16,1 7-91-16,-6-5-244 0,1-1-641 0,-2-2 284 15</inkml:trace>
  <inkml:trace contextRef="#ctx0" brushRef="#br0" timeOffset="8363.94">12900 1731 299 0,'-1'-2'325'0,"-1"-3"-17"0,2 5-22 0,-2-5-26 16,2 5-24-16,0 0-33 0,-1-5-20 0,1 5-22 16,0 0-26-16,0 0-7 0,0 0-18 0,6 13-11 15,-3-4-10-15,2 7-3 0,2 1-19 0,-1 8-4 16,0 1-11-16,-1 0-2 0,3 0-8 0,-4 3 2 15,2-3-10-15,-5-5 0 0,3 4-4 0,0-6-3 16,-4 2 0-16,4-5-4 0,-3-4 2 0,2-2-8 16,-3-4 5-16,1 0 4 0,1 0 0 0,-2-1 49 15,2-2 61-15,-2-3 59 0,4 4 51 0,-4-4 47 16,0 0-16-16,0 0-26 0,14-16-18 0,-4 2-33 16,4-7-20-16,3-4-21 0,2-1-14 0,1-5-19 15,7-10-14-15,4 1-14 0,-3-1-13 0,-9 12-6 16,4 1-9-16,-9 5-6 0,0 7-8 0,-6 0-3 15,1 4-7-15,0 2-7 0,-4 2 1 0,0 0-7 16,0 2-11-16,-2 2-10 0,1 0-22 0,-3 1-28 16,3 0-41-16,-1 1-42 0,-3 2-51 0,0 0-53 15,0 0 3-15,0 0-16 0,11 9-24 0,-6 1-27 16,0 0-54-16,6 4-52 0,-7 3-347 0,3 0-803 16,0-2 356-16</inkml:trace>
  <inkml:trace contextRef="#ctx0" brushRef="#br0" timeOffset="8731.84">13778 1838 45 0,'-5'-1'275'0,"0"-1"-27"15,5 2-30-15,-14 2-22 0,5-1-20 0,-1 2-22 16,-5 4-12-16,-2 2-16 0,2 3-10 0,-2 0-14 15,3 3-10-15,-5 3-10 0,-2 3-6 0,0-3-6 16,4 5-7-16,0-4-6 0,6-2-3 0,2-3-7 16,1 2-4-16,3-6-3 0,-4 1-6 0,4-4-7 15,0 0-2-15,4-2 9 0,-2-1 6 0,3-4 26 16,0 5 7-16,0-5 5 0,0 0 0 0,19-5-1 16,-7 0-4-16,1-1-5 0,3-2 10 0,-2-2-5 15,4 1 12-15,-4 0-9 0,4 1-3 0,-5 2-1 16,2-2-9-16,-3 3 1 0,-1 0-3 0,1 0-11 15,-2 0-5-15,1 1-5 0,-3 2-2 0,-1-1-7 16,1 3-7-16,3-1-5 0,-1 1-13 0,-4 1-4 16,6-1-24-16,-2 2-12 0,-1 1-31 0,2-1-31 15,-3 0-38-15,1 2-39 0,5-2-66 0,-5 0-48 16,-1 1-205-16,-2-2-531 0,-6-1 236 0</inkml:trace>
  <inkml:trace contextRef="#ctx0" brushRef="#br0" timeOffset="9264.31">14028 1789 52 0,'6'-4'278'0,"-5"1"-29"0,3 2-27 0,-2-2-24 16,-2 3-24-16,0 0-10 0,16 4-16 0,-11 0-13 0,5 4-8 16,2 4-12-16,-6-2-12 0,3 4-3 0,4-1-11 15,-4 4-5-15,-1-1-11 0,-1 4-2 0,-2-3-7 16,3 6-2-16,-5-5-3 0,-2 1-10 15,-1-1-6-15,0-6-4 0,0 4-3 0,-1-5-4 16,-1-2-2-16,1-2-2 0,0-2-3 0,1 0 9 16,0-1 21-16,0-4 41 0,0 0 9 0,0 0-14 15,0 0-13-15,0 0-4 0,2-18 0 0,2 7-13 16,5-6-14-16,1 0-2 0,6-7-5 0,1 3-9 0,4 0-1 16,2-2-7-16,1 4-6 0,-2 1-1 15,-2 2-1-15,2 2-1 0,-3 4-3 0,-1 0 0 16,-4 3-2-16,-4 2-3 0,2 2-2 0,-3-1-3 15,-4 1-6-15,1 1 5 0,3-1-7 0,-6 3-3 16,-3 0 4-16,6-3-3 0,-6 3-1 0,0 0 1 16,9 5-3-16,-9-2 2 0,2 0 4 0,0 3-3 15,-2-1 4-15,0 2-2 0,1 4 4 0,-1-1-4 16,0 4 6-16,0-2-4 0,0 5 6 0,0 0-2 16,0-3-1-16,0 2 4 0,0 1-6 0,0-1 3 15,-1 1-3-15,1-1 8 0,0-3-7 0,-2 3 6 16,4-6-5-16,-2 2 4 0,-2 0-1 0,2-4 1 15,0 1 0-15,2-5 0 0,-4 2 1 0,4-2 1 16,-2-1-1-16,0 2 6 0,0-5-3 0,0 0 12 16,0 5-1-16,0-5 25 0,0 0 21 15,0 0 10-15,0 0-7 0,0 0-14 0,0 0-13 16,0 0-15-16,10-15-26 0,-9 7-30 0,2-3-37 16,2-1-43-16,-1-2-33 0,1 1-37 0,4-1-41 0,-4-5-34 15,0 4-49-15,-1-2-163 0,0 0-506 0,-3-1 224 16</inkml:trace>
  <inkml:trace contextRef="#ctx0" brushRef="#br0" timeOffset="9432.04">14517 1627 214 0,'0'0'349'0,"-3"-3"-20"0,3 3-36 15,-2-4-23-15,2 4-27 0,0 0-27 0,0 0-30 16,-3-3-19-16,3 3-29 0,0 0-29 0,0 0-35 15,0 0-38-15,12 7-47 0,-6-1-56 0,2-2-65 16,1 3-63-16,-4-2-176 0,4 1-399 0,-4 1 176 16</inkml:trace>
  <inkml:trace contextRef="#ctx0" brushRef="#br0" timeOffset="11545.72">14951 1876 72 0,'-2'-4'229'0,"-2"1"-22"16,0 1-26-16,-1-1-17 0,-3 3-18 0,-3 0-14 16,-2 3-19-16,-5 2-3 0,3 3-12 15,-4 1-13-15,-3 5-6 0,-2 1-8 0,1 1-8 16,5-2-9-16,-3 2 3 0,6-1-15 0,2-2 3 15,-2 0-15-15,2-1 3 0,7 0 0 0,-2-5-7 16,4 0 1-16,0-2 1 0,1 0-2 0,1 0 2 16,2-3 19-16,0-2 4 0,9 3 10 0,-9-3 5 15,22-6 2-15,-8 0 2 0,4-2-4 0,0-1 0 16,-3-1-6-16,4 0-4 0,-2-1-8 0,2 0-3 16,-3 0-9-16,1 1 0 0,-1 2-4 0,-5 1-4 15,-2 2-2-15,-2 2-6 0,1-1 0 0,0-1-6 16,-4 3-2-16,1-1-5 0,-1 3-3 0,-4 0-5 15,0 0-3-15,15 3 0 0,-11 1-3 0,1 1 2 16,-1 0 4-16,2 0-4 0,2 3-1 0,-3 1 4 16,-1 2-5-16,4-3 6 0,-1 2 0 0,0-2 0 15,2 1 3-15,-3-2 0 0,3 1 4 0,-1-1-4 16,-1-2 4-16,1-3-3 0,2 1 3 0,-1-2 0 16,-1-1 5-16,3-1 14 0,1-4 13 0,-2 1 16 15,4-7 6-15,-4 4 9 0,4-8 8 0,-1-2-6 16,0-6-4-16,2-4-9 0,-2 0 1 0,1-2-4 15,-2 0 4-15,-2 1-2 0,-1 0 4 16,0-1 10-16,0 3 4 0,-2 7-4 0,-2 1 8 0,-1 0 8 16,-4 3 2-16,5 5 11 0,-2 2 4 0,-2 0-13 15,1 2-10-15,-1 1-8 0,0 0-19 16,0 1-17-16,-1 4-33 0,3-3-43 0,-3 3-48 0,0 0 3 16,0 0-1-16,-5 17 15 0,2-2 4 15,-2 5 12-15,-3 9-1 0,1 2 10 0,-2 2 3 0,1 1 8 16,-2 12 3-16,5-14 6 0,0 1 1 0,4-2 3 15,1-3 7-15,1-1 0 0,5-3 4 16,-2-7 2-16,1-1 4 0,0-3-5 0,3-4 4 16,1 0 8-16,0-1-2 0,4-5 3 0,-1-1 11 15,6-3-2-15,1-1 12 0,0-7 0 0,-1 1 3 16,3-3-5-16,-2-9 0 0,3 2-6 0,-4-3-6 0,-6 8 5 16,1-3-8-16,-1 1 3 0,-5-3 0 15,-3 7 4-15,1 1-6 0,-2-2-16 0,-3 3-3 16,-3 1-7-16,-2 2-16 0,-2-1 2 0,-4 3 2 15,-5 0 0-15,2 4 2 0,-4 0-18 0,1 3-6 16,-1-1-18-16,3 6-7 0,2-1-7 0,0-2-14 16,3 2-8-16,1 2-2 0,1-1-4 0,3-1 3 15,3 2 8-15,4-1 7 0,5 1 4 0,6 1 7 16,4-3-6-16,14 1 1 0,-3-4-7 0,5 0 2 16,1-4-3-16,4-1 4 0,0-3 7 0,2 1 12 15,-3-6 6-15,-1 0 12 0,1-5 15 0,-1-3 21 16,-2 0 14-16,-6-4 18 0,-1 1 22 0,-5-4 19 15,0 2 35-15,-3-2 19 0,-5-1 32 0,1 2 30 16,-6 0 6-16,-1 6 1 0,-2 2 4 0,-1 4 0 16,0 2-8-16,-3 1-16 0,0 4-13 15,3-2-19-15,-5 2-10 0,2 0-24 0,0 1-34 0,-2 3-32 16,0 0-49-16,0 0 3 0,0 0-1 0,-4 17 9 16,2-1-2-16,-3 4 0 0,-2 4-10 0,1 5-21 15,-1-2-17-15,4 4-19 0,-3-3-28 0,1-2-24 16,3 0-26-16,-3 1-26 0,2-8-37 15,3-2-34-15,-1 0-235 0,1-7-531 0,3 0 235 16</inkml:trace>
  <inkml:trace contextRef="#ctx0" brushRef="#br0" timeOffset="11964.02">16099 2005 132 0,'0'0'242'0,"0"0"-19"0,0 0-7 0,7 0-10 15,-7 0-12-15,0 0-21 0,0 0-15 16,13-3-19-16,-5 2-7 0,5-2-18 0,5 0-10 16,0-1-12-16,3 1-12 0,5-4-1 0,-6 2-13 15,10-1-5-15,-10-1-3 0,6-2-7 0,-7 1-8 16,5-4-4-16,-6 3-1 0,-5-2-5 0,0 2 1 16,-3 0 5-16,0-1 10 0,-5 3 5 0,-1-3 4 15,1 1 0-15,-5 1 2 0,0 2-10 0,-5-2-6 16,1 4-2-16,-4 0-6 0,-2 2-7 0,-9 0-3 15,-1 2 7-15,-2 5-17 0,-10 2 1 0,1 3-6 16,3 5 2-16,0-2-1 0,1 2-5 0,2 2-1 16,0 5-2-16,7-1 0 0,7-4-1 0,-1 5 6 15,7-5-7-15,5 0 10 0,2 1-1 0,4-2 4 16,8 0-1-16,9 4 2 0,5-2 2 0,18 3-5 16,4-4 7-16,9-7-7 0,4 1 0 15,-1-3 0-15,2-2-1 0,-8-2 1 0,-3-1-1 0,-18-2-2 16,0 2 0-16,-7-3 7 0,-9 0 19 0,-6 2 1 15,1-2 11-15,-6 0-1 0,-1 0 1 0,-7 0 0 16,12 3 3-16,-6-3-6 0,-6 0-12 0,0 0-26 16,7-5-56-16,-7 5-60 0,0 0-82 0,0 0-94 15,-26-10-280-15,13 8-612 0,-1-2 272 16</inkml:trace>
  <inkml:trace contextRef="#ctx0" brushRef="#br0" timeOffset="15077.42">3148 3030 86 0,'0'0'144'0,"0"0"-12"16,0 0-19-16,0 0-10 0,0 0-10 0,0 0-10 16,0 0-10-16,19-5-11 0,-9 1 0 0,2 3-5 15,1 0-15-15,1-2 3 0,5-3-6 0,3 2-2 16,-1 2-1-16,9-3-6 0,0 2-6 15,4 1 2-15,0 0-7 0,2-1 0 0,1 2-7 0,3 0 4 16,-1-1-1-16,1 1-3 0,11 1-12 0,-14-2 17 16,3 2-10-16,-1-1 5 0,-2 0-6 15,4 1-1-15,9 0-3 0,-10 0 4 0,12-3 0 16,-14 3 2-16,15-2 2 0,-12 0-12 0,11 0 12 16,0-6-8-16,-12 8 9 0,15-4-9 0,-14 1-3 15,10 2 14-15,0-3-6 0,-12 2-2 0,0-3-4 16,17 4 4-16,-17-4-8 0,13 4 9 0,-1-4-5 0,-12 2 6 15,13 0 2-15,1 2-3 0,-3 1 7 16,4-5-10-16,0 2-1 0,-1-4 0 0,6 6 8 16,-4-1 1-16,3 2-8 0,-1-2 0 0,2 2 1 15,-3-2 0-15,0 2-7 0,-2-1 12 0,0 1 1 16,-3 3 0-16,4-3-7 0,2 2 3 0,-2-4 1 16,4 2 0-16,-4-2 1 0,2 1 1 0,1-2-3 0,-3 3 9 15,4-2 2-15,-2 0-3 0,-2-1 1 16,-1 2-5-16,-3 0 4 0,1-1-5 0,-2 2 3 15,-10-1 0-15,12 1 3 0,1-4-6 0,0 5 0 16,-2-1-1-16,-1 0 1 0,-10 3 2 0,13-6 0 16,0 3-1-16,-13 3 3 0,12-6 0 0,-12 2 3 15,-1 1 2-15,11-3-2 0,-8 5 5 0,-2-3-1 0,11 1 1 16,-3-1-5-16,-7-1 6 0,10 4-1 16,0-6 0-16,-16 5-7 0,20 0-3 0,-3 2-2 15,-2-2 2-15,4 5-3 0,-2-6 4 0,-2 0-5 16,5 0 1-16,-14 0 1 0,10 0-5 0,4 0-1 15,-4 0 2-15,4-1-2 0,-4-2-2 0,-9 6 7 16,11-2-5-16,0-1 2 0,0 0-5 0,-1 0 0 16,-11 2 0-16,14 0 2 0,-2 1 2 0,1 0 3 15,-4-1-5-15,-9 3 0 0,10-5 2 0,1 2-2 16,-12 1 6-16,0 1-5 0,12-1-1 0,-12 1 1 16,13 0-4-16,-13-3 4 0,12-1 1 0,2 4 0 15,-14-2-8-15,13-2 5 0,-13 2 0 0,12-4-7 16,1 4 9-16,-15-2-2 0,13-4 2 0,-11 3 0 15,-1-1-1-15,14 2 1 0,-15 0-7 0,12-1 6 16,-13 1 1-16,4 0-10 0,-2 0 8 0,1 0 0 16,1-1 4-16,10 1-4 0,-14-1 2 0,14-1-7 15,-11 4 6-15,11-1 7 0,-10-2-1 0,15-1 7 16,-1 2 0-16,0-1-2 0,4-1 3 0,-3 0-5 16,-1-1 3-16,0 1-4 0,4 0 2 0,-4 2-1 15,0-1-1-15,-2 1 2 0,-2-4-1 0,2 4-1 16,-15 0 2-16,17-2 1 0,-18 2-2 0,18-1-2 15,-1 1 0-15,-1-2 2 0,1 2 0 0,0-1-3 16,-1 1-1-16,2 0-3 0,0-1 0 0,0 2 3 16,-2-5 0-16,0 3-1 0,1-1 0 0,-4 2-1 15,-9-1 1-15,11-2-4 0,2 3 1 0,-2-1 1 16,4-3 1-16,-4 2-5 0,4 2 3 0,-1 0 0 16,-2-3 2-16,2 5 1 0,-5-5-1 0,4 3 1 15,-1 0-4-15,0 0 1 0,-2 0 0 0,0 0 3 16,5-3-6-16,-1 3 5 0,-4-1 1 0,3-1-2 15,1 2 1-15,-3-1-4 0,2 0 3 0,1-3-1 16,1 2 0-16,-2 2-5 0,-2-1 7 0,5-2-3 16,-5 4 1-16,0-2 0 0,-2 1 1 0,-12 0 0 15,20-3 4-15,-7 6-4 0,0-3 4 0,3-4-2 16,-4 4-1-16,2-1 4 0,0 0 6 0,3 2 4 16,-1-2-6-16,0 2 5 0,-2-2-5 0,0 1 1 15,1-1-2-15,3-2-1 0,-3 0 4 0,4 3 2 16,-3-2-2-16,-2-3 5 0,3 2-5 0,1 1 3 15,-1 0-6-15,3 1 2 0,-1 0-2 0,-3-2 0 16,2 3-1-16,2-2-2 0,0-1 1 0,-3 1-1 16,5 2-1-16,-2-3 1 0,3 4-2 0,-2-6-2 15,0 2 2-15,1 1-1 0,1-1 0 0,2-2 31 16,-2 3-4-16,4-2-1 0,-1 2 3 0,-4-2-7 16,2 3-1-16,0 0-8 0,1-1 7 15,-3-1-1-15,-3 2-3 0,2 1-4 0,-1 1-6 0,-2-5 4 16,3 7-1-16,-3-6-3 0,0 6 4 0,-5-7 0 15,-12 4 4-15,1 0-2 0,0 1-1 0,0-2-2 16,-4 0 1-16,-2 0-1 0,3 1-1 0,-5 1-1 16,0 0-1-16,-12-1 0 0,2 0-5 0,6 0 2 15,-7 0-3-15,-1 0 4 0,-1 1-5 16,-1-1 3-16,0 4 0 0,-4-4-2 0,-1 1-7 16,-2-1 16-16,2 2-12 0,-5-2 3 0,-3 0-1 15,2 2 12-15,-1-2 3 0,-6 0 5 0,7 1 7 0,-7-1 2 16,6 0 7-16,-6 0-5 0,0 0 5 15,0 0-5-15,0 0 3 0,7-3-2 0,-7 3-6 0,0 0-6 16,0 0-7-16,0 0-28 0,0 0-43 16,0 0-57-16,0 0-56 0,0 0-94 0,0 0-330 15,0 0-638-15,0 0 283 0</inkml:trace>
  <inkml:trace contextRef="#ctx0" brushRef="#br0" timeOffset="41079.83">2982 4371 126 0,'0'0'218'0,"0"-5"-3"15,0 1-11-15,0 4-4 0,0-8-1 0,0 5-10 16,0 3-10-16,0-5-12 0,0 1-11 0,0 4 9 0,0-5-9 15,0 5-8-15,0-4-9 0,0 4-8 16,0 0-13-16,1-5-16 0,-1 5-9 0,0 0-14 16,0 0-12-16,0 0-9 0,0 0-22 0,0 0-22 15,0 0-13-15,0 0 1 0,-5 11 4 0,-3 0-7 16,2 7 2-16,-7 7-4 0,0 5 2 0,-3 14 1 16,-2 2 1-16,4-12 1 0,-5 11 1 0,1-3 3 15,5-8-1-15,-1-2-3 0,0-3 2 0,0-1 2 16,5-3-2-16,0-6 2 0,1-1-8 0,2-3 4 15,1-4-2-15,1-3 3 0,1-4 2 0,2 6 16 16,-1-6 26-16,-1-1 34 0,3 1 56 0,0-4 12 16,0 0-22-16,0 0-23 0,-4-23-24 0,8 4-11 15,2-10-15-15,2-3-28 0,2-14-16 0,4-2-24 16,-1-3-6-16,4 5-5 0,-3 0-6 0,4-1 9 16,-4 14-2-16,-1 2 2 0,-2 2 3 0,1 2 1 15,-1 6 2-15,-3 5 7 0,-3 6 4 0,0-1-1 16,-1 5 6-16,2-2-4 0,-6 2-1 0,3 3-5 15,-1-1 1-15,1 3-11 0,-3 1-8 0,8 7 0 16,-2 2 2-16,2 6-1 0,-1 2-4 0,5 11 7 16,-5-1 0-16,2 5 4 0,-1 14 6 0,1-12 1 15,-1-1 0-15,-2 1 2 0,-1-5 2 0,3 0 3 16,-2-2-3-16,2 0 2 0,-6-10 4 0,0 0 3 16,-1-5-5-16,2-1 5 0,-2-4-1 0,0 1-2 15,-1-2 3-15,1-2 3 0,1 1 4 0,-1-1 4 16,-1 0 20-16,3-3 19 0,-3-1-8 0,1 5 7 15,-1-5 4-15,0 0-11 0,0 0-22 0,0 0-20 16,0 0-19-16,0 0-19 0,0 0-35 0,-4-17-39 16,1 15-36-16,1-3-46 0,1 0-58 0,-2 0-250 15,0-1-542-15,1 1 240 0</inkml:trace>
  <inkml:trace contextRef="#ctx0" brushRef="#br0" timeOffset="41542.06">2712 4740 198 0,'0'0'203'0,"-5"1"-12"0,5-1-9 0,0 0-8 16,-5 1 4-16,5-1-6 0,0 0-15 0,0 0-8 16,0 0-13-16,-2 4-18 0,2-4-5 0,0 0-12 15,-4 3-11-15,4-3-11 0,0 0-8 0,0 0-7 16,-2 3-5-16,2-3-5 0,0 0-7 0,0 0-7 16,0 0-2-16,0 0-8 0,-1 4 0 0,1-4-5 15,0 0-10-15,0 0 5 0,0 0-4 0,0 0-3 16,0 0-1-16,12 1 3 0,-3-2-2 0,9 2-1 15,3-4-3-15,10 2 0 0,2-1 1 16,3 0-5-16,1-2 1 0,-1 0 1 0,2 2-2 0,-1 0 2 16,-1 0-5-16,-2 1 4 0,0 1-4 0,-1-2 2 15,-4 1-2-15,2-1 5 0,-12 2-6 0,-1 2 1 16,-8-2-2-16,-1 0 0 0,-1 0-2 0,1 1 5 16,-9-1 0-16,10-1 2 0,-5 1 1 0,-5 0-5 15,5 1 0-15,-5-1-3 0,0 0-21 0,0 0-24 16,0 0-35-16,0 0-40 0,0 0-57 0,-19 2-232 15,19-2-444-15,-14 0 197 0</inkml:trace>
  <inkml:trace contextRef="#ctx0" brushRef="#br0" timeOffset="47341.61">4379 4596 144 0,'-2'-5'261'0,"2"0"-11"16,0 1-7-16,0-3-8 0,-1 4-8 0,0-2-2 16,1-2-5-16,0 7-4 0,1-7-2 0,-1 4-18 15,0-1-26-15,0 4-14 0,1-8-20 0,-1 6-14 16,0 2-18-16,6-1-20 0,-6 1-32 0,0 0-14 16,0 0-7-16,0 11-2 0,1 0-4 15,-1 2 1-15,-1 3-6 0,-1 9 0 0,1-3-1 0,-2 4 0 16,1 3-3-16,-2 0-2 0,4-4 2 0,-3-1-6 15,1-6 1-15,1 0 1 0,-2 1-6 0,2-7 6 16,-2-4-4-16,3 1 2 0,-1-3-3 16,1 0 8-16,0-1 32 0,-3-1 50 0,3-4 38 0,0 4 35 15,0-4 23-15,0 0-19 0,8-12-22 0,-2-3-17 16,3-3-17-16,5-8-9 0,-1-3-19 0,1 3-13 16,2-6-24-16,0 3-11 0,0-2-9 15,0 2-3-15,-3 7-4 0,1 0-5 0,-5 10 8 16,-4 2-13-16,0 3-1 0,-1-1-21 0,0 2-12 15,-3 3-31-15,4-1-42 0,-2 3-10 0,-3 1 9 0,6 5 5 16,-2 3 15-16,0 1-1 0,1 8 0 0,4 0 13 16,-4 2 5-16,4 6 7 0,0-1 7 15,4 0 3-15,-1-2 16 0,4-2-8 0,-1 0 3 16,3 0-9-16,4-3-12 0,-6-5-12 0,10 0-10 16,1-2-8-16,-2-3-16 0,6-2-3 0,-3-5-1 0,4 0 3 15,1-2 5-15,-1-4-2 0,-4-3 11 0,3-3 6 16,-4 2 7-16,-2-3 7 0,2-2 6 0,-3 1 5 15,1 1 4-15,-5-4 8 0,-2 5 11 0,-4-2 16 16,-1 4 13-16,-4-1 15 0,1 4 16 0,-5-2 21 16,3 6 10-16,-4-4 6 0,1 3-1 0,-2-1-5 15,0 2-5-15,0 1-9 0,-3 2-7 0,0-4-5 16,0 4-5-16,0 0-8 0,-19 6-1 0,3 1-3 16,1 1-2-16,-2 1-1 0,-2 4-2 15,1 0-2-15,4 2-5 0,-6 3 1 0,6-4-3 16,1 0-2-16,1-1 0 0,5 1 2 0,-2 0-5 0,5-1-3 15,1-3-8-15,1 2-2 0,2-4-1 0,1 3 2 16,2-6 2-16,3 2 9 0,5-3-7 0,5-3-2 16,6-4-2-16,6 1 0 0,1-7-5 0,-1 0-3 15,-2-3 2-15,-3-2-4 0,1 0 4 0,-2-3 0 16,2-2 1-16,-10 5 7 0,-1-2-5 0,-2-1 4 16,1 1 2-16,-2 0 1 0,-6 0 7 0,1 7 1 15,-5-3 2-15,-3 2-2 0,1-2-2 0,-5 4-2 16,0 2 1-16,-6 0 2 0,1 1-4 0,-7 0-3 15,-1 3 6-15,1 2-5 0,-2 2 2 0,1 1 0 16,1 1 0-16,0 2-15 0,3 1-18 0,-3 3-17 16,10-5-17-16,-4 4-26 0,3 2-27 0,2-2-25 15,2 0-28-15,4 0-33 0,0 1-228 0,5-3-472 16,0-4 209-16</inkml:trace>
  <inkml:trace contextRef="#ctx0" brushRef="#br0" timeOffset="47796.03">5501 4585 219 0,'1'-5'326'0,"0"3"-17"0,-1 2-20 0,0 0-25 0,3-6-19 15,-3 6-27-15,0 0-26 0,0 0-24 0,0 0-12 16,2-2-23-16,-2 2-20 0,0 0-17 0,0 0-12 15,0 14-8-15,0-7-7 0,0 5-4 0,-1 1-8 16,-2 5 1-16,1 0-9 0,-3 1-8 0,1 1-5 16,-1 6 1-16,1-8 1 0,0 1-4 0,-1 0-4 15,0-2-6-15,2-2-6 0,1-3-2 0,-2-4 2 16,4 0-2-16,0-2 1 0,-1 0 0 0,-2-1 30 16,2-2 49-16,1-3 48 0,0 3 18 0,0-3 5 15,0 0-20-15,5-14-17 0,1 3-13 0,2-3-10 16,1-3-7-16,0-1-19 0,1-1-8 0,2 2-9 15,-6 2-6-15,3 1-3 0,-3 2-7 0,-1 4-4 16,0-1-9-16,-3 5-8 0,2-1-8 16,-2 0-11-16,0 2-35 0,0 0-14 0,-2 3 2 0,0 0 6 15,15 11 1-15,-10-4-5 0,3 3 6 0,-4 0 3 16,5 4 4-16,1 0-3 0,-1 2 3 0,-4 0 3 16,4-2 3-16,-5 1 4 0,4-3 1 0,-3-2-6 15,0-3-4-15,-1 0-42 0,-2 0-16 0,5-4-24 16,-5 3-15-16,-1-3-8 0,1 0-10 0,-2-3-15 15,0 0-54-15,5 2-72 0,-5-2-310 0,8-8-637 16,-7 2 282-16</inkml:trace>
  <inkml:trace contextRef="#ctx0" brushRef="#br0" timeOffset="48643.54">6221 4649 218 0,'-5'-4'223'16,"-1"1"-23"-16,-4-2-14 0,1 1-16 0,-4 1-15 15,-5 3-12-15,-1 0-7 0,-1 0-14 0,-1 3-12 16,-7 2-8-16,1 2-12 0,0 0-5 15,7 0-13-15,-1 5-5 0,-3 1-11 0,5-1-6 0,2-1 0 16,1 3-8-16,1-1-5 0,2-1 0 0,1 1-6 16,4 1 0-16,2-4-3 0,-2-1-4 0,6 3-1 15,-1-4-4-15,3 1 2 0,0-5 7 0,4 4 9 16,2-3 11-16,2-4-1 0,4-1 0 16,0 0-1-16,9-4-6 0,-3-3 8 0,8-3 5 0,-1-7 11 15,-1 2 6-15,-1-5-3 0,0-4-3 0,-5-3-1 16,1-3-10-16,8-15 1 0,-3 1-10 15,-2 1-7-15,-2 1 0 0,-4 9-1 0,-4 1 12 16,0 6 30-16,-2-1 22 0,-5 9 17 0,0-2 3 0,-2 6 5 16,0 3 12-16,-1 1-6 0,-1 3-13 0,-1 1-24 15,4 0-3-15,-4 4-3 0,0-2-38 0,0 4-34 16,0 0-12-16,0 0 0 0,0 0-4 0,-18 16 2 16,8-2-4-16,-5 12 4 0,1 1 1 0,1 1 11 15,1 5-17-15,1-1-16 0,-1 15-2 0,7-15-4 16,1-2 3-16,6 1-5 0,-1-5-2 0,3 1 0 15,-2-7-2-15,4-4 5 0,-1 1 1 0,2-5-2 16,1-2 7-16,0 0 5 0,3-3 0 0,6-2 6 16,1-3-4-16,0-2 1 0,3-2 1 0,1-3 7 15,5-5-3-15,-9 4-1 0,6-6-1 0,0-2 2 16,-1-3 9-16,-5 4-10 0,1-3 4 0,-5 2 13 16,4 1-6-16,-9 2 29 0,-1 5 16 0,-2-2 10 15,-1 3-2-15,2 0-5 0,-5 0-8 0,2 3-6 16,0-2-4-16,-4 4-11 0,5-6-16 0,-5 6-21 15,0 0 6-15,0 0 2 0,5 12-1 0,-5-4 3 16,0 2 1-16,0 1 2 0,0 6-4 0,0 0 4 16,0 2-4-16,-1-2-9 0,2 0 16 0,-1 0-5 15,4-1 0-15,-5-3-6 0,1-1-15 0,-3-1-7 16,6-2-27-16,-6-3-20 0,6 0-15 0,-6-1-5 16,6 0 1-16,-6-1 2 0,3-4-76 0,0 0-98 15,0 0-85-15,-10-17-204 0,10 5-605 0,-4-5 268 16</inkml:trace>
  <inkml:trace contextRef="#ctx0" brushRef="#br0" timeOffset="48780.81">6552 4459 123 0,'0'0'332'16,"-1"-6"-23"-16,1 2-23 0,0 4-35 0,-1-3-29 16,1 3-23-16,0 0-23 0,0 0-36 0,0 0-50 15,0 0-29-15,0 0-8 0,0 0-37 0,0 0-47 16,0 0-64-16,1 12-62 0,-1-12-173 0,2 8-356 15,-2-8 157-15</inkml:trace>
  <inkml:trace contextRef="#ctx0" brushRef="#br0" timeOffset="49157.96">6942 4507 250 0,'0'0'241'0,"0"0"-25"16,0 0-23-16,0 0-11 0,0 0-15 0,-9 6-16 15,4-3-17-15,-3-1-12 0,2 1-10 0,-6 5-11 16,2-3-8-16,-4 3-13 0,0-2-4 0,2 1-9 16,-3 5-8-16,5-5-8 0,1 3-6 0,-1-3-2 15,-2 5-4-15,6-2-4 0,-2 0-2 0,3 0-3 16,1-1-2-16,2 1-2 0,3 1-4 0,0-3 0 15,3 5 0-15,3-2-6 0,1-1 4 0,5 0-4 16,1 0-3-16,-2-1 1 0,4-1-2 0,-5 0-2 16,4 0-2-16,-5-3 2 0,0 3-5 15,-2-4 1-15,-4-1 3 0,2 1-6 0,-2-2 0 0,0 0 3 16,-4-2 13-16,5 5-3 0,-5-5-1 0,-8 4 1 16,3-2-4-16,-9 2 2 0,-2-1 1 0,-1 0-18 15,-3-1-23-15,-1-2-30 0,1 0-41 0,-1 0-54 16,2 0-73-16,0-2-167 0,2-3-422 0,6 0 187 15</inkml:trace>
  <inkml:trace contextRef="#ctx0" brushRef="#br0" timeOffset="49523.87">7259 4596 199 0,'0'0'254'0,"0"0"-20"0,0 0-20 16,6 0-16-16,-6 0-14 0,0 0-11 0,0 0-5 15,0 0-16-15,0 0-12 0,9-3-21 0,-5 1-20 16,1 0-13-16,4 0-17 0,1-1-19 0,-1-2-13 16,2-1-12-16,1 0-5 0,-3 1 0 0,0-1-2 15,-1 2-2-15,2-2-1 0,-2-2-4 0,-2 4 1 16,1-4 0-16,-1 3 2 0,-2 0 10 0,0-2 0 15,-3 4 0-15,0-1-1 0,0 2-5 0,-1 2 2 16,-7-5-7-16,0 2-2 0,7 3-2 0,-19 3-2 16,9-1-2-16,-8 2 1 0,0 4-1 0,1 1 4 15,0 3-3-15,0-1-1 0,-3 4 0 0,3 4-4 16,2-3 4-16,0 4 0 0,4-3-2 0,3 0 9 16,2-1-7-16,2 1 0 0,4-4 0 0,0 1-6 15,4-4-26-15,1 0-29 0,2-1-44 0,4-3-70 16,0-3-237-16,1-1-441 0,6-2 196 0</inkml:trace>
  <inkml:trace contextRef="#ctx0" brushRef="#br0" timeOffset="49840.25">7497 4541 5 0,'0'0'223'0,"2"-5"-21"0,-2 5-25 16,0 0-12-16,5 9-11 0,-1-4-16 0,4 2-4 15,-2 3-7-15,4 3-2 0,-2 2-5 0,2-1-14 16,0 2-7-16,1 1-8 0,-5 2-9 0,3 1-6 16,-4-3-6-16,2 2-5 0,-2-2-5 0,0-1-8 15,-4-5-4-15,0 2-2 0,-2-3-1 0,1 1-1 16,0-5 1-16,-1 0 7 0,1-1 10 0,-3 1 33 16,3-3 30-16,0 0 44 0,0-3-11 0,0 0-2 15,0 0-14-15,-10-10-8 0,10 0 2 0,-4-2-13 16,3-2-12-16,-2-3-9 0,2-1-15 0,2 2-9 15,3-3-12-15,-1 0-11 0,1 3-12 0,-2 2-21 16,7 0-22-16,-4 2-37 0,5 2-35 0,-1 0-43 16,1 4-36-16,2 0-46 0,1 1-58 0,5-1-54 15,-4 5-238-15,1-3-592 0,4 5 262 0</inkml:trace>
  <inkml:trace contextRef="#ctx0" brushRef="#br0" timeOffset="50405.89">7921 4688 189 0,'-3'3'326'0,"3"-3"-19"0,0 0-15 0,0 0-15 15,-1 4-13-15,1-4-16 0,0 0-9 0,0 0-11 16,0 0-16-16,0 0-20 0,0 0-30 0,0 0-21 16,13-2-27-16,-2-2-22 0,-1 3-33 0,2-4-20 15,7 0-23-15,-1-2-10 0,0 2-11 0,1-4-20 16,8-3-8-16,-4 0-2 0,1 0-4 0,-6 2 2 15,5-5 1-15,-8 6 3 0,3-4 3 0,-5 4 3 16,-4-1 3-16,1 5 10 0,-1-3 10 0,-5 4 18 16,1-3-1-16,-5 2-5 0,0 0 1 0,-1 2-3 15,-4-1-2-15,-2 2-1 0,1 1 0 0,-7 1-2 16,3 2 5-16,-8 2-3 0,1 2-3 0,0 5 0 16,0-2-2-16,0 3 1 0,-3 5 3 0,5-3 1 15,1 2-3-15,1-2 0 0,1 3 0 0,2-1 1 16,5-2 3-16,1 2 0 0,4-6-1 0,4 4 0 15,5 0 4-15,1-3-3 0,7 0 4 0,7 1-7 16,3-5-5-16,2-2-7 0,7-2-4 0,-4-1-9 16,0-2 1-16,1-7 1 0,0 0 2 0,-3-4 3 15,-1-1 3-15,-2-5 1 0,-2-2 9 0,-3-5 4 16,1 0 6-16,-5-6-2 0,-1 2 5 0,-3-4 10 16,1-1 8-16,-6 1 14 0,1 3 16 0,-2-2 18 15,-2 6 23-15,-2 2 10 0,-1 5 16 0,-1 2-1 16,1 4-6-16,-3 4 13 0,1-1-13 0,0 4-15 15,-1 0-14-15,0 0-15 0,-1 0-22 0,1 5-43 16,0 0-7-16,0 0 4 0,-8 12 3 0,3 0 14 16,-1 5-19-16,-3 8-1 0,1 2-2 0,-1 4 4 0,1 1 1 15,-1 2 0-15,1-1 1 0,3 1 7 16,1 0 2-16,-1-2 6 0,4-2-14 0,-2-3-1 16,3-8-10-16,0 1-16 0,-1-5-31 0,1-4-11 0,-3-1-34 15,3-3-19-15,0-1-8 0,0-1-5 0,-1-1-4 16,1-4-57-16,0 0-107 0,0 0-252 15,0 0-593-15,0 0 263 0</inkml:trace>
  <inkml:trace contextRef="#ctx0" brushRef="#br0" timeOffset="50676.21">8364 4573 38 0,'-4'2'217'0,"4"-2"1"0,-6 3-1 0,6-3-4 16,-4 1-4-16,4-1-6 0,0 0-7 0,0 0-14 16,20 1-15-16,-5-1-15 0,5 0-19 15,8-2-12-15,3 2-12 0,1-4-9 0,0 3-11 16,-3-2-11-16,0 0-9 0,0-4-10 0,0 3-5 16,-11 0-5-16,-3 2-8 0,-2 0-5 0,0 1-3 0,-4-3-6 15,-3 3-6-15,-1-3-3 0,-2 4-14 16,-3 0-27-16,0 0-17 0,0 0-22 0,0 0-20 15,0 0-28-15,0 0-32 0,-22 0-46 0,22 0-213 16,-14 0-435-16,9 4 192 0</inkml:trace>
  <inkml:trace contextRef="#ctx0" brushRef="#br0" timeOffset="50992.36">8751 4683 200 0,'0'5'310'0,"0"-5"-2"16,0 0-2-16,0 0 0 0,0 0-2 0,0 0-18 16,0 0-26-16,14-4-32 0,-2 0-25 15,4-3-23-15,3 1-20 0,-2-2-13 0,5 0-18 16,1-6-10-16,-4 2-23 0,4-2-15 0,-6 4-8 16,-1-1-9-16,-1-1-9 0,0 1-5 0,-6 2-7 0,0 3 5 15,-2 1-1-15,0-1-7 0,-1 1-2 0,-5 2-4 16,-2 0-11-16,1 3-5 0,-10-7 3 15,-1 7-9-15,-6 3-3 0,-4 4-2 0,-8-2 2 16,1 12-6-16,1-2-3 0,-4 1 0 0,7 4 3 16,0-2 0-16,3 3-3 0,4 1 0 0,4-1 3 15,2 2 5-15,8-5-1 0,5-1 0 0,5 3 4 16,13-4-2-16,3-1-11 0,9-1-53 0,5-4-80 0,16-5-119 16,3-1-383-16,6-9-691 0,1-6 306 15</inkml:trace>
  <inkml:trace contextRef="#ctx0" brushRef="#br0" timeOffset="53373.37">10120 4452 101 0,'0'-3'245'0,"0"3"-16"16,0-7-18-16,0 7-20 0,1-3-20 15,-1 3-19-15,0 0-18 0,0 0-14 0,5-3-13 16,-5 3-11-16,0 0-13 0,18 9-11 0,-10-4-10 0,2 4-6 16,0 3-11-16,3 2 1 0,1 7-5 0,-1 2-3 15,1 0-8-15,-2-1 1 0,-2 3-5 0,-4 0-1 16,0 2 0-16,0 1-3 0,-2-2-3 15,-2 0-1-15,-4-1-1 0,-1-1 14 0,-1-3-2 16,-1-1-1-16,0-3-3 0,-4 0-2 0,0-4 7 0,1-1 1 16,2-5 8-16,-7 2 11 0,7-2 15 0,-3-2 23 15,-4-2 11-15,8-3 13 0,-3-2 6 0,-1-4 1 16,0-2-12-16,3-6 5 0,2-3-10 0,0-9-7 16,8-3-10-16,0-5-2 0,2 1-14 0,15-14-13 15,-1-3-5-15,2 8-9 0,-3 11 0 0,3 2-1 16,1 2-11-16,-1 0-6 0,1 4-5 0,-2 3-5 15,-7 6 2-15,0 2 0 0,-1-1 0 0,-4 6 0 16,0 0-11-16,-4 2-9 0,-1 2 1 0,1-1-24 16,-2 2-30-16,1-1-39 0,-4 3-5 0,0 0 12 15,7 5 11-15,-4-1 5 0,-3 3-15 0,0 1-14 16,-3-2-18-16,2 5-24 0,-5 4-31 0,-1-4-31 16,2-1-32-16,0-2-219 0,-2 2-495 0,5-3 219 15</inkml:trace>
  <inkml:trace contextRef="#ctx0" brushRef="#br0" timeOffset="53640.39">10575 4745 2675 0,'-4'6'304'0,"1"-1"-58"0,3-2-14 0,-1 1-29 16,1-4-9-16,-2 5-33 0,0-3-28 0,2-2-21 16,0 0-11-16,0 5-4 0,0-5-6 0,0 0-9 15,-4 3-9-15,4-3-7 0,0 0-3 0,0 0-34 16,0 0-34-16,0 0-41 0,0 0-47 0,0 0-42 16,0 0-53-16,8-12-62 0,-8 12-61 0,4-5-328 15,-4 2-693-15,0 3 306 0</inkml:trace>
  <inkml:trace contextRef="#ctx0" brushRef="#br0" timeOffset="54075.52">10903 4531 126 0,'0'0'395'0,"0"-7"-10"0,2 4-28 0,-1 0-30 16,-1 3-22-16,0 0-30 0,0-5-32 0,0 5-19 16,0 0-25-16,0 0-23 0,0-4-21 0,0 4-25 15,0 0-15-15,0 0-13 0,0 0-11 0,6 12-11 16,-1 1-17-16,-1-1-1 0,1-1-1 0,0 6-9 16,1 1-8-16,-1 6-2 0,0-5-6 0,-3 1-4 15,1-1-7-15,-1 0 8 0,0 1-8 0,0-2-4 16,1-4 2-16,-3-1-2 0,1-2-5 0,-1-2 1 15,1-3 2-15,-1 2-3 0,2-3 3 0,-2 0-1 16,2 0 16-16,-2-3 48 0,0-2 56 0,0 5 56 16,0-5 47-16,0 0-15 0,0 0-38 0,4-22-10 15,4 4-21-15,1-5-8 0,2-4-21 0,-1 0-16 16,3-6-17-16,-3-1-9 0,8 0-18 0,-5 3-12 16,5 1-8-16,-5 2-6 0,-2 12-6 0,-2-1-3 15,0 0-4-15,-3 6 0 0,-1 1-3 0,-1 3-7 16,1 0-27-16,-2 2-38 0,-2 0-38 0,1 1-51 15,-2 4-59-15,2-3-72 0,-2 3 4 0,0 0 23 16,6 7 12-16,-4 1-16 0,0 1-21 0,-2 4-21 16,0-1-34-16,-1 2-39 0,-4 3-275 0,4-3-685 15,0-1 303-15</inkml:trace>
  <inkml:trace contextRef="#ctx0" brushRef="#br0" timeOffset="54296.53">11316 4778 23 0,'-1'2'494'0,"-2"1"-12"0,3-3-18 0,0 5-33 16,0-5-30-16,-1 4-34 0,1-4-33 0,0 0-35 15,-2 3-28-15,2-3-29 0,0 0-24 0,0 6-39 16,0-6-45-16,0 0-67 0,0 0-146 0,0 0-121 15,9-10-129-15,-3 6-304 0,0-1-686 0,1-2 303 16</inkml:trace>
  <inkml:trace contextRef="#ctx0" brushRef="#br0" timeOffset="55048.18">12694 4378 33 0,'3'-3'259'0,"-1"-1"17"0,-1 1-7 0,-1 3-13 16,3-5-12-16,-1 3-17 0,-2 2-22 0,0 0-23 16,2-4-15-16,-2 4-24 0,0 0-25 0,0 0-8 15,0 0-15-15,-10 10-10 0,3-2-9 0,-5 5-9 16,-2 1-7-16,-8 6-3 0,3 1-6 0,-2 2-6 16,0 0-2-16,3 4 0 0,-4-5-8 0,2 4-1 15,1-3-2-15,1 1-1 0,2-2-3 0,1-4-10 16,4-2-21-16,-1-3-21 0,2 2-31 0,0-5-35 15,-4 0-34-15,5-2-58 0,-3-2-62 0,2-1-185 16,4-3-463-16,2-3 206 0</inkml:trace>
  <inkml:trace contextRef="#ctx0" brushRef="#br0" timeOffset="55284.67">12384 4394 123 0,'2'-6'393'0,"-4"-1"-30"16,4 2-32-16,-2 0-38 0,0 2-33 0,0 3-35 15,0 0-26-15,0-5-24 0,0 5-20 0,0 0-17 16,0 0-18-16,10 18-12 0,-4-7-4 0,7 4-8 16,1 6-4-16,4 4-1 0,0 0-7 0,1 3-5 15,1 1-5-15,-1 0-8 0,7-3-5 0,0 1-5 16,-3-2-4-16,-3-1-1 0,2-5-7 0,-6-4-1 16,-1-1-6-16,1-3-11 0,-3-1-19 0,-3-3-24 15,-1 0-20-15,-3-3-18 0,2-1-22 0,1-1-33 16,-4-2-51-16,-5 0-62 0,10-6-80 0,-6 3-192 15,1-4-534-15,-4 0 236 0</inkml:trace>
  <inkml:trace contextRef="#ctx0" brushRef="#br0" timeOffset="55646.7">13689 4457 318 0,'-1'-5'380'0,"1"-1"-17"0,0 2-22 15,0-1-8-15,0 5-10 0,0-5-33 0,-3 2-28 16,3 3-29-16,0 0-27 0,0-5-29 0,0 5-13 15,0 0-25-15,0 0-24 0,0 0-28 0,0 0-17 0,0 0-3 16,5 12-11-16,-4-3-1 0,-1 0-5 0,0 3-16 16,2 5 6-16,-2-1-10 0,1-1-2 15,-2 2-1-15,1-1-2 0,-2-5-1 0,1 1-4 16,1 0-12-16,-1-3-16 0,0-1-14 0,-2-1-26 16,3-2-27-16,-1 1-9 0,1-2-11 0,-3 0-3 0,3-4-2 15,0 0-60-15,0 0-59 0,-14-6-53 0,8-2-242 16,-2-4-558-16,3-3 247 0</inkml:trace>
  <inkml:trace contextRef="#ctx0" brushRef="#br0" timeOffset="55790.7">13649 4248 52 0,'0'-4'326'0,"0"4"-22"0,-1-6-26 0,1 6-27 0,-4-3-28 15,4 3-24-15,0-5-30 0,0 5-40 0,0 0-30 16,0 0-32-16,0 0-39 0,0 0-47 0,18 5-53 15,-9 1-63-15,-1-3-182 0,1 1-343 0,1 3 152 16</inkml:trace>
  <inkml:trace contextRef="#ctx0" brushRef="#br0" timeOffset="56139.84">14195 4304 177 0,'0'0'292'0,"0"0"-23"0,0 0-24 0,6 3-26 16,-6-3-24-16,0 0-18 0,2 2-11 0,-2-2-13 15,-8 7-20-15,3-3-7 0,0 1-15 0,-3 3-11 16,2-2-11-16,-2 2-10 0,-1 0-6 0,3 0-8 16,-1 0-9-16,1 5 1 0,1-4-11 15,1 1-3-15,0 0-5 0,4 1-1 0,0 0-2 0,3-1-4 16,1 1-2-16,2 0-4 0,3 5-2 0,1-2 3 15,4 0-6-15,-2-2 1 0,0 3-4 0,1-5 0 16,-4-2-3-16,2 1-3 0,-3 0-3 16,-1-1 3-16,-1-1-5 0,-2-3-1 0,2 2 1 15,-2-2 2-15,-4 0 2 0,0 0 11 0,-3 1 5 0,0 0-5 16,-9-1 2-16,-1 4-4 0,-4-1-1 16,-1-2 1-16,-11 1-22 0,0 0-46 0,0-2-64 15,-1 3-95-15,2-4-300 0,0-3-549 0,8 0 243 16</inkml:trace>
  <inkml:trace contextRef="#ctx0" brushRef="#br0" timeOffset="58421.27">15712 4300 3 0,'2'-1'191'0,"-2"1"-15"0,0 0-7 0,0 0-18 16,0 0-14-16,4-3-12 0,-4 3-11 0,0 0-13 15,0 0-12-15,0 0-7 0,0 0-9 0,0 0-5 16,-14 5-8-16,3 1-6 0,-5-2-9 0,-3 3 0 15,-8 3-7-15,0 0-1 0,-1 1-4 0,1 1-3 16,1-2-4-16,-1 2-2 0,1-3-6 0,2 2 6 16,6-3-9-16,0 1 2 0,3 0-4 0,-2-2-3 15,7 0 6-15,1-1-10 0,1 1 5 0,0-2-4 16,4 0 0-16,1 2-1 0,3-2 3 0,1-1-1 16,5 1 0-16,2 0-3 0,5 2 1 0,6-4 1 15,7 7-2-15,2-1 0 0,0-1-1 0,2-2 1 16,-2-3-3-16,-2 5 5 0,-4-4-5 0,-2 1 10 15,0-2-10-15,-5 4-2 0,-2-2 0 0,-2-2-1 16,-2 3 0-16,-1-1 3 0,-4-2 1 0,-2 1 6 16,-2 1 3-16,-2 0 1 0,-6 0 4 0,-3 0-3 0,-7 1 0 15,-4 1-3-15,-6-1 5 0,-1-3-1 16,2 1-1-16,-2 0-2 0,1 0 2 0,5-4 0 0,2 2-4 16,-1 1 0-16,3-3 1 0,-3 0-1 15,8 1-3-15,0-1 1 0,5 0-3 0,1 0-6 16,2 1-16-16,-2-1-18 0,8 0-33 0,0 0-21 0,0 0-30 15,0 0-12-15,22-7-39 0,-10 4-117 16,8-2-310-16,-1 1 138 0</inkml:trace>
  <inkml:trace contextRef="#ctx0" brushRef="#br0" timeOffset="59106.16">16187 4449 120 0,'0'-3'226'0,"0"3"-22"0,0 0-20 0,-4-5-20 16,4 5-18-16,-7-1-14 0,0 0-16 0,7 1-10 15,-18 2-7-15,7-1-16 0,-7 3-5 0,-1-1-8 16,-2 5-8-16,-4 1 6 0,-1 0-12 0,-1 0-13 15,8 2-6-15,-5-1-3 0,6 1-1 0,1-1-5 16,1 2-3-16,0-2-2 0,2 0-1 0,4-1-3 16,0-1 0-16,4 1-6 0,-1-2 3 0,2-2-5 15,4 1 5-15,-3-1 7 0,4-1 2 0,0-4 5 16,8 2 2-16,1-2 0 0,5 0-3 0,4-2-1 16,-1-5-3-16,9-2-2 0,-1-2 2 0,-5 1-4 15,5-4 2-15,-10 2-4 0,10 0 1 0,-7-1 1 16,-3 4 2-16,2 0-1 0,-7 3 3 0,0-1 4 15,-4 2 4-15,0 1 0 0,-1 1-1 0,0 1-6 16,1-1-2-16,-3 2-4 0,1-3-7 0,-2 2-8 16,-2 2-2-16,0 0-4 0,8 6 0 0,-6-2 2 15,0 1-1-15,0 1 1 0,0 2 1 0,2 0 1 16,0 3-1-16,2-3 2 0,-1 4-3 0,1-2 4 16,4 0-2-16,-3-1-5 0,2-2 2 0,2 0-8 15,2 0-8-15,0-3-6 0,3 1-4 0,1-4-2 16,2 2-2-16,0-3 6 0,-1-3 2 0,0-3-3 15,-1 0 7-15,-1-5 7 0,0 0 15 0,0 2 21 16,-3-3 14-16,-3 5 9 0,-1-4 15 0,0 2 8 16,-3-1 9-16,2 1 17 0,-3 1 4 0,-1 1 16 15,1 2 4-15,-2-2 4 0,2 5-10 0,-4-3-14 16,3 2-8-16,-4 3-9 0,1-5-15 0,2 2-8 16,-3 3-7-16,1-1-21 0,-1 1-24 0,0 0-16 15,0 0 2-15,0 0 3 0,5 7-2 0,-4-2 4 16,-1 1-4-16,0 5 3 0,2-2 2 0,-2 3 1 15,1-2-7-15,-2 2 1 0,1 2-2 0,0-2-12 16,0-2-14-16,0 1-12 0,0-1-8 0,-2-3-15 16,2 0-23-16,0 0-19 0,0-4-7 0,-1 2-2 15,1-1 9-15,0-4-22 0,0 0-57 0,0 0-39 16,0 0-55-16,-15-12-152 0,7 0-468 0,3 2 208 16</inkml:trace>
  <inkml:trace contextRef="#ctx0" brushRef="#br0" timeOffset="59240.85">16495 4274 237 0,'4'-3'276'0,"-4"-2"-23"16,1 2-25-16,-1 3-25 0,0-5-24 0,0 5-23 15,0 0-43-15,4-2-17 0,-4 2-21 0,0 0-24 16,0 0-27-16,8 14-35 0,-6-7-36 0,2 1-58 16,1 3-64-16,-1 0-92 0,4-2-281 0,-3 0 126 15</inkml:trace>
  <inkml:trace contextRef="#ctx0" brushRef="#br0" timeOffset="59856">17024 4446 136 0,'-22'-1'182'0,"-4"-2"-13"0,3 3-12 0,-3 1-10 16,4-1-12-16,1 3-14 0,1 0-10 0,-1 0-14 15,0 2-5-15,3 1-9 0,0 1-10 0,2 1-12 16,2-2-1-16,-2 5-5 0,7-5-9 0,2 4-4 16,0 0-2-16,2 0-5 0,0 1-2 0,5 0-2 15,3-2 0-15,4 2-3 0,0-2-3 0,2 0 1 16,1-1-1-16,3-4 1 0,6 4-1 0,-2-3 0 15,0-4 3-15,1-1-5 0,3-4 2 0,-1 0 4 16,-2-3 10-16,4-3 1 0,2-3 8 0,-6-4 10 16,4 0 1-16,-6-7 9 0,0 2-4 0,-4-3-2 15,1-3-4-15,-1-1 3 0,-1 0 6 0,-2-5 8 16,0 4 13-16,-1-1 14 0,-2 5 9 0,0 1 3 16,-3 6 13-16,2 0 8 0,-5 10-4 0,2-4 3 15,0 2-16-15,-2 3 8 0,1 3-11 0,-1 0-15 16,4 1-13-16,-3 0-12 0,-1 0-29 0,0 4-39 15,0 0-55-15,0 0 11 0,0 0 2 0,0 0 4 16,-5 25 4-16,2-8-1 0,-4 9 6 0,-1 0 3 16,1 2 0-16,-1 1 6 0,-1 0 2 0,1-1-2 15,3-2 3-15,-2 1-2 0,3-7 7 0,3-1-7 16,-1 1 4-16,2-3-4 0,-1 1 10 0,2-5-1 0,-1-4 6 16,2 2-1-16,-2-5-1 0,0 1-2 15,0-2 4-15,0-2 1 0,0 2 6 0,0-5 0 16,1 6 5-16,-1-3 0 0,0-3 9 0,0 4 5 15,0-4-4-15,0 0 0 0,0 0-8 0,0 0 3 16,0 0-8-16,1 6 0 0,-1-6-13 0,0 0 14 16,5 3-3-16,1-3-6 0,2 0-23 0,3-2-37 15,2 2-47-15,-1-1-55 0,3 0-59 0,3-4-85 16,4 2-293-16,6-6-644 0,-1 1 285 0</inkml:trace>
  <inkml:trace contextRef="#ctx0" brushRef="#br0" timeOffset="60859.52">18270 4142 126 0,'0'-10'292'0,"-1"0"-12"0,2 0-11 0,-2 3-12 16,1 0-16-16,0 1-18 0,1 2-21 0,0 0-20 15,0-1-20-15,-1 5-21 0,2-5-19 0,-2 5-23 16,0 0-15-16,0 0-10 0,5 14-7 0,-4-3 2 16,-1 6-17-16,0 1-6 0,0 11-2 0,0-3-2 15,-1 6-5-15,0 0-3 0,-1-3-6 0,0 2 2 16,-1 3-7-16,1-3 1 0,-2-2-1 0,0-2-2 15,0 0-1-15,-1-3-2 0,4-7-3 0,-2-2 2 16,2-4-4-16,-3-1-12 0,4-1-5 0,-1-3-6 16,-2-1-1-16,3 1 11 0,-1-3 4 15,0 2 15-15,1-5-2 0,-7 0-4 0,7 0-16 0,-14-5-2 16,4-2-7-16,-3 0-1 0,-1-3-4 0,-4 1 0 16,4-2-1-16,-4 2 2 0,0 2 0 0,-6-3 2 15,-1 0-1-15,6 3 3 0,-1 0 0 0,1 1 0 16,2 0 0-16,2 2 0 0,4 0 0 0,-1 0 2 15,7 1 5-15,-1 2-1 0,-1-1 0 0,3 0-12 16,4 2-19-16,2-5-6 0,-2 5 1 0,19-4 4 16,0 0-3-16,9 0-10 0,7 1 1 0,2 2 1 15,1-2 2-15,15-2 3 0,4 1 1 0,-3 2-1 16,-17 1 1-16,14-6-2 0,-15 4 3 0,-1 0 2 16,-1-1 3-16,-4 1 7 0,0-1 0 0,-9 2 3 15,0-1 10-15,-10 1 20 0,2-1 25 0,-3 3 15 16,-1-3 13-16,-5 3 8 0,4-2 2 0,-8 2-5 15,2-2-10-15,-2 2-9 0,0 0 0 0,0 0-7 16,-19 0-6-16,5 4-1 0,1-1-7 16,-3 4-3-16,-1 0-3 0,1 2-1 0,0 3 0 0,1-1-4 15,3-1 1-15,3-1-3 0,1 0 1 0,1 0-1 16,3 0 0-16,4-1 0 0,0-1 1 0,3-2 2 16,6 3 6-16,3-2-2 0,5-1 2 0,4-2-7 15,0-3 4-15,7-3-4 0,-2 1 1 0,2-6 7 16,0 3-9-16,-6-4 0 0,-3 1-1 0,-2-3-1 15,-3-2 0-15,-3 2-3 0,-2-2-1 0,-3 2 4 16,-3 0 4-16,-2-1-11 0,-2 0 0 0,-4 2-3 16,-1-2-1-16,-3 3 0 0,-4-1 1 0,-5 5 6 15,0-1-20-15,-4 3-11 0,-5 0-17 0,-1 2-23 16,7 4-22-16,-1 0-48 0,3 2-54 0,0-1-243 16,2 2-469-16,4 1 208 0</inkml:trace>
  <inkml:trace contextRef="#ctx0" brushRef="#br0" timeOffset="61553.8">19609 4492 188 0,'0'0'239'0,"0"0"-9"15,0 0-3-15,0 0 5 0,0 0 1 0,0 0-17 16,0 0-24-16,0 0-15 0,10-14-24 0,-2 6-13 16,1-1-14-16,0-2-13 0,5-3 15 0,1-5-15 15,3-1-9-15,-5 4-12 0,3-8-8 0,1 0-9 16,1-3-4-16,-1-2-14 0,1-3-7 0,1 1 0 15,-3-1-3-15,0 0 1 0,-1 6 7 0,-2 2 18 16,-6 9-2-16,1-2 10 0,-5 8 17 0,1-1-9 16,-2 3 0-16,3-1-10 0,-4 4-14 0,-1 2-21 0,4-5-32 15,-4 7-16-15,0 0-2 0,0 0 3 0,-14 14-9 16,1 2 3-16,-2 8 4 0,1 1 6 16,-2 4 1-16,3 4-7 0,-1 0 7 0,1 0-4 15,4 2 12-15,0-2-15 0,5 1 8 0,2-5-6 16,3 0-2-16,1-5 6 0,1-6 3 0,3-2-4 0,-2-1 11 15,3-2 3-15,-2-4 6 0,4-3 5 0,2 0 5 16,1-2 21-16,2-2-1 0,2-4 8 0,2-2-2 16,-2-3 4-16,0 1-4 0,0-3-5 15,0-3 0-15,-3 0-3 0,-2-1-1 0,2-1-4 16,-4-1-6-16,2 2-4 0,-1 0-5 0,-7 3-6 0,1 0-4 16,0 0 2-16,0 6-5 0,-3-2-8 0,2 2-12 15,-2 0-28-15,0 1-48 0,2-2-42 16,-3 5-44-16,0 0-46 0,0 0 20 0,0 0 2 15,0 0-27-15,0 0-24 0,0 14-16 0,4-8-13 0,-1 0-223 16,4 0-535-16,2 4 237 0</inkml:trace>
  <inkml:trace contextRef="#ctx0" brushRef="#br0" timeOffset="61941.68">20165 4454 15 0,'0'0'294'0,"0"0"2"0,0 0 8 0,5 0 6 0,-5 0-34 16,0 0-33-16,10-5-23 0,-3 2-24 0,2-2-25 15,1 0-10-15,0-1-18 0,2 0-13 16,-1 0-13-16,6-2-14 0,-1-2-8 0,2 2-10 16,-3-1-11-16,2-3 1 0,1 2-12 0,-1 0-11 15,-2 0 5-15,0-1 1 0,-6 2 1 0,4-1 32 0,-3 2-20 16,-2 0-8-16,-3 2 27 0,1 2-2 16,-2-1 0-16,1 2-10 0,-2 0-8 0,-1 1-14 15,-2 2-12-15,0 0-9 0,-15 0-3 0,2 3-3 16,-6 4-7-16,0 0 17 0,-10 3-37 0,0 4 11 0,5 1-19 15,-1 2 9-15,3-1 19 0,4 2-15 16,3-4-1-16,4 1-3 0,4 2-8 0,2-1 5 16,5 0 5-16,5 0 0 0,5-2-2 0,10 4 15 15,6-2-14-15,4-3 3 0,6-4 5 0,4-2-10 16,11-1 1-16,3-1 9 0,-15-5-5 0,20-1 5 0,-9-3-3 16,-10 3-1-16,-5-4 1 0,-4 2 16 15,-9 1 15-15,-3-1 16 0,-9 2 4 0,3-2-1 0,-6 3-9 16,0 0 1-16,-1-2-15 0,-6 2-27 15,8-1-10-15,-8 1-44 0,3-2-64 0,-3 2-53 0,0 0-53 16,-30 1-61-16,16-1-69 0,-2 2-304 0,3-2-701 16,0 2 311-16</inkml:trace>
  <inkml:trace contextRef="#ctx0" brushRef="#br0" timeOffset="65336.27">22680 4153 6 0,'-3'-4'210'0,"2"0"-17"0,-2 0-15 0,1 2-22 16,-2 0-17-16,-4-1-11 0,-1 3-15 0,-2 0-14 16,-7 6-7-16,0-1-10 0,-9 6-7 15,-1 0-13-15,0 4-5 0,-3-1-4 0,3 2-7 16,0-1-4-16,0 2-4 0,1-1-6 0,4 1 2 15,1-2-9-15,7-1-1 0,2-2-2 0,3 0-2 16,2-4-1-16,3 1-5 0,1-4 1 0,-1 5 3 0,5-5 7 16,0-1 12-16,0 0 14 0,5 0 6 15,3-3 5-15,4-1 1 0,0-2 3 0,9-5 5 16,-3-1 2-16,1-3-2 0,4 0-2 0,-1-5-5 16,-4 4-6-16,-2 2-3 0,7-5-8 0,-9 2-6 0,0 4 1 15,-5 1-5-15,0 3 8 0,-2 2-6 0,-1-3-2 16,-1 3 1-16,1 0-5 0,-2 0-11 15,-4 3-10-15,4-1-12 0,0 0-17 0,-4 1 3 16,0 0 0-16,6 5 0 0,-2-2 2 0,0 1-2 16,1 3 7-16,-1-1-3 0,1 2 3 0,0 1 0 0,0 0 2 15,0-1 1-15,4 0 0 0,-2 0 1 16,0 0 5-16,1-4-2 0,0 0 1 0,1 0 8 0,-3-2-3 16,2-2-2-16,3 0 1 0,-1-2 17 15,1-3 5-15,1-2 15 0,3-2 7 0,-2-5-4 16,3 0 5-16,-1-7 3 0,2-2-3 0,-2-3 8 0,1-1-17 15,-1-4 12-15,-5 4-12 0,4-1 9 0,-1 3 3 16,-7 6 13-16,4-5 23 0,-3 9-2 0,-3-2 1 16,0 5 4-16,-1 3 4 0,1 1-4 15,-4 1-13-15,3 2-8 0,-2 0-12 0,1 3-10 16,0-2-31-16,-2 4-46 0,2-5-39 0,-2 5 9 0,0 0 8 16,-1 18-2-16,-5-1 8 0,3 4 5 0,-3 5 4 15,1 4 7-15,-2-2 2 0,1 2 2 0,0 0 3 16,3-3 7-16,-1 3 3 0,5-5-4 15,1 0 4-15,0-8-1 0,2 0 2 0,1-1 4 16,0-4 3-16,0-3 2 0,3 2 4 0,1-4 7 0,4-1-1 16,0-2-4-16,4-4 4 0,0 0-8 0,2-3 4 15,-2-2 2-15,0-2-3 0,-1 0 4 16,-3-5-2-16,2 2-2 0,-3 0 10 0,-5 1-14 16,2 0 1-16,-2-1-9 0,-1 2 10 0,-2-2-3 15,-3 3-3-15,1-1 13 0,-2 1-18 0,-2 1-8 0,-2 0-9 16,-3-3-7-16,-3 8 2 0,-2 0-1 15,0-2 4-15,0 3-3 0,-1-1-10 0,0 2-8 16,2 2-14-16,2-2-24 0,-3 3-16 0,6 0-18 0,-1 0 2 16,2 1-4-16,5-2 4 0,0 2-2 15,4 0-4-15,8 2 3 0,4-3-2 0,14 0 8 0,3 2-9 16,4-5-12-16,17 1-2 0,-1-2-1 0,0 0 3 16,0-3 1-16,2-1 17 0,-4-2 10 15,2-2 16-15,-14 1 12 0,0-2 19 0,-1 3 17 16,-6-5 31-16,0-1 24 0,-6 6 30 0,-9 1 18 15,-2-3 31-15,-3 1 12 0,-4 3 15 0,-2 1 3 0,-1-2 0 16,-1 0-10-16,1 1-12 0,-3 0-9 0,-2-2-9 16,-4 3-9-16,4 3-10 0,-5-5-4 0,0 4-9 15,-2 0-7-15,7 1 1 0,-11 0-7 16,2 1-5-16,1 0 0 0,0 0-10 0,0 3 2 0,-1-1-3 16,0 2-4-16,2-3 1 0,1 2-1 0,-2-1-3 15,4 0-1-15,-2 1-1 0,2 0 2 0,0 1-2 16,-1-4-6-16,1 2 3 0,4-3-1 0,-5 1 1 15,4 2-1-15,1-3 2 0,0 0-2 0,-4 2-2 16,4-2 4-16,0 0 0 0,0 0 2 16,0 0 1-16,-4 3-3 0,4-3-2 0,0 0 1 0,0 0 1 15,0 0-4-15,0 0 1 0,0 0 1 0,0 0-2 16,0 0 2-16,-4 3-2 0,4-3 0 0,0 0-3 16,0 0 3-16,0 0-3 0,0 0 1 15,0 0 1-15,0 0-3 0,0 0 2 0,0 0-1 16,0 0-1-16,0 0 0 0,0 0 1 0,0 0-1 0,0 0 2 15,0 0-1-15,0 0-1 0,0 0 1 0,0 0 0 16,0 0 2-16,0 0-3 0,0 0 0 0,0 0 4 16,0 0 0-16,0 0-4 0,0 0 4 0,0 0-3 15,0 0 2-15,0 0-1 0,0 0-1 16,0 0 4-16,0 0 0 0,0 0-1 0,0 0-7 0,0 0-7 16,0 0-3-16,0 0-4 0,0 0-9 0,0 0-10 15,0 0-15-15,0 0-4 0,0 0-6 0,0 0-3 16,0 0-4-16,0 0-3 0,0 0-1 0,0 0-2 15,0 0-4-15,0 0 2 0,-6 0 0 16,6 0-4-16,0 0-13 0,0 0 2 0,0 0 2 0,0 0-2 16,0 0-1-16,0 0 2 0,0-10-5 0,0 10-1 15,0 0-2-15,0 0-87 0,-2-2-201 0,2 2 89 16</inkml:trace>
  <inkml:trace contextRef="#ctx0" brushRef="#br0" timeOffset="65722.08">23703 4109 202 0,'4'-3'229'16,"-4"3"-4"-16,4-1-6 0,-1-2-13 0,-3 3-13 16,0 0-15-16,2-3-16 0,-2 3-16 0,0 0-12 15,0 0-15-15,0 0-12 0,0 0-12 0,0 0-13 16,0 0-6-16,0 0-9 0,-17 4-7 0,7 0-9 16,-1 1-6-16,-1 1-1 0,-3 1-7 0,-1 2-3 15,1-1-3-15,-2 1-1 0,2 2-7 0,2-2-3 16,3 2-1-16,1-4-1 0,-4 5-2 0,3-1-4 15,1 0-1-15,3 0 0 0,1-2 0 0,-1 1-3 16,2 0 2-16,2 0-1 0,4-1-1 0,2 2 2 16,3-1-1-16,1 0 1 0,5 1 0 0,2-2-2 15,2 3-1-15,-1-3-1 0,-2 1-2 0,4 0 1 16,-8-5-2-16,4 1 1 0,-2 0-2 16,-4 0 0-16,-1-3-2 0,-2 2 1 0,-1-3-6 0,1 1-7 15,-1-1-1-15,-3 0 4 0,-1-2 1 0,-5 6 1 16,-5-4 5-16,-4 0-2 0,-8 1-1 0,-5-2 3 15,1 0-1-15,-3-1 1 0,0 0-1 0,0 0 1 16,-3 0-1-16,2 0 4 0,2 0-4 0,5 0-8 16,5-1-16-16,-1-2-20 0,6 2-17 0,2-1-31 15,3 1-48-15,6-3-63 0,2-1-187 0,5 0-425 16,5-2 188-16</inkml:trace>
  <inkml:trace contextRef="#ctx0" brushRef="#br0" timeOffset="66087.59">24131 4157 38 0,'0'0'242'16,"-5"-7"-23"-16,1 6-25 0,-2-2-18 0,6 3-19 16,-13 0-20-16,3 0-11 0,-3 3-13 0,3 1-12 15,-8 6-11-15,4-2-11 0,-4 4-3 0,1 0-10 16,-3 5-8-16,5-3-5 0,-1-1-7 0,5 3-1 15,-2-3-6-15,2 1-3 0,4 0-4 0,1-1-1 16,2-1 2-16,3 0-4 0,2 0-1 0,-1-3 0 16,8 3 10-16,-1-4 3 0,8 1 0 0,1-4-1 15,1-2-2-15,4-1-4 0,7-2-3 0,-1-2-3 16,1-1 0-16,-6-4 7 0,-4-3 0 0,4 2-5 16,-5-4-1-16,-1-1-1 0,3-7-7 0,-6 6 3 15,-1-2-5-15,-2-2 8 0,-3 1 0 0,-2-1-2 16,-3 1-2-16,-2 6-1 0,-3-1-6 0,-1 0-4 15,-3 1-2-15,-3 2-8 0,-6 2-9 0,0 0-13 16,-2 1-10-16,-3 4-9 0,2 0-12 0,2 1-19 16,2 2-15-16,2 0-27 0,-2 0-23 0,6 1-41 15,0 1-200-15,1 0-406 0,7-2 180 0</inkml:trace>
  <inkml:trace contextRef="#ctx0" brushRef="#br0" timeOffset="66691.39">24455 3914 83 0,'0'0'88'0,"3"-1"-8"0,-3 1-5 0,0 0-7 16,0 0 5-16,0 0 10 0,0 0 8 0,0 0 13 15,0 0 7-15,0 0 2 0,0 0 2 0,0 0 0 16,0 0 2-16,0 0-2 0,0 0 2 0,0 0-2 16,0 0-8-16,0 0-1 0,0 0 1 0,0 0-4 15,0 0 3-15,0 0-1 0,0 0-1 0,0 0 2 16,0-7 1-16,0 7-14 0,4-5-10 0,0 4-5 15,-4 1-9-15,1-7-10 0,3 3-1 0,-4-2 1 16,4 3 0-16,-3-2 7 0,3 0-3 0,1 1 3 16,-5 1 24-16,1 0 1 0,-1 3 1 0,4-6-15 15,-1 5 16-15,-3 1 0 0,4-4-7 0,-4 4-5 16,1-3-4-16,-1 3-9 0,4-1-9 0,-4 1 0 16,0 0-8-16,0 0-6 0,0 0-5 0,0 0-9 15,0 0-22-15,1-5-1 0,-1 5-26 0,0 0-30 16,0 0-25-16,0 0 5 0,0 20 13 0,0-9 6 15,0 7 5-15,-1 9 1 0,-3 1 9 0,4 3 2 16,-1 6 1-16,-2-3 4 0,-1-1 4 0,3 4 7 16,1-3-3-16,1 0 7 0,-1-1-2 0,4-6 2 15,-4-1 4-15,4-6 2 0,0-3 1 0,-3-6 5 16,2 1-3-16,-2-3 1 0,-1 2-2 0,1-6 4 16,2 3 2-16,-1-4-1 0,-4 0 6 0,4 0 23 15,-2 0 12-15,0-4 11 0,0 4 7 0,0-4 7 16,0 0-11-16,3 5 7 0,-3-5 4 0,0 0-22 15,0 0-10-15,0 1-20 0,0-1-40 0,0 0-35 16,0 0-34-16,0 0-116 0,0 0-79 0,-18-1-69 16,14-2-205-16,0 1-611 0,4 2 271 0</inkml:trace>
  <inkml:trace contextRef="#ctx0" brushRef="#br0" timeOffset="67287.39">24828 4202 22 0,'4'-1'410'0,"-1"1"-44"0,1-2-43 15,-4 2-17-15,0 0-47 0,10 0-37 0,-10 0-40 16,0 0-20-16,6 3-18 0,-5 4-10 0,-1 2-16 16,-1 4-12-16,-2 1-5 0,0 3-17 0,-4 1-5 15,0-2-7-15,4 1-3 0,-3 2-9 0,4-5-7 16,1-3-6-16,-2-1-1 0,2-2-2 0,1 0-5 15,-2-3-2-15,2-1 4 0,0 1 8 0,-2-2 42 0,2-3 38 16,0 0 4-16,0 0-11 0,11-12-15 16,-2 4-11-16,3-5-8 0,-1-3-9 0,2 2-8 15,1-3-7-15,0-4-9 0,0 8-8 0,-1-2-1 16,1 1-25-16,-2 2 12 0,-3 2-4 0,1 3-7 16,-4 2-7-16,1 0-2 0,-2 0-24 0,0 3-14 15,1 0-15-15,3 2-18 0,-1 0 9 0,2 5-6 16,2-1-2-16,-1 3 5 0,6 2 6 0,-1 0-7 15,2 3 6-15,5 1-8 0,-5-3-1 0,1 0-9 16,7 1-3-16,-1-1 1 0,-8-3-1 0,-1-2 3 16,1-1 6-16,2 1 7 0,-3-5 3 0,-4-2 6 0,5-5 5 15,-3 2 1-15,-4-2 3 0,4-6 9 16,-2 1 5-16,-2-5 9 0,0 0 13 0,1-9 21 16,-1-2 2-16,3-2 6 0,-7-2 3 0,2 1 11 15,-3-1-7-15,4-1 9 0,-3 3 7 0,-1 4 21 16,-1 8 9-16,-1 7 7 0,-2 0 7 0,0 3 1 15,1-2-26-15,-1 4-3 0,4 1-13 0,-5 1-6 16,0 0-19-16,0 4-25 0,2-5-47 0,-2 5 1 16,0 0 0-16,0 0 4 0,3 21 8 0,-3-4-7 15,0 1 4-15,0 7 3 0,-3 4 7 0,5-1-7 0,-5 2 18 16,3 1-1-16,-4-2-5 0,4-3-5 0,3 0-8 16,-8-7-12-16,5-2-11 0,-1-3-12 15,-1-2-16-15,1-2-23 0,0-1-15 0,-1-3-31 16,0-1-1-16,2 0 1 0,-4-2-33 0,4-3-68 15,-8-1-225-15,8 1-513 0,-10-8 227 0</inkml:trace>
  <inkml:trace contextRef="#ctx0" brushRef="#br0" timeOffset="67542.47">25212 4123 37 0,'-7'0'291'0,"2"1"-3"0,5-1-9 16,-8 1-14-16,8-1-21 0,0 0-27 0,0 0-21 16,0 0-20-16,23-1-16 0,-1 0-19 0,8-1-29 15,9-2-24-15,0 0-24 0,12-2-22 0,-15 4-20 0,-4-3-23 16,1 0-16-16,-6 1-13 0,1-2-8 0,-11 2-9 16,-3 0 1-16,-4 3 3 0,-1-1 4 15,0 1-5-15,-5-4-15 0,-3 5-6 0,-1 0-12 16,0 0-18-16,0 0-9 0,-9-8-31 0,3 7-42 15,-2 1-91-15,0 0-290 0,8 0 128 0</inkml:trace>
  <inkml:trace contextRef="#ctx0" brushRef="#br0" timeOffset="68165.55">25789 4178 19 0,'0'0'207'0,"-3"4"-11"0,3-4-9 0,0 0-4 16,0 0-15-16,0 0-11 0,0 0-13 0,0 0-17 0,0 0-11 16,22-2-12-16,-8 0-11 0,3-4-11 15,3 1-5-15,2 1-10 0,3-3-6 0,2-3-7 16,1 1-6-16,-4-1-4 0,2-4-5 0,-8 6-3 15,0-5-7-15,0 0 0 0,-4 1-1 0,0-1-1 0,-3 4 11 16,-2-3 12-16,-2 4 15 0,-1 1 3 16,0 2 6-16,0 0-9 0,-6-2-8 0,-2 2-9 15,-3 4-4-15,-1-3-5 0,-8 4-6 0,-7-1-4 16,-6 2-5-16,-2 3-1 0,0 1-3 0,-1 5-4 16,-2-2 2-16,4 7-2 0,0-3-6 0,1 2-1 15,3 3-1-15,2 2-1 0,4-1-1 0,3-3-4 16,6 2 5-16,1 1 0 0,-2-3-3 0,8 2 3 15,2-5-2-15,2-1 5 0,8 5 0 0,3-6-3 16,6 1 1-16,4 0 1 0,8-4-3 0,0-1 3 16,2-3-3-16,1-5-2 0,2 1-2 0,1-5 4 15,-1-3-3-15,-4 0-1 0,-3-8-1 0,0 0 2 16,-5-3-1-16,1-3 1 0,-2-6 0 0,-5 1 1 16,5-15 2-16,-6 10 3 0,-2-12 14 0,-2 12 17 15,-4 1 13-15,-3 2 19 0,-2 0 28 0,1 1 15 16,-3 11-6-16,0 0-9 0,-2 6-2 0,2-1 2 0,0 4-7 15,-2 1-16-15,0 2-3 0,-4 0-4 16,6 2-16-16,-2 4-29 0,-2-7-37 0,4 4-43 16,-2 3-2-16,0 0 8 0,0 0 9 0,-7 20 3 15,3-4-3-15,-2 8 9 0,-1 2-1 0,-3 4 7 16,2 0 10-16,6-1-6 0,-6 2 4 0,8-1 2 0,-4 0 1 16,4 1 4-16,-2-2 0 0,2-3 5 0,0 1 4 15,0-9 0-15,0-1-21 0,1-2-31 16,-1-3-21-16,-1 1-35 0,2-2-38 0,-5-4-38 15,7 0-48-15,-3-3-59 0,-3-1-181 0,3-3-512 16,0 0 227-16</inkml:trace>
  <inkml:trace contextRef="#ctx0" brushRef="#br0" timeOffset="68689.23">26431 4071 89 0,'0'0'356'16,"0"0"-29"-16,3-3-31 0,-3 3-31 0,0 0-30 0,5-1-27 15,-5 1-27-15,0 0-44 0,0 0-19 0,0 0-11 16,4 9-12-16,-3-2-29 0,3-2-26 0,1 3-19 16,0 2-20-16,0-3-12 0,2 1-11 15,-2-2-10-15,-1-1-12 0,0 1-3 0,3-2-2 0,-2-1 4 16,-1-2 2-16,4 2 6 0,-2-6-2 0,2 2 11 16,-2-3 2-16,2-3 10 0,-2 1 20 0,3-2 20 15,-2-2 23-15,0 0 19 0,0 1 17 0,0-1 14 16,-2 0 8-16,1 3-1 0,-3 2 16 0,1-2-1 15,-2 4-7-15,0-1-18 0,-1 1-14 16,3-1-22-16,-4 4-17 0,5-3-18 0,-5 3-3 0,5 10-1 16,-1 1-5-16,0 4-1 0,-1 3-3 0,-1 11-1 15,-2 2 0-15,0 2 0 0,0 13-1 16,-4-1 2-16,-5 5-1 0,-1-2-1 0,-3-1 3 16,3 1 3-16,-1-3-4 0,4-13 0 0,-2 2 1 0,2-2 0 15,-3-4-1-15,3-2-2 0,-2-8 1 0,0-2 0 16,3-6-2-16,-2 0 4 0,-1-3 5 0,-1-3 9 15,-3-4 5-15,4-1 6 0,-5-5 18 16,5-2 24-16,-5-5 31 0,3-3 17 0,4-9 0 16,0-4-3-16,4 2-7 0,9-8-13 0,3-12-22 0,10 0 2 15,7-2-15-15,11 2-13 0,4-1-9 0,19-14 1 16,-18 22-10-16,4 7-20 0,-3 1 15 0,-1 3-1 16,-12 9-9-16,2 5-2 0,-2 1 0 0,-4 3-3 15,-5 4-8-15,-3 2 2 0,-5 0-3 0,-2-1-11 16,-5 5-21-16,2-2-44 0,-3 2-54 0,-1 0-43 15,-4 1 22-15,-1 6 11 0,-8 2-3 0,-9 1-45 16,-10 7-68-16,-6-4-103 0,0 1-235 16,2-4-634-16,2-3 280 0</inkml:trace>
  <inkml:trace contextRef="#ctx0" brushRef="#br0" timeOffset="72454.14">27938 4028 78 0,'0'0'231'16,"-4"-6"-13"-16,4 6-7 0,-2-2-10 0,2 2-17 0,0 0-12 16,0 0-11-16,0 0-13 0,0 0-9 0,-2-4-20 15,2 4-13-15,0 0-8 0,0 0-10 0,0 0-11 16,0 0-8-16,0 0 0 0,0 0-10 15,0 0-5-15,0 0-5 0,0 0-8 0,0 0-3 16,0 0-6-16,0 0-9 0,6-3-10 0,0 0-10 0,0-2-1 16,-1 1-2-16,8 2-1 0,-3-2 2 0,2-1-2 15,-2-1 1-15,5 0 1 0,-3 0-1 0,3-5 6 16,-2 2-6-16,-3 0-1 0,2 4 2 16,-2-5 7-16,0 3-4 0,-2-1 7 0,-2 1 3 15,1 1 13-15,-3 2 1 0,-1 0-3 0,2-3 1 0,-1 5-7 16,-4 1-7-16,0 1-1 0,0 0-5 0,-10-4 0 15,10 4-4-15,-22 5 2 0,3 1-1 16,-1 2-1-16,-6 7 2 0,-1 0 0 0,-2 3-1 0,2 0-4 16,0 3-1-16,0 2 1 0,1 3 0 15,1 0 1-15,3-1 3 0,2 0-4 0,5 0 1 0,3 3 1 16,7-10-1-16,4-2 0 0,5 0 2 0,2-1 2 16,11 0 2-16,9 0-4 0,5-2 3 0,6-6 3 15,19-2-4-15,3-2 2 0,5-4-7 16,1-1-6-16,-1-3 0 0,0-6-12 0,-1 0 1 15,-4-2-6-15,-6-3-1 0,-1-3-1 0,-7-3 0 0,-9 4 0 16,-6 0 1-16,-4-3 8 0,-3 0 2 0,0 2 2 16,-7-1 5-16,-7 6 16 0,-2-2 9 15,-3 8 9-15,-3-5-4 0,-2 4 0 0,-2 0-5 0,-5 1-3 16,-1 1-2-16,-6 4-4 0,-5 3-1 16,-8 0 0-16,-4 6-1 0,-2 2 1 0,-1 2-2 0,2 2-1 15,1 5-1-15,1 0-1 0,-1 3 2 0,5-2 0 16,4 2 1-16,4-1-3 0,5-5-2 0,3 1 1 15,4-1 1-15,5-3-2 0,2-1 1 0,6-1 4 16,4 1-1-16,8-3 1 0,10 0-1 0,3-5-4 16,6-2-6-16,-1-1-6 0,1-2-1 0,1-3-1 15,-6-2-9-15,0-2-1 0,-1-4-5 0,-4 1 1 16,-4-1 2-16,-8 1 3 0,0-3 2 0,-3 0 2 16,-2 1 6-16,-4 0 2 0,-2-1-2 0,-2 3 3 15,-2 1 3-15,-4 0-1 0,-3 0-1 0,0 2 1 16,-4 1 2-16,0 1-1 0,-6 1-1 0,3 1 2 15,-5 1-10-15,0 3-10 0,-3 1-12 0,4 2-27 16,-1 1-24-16,1 0-25 0,-2 2-27 0,4 1-49 16,-1 0-125-16,6 1-340 0,1-1 150 0</inkml:trace>
  <inkml:trace contextRef="#ctx0" brushRef="#br0" timeOffset="73054.83">28947 3991 167 0,'6'-4'386'0,"-6"4"-36"16,3 0-47-16,-3 0-37 0,0 0-39 0,0 0-42 16,0 0-39-16,4 5-16 0,-4-1-9 0,-1 7-13 15,-2 0-11-15,1 6-10 0,-3 4-7 0,-3 2-7 16,0-4-6-16,1 6-5 0,0-2-6 0,0-3-4 15,3-3-5-15,1-5-7 0,1 0-6 0,-1-3-10 16,2-2-2-16,0-2-1 0,-1 1 6 0,2-2 23 16,0-4 27-16,2 4 2 0,-2-4-12 0,13-9-4 15,2-1-9-15,0-4-4 0,4-6-12 0,0 2 3 16,1-3-8-16,0 1-2 0,-1 1-6 16,-2 1 2-16,-2 3-8 0,-1 3 2 0,0 0-2 0,-6 5-5 15,0-1-3-15,-2 3-1 0,2 1-4 0,-3-1-16 16,-1 2-11-16,2 2-7 0,-6 1-4 0,13 4-5 15,-3 1 7-15,-2 2-6 0,2 2 4 0,1 4-20 16,2-1-2-16,2 2 3 0,-4-1-8 16,5 1-3-16,-2-1-4 0,-1 0 0 0,4-2 9 0,-4-1 3 15,-2-2 1-15,-1-1 5 0,-1-1 3 0,-1-4 9 16,0-1 2-16,1-4 6 0,-1-3 3 0,1-2 7 16,2-5 7-16,-2-3 9 0,-1-1 16 0,0-10 7 15,1-2 11-15,-1 0 4 0,-3-3 1 16,1-4 0-16,5-10 0 0,-1-4-1 0,-3 17 6 0,1 1 1 15,-3 1 11-15,0 2 5 0,3 5 9 0,-6 6 16 16,2 9 9-16,-1-4-20 0,-2 5-4 16,-1 1-9-16,0 2-20 0,3 0-50 0,-2 3-35 0,-1 2 1 15,0 0 5-15,-4 15 8 0,4 3 8 16,-5 10-3-16,1 1 5 0,-6 3 3 0,2 15 2 0,2-1 3 16,-2-10 1-16,-1 13 2 0,2-4 4 0,2-10 1 15,-1-2-2-15,3-5 0 0,1-1-12 0,-3-4-9 16,5-3-12-16,-4-3-16 0,3-8-16 0,1 1-18 15,0-1-21-15,-4-3-5 0,2-2-2 16,-2-2-54-16,4-2-75 0,0 0-154 0,-15-7-432 0,8 0 192 16</inkml:trace>
  <inkml:trace contextRef="#ctx0" brushRef="#br0" timeOffset="73305.11">29218 3984 94 0,'-9'0'196'0,"9"0"-18"16,0 0-9-16,0 0-8 0,-5 3-14 0,5-3-8 16,0 0-9-16,0 0-3 0,32 0-4 0,-1 0-11 15,7-3-13-15,16-2-12 0,-2 1-8 0,-16 3-4 16,1-2-15-16,-1-1-3 0,-7 3-6 0,1-1-1 16,-10 2-14-16,-1-1-5 0,-7-1-8 0,-1 1-9 15,1 0-6-15,-6-1-10 0,1 1-12 0,-3 0-22 16,-2-2-14-16,-2 3-22 0,0 0-8 0,-8-6-16 15,8 6-12-15,-9 0-15 0,2-2-34 0,-2 2-95 16,1-1-272-16,8 1 121 0</inkml:trace>
  <inkml:trace contextRef="#ctx0" brushRef="#br0" timeOffset="73567.7">29858 3956 250 0,'0'-3'394'0,"0"3"-7"0,4-7-22 0,-4 5-25 16,0 2-36-16,0-3-31 0,0 3-41 0,2-3-24 15,-2 3-21-15,0 0-22 0,0 0-30 0,0 0-39 16,0 0-18-16,0 0-9 0,2 12-7 16,-2-5-6-16,0 3-8 0,-2 2-6 0,2 4-2 0,-2-4-2 15,4 6-6-15,-2-4-1 0,-2 3-14 0,2-2-18 16,0-3-15-16,0-1-15 0,-2 0-15 0,4-2-21 15,-2 1-18-15,-2-4-24 0,0 1-12 0,0-3-21 16,-2 1-8-16,0-2-43 0,4-3-50 0,-11-4-199 16,0-3-477-16,0-1 212 0</inkml:trace>
  <inkml:trace contextRef="#ctx0" brushRef="#br0" timeOffset="73712.34">29813 3781 58 0,'2'-10'324'0,"-1"3"-17"0,1 2-10 0,0-2-23 0,-2 4-26 15,3-1-27-15,-2-2-23 0,1 1-24 0,-2 5-39 16,2-4-52-16,-2 4-40 0,4-3-21 0,-4 3-35 16,7 6-31-16,0 3-37 0,-1 0-46 0,2 2-60 15,-4-2-135-15,1 2-350 0,-3-1 155 0</inkml:trace>
  <inkml:trace contextRef="#ctx0" brushRef="#br0" timeOffset="74087.78">30091 3967 213 0,'0'0'319'0,"0"0"-34"0,0 0-31 0,0 5-27 16,0-5-32-16,-2 5-14 0,4 0-20 0,-4 3-15 15,0 3-16-15,2 5-14 0,-5 1-9 0,3 3-11 16,-4 4-9-16,1 1-7 0,-1-3-1 15,1-4-14-15,2-2-5 0,0-4-8 0,-1 0-5 0,1-3-3 16,2-2-4-16,1-2 3 0,-3 2-4 0,3-4 21 16,1 1 43-16,-1-4 46 0,0 3 38 0,0-3-19 15,0 0-19-15,10-16-16 0,-4 6-17 16,2-5-12-16,2-3-9 0,3-7-13 0,4-1-10 16,-4 4-6-16,6-1-7 0,-3 2-7 0,-5 6-5 0,3-2-6 15,-6 8-4-15,0 1-3 0,-3 2-2 0,-1 0-7 16,1 3-6-16,-3 0-11 0,2-1-4 0,-1 1-27 15,-3 3-15-15,0 0 0 0,15 7 12 16,-7-1-17-16,2 5-12 0,1 1-11 0,1 3-19 16,2 0-21-16,-3 2-24 0,3 0-30 0,-1 0-39 0,-4-3-49 15,5-2-44-15,-5 3-275 0,0-6-613 0,0-1 271 16</inkml:trace>
  <inkml:trace contextRef="#ctx0" brushRef="#br0" timeOffset="74754.83">30433 4089 12 0,'0'0'359'0,"0"0"-27"0,-4-4-24 15,4 4-23-15,0 0-19 0,0 0-22 0,-2-1-28 16,2 1-22-16,0 0-28 0,0 0-38 0,12-7-26 16,-5 5-23-16,4 0-23 0,1-3-19 0,6 0-17 15,1 1-21-15,2-1-16 0,8 0-10 0,-1-2-12 16,1 0-4-16,-1 0-1 0,0-1 2 0,-1 0-1 15,-7-3 7-15,0 5 10 0,-2-5-3 0,0 1 5 16,-1 0 4-16,-2 1 11 0,-2-3 22 0,-3 4 14 16,-1 1 18-16,-4 0 8 0,0 3 13 0,1-1 6 15,-5 2-4-15,4-1-9 0,-4 0-7 0,-1 4-9 16,1-5-5-16,-1 5-5 0,-11 0-1 0,1 3-8 16,-1-1-2-16,-5 6-5 0,-1 0 1 0,1 2-6 15,0 2 1-15,-6 4 1 0,7-1-1 0,-3 4-4 16,3-4 5-16,5 2 1 0,0 0-16 0,2 1-4 15,3-1-15-15,2 1 0 0,6-3-2 0,1 1 1 16,5-4-10-16,6 3-7 0,8-2-1 0,4-5-17 16,5 2-6-16,3-6-9 0,4-3-12 0,13-1-3 15,-13-2-4-15,14-3 3 0,-3-6 11 0,-10 2 0 16,-5-3 15-16,2 0 1 0,-5-5 9 0,-5-1 6 16,1-2 6-16,-6 1 24 0,-5 1 26 0,-3 4 18 15,-4-1 16-15,-4-2 17 0,-2 5 6 0,0 1-8 16,-4 0-4-16,-4 1-6 0,0 0-7 0,-3 3-5 15,-2 0-5-15,-8 0-1 0,0 4-4 0,-11 3-2 16,0 6-3-16,0 0-4 0,1 3-3 0,-2 4 0 16,1 1-5-16,2 1-1 0,2 5 1 0,2 0-2 15,3 4-2-15,4-2 3 0,5-5-2 0,3 2 3 16,5-1-5-16,4-1 8 0,2-1 2 0,7 1-5 16,2-1-2-16,5-3 1 0,5 0 0 15,7-5 0-15,-1-2 0 0,4-2-1 0,-1-2-3 0,2-4 0 16,-2-2 1-16,-1 0 1 0,-1-5-2 0,-7-3 1 15,-4-1-2-15,2-4 2 0,-3-4-5 0,-4 0 2 16,-1-2 8-16,-4 1-9 0,0-3 4 0,-8 7 12 16,3 1 1-16,-4-1-4 0,0 1-3 0,-2 0-1 15,-4 5-3-15,0 1-1 0,-3 0-1 0,0 3-3 16,-5 2-16-16,-1-2-17 0,3 5-18 0,0-1-28 16,-3 3-30-16,3 2-32 0,0 2-43 0,3 1-60 15,-1 0-131-15,4-1-401 0,2 0 178 0</inkml:trace>
  <inkml:trace contextRef="#ctx0" brushRef="#br0" timeOffset="75154.08">31577 3871 177 0,'3'-5'391'0,"-1"2"-15"16,0-1-28-16,1-1-33 0,-1 2-39 0,-2 3-27 15,2-2-36-15,-2 2-22 0,0 0-48 0,0 0-46 16,0 0-11-16,0 0-6 0,2 14-12 0,-2-2 1 16,-2 1-12-16,-2 4-3 0,1 2-4 0,-1 5-6 15,3 1-1-15,-6 1-5 0,-1 0-2 0,3-2-2 16,0-5-5-16,3-2-3 0,-2-4-6 0,3-1 0 16,-1-1 0-16,1-4 2 0,0-1-4 0,-1 0-4 15,2-1 7-15,-1-1 8 0,1-2 30 0,0-2 20 16,0 0-11-16,9-1-1 0,1-3-10 0,3-2-12 15,4-2 2-15,-1-3-7 0,0-1-5 0,0 1-8 16,2 1-4-16,-1-2-2 0,-1 3 3 16,-3 1-1-16,-1 0-14 0,-3 2 3 0,-4 3 2 15,1-1 1-15,-1 1-2 0,0 1-12 0,-1 1-6 0,-4 1-7 16,8-2-13-16,-8 2-3 0,9 3-9 0,-2-1 3 16,2 8-20-16,-2-5-26 0,2 4-31 0,0-2-41 15,0 1-42-15,0-1-54 0,1 1-70 0,-3-3-189 16,6-1-547-16,-3-2 242 0</inkml:trace>
  <inkml:trace contextRef="#ctx0" brushRef="#br0" timeOffset="75469.48">32154 3845 145 0,'-2'-4'370'16,"4"0"-35"-16,-2 4-29 0,-2-5-34 0,2 5-35 15,0 0-26-15,0-5-24 0,0 5-37 0,0 0-34 0,0 0-10 16,0 0-11-16,-13 11-10 0,5-3-8 0,-5 6-5 16,0-1-4-16,-1 2-12 0,1-2 0 15,-5 7-7-15,5-3-11 0,3-2-12 0,1-1-7 16,4 3-1-16,-1 0 0 0,3 2-6 0,2-2-1 16,1 0 2-16,4 0-3 0,-2-5-1 0,2-1-2 15,5 4 5-15,-4-4-5 0,4-2-3 0,-2 1 3 16,0-3-1-16,1-2-2 0,-2 2-3 0,-2-2 2 15,0-2-14-15,-3 2 2 0,3-1-8 0,-3 1-9 16,2-3 13-16,-3-2-8 0,-8 6 5 0,-1-2 8 16,-9 1-2-16,-1-2-18 0,-3-1-19 0,-6 3-37 15,0-1-36-15,-1-2-76 0,-2-1-240 0,8-1-471 16,0-1 208-16</inkml:trace>
  <inkml:trace contextRef="#ctx0" brushRef="#br0" timeOffset="77485.55">2973 6465 22 0,'0'-6'284'0,"-4"1"-21"0,4 1-22 0,-2-1-18 16,-1 1-21-16,-2-1-21 0,3 2-21 0,-2 1-17 16,-2-1-16-16,0 3-14 0,6 0-8 0,-18 0-13 15,5 3-10-15,-3 1-9 0,0 4-11 0,-3 1-4 16,3 1-6-16,-10 5-7 0,6 2-6 0,-2 1-4 15,4 2 0-15,-2-1-8 0,3 2-2 16,3 0-4-16,4-4-3 0,1 1 1 0,4-1-4 0,1 1-1 16,4-2 2-16,1 0-5 0,2-3 5 0,7 1 3 15,0-5-8-15,4 0 3 0,4 1 0 0,2-4 1 16,7-3 0-16,3-2 0 0,-1-5-3 0,4-3-1 16,-3-2 2-16,-2-3-4 0,-4-1 2 0,0-6-2 15,-2 5-1-15,-8-1-1 0,-1 1 0 0,-5-3-3 16,-2 1 0-16,-3-2 0 0,-2 1-2 0,-5-1-1 15,-1 2 1-15,-4 1 0 0,-1 0-4 0,-3 3 1 16,-5 2 2-16,1 1-3 0,-2 3 1 0,1 1-4 16,-3 3 6-16,-1 2-8 0,0 1-16 0,3 2-29 15,-1-1-32-15,3 1-38 0,3 1-44 0,2 1-52 16,1-2-174-16,7-1-424 0,3 1 188 0</inkml:trace>
  <inkml:trace contextRef="#ctx0" brushRef="#br0" timeOffset="77787.73">3240 6443 35 0,'5'-1'293'0,"-1"0"-33"0,-4 1-30 16,0 0-22-16,9 4-21 0,-5-4-21 0,2 3-10 16,2 1-12-16,0 3-13 0,-1 0-2 0,6 4-13 15,-5 0-9-15,2 1-12 0,1 3-7 0,-2-1-9 16,-2 2-6-16,-1 2-5 0,-2-3-9 0,1 2-1 15,-2-3-6-15,-1-4-6 0,-2-1-5 0,1-3-5 16,-1 1 3-16,2-3 15 0,-4 1 30 0,2-2 43 16,0-3 57-16,0 5 9 0,0-5-22 0,0 0-17 15,-5-17-16-15,4 2-16 0,1-4-8 0,0 0-13 16,5-10-5-16,2 2-14 0,3-2-9 0,1 2-17 16,3-1-13-16,3 1-18 0,2 3-26 0,3 2-40 15,2 2-50-15,2 3-49 0,2 5-52 0,1 1-68 16,3 5-80-16,-13 1-268 0,4 4-659 0,-2 0 291 15</inkml:trace>
  <inkml:trace contextRef="#ctx0" brushRef="#br0" timeOffset="78636.28">5002 6342 236 0,'3'-1'259'0,"-3"1"-21"0,0 0-17 0,0 0-15 15,0 0-15-15,0 0-22 0,0 0-15 0,0 0-18 16,0 0-16-16,0 0-8 0,0 0-16 0,0 0-9 16,0 0-12-16,-22 9-10 0,8-2-5 0,-5 3-5 15,-8 0-3-15,0 2-8 0,0 3-4 0,-1-3-4 16,0 4-4-16,1-3-5 0,-1 2-1 0,5-1-3 0,4-4-1 15,1 1-4-15,4-1-3 0,5-2 0 16,1 0-6-16,0 0-1 0,2 2 0 0,4 0 1 16,2-3-1-16,1 1-5 0,8-2 5 0,0 2-2 15,5-3 1-15,13 2-1 0,1 0-1 0,4-2-1 16,0 0 4-16,4-1-5 0,-2 1 0 0,3-1-1 16,-4 2 1-16,1 0-3 0,-1 0-1 0,-6 0-3 15,-7-1-2-15,-2-1-10 0,-4 0-7 0,-4 0-5 16,-3-2 0-16,-3 0 0 0,0 3 13 0,-7-1 0 15,-4 0 2-15,-4 0 8 0,-9 2 4 0,-7 0-4 0,-7-1 5 16,0 0 0-16,-1-3 8 0,0 3 1 0,0-1 5 16,-1-4-3-16,1 0-1 0,0 1 1 15,2-1-1-15,2 0 0 0,2 0 0 0,11 0 1 16,5-1-6-16,2 1 4 0,2-2-5 0,2 2-12 16,2-3-34-16,5 3-51 0,0 0-66 0,12-11-38 0,3 1-198 15,12 3-427-15,2-1 190 0</inkml:trace>
  <inkml:trace contextRef="#ctx0" brushRef="#br0" timeOffset="78904.34">5498 6496 213 0,'1'-3'405'0,"2"0"10"15,-3 3-15-15,2-4-18 0,0 1-25 16,-2 3-21-16,0 0-26 0,1-4-24 0,-1 4-31 0,0 0-26 15,0 0-22-15,0 0-28 0,5-3-19 0,-5 3-20 16,0 0-22-16,0 0-22 0,0 0-49 0,0 0-24 16,0 0-31-16,3 10 15 0,-2-5-9 15,-1 4 7-15,0 2 0 0,1-2 1 0,-2 3-7 0,2-2-16 16,-2 2-23-16,1-2-12 0,0 3-15 0,-1-5-17 16,-2 2-15-16,2-3-21 0,1-2-18 0,-4 3-15 15,0-3-28-15,0-1-45 0,-2-1-74 16,-1-3-216-16,-3-1-558 0,1-4 246 0</inkml:trace>
  <inkml:trace contextRef="#ctx0" brushRef="#br0" timeOffset="79035.92">5370 6302 129 0,'0'-10'342'0,"-1"1"-14"0,1 6-32 0,0-2-30 16,0-1-26-16,0 6-35 0,0-5-18 0,0 5-35 15,0-4-44-15,0 4-39 0,0 0-7 0,0 0-27 16,0 0-41-16,18 9-48 0,-8 0-47 0,-1-2-59 15,-1 3-190-15,-1-1-379 0,6 3 167 0</inkml:trace>
  <inkml:trace contextRef="#ctx0" brushRef="#br0" timeOffset="79601.11">5775 6441 129 0,'0'0'389'16,"-1"4"-35"-16,1-4-40 0,0 0-30 0,0 0-34 16,0 0-26-16,4 2-25 0,-4-2-22 0,0 0-22 15,0 0-20-15,-4 5 0 0,4 0-23 0,0 0-16 16,0 3-3-16,0 1-17 0,1 3-3 0,1 2-9 16,-5 2-5-16,3 1-6 0,-2-4-4 0,2 4-2 15,0-5-5-15,2-2-5 0,-4-2-5 0,2-3 2 16,0 2-4-16,0-2 2 0,2-1 2 0,-2-1-3 15,0-3 26-15,0 5 39 0,0-5 19 0,0 0-2 16,0 0-19-16,11-16-11 0,-3 5-5 0,1-4-7 16,5 0-11-16,-1 0-4 0,-4-1-8 0,10-3-2 15,-7 4-13-15,-1 4 3 0,-2 3-4 0,-1-2-6 16,-3 4-4-16,2 0-8 0,-3 1-2 0,0 3-2 16,-1 1-22-16,-3 1 3 0,0 0-6 0,14 4-12 15,-8 2 16-15,0 2 5 0,1 1 3 0,2 4-15 16,-2 0 9-16,1 2-12 0,1 0 9 0,1 0-4 15,-2 1-1-15,1-3 2 0,0 2-8 0,-2-4 6 16,4-1 3-16,-6-3 0 0,3 1 4 0,-2-4 1 16,-1 1 4-16,4-3 0 0,0-2 4 0,5-2-4 15,-5-3 1-15,5 1 5 0,-2-3 4 0,3-3-1 16,-1-3 2-16,-1-1-7 0,1-2 6 0,2-4-2 0,-3 3 6 16,0 1-2-16,-3-1-4 0,-1 3 7 0,-4 5 10 15,0-1 7-15,2 4 3 0,-2 0-6 16,-4 1 1-16,3 1-10 0,-3 1-8 0,-1 1-13 15,0 2-23-15,4-5-28 0,-4 5-10 0,0 0 11 0,0 0 7 16,5 12 3-16,-1-7 8 0,-4 2-15 0,3 3-31 16,-1-5-27-16,-2 4-37 0,0 1-42 0,0-1-62 15,0-3-90-15,0 1-195 0,-1-2-580 16,0-1 258-16</inkml:trace>
  <inkml:trace contextRef="#ctx0" brushRef="#br0" timeOffset="80303.48">6261 6537 98 0,'1'-3'193'0,"3"-4"-11"15,1 2-2-15,0 0-11 0,-1 1 5 0,0-2-9 16,1 2-1-16,0-3-8 0,-1 2 2 0,1 2-10 16,0-2-11-16,-2 3-9 0,-2-2-11 0,3 1-9 15,-2 0-11-15,-2 3-16 0,6-1-10 0,-6 1-5 16,0 0-8-16,11 4-10 0,-6-1-3 0,2 2-6 15,0 3-3-15,2 1 2 0,0-1-3 0,0 5 0 16,1 1-2-16,-1 1 1 0,3-3-3 0,-1 0-7 16,-2-2 2-16,-4 2-2 0,3-4 0 0,-1 1 7 15,1-1-13-15,-7-2-3 0,6-1 3 0,-6 0-2 16,3-3 8-16,-3 3 9 0,2-3 5 0,-3-2 10 16,5 4 13-16,-5-4 20 0,1 1-10 0,-1-1-4 15,0 0 3-15,0 0-8 0,0 0-5 0,5 3-1 16,-5-3-28-16,0 0-39 0,0 0-17 0,4-7-25 15,-4 7-33-15,4-3-43 0,-4 3-45 0,0-5-71 16,0 5-287-16,0 0-576 0,-4-6 255 0</inkml:trace>
  <inkml:trace contextRef="#ctx0" brushRef="#br0" timeOffset="80708.92">6672 6332 58 0,'0'-8'325'0,"3"3"-10"0,-3-2-14 0,-3 2-18 15,6 1-20-15,-6 0-32 0,3 4-21 0,0-6-25 16,0 6-27-16,3-4-21 0,-3 4-30 0,0 0-11 0,0 13-8 16,0-1-10-16,1 6-5 0,-1 10-4 0,0 6-9 15,0 2-11-15,-5 12-2 0,1 0-5 0,-1-2-3 16,1-9 0-16,1-1-4 0,-1 1-6 15,2-4 1-15,1 2 0 0,2 1-4 0,-1-5-11 0,2-2-18 16,0-3-17-16,0-9-22 0,-2 0-25 0,-2-4-29 16,2-3-32-16,-1-3-28 0,1-3-36 0,-1 0-45 15,1-4-177-15,0 0-447 0,0 0 199 16</inkml:trace>
  <inkml:trace contextRef="#ctx0" brushRef="#br0" timeOffset="81229.47">6758 6448 55 0,'0'0'202'0,"0"0"-26"15,0 0-13-15,0 0-19 0,0 0-8 0,13 4 6 16,-4 1-13-16,2 0-7 0,2 2-13 0,3 1 3 16,1 1-8-16,2 1-8 0,-1-1-8 0,1 3-8 15,-1-3-7-15,-5-1-7 0,0 1-8 0,-3-1-7 16,-5 0-12-16,2 0-3 0,-3-2-2 0,-3 1 0 15,-5-2 1-15,-1 0-2 0,-4 2-4 0,-8-2-2 16,2 3-4-16,-7-1-2 0,0-3-4 0,-6 2 2 16,-1-2-1-16,2 1-2 0,-6-3 0 0,5-2-6 15,6 0 5-15,3 0-3 0,6 0 4 0,-1 0 12 16,2 0 12-16,6 0 5 0,-3-2-1 0,5 0-24 16,3-1-18-16,1 3-10 0,13-11-11 0,1 2-3 15,6 0-15-15,8-1-14 0,6-2-4 0,-2-3 1 16,1 3-5-16,1-3 3 0,2 1 6 0,-3-1 2 15,6 0 4-15,-7-2 4 0,-1-1 9 0,-1 1 4 16,-2 0 23-16,-5 0 22 0,0 0 30 0,-9 3 27 16,-1 2 25-16,0-3 16 0,-3 1 24 0,-2 5 22 15,-3-2 22-15,-1-1 2 0,3 3 10 0,-7 3 8 16,4-1 3-16,-1 2-8 0,-2-1-8 0,0 1-27 16,0 2-19-16,1 0-20 0,-2 3-14 0,1-5-21 15,-1 5-41-15,0 0-40 0,0 0-32 0,0 0 11 16,0 11-1-16,-1 3 2 0,-2 3 4 0,-2 7-3 15,1 4-2-15,-2 2 5 0,2 1 5 0,0 1-3 16,3 0-10-16,-3-1 13 0,3 0 5 0,-2-3-31 16,3-2 6-16,3-1-13 0,-3-7-13 0,-3-1-24 15,3-5-20-15,3 0-34 0,-6-2-32 0,3-3-48 16,0-2-39-16,0 1-44 0,0-6-280 0,0 0-617 16,0 0 274-16</inkml:trace>
  <inkml:trace contextRef="#ctx0" brushRef="#br0" timeOffset="81717.89">7303 6490 109 0,'0'0'324'0,"3"-2"-34"0,-3 2-31 15,0 0-24-15,5-2-31 0,-5 2-21 0,0 0-20 0,0 0-17 16,0 0-14-16,8 4-9 0,-3 0-16 0,-1 0-8 16,2-2-9-16,-1 3-12 0,3 1-7 0,0 0-5 15,2-1-6-15,-1 0-6 0,0 2-3 0,2-4-5 16,0 1-5-16,-5-3-9 0,9 0-3 0,-3-1-9 15,1-1 4-15,1-3-5 0,-3 0-4 0,2-1 1 16,2-4-1-16,-1 2-2 0,-4 1-2 0,7-3 9 16,-8 2 8-16,0 2 14 0,0-2 4 15,-3 2-3-15,2 2-5 0,-3 1-4 0,-2-1-9 16,1 2-7-16,-4 1-1 0,0 0-3 0,13 5-1 0,-7 3-2 16,1 2-3-16,2 5-3 0,1 3 4 0,-1 6-2 15,-1 4-1-15,1 1 1 0,-6 3-4 0,0 1 6 16,0 3-1-16,-4 15-1 0,-6 3 3 15,-4-3 1-15,2-4-5 0,-4 0 2 0,3-18 4 0,0 0-4 16,-4-5 1-16,2-7 13 0,-1-3-11 0,2-2 1 16,-2-4 6-16,4-4 6 0,-5-3 12 0,1-3 18 15,1-4 14-15,0-6 17 0,2-2 16 0,-2-1 9 16,7-12-10-16,3-4-9 0,2-3-10 0,10-15-8 16,6-3-6-16,5 2-7 0,7-1-12 0,4-2-7 15,5 8-6-15,0 4-1 0,0 3-5 0,0 5-7 16,-9 12-1-16,3 0-2 0,-3 3-4 0,0 4-1 15,-7 6-9-15,-6 0 1 0,-1 2-6 0,-5 0-2 16,0 2-2-16,-2 2-25 0,-1 0-37 0,-1 1-37 16,-5 1 0-16,0 0 1 0,2 6-17 0,-8-1-47 15,-5 2-69-15,-5 0-103 0,-3 2-269 0,0-3-659 16,1-2 292-16</inkml:trace>
  <inkml:trace contextRef="#ctx0" brushRef="#br0" timeOffset="82904.63">9104 6478 239 0,'0'0'221'0,"-5"-2"-23"0,5 2-20 0,-4-5-16 0,4 5-6 15,-6-1-15-15,6 1-12 0,-4-1-6 0,4 1-12 16,0 0-9-16,0 0-14 0,-4-3-7 0,4 3-9 16,0 0-7-16,0 0-6 0,0 0-10 0,0 0 2 15,0 0-7-15,0 0-5 0,19-2-4 0,-7-1-5 16,-1 2 0-16,6-2-4 0,-2-2-6 0,-2 2 3 15,3-1-9-15,-3-1 5 0,-1-2-4 0,-1 4 1 16,0-2-1-16,0-4-1 0,-1 4 5 0,-3 0 4 16,-1 0 16-16,-2 0 1 0,-3 1 1 0,4-1 4 15,-5 2-6-15,1 1-6 0,-1 2-3 0,-6-6-4 16,1 5-10-16,5 1 3 0,-18 2 4 0,4 3-9 16,-4 0 1-16,-7 5-5 0,0 4 5 0,-4 2-6 15,1-1-3-15,1 4 1 0,-4-1-3 16,3 3 1-16,3-1-3 0,2 2-2 0,-2 0 0 0,5 1 3 15,2 0 3-15,0 3-5 0,5-2-1 0,3 0 0 16,5 1 0-16,5 1-9 0,4-7 3 0,5 4-4 16,14-4 4-16,2 0 1 0,9-2-2 0,17-5 0 15,2-2-2-15,13-10 1 0,24-4 3 0,-26-2-4 16,29-2 2-16,-27-3-3 0,23-9-2 0,-29 9 0 16,0-6-2-16,-5 0 1 0,-9 0-2 0,-6 2 7 15,-7-2-1-15,-1 0 4 0,-4 2 6 0,-5 1 18 16,-8-1 23-16,-3 5 11 0,-2 1 7 0,-5-2-13 15,-1 1-4-15,-4 0-4 0,-4 3-5 0,-4-3-5 16,-3 5 1-16,-2 0-3 0,-5 2-3 0,-3 0 1 16,-8 6-6-16,0 0 0 0,-4 4-3 0,1 2-3 15,0 0-1-15,2 4-5 0,4 0 11 0,3 1-14 0,6 1 1 16,3-3-6-16,1-1 1 0,7-1-11 16,1 0 0-16,4 0 0 0,2 0 1 0,3-1 4 15,5 1-1-15,9-5 1 0,3 4 1 0,7-6 1 16,4-1 4-16,0 0-2 0,3-4 1 0,-2-2-4 0,-2-1-1 15,-2-1 3-15,-1-2 1 0,-4-2-3 16,-6 2 4-16,0-5-4 0,-2 1 2 0,-5-2-1 0,-2 0 1 16,-4-2-1-16,-1 0-2 0,1-1-2 15,-6 1 5-15,-3-1-3 0,-1 3 1 0,-4 0-3 0,1 5 3 16,-3 0 0-16,-5-1-6 0,1 3 13 0,-3 3-10 16,-1 1-2-16,-1 2 4 0,-1 2-8 0,-1 2-9 15,1 1-16-15,-1 1-25 0,3 1-28 16,1 2-38-16,1 1-20 0,7-2-36 0,1 4-241 15,0-5-464-15,7 1 206 0</inkml:trace>
  <inkml:trace contextRef="#ctx0" brushRef="#br0" timeOffset="83500.62">10272 6483 81 0,'0'0'366'0,"6"-1"-34"0,-6 1-38 16,0 0-37-16,7-1-30 0,-7 1-23 0,0 0-23 16,1 5-14-16,-1 2-17 0,0 0-22 0,-1 2-11 15,-1 7-14-15,1 1-9 0,0 2-11 0,-2 1-6 16,2 6-5-16,-3-2-10 0,1-5-2 0,3 1-8 16,-2-2-3-16,4-3-7 0,-4-3-7 0,2-4-3 15,0 0-2-15,2-2 0 0,-2-3 7 0,0 2 18 16,0-1 39-16,0-4 5 0,3 1-3 0,-3-1-15 15,13-10 2-15,-4 2-15 0,1-4 3 0,3-2-4 16,1-3-2-16,1-2-9 0,2-2-6 0,2 0-7 16,-4 5-3-16,1 2-6 0,-1-1-5 0,-1 2-5 15,-1 2-7-15,-3 3 0 0,-5 3-2 0,0 0-11 16,1 2-16-16,2 2-15 0,-1 2-4 0,2 2-6 16,0 0 1-16,2 3-5 0,0 2 8 0,0-2 0 15,3 7-1-15,0-1-2 0,4 1 2 0,1 4-1 16,-2-4-9-16,6 4-7 0,0-3-3 0,-5-6-4 15,9 3-4-15,-7-4 6 0,-1-2-4 0,2 0-4 16,-1-5 2-16,-2 0 1 0,1-5 5 0,0-1 7 16,-3 0 5-16,0-6 7 0,-3-1 2 0,-3-3 17 0,2-1 7 15,-2-8 9-15,0-2 11 0,-4-3 10 16,0-1 6-16,-1-3 10 0,-1-1 7 0,1-12 6 16,0 14 18-16,-1 4 17 0,-2 3 14 0,-2 6 19 0,1 6 17 15,1 2 9-15,-2 0-13 0,0 6-16 0,0-3-12 16,0 6-20-16,-2-1-36 0,4-1-53 0,-2 5-16 15,0 0-14-15,0 0 7 0,-7 24 2 16,2-6-4-16,0 11 15 0,-3 2 2 0,1 2 1 0,-1 11 0 16,-1-9-21-16,0 11-10 0,3-15-29 0,1 1-7 15,-3-3-20-15,6-1-10 0,-1-9-19 16,0-2-15-16,1-1-27 0,-2-3-25 0,4-4-34 0,-3-1-60 16,1-4-157-16,-2-1-485 0,-2-3 215 0</inkml:trace>
  <inkml:trace contextRef="#ctx0" brushRef="#br0" timeOffset="83769.67">10747 6474 87 0,'-7'0'205'16,"7"0"-13"-16,-6 2-12 0,6-2-13 0,0 0-10 15,0 0 6-15,0 0-5 0,21-2-9 0,7 2-8 16,8-3-14-16,19-2-6 0,1-1-12 0,5 2-10 15,2 0-10-15,0-1-7 0,-3 3-11 0,-4 0-6 16,-19 0-9-16,2 1-4 0,-4-1-4 0,-3 0-7 16,-11 1-1-16,-2 1-4 0,-5 0-8 0,-3-2-2 15,-2 2 2-15,-1-1-5 0,-2 0-16 0,-5-2-26 16,-1 3-17-16,0 0-15 0,-5-7-8 0,-4 6-3 16,3-1-14-16,-3 0-12 0,-2 0-36 0,4 2-2 15,-2 0-29-15,3-1-171 0,-3-1-352 0,3 2 156 16</inkml:trace>
  <inkml:trace contextRef="#ctx0" brushRef="#br0" timeOffset="84025.37">11591 6411 2 0,'0'0'410'0,"2"-3"-6"0,-2 3-12 0,0 0-18 16,2-4-42-16,-2 4-21 0,0 0-35 0,0 0-31 0,0 0-30 15,0 0-26-15,0 0-25 0,0 0-26 16,0 0-9-16,0 0-18 0,1 14-1 0,-1-4-21 16,1-2-9-16,0 5-5 0,-1-1-5 0,0 1-15 15,2 3-25-15,-1-3-11 0,-1 1-19 0,1 1-22 16,-2-4-12-16,1 1-12 0,0-3-15 0,-1 1-20 16,1-2-13-16,-2-1-10 0,1-1-14 0,-1 1-11 15,-1-5-10-15,-1 1-18 0,4-3-59 0,0 0-63 16,-20-10-178-16,11 2-495 0,1-1 219 0</inkml:trace>
  <inkml:trace contextRef="#ctx0" brushRef="#br0" timeOffset="84169.32">11528 6221 50 0,'3'-18'330'0,"-1"3"10"0,1 2 7 0,-1 4 2 0,0 0 0 16,-1-1-15-16,0 4-22 0,-1 2-32 0,2-1-31 16,-2 3-27-16,0 2-28 0,1-7-21 0,-1 7-53 15,1-5-57-15,-1 5-49 0,0 0-11 0,0 0-33 16,15 10-25-16,-10-2-42 0,2 3-40 0,3 3-47 15,-2 0-55-15,-6-1-260 0,5 2-538 0,-2 2 238 16</inkml:trace>
  <inkml:trace contextRef="#ctx0" brushRef="#br0" timeOffset="84552.42">11940 6342 402 0,'7'0'433'16,"-7"0"-40"-16,0 0-55 0,0 0-27 0,0 0-41 16,0 0-33-16,4 3-31 0,-4-3-17 0,0 4-36 15,0-4-20-15,-1 10-14 0,1 1-11 0,-3 3-11 16,-3 6-13-16,1 1-7 0,-3 3-6 0,-1 1-9 16,-1 1-1-16,1-2-9 0,2-7-7 0,2-5-4 15,0-1-1-15,4-2-3 0,-3 0 2 0,3-4-7 16,-2 1 4-16,2-2 0 0,1 1 35 0,-2-4 32 15,2-1 34-15,-2 6 38 0,2-6 27 0,0 0 31 16,0 0-11-16,0 0-23 0,9-9-19 0,0 1-20 16,0-2-12-16,4-4-18 0,2 2-18 0,-2-2-12 15,5 1-6-15,-5 4-14 0,-2 0-10 0,-2 1-14 16,0 3 1-16,-2 0-12 0,-1 0-8 0,-1 3-25 16,-1-1-30-16,0 1-44 0,1 0-12 0,-5 2-28 15,14 4-24-15,-4 1-28 0,6 2-30 0,-1 1-30 16,2 1-24-16,0 0-27 0,9 4-31 0,-7-3-32 15,4-1-28-15,-1-1-57 0,-3-2-237 0,0-1-703 16,-5 1 312-16</inkml:trace>
  <inkml:trace contextRef="#ctx0" brushRef="#br0" timeOffset="85203.87">12392 6542 168 0,'-1'-3'261'0,"1"3"-10"0,-4-5-8 15,4 5-6-15,-3-2 0 0,3 2-5 0,0 0-13 16,0-5 0-16,0 5-23 0,0 0-21 0,0 0-11 15,0 0-22-15,-1-5-10 0,1 5-15 0,9-2-13 16,4-1-11-16,3-1-15 0,6 0-15 0,9-1-15 16,1 1-8-16,2-1-10 0,2-2-10 0,0 3-9 15,-1-3-6-15,0 1-2 0,-1-4 0 0,1 1 2 16,-2-1-4-16,2 0 1 0,-6-1 4 0,-1 1-1 16,-1-4 6-16,-8 6 12 0,-3-2 8 0,-4 3 10 15,-1 2 14-15,-2-4 13 0,-1 4 5 0,-3-2 10 16,3 2 1-16,-5 0 1 0,-2 1-9 0,-1 0-14 15,0 0-8-15,0 4-13 0,-5-7-12 0,-3 6-6 16,8 1 0-16,-19 3-3 0,1 2-3 0,4 0-2 16,-6 4-2-16,-6 3-4 0,10 0-4 0,-7 3 1 15,3 3-3-15,0 1-1 0,1 0-21 0,7-2-12 16,3-1-5-16,-1 2 1 0,6-2-2 0,-1 4 1 16,6-6-2-16,3 5 9 0,5-4-1 0,5 0 0 15,9 1-5-15,5-4 2 0,5-1-12 0,6-4-5 16,17 2-8-16,0-3-5 0,-1-5-4 0,-1-1 2 15,0-4 11-15,-2-1-2 0,-15-3 6 0,0 0 10 16,-2-3 6-16,-6-3-1 0,-1-1 11 0,-1-2 7 16,-4-2 13-16,-9 4 11 0,-1 1 17 0,-3-3 8 15,-2 0 5-15,-3 6 0 0,-1-2-2 0,-3 3-3 16,-1-2-4-16,-5 5 0 0,0-3-6 0,-4 3-5 16,0 1-2-16,-4 4-3 0,-1 0 0 0,-4 4-5 15,0 5 0-15,-4-3-1 0,2 7-2 0,1-3-2 16,2 4-3-16,-7 3 2 0,9-1-1 0,1 0 14 15,2 1-16-15,3-3 1 0,3 0 2 0,2 0-2 16,4-1 3-16,0 0-1 0,3-1 2 0,4 0 0 16,1-2 5-16,2 0-2 0,5-3 0 0,2 0 1 15,3-3-1-15,2 0 1 0,-3-3-2 0,3-2 0 16,-2-4 1-16,0 0-3 0,-4-1 5 0,4 0 5 16,-4-5 3-16,-2-2-1 0,-1 0-3 0,-2-2-2 15,1 0 2-15,-6-1-10 0,1 1 3 0,-3 0-2 16,-2-1 0-16,1 2-2 0,-5 3 3 0,1 3-16 15,-1-2-12-15,-5 4-10 0,1 0-11 0,-3 0 4 16,2 6-26-16,-3-2-17 0,-1 3-19 0,-3 2-31 0,1 0-27 16,0 2-56-16,0 2-60 0,2-1-184 15,2 1-497-15,5 0 221 0</inkml:trace>
  <inkml:trace contextRef="#ctx0" brushRef="#br0" timeOffset="85606.29">13844 6287 275 0,'0'0'364'16,"2"-6"-39"-16,-2 6-33 0,0 0-31 0,0 0-26 16,0-3-25-16,0 3-28 0,0 0-21 0,0 0-20 15,0 0-13-15,0 0-16 0,-4 15 2 0,-1-4-21 16,1 1-11-16,-1 8-8 0,0-6-5 0,-3 6-9 15,5-2-5-15,-4 4-7 0,3-4 1 0,2 1-4 16,-2-1-4-16,3-1-5 0,0-5-1 0,1-2-2 16,1 1-5-16,0-5-4 0,0 2-2 0,2-3 2 15,-1 2 2-15,0-5 10 0,1 0-1 0,3-2 7 16,-6 0 2-16,17-6 5 0,-5 1-1 0,-3-2 5 16,6-3-2-16,-2-3-3 0,4 0 2 0,-3-1-9 15,5-6-3-15,-6 4 0 0,4-4-14 0,-5 5-9 16,-4 5 3-16,2 3 2 0,-4 0 2 0,2 0-21 15,-5 2 9-15,0 1-4 0,2 1-8 0,-1 2-21 16,-4 1 6-16,9 5-6 0,-4 0 6 0,1 2-8 16,2 5 11-16,0-2-17 0,1 3 5 0,1 4-3 15,3-1-10-15,0-1-17 0,2 1-32 0,1-3-39 16,0 0-62-16,4-4-78 0,-4-2-293 0,2-5-607 16,-5-2 268-16</inkml:trace>
  <inkml:trace contextRef="#ctx0" brushRef="#br0" timeOffset="85969.36">14532 6247 142 0,'-10'0'369'0,"10"0"-13"15,0 0-12-15,0 0-28 0,0 0-6 16,-4-1-25-16,4 1-24 0,0 0-31 0,0 0-21 0,0 0-24 15,0 0-15-15,0 0-25 0,0 0-18 0,0 0-20 16,0 0-24-16,0 0-27 0,0 0-23 16,0 0-14-16,-5 3 1 0,1 2-4 0,-1 2 2 0,-5-2-1 15,1 4-5-15,1-1-2 0,-1 2 1 0,-1 4-3 16,1 3-2-16,0-3 2 0,-1 3-3 0,5 0 1 16,2 3 1-16,1 4-3 0,2-5 3 15,2 0 0-15,4-2 0 0,2 0-4 0,1 2 3 0,4-4 0 16,1 0 2-16,-1-2-4 0,2 0 3 0,-2-3-1 15,1 0 0-15,-2-4-1 0,-2 0-5 0,-1-1 6 16,-4-1-2-16,-1 1 0 0,1-2 2 0,-3-1 8 16,1 0-16-16,-3-2 1 0,0 0-3 15,-23 4-37-15,4-3-54 0,-12 0-83 0,0-2-111 0,-2 1-277 16,-4-1-612-16,0-2 271 0</inkml:trace>
  <inkml:trace contextRef="#ctx0" brushRef="#br0" timeOffset="90569.03">16122 6333 104 0,'0'-6'267'0,"-3"0"-8"16,3 1-8-16,0 1-15 0,0 4-22 0,-1-8-16 15,1 7-25-15,0 1-17 0,0 0-21 0,0-5-16 16,0 5-25-16,0 0-13 0,0 0-10 0,-4 11 0 16,2 0-16-16,-1 1-2 0,-1 4-5 0,-1 1-6 15,3 2-7-15,-3 0 1 0,2 3-6 0,-3-4-2 16,2 0-1-16,-4 0-4 0,6 1-2 0,-5-2-2 16,6-6 0-16,0 1-5 0,-2 0 1 0,2-1 1 15,-2-4-2-15,2 2-2 0,-2-4-4 0,3 1 3 16,0-2-2-16,0 1 5 0,0-5-5 0,-5 5 2 15,5-4 1-15,0 3-4 0,0-4-3 0,0 0-29 16,0 0-54-16,0 0-59 0,-14-10-46 0,9-2-67 16,0-5-143-16,1 0-424 0,-1-2 189 0</inkml:trace>
  <inkml:trace contextRef="#ctx0" brushRef="#br0" timeOffset="90718.29">15997 6217 230 0,'-3'-10'246'0,"0"3"-14"0,2-1-5 16,1 2-14-16,-4 2-10 0,3-3-9 0,1 3-16 15,-4 0-20-15,3 1-12 0,1 3-22 16,0-7-26-16,0 7-30 0,-2-3-40 0,2 3-41 0,-3-4-53 16,3 4-40-16,0 0-22 0,0 0-59 0,0 0-121 15,0 0-333-15,15 3 148 0</inkml:trace>
  <inkml:trace contextRef="#ctx0" brushRef="#br0" timeOffset="91120.12">16707 5895 229 0,'0'-4'284'0,"5"-1"-14"0,-5 0-20 0,3 2-25 15,-3-1-14-15,0 4-30 0,0 0-19 0,2-5-20 16,-2 5-15-16,0 0-26 0,0 0-28 0,0 0-21 15,0 0 0-15,0 0-5 0,-10 13-8 0,5-3-2 16,-4 10-5-16,-5 4-6 0,1 6-2 0,-5 16-1 16,0 1-3-16,-2 3 1 0,3-2-2 0,-2 2-4 15,1-2 5-15,7 4-3 0,-2-6-3 0,6-12 1 16,0 0 4-16,2-3-9 0,0 0 3 0,1-5-8 16,0 1 5-16,3-9 7 0,-3-2-8 0,3-3-2 15,-2-3 4-15,3-1-2 0,-1-2 2 0,1-2 25 16,-1 0 21-16,-2 0 23 0,3-3 23 0,0-2 12 15,0 0-9-15,-8 0-16 0,8 0-10 0,-11-5-15 16,6 0 1-16,-3 1-7 0,-1-1-5 0,0 0-5 16,2-2-9-16,0 4 1 0,1-2-12 0,-1 1-6 15,0 2-8-15,2-1-8 0,1-1-18 0,-1 2-27 16,1 0-26-16,0-1-31 0,4 3-39 0,-6-3-45 16,6 3-67-16,-4-3-288 0,4 3-577 0,1-6 257 15</inkml:trace>
  <inkml:trace contextRef="#ctx0" brushRef="#br0" timeOffset="91462.69">16526 6350 41 0,'-5'0'223'0,"5"0"-23"0,0 0-20 0,-6 3-10 16,6-3-14-16,-3 1-11 0,3-1-16 0,0 0-6 15,0 0-12-15,0 0-10 0,0 0-8 16,0 0-10-16,0 0-5 0,23-1-7 0,-4-2-7 16,12-3-8-16,3-2-5 0,4 1-1 0,2-1-7 0,10-3-5 15,0 0-1-15,-12 4-3 0,-1 0-3 0,-5 4-5 16,-4-1 2-16,-11 4-9 0,-3-1-3 15,-4-1-2-15,0 0 0 0,-4 2-6 0,1-2-12 16,-2 2-12-16,-5 0-2 0,7 2-1 0,-7-2-9 0,0 0-18 16,-11 7-25-16,5-4-26 0,-2 3-31 0,2-3-45 15,-1 0-133-15,1 1-331 0,1 0 147 0</inkml:trace>
  <inkml:trace contextRef="#ctx0" brushRef="#br0" timeOffset="91760.82">17911 6242 28 0,'1'-5'383'0,"-1"-1"-29"15,0 2-16-15,1 1-17 0,-1 3-14 0,2-7-19 16,-2 7-16-16,-2-4-35 0,2 4-24 0,-1-5-29 15,1 5-20-15,0 0-19 0,0 0-22 0,0 0-21 16,0 0-37-16,0 0-18 0,0 0-3 0,0 0-6 16,-2 16-4-16,0-6-1 0,0 2 7 0,-1 3-16 15,1 1 0-15,-1 0 0 0,-2 1-5 0,3 0 1 16,-1 0-13-16,0-2-29 0,-1 1-16 0,2-3-19 16,-3-2-20-16,2 1-20 0,-1-1-27 0,-2-1-28 15,1 0-35-15,0-4-35 0,-4 0-262 0,4-3-524 16,-4-4 232-16</inkml:trace>
  <inkml:trace contextRef="#ctx0" brushRef="#br0" timeOffset="91902.96">17861 6016 143 0,'4'-9'268'0,"-3"4"-23"16,-1-2-26-16,1 3-27 0,-1-1-40 0,2 1-45 15,-2 4-51-15,2-4-35 0,-2 4-4 0,7 0-27 16,-7 0-45-16,11 5-58 0,-6-2-94 0,3-1-225 0,0 2 99 15</inkml:trace>
  <inkml:trace contextRef="#ctx0" brushRef="#br0" timeOffset="92582.07">18336 5782 194 0,'4'-5'319'0,"-1"0"-17"15,-1 0-33-15,0 2-31 0,0-1-26 0,-2 2-29 16,0 2-26-16,0 0-38 0,0 0-9 0,0 0-13 16,5 16-9-16,-7 1-12 0,-1 2-5 0,-3 9-6 15,-2 5-9-15,-1 13-5 0,-6-2-2 0,3 10-1 16,-2-4-4-16,3 1-7 0,0-5 1 0,4-12-7 16,2-1-2-16,0-2 0 0,-2-4-2 0,5-2-6 15,-2-5 0-15,-1-3 6 0,2-6-13 0,2-1 1 16,0-3 3-16,-2 0-2 0,3-2 3 15,-1 1 17-15,-2-5 22 0,3-1-4 0,0 0-7 0,-9-1-7 16,3-3-2-16,-7-3-6 0,4-2-5 0,-5 0-1 16,0-3-6-16,2 2 2 0,-3-2-6 0,2 1-3 15,-1 0 1-15,3 3-2 0,1 1-2 16,1 1 5-16,0-1-4 0,4 3 0 0,1 1 2 0,-2-3 4 16,2 3-1-16,1 3 1 0,1-3-3 0,2 3-11 15,7-9-13-15,5 2-1 0,6-1-7 0,8-2 0 16,5 3-13-16,2 0-3 0,8-3-5 15,9 0-1-15,0-1 1 0,2 2-3 0,-1 0-1 0,-11 4 1 16,10-3-6-16,-14 2 3 0,-1 1 5 0,-7 3 2 16,-6 0 2-16,-3 0 5 0,-6 2 1 0,0-3 5 15,-8 3 4-15,0 0 11 0,3 0 16 0,-2-1 12 16,-6 1 18-16,9 0-3 0,-9 0 8 0,7-2 1 16,-7 2-4-16,0 0-1 0,5-2-3 0,-5 2-4 15,0 0-4-15,0 0-4 0,0 0-1 0,0 0 1 16,0 0-10-16,10 2 3 0,-10-2-5 0,0 0 1 15,0 0-2-15,0 0-1 0,0 0-4 0,2 2-3 16,-2-2-1-16,0 0 3 0,-5 6-1 0,3-2-1 16,1-1-3-16,-2 1-1 0,0 1 2 0,1 0-2 15,1 2 1-15,-2-2 8 0,3 6-9 0,-1-2 2 16,1 0-1-16,0 1 0 0,2 1 2 0,1 2-3 0,1 2 2 16,-2-3 0-16,3 0-3 0,-1-2 3 0,0 0-5 15,-2 0-5-15,0-1 3 0,0 0-5 16,0-3-2-16,-2 1 0 0,0 0 4 0,-3 0 2 15,-3-1 1-15,-3 2 0 0,-4 2 3 0,-2 0 3 0,-3-1-2 16,-8 1 1-16,-4 2 1 0,-2-4-1 0,0 1-35 16,2-3-37-16,-2 3-59 0,4-5-64 0,5-1-281 15,9-3-519-15,4-2 230 0</inkml:trace>
  <inkml:trace contextRef="#ctx0" brushRef="#br0" timeOffset="93999.79">20621 6116 154 0,'-9'-6'228'0,"-4"-5"-25"0,-3 5-17 0,-6-3-20 0,-5 4-12 15,-3 3-16-15,-2 1-10 0,-3 2-11 16,-2 3-12-16,0 3-11 0,-4 4-10 0,-6 3-8 15,10 0-11-15,0-1-4 0,2 1-8 0,3 3-6 16,4 0-5-16,0-1-5 0,4 1-1 0,1 1-6 0,8-4-3 16,2 1 0-16,1-2-2 0,3 1-3 15,4-2-2-15,4-2-2 0,2 1-1 0,3-1 1 16,1 1 0-16,8-3 10 0,4 1 3 0,4-4 6 16,1-2-2-16,7-2 3 0,3-5 2 0,-1 0 8 15,1-4 7-15,-2-1 11 0,2-5 15 0,-1-2-2 16,0-5 2-16,-2-1 15 0,-2-6 17 0,-3 0-15 15,6-10 0-15,-6-5 0 0,2-3-22 0,-5 2 11 16,-8 14 4-16,2-2 9 0,-1 3 1 0,-1 2 11 0,-6 3-2 16,-1 4 16-16,-3 6 1 0,0 2 11 15,0 3-4-15,2 1-22 0,-4 4-13 0,-1-1-17 16,1 0-28-16,2 2-47 0,-3-1-51 0,0 4-51 16,0 0 12-16,0 0 4 0,-8 19 11 0,2-3 19 0,-2 9-3 15,-1 0 3-15,-2 4 7 0,3 3 2 0,-1 13 10 16,4 0 2-16,1-9 5 0,1-2-3 15,6 1-14-15,-1-2 4 0,0-2-4 0,3-2-4 0,2-6 1 16,0-5 8-16,2-2-2 0,0-4 6 0,-1-1-5 16,1-4 10-16,5-2 6 0,-1-2 0 0,6-3 5 15,0-3 12-15,0-3-11 0,8-6 2 0,-3-1 11 16,-2-3 10-16,1-2 4 0,-2-3 4 0,0 3 6 16,-3-4 3-16,-1 7 13 0,-4 1 20 0,1 0 9 15,-5 0 11-15,-3 6 15 0,1 1-5 0,-4 2-7 16,1 0-9-16,0 3-11 0,-2-2-1 0,1 1-24 15,-3 3-15-15,4-3-28 0,-4 3-30 0,0 0 10 16,2 8-2-16,-2-1 5 0,-1 0-2 0,0 5 7 16,0 1-4-16,-2 2 9 0,0 0-1 0,-1 2-17 15,2-2-9-15,-2 0-6 0,3-3-24 0,-3 0-26 16,3-1-19-16,-3-1-39 0,3-2-40 0,-2-3-49 16,2 2-41-16,-4-5-263 0,0-2-594 0,5 0 263 15</inkml:trace>
  <inkml:trace contextRef="#ctx0" brushRef="#br0" timeOffset="94143.39">20824 5970 132 0,'0'-9'355'0,"0"1"-3"0,0 1-17 0,3 3-51 16,-3-2-15-16,-3 1-33 0,6 1-31 0,-3 4-39 16,0-3-68-16,0 3-50 0,4-3-20 0,-4 3-29 15,0 0-32-15,11 6-44 0,-3-1-42 0,1-1-60 0,-3 1-172 16,3 0-378-16,0-2 167 0</inkml:trace>
  <inkml:trace contextRef="#ctx0" brushRef="#br0" timeOffset="94483.96">21394 5936 62 0,'0'0'290'16,"-6"-7"-29"-16,1 5-23 0,-2 0-22 0,7 2-22 0,-13 0-17 15,2 1-22-15,1 2-15 0,1 0-15 0,-4 4-13 16,-1 0-10-16,-2 3-12 0,3 2-8 0,-4 1-8 16,4 1-7-16,-2 0-5 0,7 1-6 15,-1 2-4-15,2-1-5 0,0 2-6 0,6 0-4 0,-1-1-6 16,4 0 1-16,-1-2-4 0,8 0-3 0,-2-1-3 16,0-1 3-16,1-2-6 0,7-1 5 0,-6 0-7 15,5-1-5-15,-2-2 1 0,-2-1-2 0,0 1-2 16,-2-2-3-16,-3-3 1 0,-1 2-4 15,0 1-3-15,-1-4-13 0,0 2 3 0,-3 1 2 0,0-4 6 16,-9 10-4-16,-1-5 0 0,-2 3 1 0,-7-4 0 16,0 4 0-16,-3-1-13 0,-5 0-16 0,7-3-17 15,-3 3-19-15,-4-3-29 0,7 0-40 0,-1-2-28 16,2-2-221-16,5-2-420 0,4 0 186 0</inkml:trace>
  <inkml:trace contextRef="#ctx0" brushRef="#br0" timeOffset="94736.9">21675 5838 229 0,'0'-8'373'0,"3"-2"-19"0,-3 4-7 16,0 1-34-16,0 0-26 0,1 0-14 15,-1 2-48-15,0 3-27 0,0-5-25 0,0 5-59 16,0 0-23-16,0 0-5 0,-1 12-14 0,-2-1-4 15,3 7-8-15,-1 3-7 0,-3 7-5 0,-1 1-5 16,0 7-1-16,0 10-2 0,-3 0-1 0,3-9-4 16,1-3-4-16,0-2-14 0,3-2-18 0,-4-1-17 15,1-2-22-15,-1-8-21 0,1-1-22 0,2-1-22 16,-2-3-27-16,-1-5-29 0,1 1-22 0,0-5-24 16,-1-3-230-16,-1-2-474 0,6 0 211 0</inkml:trace>
  <inkml:trace contextRef="#ctx0" brushRef="#br0" timeOffset="94956.45">21435 6125 203 0,'-4'-3'354'0,"4"3"-24"0,-7-4-20 0,5 2-24 16,2 2-25-16,0 0-24 0,0 0-25 0,0 0-21 16,0 0-19-16,17-5-15 0,2 4-21 0,16-4-15 15,2-1-11-15,16 3-6 0,2-6-14 0,-1 3-12 0,-16 4-4 16,1-1-15-16,-5 2-19 0,-2-2-20 15,-4 1-14-15,-6 2-20 0,-8-3-14 0,0 3-18 16,-9 0-22-16,3 0-13 0,-3 0-7 0,-5 0-20 16,0 0-22-16,0 0-26 0,0 0-17 0,-32 3-34 0,15-3-202 15,-2 0-443-15,1-3 196 0</inkml:trace>
  <inkml:trace contextRef="#ctx0" brushRef="#br0" timeOffset="95466.15">22184 6009 198 0,'5'-2'390'0,"-5"2"-41"0,5-3-41 0,-5 3-34 16,0 0-29-16,10 0-27 0,-3 3-24 0,3 0-16 15,0 1-19-15,3 3-20 0,2 4-12 0,-1 2-26 16,-1 1-22-16,-1 3-17 0,-3 0-12 0,-2 1-7 15,-3-1-5-15,0 3-6 0,-4 1-1 0,-4-4-3 16,3 2-5-16,-7-2-2 0,0 0-6 0,2-5 3 16,-2 0-2-16,1 0 1 0,0-6-3 0,-3 3 2 15,4-4 13-15,3-1 11 0,-2 0 18 0,1 0 33 16,2-4 8-16,2 0-7 0,0 0-19 0,-2-10-16 16,4 2-11-16,5-4-5 0,4-4-3 0,6-7-16 15,5 1-5-15,0-3-9 0,2 1-5 0,3-2 2 16,9-7-9-16,-8 7 6 0,-1 7 16 0,-2 2-22 15,-2 2 1-15,-6 5 5 0,-2-1-7 0,-3 5 16 16,-3 0 0-16,-2 0 0 0,0 2-4 0,-2 2 1 16,1-1-6-16,-1 0 2 0,-2 1-5 0,-3 2-6 15,6 0-11-15,-6 0 10 0,0 0-1 0,7 7 3 16,-6-1-10-16,0 1 7 0,1 2 4 0,-2 3 3 16,0 3-5-16,0 1 9 0,-2 1-3 0,1 0 0 15,0 0 1-15,1 0-5 0,-3 1 21 0,3-2-13 16,-2-6-1-16,2 2-4 0,-2 0 4 0,1-2 4 0,-4-3-4 15,5 0-15-15,0 0-21 0,-1-3-19 16,-1 0 6-16,2 0-1 0,-1 1-4 0,1-5 10 16,-2 2-31-16,2-2-59 0,0 0-71 0,-12-7-76 15,4-2-242-15,2-1-563 0,2 0 249 0</inkml:trace>
  <inkml:trace contextRef="#ctx0" brushRef="#br0" timeOffset="95603.98">22712 5806 196 0,'0'-7'399'0,"2"4"-20"16,0-1-22-16,0-2-37 0,-2 2-43 0,0 4-21 16,1-5-40-16,-1 5-44 0,0-2-64 0,0 2-68 15,0 0-24-15,0 0-18 0,0 0-43 16,5 11-57-16,-1-4-53 0,-4-3-251 0,1 3-439 0,-1 2 195 16</inkml:trace>
  <inkml:trace contextRef="#ctx0" brushRef="#br0" timeOffset="96133.45">22869 6210 146 0,'-1'5'262'0,"-1"-3"2"0,2-2 2 0,-4 3-2 16,4-3-2-16,-1 4 1 0,1-4 3 0,0 0 14 15,0 0 1-15,0 0-34 0,8-9-25 0,-1-1-21 16,1 1-16-16,4-4-13 0,2-3-22 0,1-6-11 16,0-3-15-16,2-1-16 0,2-4-10 0,-5 2-16 15,7-4-5-15,-5-1-5 0,7-9-13 0,-7 8-5 16,-1 3-6-16,0-1-6 0,-4 6 7 0,1 1 3 16,-3 7 8-16,-4 2 1 0,1 5 26 0,-3-1 5 15,2 5-1-15,-5 1-5 0,4-1-13 0,-4 6-13 16,3-4-15-16,-1 2-23 0,-2 0-35 0,0 3-49 15,0 0-30-15,0 0 7 0,0 0 9 0,-4 19 10 16,-1-2 6-16,-1 2 9 0,-3 9 2 0,3 1 5 16,-1 2 1-16,0 0 5 0,-2 0 9 0,4 3 1 15,1-1 6-15,2 3 3 0,1-3 2 0,4-2 8 16,1-1-7-16,1-8 7 0,0-1 4 0,1-4 1 16,4-1 3-16,-3-5 7 0,3-1-1 0,1-3 0 15,6-2 3-15,2-1-3 0,-1-2 10 0,3-3-1 16,-2-2 5-16,-3-2 5 0,2-3-2 0,-2-2 1 15,0-1-8-15,-4-1-3 0,-1-5 2 0,-2 0 14 16,-2 0-14-16,-3 0-4 0,-2 1-3 0,-2 3-1 16,-4 1-9-16,-2-2-7 0,-1 2-16 0,-9 3-12 15,-2-2-6-15,-8 2-10 0,5 5 5 0,-9-1-17 16,2 4-19-16,6 3-23 0,-6 1-23 0,6 2-38 0,2-1-32 16,3 1-40-16,5 2-39 0,1-2-274 15,6 0-600-15,3 2 266 0</inkml:trace>
  <inkml:trace contextRef="#ctx0" brushRef="#br0" timeOffset="97016.47">23556 5993 30 0,'2'-5'459'0,"-1"0"-11"0,0 0-22 15,-1 2-33-15,1-1-38 0,-1 4-37 0,4-3-38 16,-4 3-32-16,0-4-34 0,0 4-28 0,0 0-38 15,0 0-22-15,0 0-7 0,-4 16-15 0,2-5-16 16,-1 7-1-16,-3 7-13 0,1-1-24 0,-3 0-8 16,3-3-19-16,0 4-7 0,1-8-2 0,0-1-13 15,2-6 4-15,0 1-8 0,0-2 5 0,2-4 2 16,-3 2 5-16,2-3 5 0,0 1 26 0,1-5 42 16,1 4 2-16,-1-4-9 0,11-11-12 0,-3 6-2 15,6-7-14-15,0 2-1 0,-1-2-6 0,1 3-1 16,0-3-10-16,1-2-3 0,2 1 1 0,-3 1-6 15,-2 2 0-15,-6 1-6 0,6 3 5 0,-6 4-8 16,-1-1-6-16,0-3 1 0,-2 6-15 0,3-3-19 16,-2 1-8-16,2 2-2 0,-6 0-4 0,13 2 1 15,-1 2-7-15,-2 4 1 0,5 1-10 0,-1-1-15 16,3 4-3-16,-6-7-12 0,5 2-6 0,-5-2-9 16,2 0-1-16,1-2-1 0,-1 0 4 0,-2-6 9 15,1 3 10-15,-2-1 9 0,0-4 4 0,0-4 5 16,2-1 17-16,-1-5 18 0,-2-1 18 0,-1-1 14 15,0-1 26-15,-1 0 17 0,2-6 11 0,-2-1 4 0,0-4 18 16,2 0-3-16,-1-2 15 0,-1 2 4 16,3 0-10-16,-3 2 10 0,1 3 17 0,-4 9 13 15,-2 3 9-15,1 3-10 0,-1 4-18 0,1-2-17 0,-2 2-12 16,2 1-36-16,-2 0-43 0,-1 4-61 0,0 0-20 16,0 0 12-16,0 0 6 0,-4 22 6 0,-2-3 6 15,-2 6 7-15,-1 4 5 0,0 2 2 16,1 2 20-16,-2 1-18 0,1 12-17 0,-1-2-9 0,5-12-10 15,-1-3-9-15,-1 3-6 0,2-10-12 0,3-3-13 16,-2-3-9-16,1-4-7 0,1 1-3 0,1-8 15 16,-1 2 13-16,1-2 15 0,-2-5 14 15,3 0 5-15,0 0 6 0,-10-12 5 0,3 4 3 16,0-3 10-16,-1-6 7 0,-1 2 0 0,-2-2 7 0,2 0 4 16,-4 0 10-16,2 0 5 0,-5 3 19 0,5 1 14 15,-1 0 11-15,2 0 9 0,0 5 9 0,4 1 9 16,-1 1 8-16,3 1 4 0,0 2 10 0,3-2 15 15,-4 2-19-15,5 3-4 0,0-6-7 0,5 3-16 16,0 1-8-16,8-2-4 0,5-2-6 0,1 3-6 16,13 0-1-16,1 1-7 0,3-3-6 0,1-2-4 15,4 5 2-15,0 0-5 0,10-3-2 0,-13 2 14 16,-2-1-11-16,-3 1-3 0,-2 1 2 0,-3-3 2 16,-10 2 17-16,-1 0 20 0,-7-1 40 0,3 3 28 15,-6 0 11-15,0 1 8 0,-2-3-1 0,-1 3-9 16,-4 0-14-16,9-2-10 0,-9 2-8 0,5-2-16 15,-5 2-13-15,0 0-16 0,0 0-19 0,8 0-24 16,-8 0-19-16,0 0-34 0,0 0 9 0,0 8 14 16,-3-1-5-16,-1-2 3 0,0 3 0 0,0 1 11 15,0 2-8-15,0 1 9 0,-2 0-23 0,1 2-7 16,0-2-20-16,0 3-13 0,1-5-16 0,-1 2-18 16,0-3-17-16,1 1-26 0,2 1-26 0,-2-2-34 15,-3-3-50-15,2-3-305 0,3-3-619 0,2 0 274 16</inkml:trace>
  <inkml:trace contextRef="#ctx0" brushRef="#br0" timeOffset="97171">24397 5782 176 0,'0'-5'427'0,"0"2"-21"0,1-4-22 16,-1 3-18-16,2 0-35 0,-2 4-30 0,0-6-32 0,0 6-31 15,2-3-46-15,-2 3-30 0,0 0-63 0,1-5-66 16,-1 5-41-16,0 0-20 0,0 0-35 0,8 9-47 15,-5-3-41-15,-1 1-53 0,2 2-266 16,0-3-510-16,0 3 226 0</inkml:trace>
  <inkml:trace contextRef="#ctx0" brushRef="#br0" timeOffset="97515.14">24760 5883 155 0,'-22'-2'240'0,"22"2"-22"16,-19 1-13-16,9 3-21 0,-3-2-11 0,-5 5-19 16,-1 1-15-16,2 1-15 0,0 3-10 0,-4 5-11 15,5-5-13-15,3-1-9 0,-1 3-5 0,2 1-7 16,7 1-4-16,-4-1-6 0,5-1-4 0,2-2 4 16,2-2-2-16,4 0 6 0,-2 1 4 0,5-1 4 15,3-4-2-15,4 3-5 0,5-4-6 0,0-2-5 16,0-3-2-16,2 0-5 0,-5-3 11 0,4-2-4 15,0-4-2-15,-5 3 8 0,2-6-1 0,-4 0-1 16,-1-1-7-16,-1 0-12 0,-2-3 4 0,-3 0-8 16,0 0-2-16,-2 1-6 0,-4 1-3 0,0 3-4 15,-1 0-4-15,-3-2 1 0,-3 4-10 0,0-1-8 16,-2 3-15-16,-2 0-11 0,-1 2-13 0,3 0-24 16,-5 2-24-16,5 2-31 0,0 0-30 0,0 1-39 15,4 1-31-15,0 1-227 0,5-2-483 0,-4 2 215 16</inkml:trace>
  <inkml:trace contextRef="#ctx0" brushRef="#br0" timeOffset="97817.49">24948 5925 222 0,'0'0'315'0,"0"0"-36"15,4 1-31-15,-4-1-29 0,0 0-21 0,0 0-24 16,2 3-16-16,-4 2-10 0,-1 3-17 0,2-3-8 0,-3 8-16 15,-5 2-8-15,1 0-10 0,3 2-7 16,-2 0-8-16,0 1-7 0,-2-2-5 0,4-4-2 16,1-3-12-16,0 0-1 0,3-1-2 0,-1-5-1 15,0 6 14-15,0-6 43 0,2-1 46 0,0-2 38 16,0 0-24-16,0 0-18 0,19-14-10 0,-2 3-10 16,3-6-11-16,-1 5-15 0,4-4-10 0,-5 6-2 15,3 1-6-15,-4-3-6 0,-2 4-9 0,-5 3-5 16,1-1-5-16,0 3-1 0,1 1-23 0,-2 1-14 15,2 4-16-15,2 2-3 0,0 2-27 0,1 5-33 16,-2-2-38-16,1 7-42 0,2 4-62 0,-7-4-91 16,-2 0-381-16,3-3-732 0,-3-6 324 0</inkml:trace>
  <inkml:trace contextRef="#ctx0" brushRef="#br0" timeOffset="99706.01">26417 5479 156 0,'0'-4'244'0,"0"-1"-25"16,0 5-22-16,0-6-18 0,0 6-20 0,-1-2-23 15,1 2-19-15,0 0-22 0,0 0-13 0,-9 17-4 16,1 0-6-16,-4 8-13 0,-2 6-5 0,-7 14-4 15,1 4-4-15,1 0-6 0,-2-1-2 0,1 5-4 16,-1-1-8-16,6 0 4 0,0 4-3 0,3-2 0 16,-1-2-2-16,4-3 0 0,3-15-3 0,2 2-2 15,0-4 3-15,0 1-3 0,1-6-5 0,1-2 3 16,-2-7-3-16,1-2 0 0,-1-6-2 0,-1 1 5 16,1-4 20-16,-4 0 13 0,-1-3 5 0,-3 0-7 15,-4-4-1-15,-4 0-1 0,-2-5-6 0,-4 1-6 16,-2-4-2-16,1 0-1 0,3-1-2 0,3 2 1 15,1-1-10-15,2 1-1 0,4-1-2 0,0 4 0 16,3-3-4-16,1 2 0 0,2 1-3 0,0 2-12 16,3-4-23-16,1 5-30 0,2-3-64 0,2 1-74 15,2-4-244-15,6 0-471 0,1 1 208 0</inkml:trace>
  <inkml:trace contextRef="#ctx0" brushRef="#br0" timeOffset="100028.61">25975 6034 99 0,'0'0'255'0,"-10"2"-15"0,10-2-16 16,-6 0-12-16,6 0-13 0,0 0-12 0,0 0-19 15,0 0-18-15,0 0-14 0,0 0-6 16,0 0-18-16,35-4-12 0,-4 0-12 0,1 0-9 0,6 0-7 16,-3-2-5-16,-1 2-19 0,-2-2-14 0,0 5-10 15,-4-4-5-15,-1 2-2 0,-5 0-5 0,-11 2 4 16,0-2-4-16,-3 2 0 0,-1 1-2 16,-2-2-2-16,-5 2-7 0,7-2-13 0,-7 2-15 0,0 0-15 15,0 0-21-15,-27 2-22 0,13-1-21 0,0 0-33 16,1 0-39-16,-5 2-169 0,5-2-375 0,-1 2 166 15</inkml:trace>
  <inkml:trace contextRef="#ctx0" brushRef="#br0" timeOffset="100750.5">26626 5929 109 0,'2'-3'389'0,"2"1"-27"15,0-2-39-15,0 1-18 0,-4 3-48 0,2-3-31 16,-2 3-26-16,0 0-25 0,5-1-30 0,-5 1-17 16,4 7-8-16,-4-2-13 0,0 1-14 0,1 6-6 15,-1 0-8-15,-1 1-10 0,1 4-4 0,-1 1-7 16,-2 3-5-16,3 3-4 0,0-5-2 0,0-2-8 16,0 0-6-16,0-2-4 0,0-3-8 0,3-4-16 15,-3-1-2-15,0-2 0 0,0 0 7 0,1-4-1 16,-1 4 27-16,0-5 7 0,0 0-3 0,14-5-8 15,-1-4 2-15,0-3-2 0,2-1-1 0,-2-1-10 16,2-1-1-16,3-5-5 0,-1 2 1 0,-3 3-1 16,-1 2-4-16,-2 2 1 0,-4 4 6 0,1-1 5 0,-3 4 0 15,-1-1-11-15,0 2 1 0,0 1-22 16,-3-2-8-16,3 1-15 0,-4 3-20 0,0 0 6 16,0 0 17-16,10 9-9 0,-6-3 6 0,0 1 7 15,1 0-6-15,0 3-2 0,1 1-7 0,6 3-6 0,0-2-9 16,-1 1-8-16,2-1-12 0,0 2-11 0,2-8-11 15,1 4-13-15,0-5-5 0,2-3 0 16,1 0-4-16,0-4 3 0,-1 0 20 0,3-2 2 16,-1-3 7-16,-3 0 21 0,-1-5 14 0,7-2 19 0,-7-1 27 15,-1 1 21-15,0-6 20 0,-1 6 20 16,-4-2 22-16,1 0 17 0,0 2 15 0,-2-1 15 16,-4 3 18-16,2 5 14 0,-5 0 12 0,7-1-12 15,-6 4-10-15,-1-1-18 0,-2 2-15 0,4-1-14 0,-3 1-26 16,2 1-37-16,-3 2-29 0,0 0-3 0,0 0 5 15,1 12-6-15,-2-2 4 0,-3 1 5 0,2 1-13 16,-4 3 7-16,1 5-8 0,0 6 10 0,-4 1 2 16,2 2 3-16,-1-3-8 0,-1 1 0 0,1-5 2 15,3-3-2-15,4-2 5 0,-2-7-15 0,-1 2 10 16,3-6 3-16,1 1-4 0,-1-3 8 0,0-2 24 16,-2 2 24-16,1-1 37 0,2-3 36 0,0 0-2 15,0 0-17-15,11-8-16 0,-5 0-10 0,5-5-5 16,1 0-11-16,1-3-11 0,-2-1-11 0,1 3 0 15,-1 0-11-15,1 1-1 0,-3 3-7 0,-4 1-1 16,3 3-6-16,-2 0-9 0,-2 3 1 0,0-1-6 16,0 1-25-16,-3 1-33 0,3-1-33 0,-4 3 4 15,0 0-9-15,18 5-16 0,-10 2-27 0,1-2-27 16,2 4-38-16,-1-4-45 0,3 8-44 0,1-2-73 16,0-5-244-16,0-1-650 0,2 4 288 0</inkml:trace>
  <inkml:trace contextRef="#ctx0" brushRef="#br0" timeOffset="101670.77">27718 5969 151 0,'0'0'283'16,"0"-5"-29"-16,0 5-26 0,0-3-28 0,0 3-16 15,0 0-26-15,0 0-25 0,2-3-14 0,-2 3-13 16,0 0-16-16,0 0-20 0,21 3-19 0,-12-1-21 0,4-2-22 15,0 1-15-15,3-1-15 0,2 0-10 0,1-1-4 16,-5 1-6-16,4-2-2 0,-5 1 3 16,2-1 4-16,-2 0 9 0,-1-3-5 0,-1 1 17 15,-2 3 1-15,1-2 26 0,-5-1 26 0,3-1 23 0,-4 3 4 16,0-1 3-16,-3 1 0 0,-1 2-2 0,1-6-12 16,-1 6 0-16,0 0-9 0,-9-6-2 15,4 6-6-15,-2 0-2 0,-7 2-2 0,-2 2-2 16,-4 2-2-16,-2-1-1 0,-5 5 0 0,2-3-5 0,-2 7 0 15,1-2-4-15,3 3 0 0,0-1-5 0,5 3 3 16,2-2-2-16,4-1-2 0,0 3 0 16,4-2 1-16,0-1-2 0,6 0 1 0,0-4-1 15,5-2 8-15,2 4-8 0,8 0-5 0,7-3 6 0,8 1-1 16,8-2-3-16,1-4-5 0,14-1-8 0,0-3-10 16,2-2 5-16,2-3-2 0,-3-3 3 15,-2-4-2-15,-12 0 0 0,8-10 3 0,0 0-2 16,-14 3 5-16,-2-3 0 0,-4-4 9 0,3 0 12 0,1-13 13 15,-12 11 26-15,4-5 16 0,-4 2 27 0,-3-1 29 16,0-2 14-16,-3 0 17 0,-2 5 3 0,0 0 3 16,-2 3-6-16,-4 9-2 0,0 2-11 0,0 4 7 15,-4 5-23-15,2-1-12 0,1 0-21 0,-1 2-24 16,-1 2-38-16,1-1-56 0,-2 4-56 0,0 0 3 16,0 0 5-16,-4 12 5 0,-1 2 7 0,0 4 1 15,-3 10 15-15,-1 1 1 0,-4 0 5 0,2 5 5 16,0 1-3-16,0-1 18 0,-2 12-9 0,8-14 4 15,-4 1 4-15,4 2 8 0,4 0 2 0,-3-5-2 16,4 0 3-16,-4-11-4 0,4-2-1 0,0-4-9 16,-1-2-5-16,-2-3-4 0,2 1 9 0,1-1 5 15,0-3 9-15,-3-1 30 0,3-1 16 0,0-3-13 16,0 0-10-16,0 0-10 0,-11-16 6 0,7 8-6 16,-5-2-1-16,0 0-8 0,-1-5-2 0,-5-1-5 15,1-1 1-15,-8 0 1 0,3 2-8 0,0 3-1 16,-7-2-2-16,-2 1-2 0,11 5 6 0,1 0 0 15,4 3 0-15,1 0 8 0,1 0 10 0,4 3-11 16,1-2 0-16,3 1-4 0,2 3-7 0,0 0-7 16,15-7 1-16,6 4 2 0,8 3-9 0,4-3-17 15,6-1-8-15,14 2-2 0,2 1 8 0,1-3-3 0,3 1 8 16,-1 1 3-16,0-2 7 0,-8-2 0 16,1 3 7-16,-17 0 4 0,-4-2 2 0,-2-1 21 0,-5 3 20 15,-5 1 34-15,-5 0 34 0,-3-2 23 16,2 3 10-16,-3-4 25 0,-3 3 19 0,0 1 9 0,-2-1-3 15,-4 2-8-15,10-2-12 0,-7-1-16 0,-3 3-17 16,5-1-16-16,-5 1-13 0,0 0-13 0,7 0-21 16,-7 0-26-16,0 0-29 0,0 0-30 15,5 5 5-15,-5-1 9 0,0 3-4 0,-2 0 2 0,1 2 5 16,0 1 2-16,0 3 0 0,-3 1 0 0,2 3-9 16,1-5-15-16,0 5-15 0,-2 0-13 15,2-7-16-15,2 6-4 0,-1-3-25 0,-2-4-15 0,-2 1-17 16,3-5-18-16,-2 4-12 0,-1-6-8 0,0 0-11 15,1-1-45-15,3-2-59 0,-13-7-221 0,5-3-555 16,3 4 245-16</inkml:trace>
  <inkml:trace contextRef="#ctx0" brushRef="#br0" timeOffset="101807.47">28895 5816 76 0,'3'-10'310'0,"-1"0"2"0,-1 3-7 0,1 0 4 15,-1 2-26-15,0-1-30 0,2 0-19 0,-2 3-25 16,1-1-35-16,-1 0-41 0,-1 4-56 0,1-4-53 15,-1 4-30-15,9 0-33 0,-9 0-43 0,9 8-54 16,-3-4-53-16,-1-1-186 0,3 2-405 0,-2-1 179 16</inkml:trace>
  <inkml:trace contextRef="#ctx0" brushRef="#br0" timeOffset="102183.28">29368 5841 138 0,'-4'-3'259'16,"-2"1"-28"-16,1 1-19 0,-3-1-28 0,0 2-15 15,-1 2-15-15,-1 0-18 0,-1 2-14 0,-2 2-15 16,-4 1-8-16,-1 5-11 0,0 0-11 0,4 1-3 16,-5 6-9-16,6-3-6 0,-1 1-5 0,2-1-7 15,2 0-4-15,0 2 0 0,4-1-5 0,3-2 3 16,3 3-3-16,3-2-2 0,1-4-3 0,4 3-1 15,4-5 4-15,2 0-2 0,3-2-3 0,3-2-2 16,0-1 2-16,3-3-2 0,-2-4 6 0,7-3 18 16,-10-1-3-16,0 1 2 0,-1-7 0 0,-1 6-2 15,-3-8 5-15,0 1-1 0,-3-2-1 0,-1-3-10 16,-1-1-2-16,-4 0-3 0,-1 1-6 0,-3 2 2 16,-2-1-6-16,-3 1-4 0,-3 0-8 0,-1 3-1 15,-2 2-5-15,-3-1 5 0,-2 4-15 0,-3 1-11 16,0 1-14-16,2 2-20 0,-2 2-26 0,6 2-29 15,-2 1-31-15,4 0-39 0,1 2-26 0,3-1-53 16,1 1-172-16,6 1-454 0,2 1 201 0</inkml:trace>
  <inkml:trace contextRef="#ctx0" brushRef="#br0" timeOffset="102498.36">29640 5899 428 0,'0'0'452'0,"6"-3"-41"16,-2 0-50-16,-4 3-30 0,0 0-33 0,9 0-43 0,-9 0-30 16,0 0-24-16,0 0-46 0,4 4-28 0,-4 2-12 15,-2-1-6-15,0 1-17 0,0 6 8 16,-4 0-16-16,1 3-9 0,-2 2-9 0,2-2-6 16,-2 0-16-16,3-4-1 0,1-1-17 0,-1 1-8 0,2-7-3 15,-2 2 2-15,4 0 3 0,-3-1 22 0,3-4 30 16,0-1 31-16,0 0-2 0,0 0-9 0,15-8-13 15,-1 0-5-15,5-4-4 0,-2 3-15 16,3-1-3-16,6-2-5 0,-8 2-4 0,-1 3-7 16,-5 0-3-16,-3 2-6 0,1 0-3 0,-2 4-8 0,0-1-10 15,-4-1-12-15,3 4-33 0,-3 2-13 0,3 2-17 16,1 6-24-16,-5 0-29 0,1 7-67 0,-2 2-69 16,-2-2-104-16,-2 7-290 0,-1-8-706 15,1-5 313-15</inkml:trace>
  <inkml:trace contextRef="#ctx0" brushRef="#br0" timeOffset="106649.82">2959 8262 211 0,'-2'-5'332'0,"-1"-1"-14"0,0 0-9 0,2 1-23 15,1 0-14-15,-3 2-21 0,3-1-20 0,0 4-19 16,-1-4-22-16,1 4-25 0,0 0-25 0,-2-5-11 15,2 5-27-15,0 0-33 0,0 0-9 0,0 0-4 16,0 0-8-16,-4 19-3 0,4-7-4 0,-2 1-4 16,2 3-2-16,0 1-8 0,-1 9-2 0,1-8 1 15,1 0-3-15,-1 9-2 0,2-10-3 0,-4 1 4 16,2-2-5-16,-1 4-3 0,1-8 9 0,-2 0-18 16,0-1-18-16,1-3-10 0,0 1-12 0,1-3-11 15,-4-2-18-15,0 2-21 0,0-4-46 0,-1 0-51 16,5-2-74-16,-16-5-232 0,7-2-528 0,0 2 234 15</inkml:trace>
  <inkml:trace contextRef="#ctx0" brushRef="#br0" timeOffset="106815.34">2910 8057 49 0,'0'-5'325'0,"0"2"-26"0,2-1-29 0,-2 4-27 16,0-5-27-16,0 5-21 0,1-5-33 0,-1 5-48 15,1-3-56-15,-1 3-55 0,0 0-17 0,0 0-22 0,0 0-44 16,12 7-66-16,-7-4-131 0,1 2-299 0,1 0 133 16</inkml:trace>
  <inkml:trace contextRef="#ctx0" brushRef="#br0" timeOffset="107166.2">3487 8103 232 0,'0'0'275'15,"0"0"-28"-15,0 0-27 0,0 0-20 0,-22 4-20 0,17-1-16 16,-3-1-19-16,-2 4-12 0,0 0-16 0,-3 3-7 16,-1 1-15-16,1 3-10 0,-3-4-8 15,3 5-6-15,0-1-8 0,1 1-8 0,2-1-1 16,1 0-8-16,3-2-4 0,2-1-4 0,3 2 0 0,0-1-8 15,1 2-5-15,3-3-1 0,0 1 0 0,6 3-2 16,2-1 1-16,2-1-3 0,2 0-2 16,0 0-2-16,2-4-2 0,1 3 0 0,3-2-6 15,-5 1 3-15,4-2 0 0,-5 0-2 0,-4-2-3 16,-2 0-1-16,0-1-1 0,-2 0-3 0,-1-1 6 0,-3 2-1 16,-2-1 5-16,-4 1 1 0,-3 2-2 15,-9 1 0-15,-2 3 2 0,-10 2-4 0,-1-1-10 16,0-2-32-16,-3 0-46 0,2 1-73 0,1-4-107 15,6-2-161-15,4-4-454 0,3-2 201 0</inkml:trace>
  <inkml:trace contextRef="#ctx0" brushRef="#br0" timeOffset="107966.33">4647 8413 248 0,'-6'0'235'0,"-2"-1"-19"0,8 1-11 16,-10 0-9-16,10 0-7 0,-8 0-10 0,8 0-5 15,-6-1-8-15,6 1-9 0,0 0-8 0,-6-4-11 0,6 4-16 16,0 0-12-16,9-7-13 0,3 0-10 15,6-1-15-15,-1-2-14 0,8-2-16 0,2-4-9 16,5 1-14-16,-4 1-1 0,3-3-6 0,-2 2-1 16,-1-2-12-16,-1 1 1 0,1 0-1 0,-5 0 1 0,-4-1-1 15,-5 3 1-15,-1 1 11 0,0-1 9 0,-7 4 4 16,2 1 9-16,-6 4 6 0,0-2-3 16,-2 1-6-16,-2 2-5 0,-1 1-2 0,-4 1-6 15,-3 0-4-15,-3 5 0 0,-6 1-6 0,-4 7 1 0,-4 3-2 16,-1 4-1-16,-1-1-3 0,1 7 11 0,2-2-13 15,-2 4 0-15,4-1 2 0,3 2-1 0,-1-1-2 16,5 3 2-16,3-3 1 0,6-1 0 16,2-6 3-16,3 1-1 0,3-3-4 0,5 0 1 0,1-1 4 15,6-2 1-15,4-3 2 0,5-2 12 0,7-4-13 16,4-2 1-16,8-3-1 0,-1-1 1 0,14-8-2 16,-15 4 0-16,17-3-2 0,-17 2 0 0,-1-4 11 15,-1 1-15-15,-4-1 5 0,-4 5 1 0,-6 0 0 16,-4 0-1-16,-5 0 9 0,-4 4-5 0,1-2 13 15,-4 1 6-15,-1 2 0 0,-1-3 6 0,1 0-5 16,-5 3-1-16,4-2-17 0,-4 2-16 0,0 0-20 16,0 0-24-16,-11-7-27 0,11 7-31 0,-12 0-29 15,5-1-33-15,0 1-44 0,7 0-258 0,-10-1-509 16,6 0 226-16</inkml:trace>
  <inkml:trace contextRef="#ctx0" brushRef="#br0" timeOffset="108188.53">5654 8204 185 0,'0'0'268'0,"-6"-2"-26"0,6 2-20 0,-13 2-23 16,0 2-21-16,1 1-11 0,-4 2-21 0,-1 1-9 15,-2 2-15-15,-5 3-14 0,2 3-7 0,-2-1-11 16,-3 4-10-16,3 0-8 0,-2 5-16 0,7-5-33 0,-3 3-29 15,3 0-30-15,6-7-22 0,-2-1-25 16,2 1-27-16,5-5-28 0,0-1-190 0,-1-4-355 16,0 0 157-16</inkml:trace>
  <inkml:trace contextRef="#ctx0" brushRef="#br0" timeOffset="108381.45">5302 8331 109 0,'4'-20'261'0,"-1"5"15"15,1 2-5-15,-2 4-3 0,2-3-4 0,-1 3-12 16,-3 3-6-16,2 1-8 0,2 0-30 0,-2 0-28 15,0 1-24-15,0 2-17 0,-2 2-14 0,6-2-16 0,-6 2-10 16,9 4-14-16,1 0-10 0,0 4-4 0,5-1-9 16,6 4-13-16,3 3 6 0,4-1-8 0,-1 1-15 15,1 1-1-15,-2 1-18 0,3-1-21 16,-1-2-23-16,-1 3-19 0,1-4-22 0,-1-2-20 0,1-1-36 16,-9-3-33-16,-1 0-42 0,2-4-55 0,-3-1-195 15,-3 3-491-15,-1-4 217 0</inkml:trace>
  <inkml:trace contextRef="#ctx0" brushRef="#br0" timeOffset="108633.45">5977 8039 158 0,'0'-12'362'0,"1"3"-10"0,-1 1-2 0,2 4-15 0,-1-4-28 15,-1 3-32-15,1 1-30 0,-1 0-29 0,0 4-23 16,0 0-34-16,0-5-28 0,0 5-16 0,0 0-14 15,0 14-13-15,0 0-7 0,-1 6-16 0,0 8-1 16,-2 1-7-16,-2 5-2 0,-6 11-9 0,0 6-10 16,4-5 0-16,-2-11 5 0,1 14-8 0,2-13-2 15,3-2-8-15,-1-1 2 0,0-1-28 0,1-5-12 16,-1-1-17-16,3-7-14 0,-2-4-20 0,2-3-24 16,-2-2-26-16,2-2-21 0,1-2-17 0,-1-1-7 15,1-3-56-15,0-2-274 0,0 0-531 0,0 0 235 16</inkml:trace>
  <inkml:trace contextRef="#ctx0" brushRef="#br0" timeOffset="108883.42">5980 8187 210 0,'0'-5'285'16,"0"5"-30"-16,0-4-28 0,0 4-22 0,1-3-33 15,-1 3-20-15,0 0-17 0,0 0-11 0,0 0-12 16,15 7-10-16,-6-3-15 0,0 4-6 0,4 0-7 15,0 3-9-15,0 1-6 0,3 0-8 0,-4 1-7 16,-1 0-6-16,2 0-5 0,-5 0-8 0,-2-1-4 16,-2-3-8-16,-3 4 7 0,-1-4-9 0,-3 1 3 0,0 1-2 15,-10 1-1-15,4-2 0 0,-6 0-2 0,-2 1-9 16,-2-2-12-16,-3-3-18 0,-1 2-19 16,3-3-21-16,1-3-28 0,1-1-39 0,2-2-50 15,1-1-160-15,2-3-373 0,3 0 165 0</inkml:trace>
  <inkml:trace contextRef="#ctx0" brushRef="#br0" timeOffset="109216.11">6243 8179 275 0,'2'-1'293'0,"2"1"-27"0,-4 0-24 16,8-3-26-16,-8 3-25 0,8-1-21 0,-8 1-15 15,10 0-18-15,-5 3-3 0,0-2-11 16,4 2-8-16,0 3-10 0,0 1-5 0,0 1-7 0,4 1-10 15,-4-1-8-15,1 4 7 0,0 2-17 0,-1-1-9 16,-1 3 0-16,-4-1-2 0,1 2-10 0,-3-1-3 16,-1 2-4-16,-2 0-2 0,-1-2-5 0,-2 0 3 15,1-6-6-15,-2 1-1 0,1-2-5 0,-1 0 3 16,0 1 2-16,1-5 18 0,2 0 20 0,-2-1 26 16,0-4 10-16,4 0 7 0,0 0 9 0,-14-5 5 15,10 0 5-15,-1-2 6 0,0-3-9 0,2-3-5 16,0-3-16-16,0 0-18 0,6-1-12 0,-2 0-19 15,3 0-25-15,1 0-24 0,2 0-40 0,4 1-36 16,-1 3-32-16,4-1-33 0,0 4-26 0,4-1-25 16,1 5-30-16,2 0-34 0,0 1-32 15,2 3-293-15,3-3-625 0,2 8 277 0</inkml:trace>
  <inkml:trace contextRef="#ctx0" brushRef="#br0" timeOffset="109599.13">6763 8315 154 0,'0'0'212'0,"0"0"-5"0,0 0 2 16,-1 7 0-16,1-7 4 0,0 0 4 0,0 0 6 16,0 5 2-16,0-5 3 0,0 0-14 0,0 0-14 15,0 0-27-15,10-12-16 0,-1 7-16 0,2-2-14 16,4-3-15-16,0-1-5 0,3-1-10 0,2-4-12 16,3 2-3-16,-1-1-14 0,0-2-12 0,-2 3-12 15,-7-1-13-15,3 1 3 0,-1 5-8 0,-3-3-3 16,-1 4 5-16,-6 3 1 0,0 2-2 0,0-3-7 15,-1 3 8-15,-4-1-21 0,0 4 2 0,0 0-7 16,0 0 2-16,-31 9-4 0,12-2-2 0,-5 5-3 16,-2 2 5-16,0 2-2 0,6 1-2 0,-3 0-3 15,0 1 3-15,5 0-2 0,4-3 0 0,3 1 1 16,-1-1 2-16,2-1-4 0,3 1 3 0,5-2-1 16,2 0 4-16,2-3 3 0,4 1 1 0,1 0-2 15,9-2 1-15,-1-1 1 0,5-3 0 0,11 4-4 16,-2-8 0-16,6-1 0 0,0-1-5 0,-2-5-7 15,2 2 1-15,-3 2-13 0,-5-3-7 0,-8 0-8 16,-1 1 0-16,-5-1 4 0,-3 2-8 0,-5 0-13 16,2-2-29-16,-6 3-22 0,-1-3-31 0,0 5-18 15,-5-7-27-15,0 5-30 0,-4-1-61 0,-3-1-144 16,2 2-453-16,0-1 200 0</inkml:trace>
  <inkml:trace contextRef="#ctx0" brushRef="#br0" timeOffset="109979.8">7549 8112 236 0,'-13'0'216'0,"13"0"-24"0,-9 2-15 0,1-1-19 15,-2 2-16-15,4-1-14 0,-4 2-14 0,1 1-10 16,-3-1-12-16,2 3-8 0,2 1-7 0,-3 1-10 16,4-1-8-16,-2 2-7 0,2-3-4 0,1 3-4 15,-1-1-6-15,2-2 0 0,1 3-4 0,1-2-7 16,2-1-2-16,2 0 0 0,-2-1-1 0,2 1-4 16,2 0 3-16,1-2-4 0,4 0 0 0,-1 1-4 15,2 1-4-15,3-1 1 0,-2 1-1 0,3-2 0 16,-3 2-1-16,-1-1-2 0,2 2-6 0,-3-2 4 15,1-2-1-15,-5 3-1 0,2-2-2 0,-6 0 0 16,1 3-2-16,-2-2 1 0,-1 0 0 0,-6-1-2 16,-3 3 4-16,0 0 3 0,-5-2-6 0,-3 0-15 15,1 2-23-15,-4-1-17 0,2-2-35 0,-1-1-52 16,-1 0-57-16,3-5-110 0,2 1-335 0,7-2 148 16</inkml:trace>
  <inkml:trace contextRef="#ctx0" brushRef="#br0" timeOffset="110362.34">7991 8098 150 0,'-8'0'187'0,"8"0"-13"0,-14 3-15 0,4-2-15 0,-1 0-15 16,-1 3-11-16,1 1-11 0,0 1-13 0,-1 0-3 16,0 0-14-16,0 0-12 0,1 2-1 0,1-1-10 15,1 2-6-15,0-1-5 0,3 2-2 0,-1-1-1 16,2-1-5-16,0 1-3 0,3 0-6 16,-1-1-1-16,3-1 0 0,3-1-2 0,-1 5 2 0,3-4 0 15,3 2 6-15,-1-2 3 0,5 0-7 0,1 3 1 16,-2-3-1-16,5 0-4 0,-1 1-3 0,-2-2-1 15,-2-1 2-15,-2 0-6 0,0 0-5 16,-3-2 3-16,0 1-5 0,0-2 0 0,-3 2 4 0,0 0 5 16,-3-2 8-16,0-2-5 0,-6 9 3 0,-3-4-4 15,-3-1-2-15,-3 5 1 0,-5-1-11 0,2-2-23 16,-3-1-32-16,-1 0-32 0,3-1-37 0,-1 1-55 16,3-5-163-16,6 1-364 0,2-1 162 0</inkml:trace>
  <inkml:trace contextRef="#ctx0" brushRef="#br0" timeOffset="111102.17">8046 8353 134 0,'0'0'258'16,"0"0"-15"-16,0 0-3 0,0 0-16 0,0 0-8 15,0 0-8-15,0 0-11 0,-1-6-7 0,1 6-11 16,0 0-9-16,0 0-23 0,4-2-16 0,-1 1-14 15,3-3-15-15,2 3-18 0,3-3-15 0,0-3-18 16,8 3-7-16,-1-2-5 0,0-1-11 0,1-1-2 16,2-1-6-16,-2 1 1 0,0 2-7 0,-1-4 1 15,4 3-6-15,-6-3 10 0,-2 3-5 0,-1 1 3 16,-4 0 9-16,1 0 24 0,-3 3-2 0,-1-2 9 16,-1 1-5-16,-2-1-1 0,-2 2-10 0,-1-1-7 15,0 4-4-15,-8-5-7 0,0 3 2 0,-2 2-6 0,-4 0-1 16,-3 0-1-16,-4 5-3 0,2 0-1 15,-9 1-6-15,6 0 1 0,3 1-6 0,-2 0 2 16,2 3 0-16,4 0 9 0,-2 0-14 0,6 1 2 16,1-2-4-16,3 1-6 0,2 0 1 0,5 2 1 15,1 0-3-15,6-4 9 0,7 4 9 0,9-1-13 16,6 1-3-16,6-3-4 0,16 2-2 0,3-6 3 16,3 0 3-16,3-5-4 0,0-3 5 0,5 1 0 15,1-3 2-15,-4 0-1 0,1-2-2 0,-10-1 5 0,-13 2 0 16,-2-2 3-16,-6-2 9 0,-5-1 13 15,-6 4 20-15,-5-1 15 0,-6 2 5 0,-1-1 9 16,0-1-3-16,-6 2-9 0,-1-5-5 0,-3 5-8 16,-3 0-4-16,-5 0-7 0,-2 0-12 0,-7 0-5 0,-4 4-2 15,-6 0-1-15,-4 2-3 0,0 2-4 0,-1 2 0 16,2 2 1-16,2-3 15 0,8 4-23 0,1-1 0 16,5 0-15-16,2 1-11 0,1 0-9 0,3 0-4 15,2 1-8-15,0-1 5 0,6 3 1 0,1-3 4 16,1 2 2-16,11-4 3 0,2 4-2 0,5-2-6 15,9-2-3-15,2-2-4 0,-3-1-3 0,3-1-4 16,0-3 5-16,-4-3 9 0,1-3 3 0,-6 3 6 16,-2-4 2-16,-1-1 10 0,-3-2 10 0,-2-5 10 15,0 2 4-15,-2-9 3 0,-2 0 8 0,-2-5 7 16,1 0 25-16,-6-1-2 0,-1-3 9 0,1-1 2 16,1-3 31-16,-3 4 37 0,1 2 41 0,1 5 41 15,0 8 27-15,-4 2 1 0,2 4-8 0,2 3-23 16,-2 1-20-16,-2 3-27 0,4 0-22 0,-2 0-31 15,0 2-46-15,0 3-55 0,0 0-12 0,0 0-1 16,-6 13-2-16,1 3 1 0,-2 8 7 0,1 5-8 16,-2 3-25-16,0 1-19 0,3 2-36 0,2-3-28 15,-1 2-31-15,4 0-31 0,1-3-44 0,-1 0-68 16,3-6-90-16,-5-7-345 0,2-2-786 0,-1-7 347 16</inkml:trace>
  <inkml:trace contextRef="#ctx0" brushRef="#br0" timeOffset="112382.51">10653 8010 72 0,'-2'-4'288'0,"1"-3"-23"0,-1 1-28 15,-1 3-23-15,-1 2-23 0,-2-3-16 0,6 4-19 16,-17 4-16-16,3-3-17 0,-4 8-12 0,-1 2-11 0,-5 3-5 16,2 2-16-16,-1 1-9 0,3 0-4 15,-2 2-9-15,4-1-4 0,4-3-9 0,4-1-3 16,1 3-6-16,0-1 5 0,1-3-12 0,6-2 5 15,-1 3-6-15,2-5-2 0,-2-1-1 0,6-2 0 0,-2 2-1 16,2-3 6-16,-1 0 3 0,2 0 8 0,2-4 6 16,2 1 9-16,0-2 7 0,1 0-3 15,2-3 2-15,-2 0-1 0,3-1 13 0,-1 1 0 16,-2 1-5-16,1-3-8 0,1 0-6 0,-2 2-5 16,-3 0-6-16,-1 0-7 0,3 2-6 0,-3-1 10 15,-1 0-17-15,-4 2-4 0,10-2-4 0,-5 2 7 16,-5 0-16-16,14 2-1 0,-9 2 1 0,3-1-5 15,-2 0-1-15,-1 1 5 0,3 1-5 0,-3 1 2 0,0 0 1 16,3 0-3-16,-2 1-2 0,1 2 0 0,-1-3 4 16,1 0 3-16,-4-2-2 0,4 0-1 0,-1 0 1 15,-2-1 3-15,1-1 0 0,0 1 5 0,1-3-1 16,-6 0 6-16,16-3 14 0,-5 3 21 0,0-4 0 16,-1-2 13-16,2-1 1 0,5-2 0 0,-2-3 0 15,2 1-3-15,6-6 0 0,-1-2-7 0,-3-2-5 16,4 2-6-16,-1-1-5 0,-4 2 1 0,-3 4-5 15,-1 3 4-15,-3 4 2 0,-4 0-3 0,3 1-5 16,-5 1-8-16,2 1-5 0,-4 1-6 0,1 1-9 16,-4 2-16-16,8 1-6 0,-8-1-5 0,11 3-1 15,-3 4-2-15,-1 1 7 0,3 2-7 0,-4-1 0 16,3 2 0-16,-4-1-6 0,4 1 3 0,-1-2-27 16,-3 1-21-16,0-1-34 0,0 1-41 0,-2-4-53 15,-2 1-76-15,2-5-360 0,-2 2-694 0,1-4 307 16</inkml:trace>
  <inkml:trace contextRef="#ctx0" brushRef="#br0" timeOffset="116948.25">12223 8436 55 0,'-1'-6'260'0,"1"0"-13"0,-1-3-13 0,-1 4-7 0,2 0-14 16,0 1-22-16,0 4-23 0,-2-6-19 0,2 3-18 15,0 3-31-15,0 0-12 0,0 0-13 0,0 0-11 16,-6 19-5-16,3-1-5 0,-1 6-6 0,-2 3-5 0,0 4-5 16,-2 3-5-16,3 1-2 0,-4 12-2 0,2-10-4 15,1-3-13-15,1 0 4 0,0-1-2 16,1-1 2-16,1 2-5 0,-2-8-2 0,4-7 2 16,-2 1 1-16,3-2-3 0,0-1-1 0,-1-5 2 0,-3-2-1 15,4 2-3-15,0-4 1 0,0 0 4 0,0-4 0 16,0 1 0-16,0 0 2 0,0 0 1 0,0-5-2 15,0 0-6-15,0 0-35 0,0 0-46 0,-9-10-38 16,8 1-43-16,-2-7-43 0,2-2-171 0,1-9-400 16,0-1 176-16</inkml:trace>
  <inkml:trace contextRef="#ctx0" brushRef="#br0" timeOffset="117216.62">12191 8258 197 0,'0'-1'229'0,"0"1"-12"0,-2-5-13 0,2 5-12 16,-4-5-12-16,4 5-7 0,0-4-8 0,0 4-13 15,0 0-14-15,4-3-18 0,-4 3-7 0,5-5-12 16,1 2-10-16,6-1-12 0,6 1-5 0,3-2-7 16,9 1-8-16,-1-1-6 0,-2 1-2 0,-5-1-6 15,-2 2-6-15,-2 0-7 0,-4-1-2 0,-4 3-4 16,-1-1-4-16,-1 0-1 0,-2 1-13 0,-1 1-12 15,1-1-8-15,-6 1-21 0,0 0-6 0,7 2 3 16,-7-2 0-16,-5 7-7 0,-1-4-7 0,-5 6-16 16,0-2-18-16,-4 3-27 0,-1 0-21 0,2 0-30 15,-2 1-183-15,0 0-374 0,2 0 165 0</inkml:trace>
  <inkml:trace contextRef="#ctx0" brushRef="#br0" timeOffset="117536.12">12181 8715 118 0,'-2'4'248'0,"-1"-3"-22"0,3-1-22 0,-4 4-9 16,4-4-9-16,-4 1-13 0,4-1-19 0,0 0-12 15,0 0-13-15,0 0-18 0,24-3-9 0,-4-2-10 16,10-2-11-16,5-5-4 0,4 6-13 0,14-7-5 16,1 2-11-16,-3 1-8 0,-16 3-11 0,4 3-15 15,-6-4-6-15,-2 4-2 0,-3 1-3 0,-10 1 5 16,-4 0-8-16,-2 2-6 0,-2-1-11 0,-3 1-8 16,-2 0-12-16,-5 0 1 0,0 0 5 0,4 1 5 15,-4-1-7-15,-11 7-7 0,0-5-13 0,-2 5-22 16,-6-2-22-16,3-1-26 0,0 4-63 0,3-5-103 15,0-2-313-15,1 3 139 0</inkml:trace>
  <inkml:trace contextRef="#ctx0" brushRef="#br0" timeOffset="118845.15">13193 8507 119 0,'0'-6'218'0,"0"2"-22"15,-4 2-7-15,4 2-13 0,4-9-23 0,-4 5-17 16,5 0-11-16,-1 0-13 0,4 0-15 0,-2-1-11 15,4 4-8-15,3-2-7 0,0 2-11 0,-3 4-5 16,3-2-7-16,1 0-5 0,-3 4-7 0,5 3-3 16,-2 1-2-16,0 3-11 0,-1 2 8 0,-4-1-4 15,1 4-3-15,-4 0 1 0,-2 0-3 0,-1 3-2 0,-5 5-2 16,1-6 1-16,-3 5 1 0,-5 1-1 16,0-7-3-16,-3 5 2 0,-4-1-4 0,5-7 3 15,0-1 3-15,-3 1 1 0,4-4-3 0,0-3 1 16,1 1 1-16,3-3 8 0,-1-2 12 0,2 1 18 0,0-2 16 15,0 0 26-15,1 0 32 0,4-3 20 16,-4 1-6-16,4-1-13 0,0 0-7 0,4-19-24 16,4 6-8-16,4-4-8 0,0-4-12 0,5-3-6 0,-1 0-6 15,2 2-8-15,-1-1-4 0,3 1-4 16,-6 6-9-16,-5 2-1 0,1-1-6 0,3 4 5 0,-5 3-2 16,-3-1 0-16,-1 3-12 0,1 2 2 15,-1-1-8-15,-2 2 0 0,2 0-2 0,-4 3-9 0,4-3-24 16,-3 0-17-16,-1 3-2 0,0 0-2 0,0 0 0 15,7 9 0-15,-7-4 0 0,1 1 6 0,0 2-1 16,3 2 0-16,-4 1-5 0,4-1-11 16,-1 2-15-16,0-1-22 0,1 1-24 0,1 0-31 0,2-1-18 15,-2 2-40-15,1-5-61 0,3-1-182 0,-4-5-484 16,3 0 214-16</inkml:trace>
  <inkml:trace contextRef="#ctx0" brushRef="#br0" timeOffset="119077.82">13721 8388 39 0,'1'-3'353'0,"-1"0"-35"0,0 3-34 0,1-4-34 16,-1 4-26-16,3-3-21 0,-3 3-27 0,0 0-19 16,13 8-13-16,-6-1-20 0,2 1-15 0,3 8-10 15,-2 1-9-15,4 8-10 0,0 1-9 0,-5 5-5 16,-4 1-5-16,-1 0-9 0,-4 5 0 0,-4 10-6 15,-3-1-6-15,-4-13-9 0,-9 9-5 0,3-10-14 16,-2-2-19-16,-4 0-19 0,-2-5-26 0,-5 2-33 16,-8 0-37-16,5-7-52 0,-3-6-267 0,-2-2-476 15,2-4 210-15</inkml:trace>
  <inkml:trace contextRef="#ctx0" brushRef="#br0" timeOffset="119377.74">13207 8303 158 0,'-5'-4'224'0,"-4"3"-24"0,2 0-20 0,0 1-19 16,-5 4-16-16,-3 5-17 0,0-1-14 0,-6 9-17 0,-3 4-7 15,-1 5-6-15,-6 16-13 0,3-1-8 0,-4 7-8 16,6 0-3-16,2 2-7 0,4 0-1 16,2-3-5-16,6-13-3 0,5 2-3 0,3 0 0 0,2-4-2 15,6 1-2-15,1-4-1 0,8-2 2 0,6-1 2 16,8-2-2-16,5-4 0 0,14 0-16 0,7-4-37 16,8-4-44-16,4-5-72 0,-1-6-203 0,26-2-369 15,-23 0 163-15</inkml:trace>
  <inkml:trace contextRef="#ctx0" brushRef="#br0" timeOffset="119733.02">14490 8730 341 0,'-1'2'376'0,"1"-2"-33"16,0 0-29-16,-8 0-25 0,8 0-26 0,0 0-22 0,0 0-26 16,0 0-21-16,0 0-42 0,0 0-42 15,23-7-37-15,-6 3-51 0,3-2-61 0,1 2-68 16,7-2-95-16,-8 3-230 0,1-2-466 0,-4 1 207 16</inkml:trace>
  <inkml:trace contextRef="#ctx0" brushRef="#br0" timeOffset="119885.74">14440 8906 163 0,'-4'5'224'15,"1"-2"-15"-15,1-2-14 0,2-1-9 0,9 4-20 16,0-4-17-16,12-1-13 0,9-3-41 0,6-1-68 16,15-5-101-16,0-1-172 0,-13 0-267 0,11-2 118 0</inkml:trace>
  <inkml:trace contextRef="#ctx0" brushRef="#br0" timeOffset="121148.11">15759 8369 137 0,'-1'-11'229'0,"-2"0"-3"0,1 6-17 0,0-2-17 16,1 0-17-16,-2 3-17 0,3 0-20 0,-1-1-19 15,1 5-13-15,0 0-11 0,0 0-15 0,-9 10-10 16,7 2-3-16,-2 7-5 0,0 7-11 0,-2 6 0 15,0 5-10-15,1 9-6 0,-3 2 6 0,2-1-11 16,3-11-3-16,0 11-7 0,0-11-3 0,3-3 0 16,-1 1-1-16,-2-1-7 0,5-2 5 0,-4-4 3 15,4-3-6-15,-2-6 1 0,0-1-2 0,1-2-1 16,-2-4 3-16,1 0 0 0,0-5-2 0,0 4-15 16,-2-6-3-16,2 1-6 0,-1 0 0 0,1-1-7 15,0-4-21-15,-9 1-44 0,9-1-35 0,-11-6-30 16,3-2-52-16,-6-3-107 0,3-3-337 0,-2 0 149 15</inkml:trace>
  <inkml:trace contextRef="#ctx0" brushRef="#br0" timeOffset="121461.35">15607 8332 210 0,'0'-10'243'0,"0"-1"-8"0,0 3-18 15,0 1-12-15,0 0-12 0,0 1-16 16,-3 0-19-16,6 3-14 0,-6-2-19 0,3 5-13 0,4-6-12 15,0 5-14-15,-4 1-9 0,14 0-8 0,-2 1-7 16,0 1-6-16,5 7-6 0,2-3-5 0,-1 3-8 16,5 5-1-16,1 5-2 0,-1-2-5 0,-5 2-7 15,0 2 6-15,0 1-6 0,-1 1-3 0,-8 0-2 16,-4-5-1-16,1 2 0 0,-5 1-1 0,-2-2-3 16,-5 1 6-16,-2-3-3 0,-5 6 2 0,-6-2-3 15,1 0 0-15,-4-3 8 0,-2-2-10 0,-1-1 1 16,-2-1-4-16,4-2-1 0,1-6 0 0,-2 6-1 15,2-5 4-15,4-2-3 0,0 2-3 0,5-3-2 16,2-1-14-16,2 0-17 0,0 1-24 0,3-1-23 16,-1-1-26-16,4-1-40 0,3-1-36 0,0 0-234 15,0 0-446-15,24-8 197 0</inkml:trace>
  <inkml:trace contextRef="#ctx0" brushRef="#br0" timeOffset="121716.6">16602 8485 118 0,'3'-4'353'0,"-1"1"-31"16,0 2-33-16,0-2-25 0,-2 3-28 0,4-6-28 15,-4 6-17-15,0 0-34 0,0 0-15 0,0 0-15 16,-9 13-6-16,3-3-17 0,-7 5-14 0,3 2-8 0,-7 5-10 15,-3 0-3-15,-2 3-10 0,3 1-8 16,-4 3-28-16,1-3-20 0,-1 1-18 0,1-2-21 16,1-1-18-16,-1 0-23 0,2-3-19 0,2 0-24 15,-1-3-24-15,3-7-39 0,2-1-210 0,4-4-426 0,1-1 189 16</inkml:trace>
  <inkml:trace contextRef="#ctx0" brushRef="#br0" timeOffset="121927.46">16321 8523 23 0,'3'-12'334'0,"-1"0"2"0,0 8-13 16,0-5-30-16,-1 5-31 0,-1 0-25 0,2 1-29 15,-1-2-21-15,0 3-30 0,-1 2-19 0,0 0-17 16,0 0-14-16,9 7-9 0,-4 0-10 0,0 5-10 16,3 2-9-16,0 3-7 0,7 4-5 0,-1 2-3 15,3 1-6-15,-1 1-17 0,6 1-24 0,1-5-27 16,-1 4-35-16,-3-3-27 0,5-3-41 0,-1-2-38 15,3-1-51-15,-10-7-233 0,6 0-480 0,-4-2 212 16</inkml:trace>
  <inkml:trace contextRef="#ctx0" brushRef="#br0" timeOffset="122396.18">17350 8310 273 0,'1'-3'290'16,"-1"3"-26"-16,0-4-31 0,0 4-24 0,0 0-18 15,1-4-21-15,-1 4-21 0,0 0-19 0,0 0-12 16,0 0-12-16,0 0-11 0,-11 14-12 0,2-7-4 0,-7 5-9 15,0 3-8-15,-6 6-5 0,2-3-5 16,-4 3-7-16,-1-2-4 0,2 3-4 0,-1 0-1 16,5-2-7-16,-3-2-2 0,3 2-2 0,6-5-2 0,0-1 2 15,3-2-10-15,3-2-1 0,0-3 0 0,3 0-4 16,-2-2 0-16,2 0 0 0,2-2 1 0,-1 1-4 16,0 0 4-16,3-4-5 0,-2 6 4 15,2-3 0-15,1 2 7 0,2-2-2 0,1 1 0 0,2 5-1 16,3-4 0-16,-1 5 0 0,4 2-2 0,2-1-4 15,1 2-10-15,2-1 1 0,5 5 7 16,-8-7-6-16,8 7-2 0,-3 0 4 0,-2-5-1 16,-3-1-2-16,0 1-1 0,0 0 3 0,-3-2-3 0,-2-2 2 15,0 1 0-15,1-2 1 0,-5-2-1 0,1-1 1 16,-3 1 0-16,4 1-2 0,-6-3 3 0,4-1 2 16,-1 0-5-16,-4-2-12 0,4 4-12 0,-4-4-32 15,1 2-30-15,-1-2-29 0,0 0-41 0,0 0-46 16,-12 6-215-16,5-6-453 0,-5 1 202 0</inkml:trace>
  <inkml:trace contextRef="#ctx0" brushRef="#br0" timeOffset="122593.67">16981 8983 30 0,'-3'2'321'0,"-1"1"-41"0,2-1-27 0,2-2-30 15,-2 4-24-15,2-4-22 0,-1 4-19 0,1-4-14 16,4 7-14-16,1-2-10 0,6-1-12 0,4 6-10 16,2-4-3-16,3 3-13 0,9-2-10 0,-1 0-32 0,3 0-56 15,-2-2-66-15,3-2-73 0,-2-3-225 16,0 1-411-16,-3-1 182 0</inkml:trace>
  <inkml:trace contextRef="#ctx0" brushRef="#br0" timeOffset="123083.72">17575 8528 177 0,'5'-4'282'0,"-4"0"-21"0,6-1-24 16,-1 1-27-16,0 0-19 0,-1 1-20 0,1 0-19 16,0 3-19-16,-6 0-7 0,19 5-11 0,-10 0-8 15,2 2-11-15,2 3-8 0,1 2-3 0,-5 2-10 16,-2 1-8-16,0 0-7 0,2 2-4 0,-5 0-9 16,-3 0-2-16,1-1-5 0,-4 4-6 0,2-1-3 15,-1-2 1-15,-3-2-5 0,-5 1-2 0,4-3-2 16,-1-1-1-16,3-3-2 0,-1-1 1 0,1-3 2 15,1-1 5-15,-4 1 10 0,4-2 19 0,-2 1 19 16,2-2 36-16,2-2 43 0,-2 5 21 0,2-5-21 16,0 0-15-16,0 0-12 0,4-23-11 0,2 8-5 15,2 1-20-15,-1-4-7 0,4 1-11 0,1-6-7 16,1 3-5-16,-3 3-6 0,0 3-11 0,2-1 6 16,-3 3-15-16,0 5-6 0,-4 0-4 0,0 2-3 15,-1 1-5-15,0-1-5 0,0 3-9 0,-3-2-15 16,5 4-19-16,-6 0-4 0,0 0-8 0,11 8-6 0,-9-1 3 15,5 1-4-15,-1 1 7 0,-1 4-3 0,3 1-3 16,-2 0-14-16,3 1-18 0,0-1-21 16,-4-4-26-16,3 5-25 0,-2-4-43 0,3-1-50 15,1-3-70-15,-3-2-249 0,-1-3-611 0,2-1 270 0</inkml:trace>
  <inkml:trace contextRef="#ctx0" brushRef="#br0" timeOffset="123327.07">18096 8349 2713 0,'-1'-4'223'0,"1"-4"-35"0,0 2-15 0,1 3-55 15,-1-2-39-15,0 0-30 0,0 5-11 0,1-4-18 16,-1 4-5-16,0 0 0 0,0 0-3 0,17 13-1 16,-9-5-1-16,1 8 1 0,3 7-4 0,1 5 2 15,-4 5 0-15,3 2 0 0,-5 11 0 0,-3 5-2 16,-5 2 0-16,-7 0-11 0,-10-1 3 0,0-1 0 15,-6-1 1-15,-3-4-2 0,-3-5-19 0,-2-3-19 16,-3-2-24-16,-6-4-25 0,-1-3-37 0,-1 0-44 16,-6-9-62-16,-1-2-265 0,-1-2-539 0,0-10 238 0</inkml:trace>
  <inkml:trace contextRef="#ctx0" brushRef="#br0" timeOffset="123777.84">16058 8237 5 0,'0'0'233'0,"0"0"-25"15,0 0-22-15,0 0-22 0,-13 8-20 0,7-1-15 16,1 8-13-16,-8 7-15 0,-1 7-11 0,-7 14-7 16,2 6-9-16,-1 2-9 0,3 6-3 0,-2 1-4 15,0 20-7-15,5-22-1 0,4-5-5 0,2 2-2 16,5-5-7-16,6-12-3 0,6 1 2 0,2-6-2 16,7 2 6-16,13 6 3 0,5-5 1 0,7-7-3 15,12-3-2-15,6-7-34 0,30 1-55 0,3-7-86 16,-4-4-207-16,-23-8-373 0,-2 0 166 0</inkml:trace>
  <inkml:trace contextRef="#ctx0" brushRef="#br0" timeOffset="124594.59">18850 8572 25 0,'0'0'393'0,"0"0"-13"0,-5-3-13 15,5 3-9-15,0 0-27 0,-3-4-9 0,3 4-21 0,0 0-21 16,0-4-26-16,0 4-26 0,0 0-24 0,5-7-52 16,6 1-54-16,5 0-76 0,5 1-58 15,10-3-65-15,3 4-70 0,2-3-79 0,-4 3-277 0,-2 1-570 16,0-1 253-16</inkml:trace>
  <inkml:trace contextRef="#ctx0" brushRef="#br0" timeOffset="124756.97">18832 8768 68 0,'-5'5'229'0,"-3"0"-6"0,3-1 3 0,1-1-13 15,3-2-18-15,1-1-21 0,0 0-16 0,18 4-21 16,10-8-46-16,7 3-80 0,17-6-107 0,-14-1-176 16,12-3-294-16,-13 0 130 0</inkml:trace>
  <inkml:trace contextRef="#ctx0" brushRef="#br0" timeOffset="125812.05">20616 7917 216 0,'0'-10'226'0,"0"-2"-12"0,-1 2-17 16,1-1-18-16,1 5-12 0,-2-4-14 0,1 5-10 15,1 0-14-15,-1 0-16 0,-1 1-12 16,1 0-18-16,0 4-35 0,0 0-23 0,0 0-3 16,0 0-6-16,-13 18-7 0,0 7 0 0,-1 8 5 0,-4 13-7 15,-6 5 2-15,1 7-11 0,-8 22 7 0,1-2-1 16,0 1 0-16,7 3-3 0,-1-4 4 15,7-21 1-15,-4 24 1 0,7-25 2 0,2-1-3 16,3 1 0-16,-2-5 0 0,4-3-6 0,2-14 11 0,-3 0-7 16,1-4 1-16,2-1 4 0,-3-4-3 0,2-6 4 15,-1-4-2-15,-3-3 15 0,1-2 15 16,3-3 13-16,-7 0 8 0,0-3 4 0,-5-3-1 16,-4-1-3-16,2-2 6 0,-3-3 7 0,-4 0-1 0,8-2 0 15,-1 0-12-15,1 2-1 0,2-2-12 0,3 4-6 16,1-1 0-16,-1 1-7 0,4-1-17 0,2 4-35 15,0-1-45-15,0 1-42 0,8 0-42 0,-11 5-34 16,6 0-60-16,2-2-151 0,2 2-425 0,2 0 188 16</inkml:trace>
  <inkml:trace contextRef="#ctx0" brushRef="#br0" timeOffset="126152.32">19604 9572 158 0,'-4'2'268'15,"-2"0"-27"-15,6-2-19 0,-7 0-29 0,7 0-12 16,-2 2-16-16,2-2-16 0,0 0-14 0,0 0-13 15,19-2-11-15,0-2-18 0,14-2-10 0,4 0-8 0,22-5-10 16,1 1-1-16,3-2-1 0,2 3-3 0,-5-1-5 16,-5 3-7-16,-17 0-3 0,-4 4-8 0,-5 0 0 15,-10 1-7-15,-5-1 0 0,-2 2-4 16,0-2 2-16,-4 1-8 0,-1 2-8 0,-1-1-10 0,-2-1 3 16,-4 2-7-16,0 0-6 0,0 0-17 0,0 0-28 15,-23 9-30-15,11-6-41 0,-2-3-27 0,0 3-41 16,0-1-173-16,1 0-394 0,3-2 175 0</inkml:trace>
  <inkml:trace contextRef="#ctx0" brushRef="#br0" timeOffset="126746.07">20703 9706 164 0,'0'0'296'0,"0"0"-29"0,0 0-25 0,0 0-25 16,0 0-18-16,5-12-19 0,-2 7-19 0,-1-1-15 15,2-2-15-15,1-2-13 0,0-1-10 0,0 0-11 0,0 1-10 16,1-1-9-16,0-1-7 0,0 1-12 16,-2 0 3-16,1 4-2 0,-5 0 3 0,4 1-2 15,-3 2-6-15,2-1-10 0,-3 1-4 0,0 4-9 0,-6-4-8 16,6 4 1-16,-17 4-7 0,-2 2-5 0,-7 5-2 15,-6 3 0-15,-5 3-2 0,-9 5 3 16,-2 6-5-16,-6-3 2 0,-2 2-3 0,-25 11 1 16,29-12-3-16,-3-3 3 0,1 3-4 0,3-1 0 0,14-9 1 15,1-1 1-15,6 1-1 0,2-4-2 0,-2-3 2 16,11-1 4-16,6-5 1 0,3 1 29 0,-3 2 23 16,8-5 35-16,-3 0 53 0,3-2 0 15,1-5-8-15,-1 1-12 0,4-3-18 0,1-2-11 0,1-6-10 16,4 0-21-16,3-4-5 0,2-2-12 0,-1 7-2 15,1-1-9-15,2 1-9 0,1 2-1 0,-7 2-6 16,3 5-9-16,0-3-1 0,1 4-9 0,-1 2-4 16,4 3-5-16,5 3 1 0,1 1 2 0,0 5 0 15,8 0-2-15,5 5-3 0,1 2 0 0,13 9 8 16,-1-7-50-16,3 1-40 0,2-2-48 0,-13-5-73 16,13 0-87-16,-13-3-360 0,0-6-709 0,-3-3 314 15</inkml:trace>
  <inkml:trace contextRef="#ctx0" brushRef="#br0" timeOffset="129326.09">20801 7496 123 0,'3'-6'213'0,"-2"4"-23"15,4-3-20-15,-1 3-16 0,1-1-13 16,3-1-18-16,0 2-12 0,3 1-10 0,1 1-13 15,1 1-8-15,-1 1-7 0,4 5-2 0,1 0-12 0,0 2-2 16,-2 1-10-16,-1 4 0 0,-1 1-6 0,1 9-4 16,-5-5-3-16,-3 6 0 0,1 0-6 15,-5 2-1-15,1-1-2 0,-7 0-2 0,0-1-4 16,0-5-2-16,-2 0-3 0,-4-3 2 0,-2 6-6 0,3-7-1 16,-1-1-3-16,-3-1 7 0,2-2 5 15,1-4-2-15,2-1 7 0,-1-1 7 0,0 0 10 16,4-3 16-16,0 0 20 0,1 1 19 0,1-3 23 15,3-1 2-15,0 0-5 0,0 0-5 0,-7-9-11 0,8 1-7 16,2-5 0-16,3-4-24 0,2 0-2 0,7-6 1 16,-2-2-19-16,3 0-5 0,1 0-1 0,2 2-1 15,-1 0-10-15,-3 1-1 0,-3 8 5 16,-1 2-3-16,-3 0-4 0,1 6-3 0,0 0 0 0,-5-1-8 16,1 3 9-16,-1 1-5 0,-3 0-20 0,2 0-19 15,-3 3-5-15,0 0 2 0,6 6-7 0,-2 0 0 16,-3 3 0-16,2 7 2 0,-3 1-3 15,1 2 2-15,1 6 2 0,2 1-14 0,0 0-15 0,0 1-20 16,4 1-30-16,3-1-35 0,2 1-57 0,7-7-89 16,5-2-183-16,5-6-506 0,1-3 225 0</inkml:trace>
  <inkml:trace contextRef="#ctx0" brushRef="#br0" timeOffset="129880.49">21992 7916 149 0,'0'-10'314'0,"3"3"-20"0,-3 0-24 0,0 2-28 0,1 0-25 15,0 1-28-15,-1 4-36 0,-2-4-19 0,2 4-13 16,0 0-15-16,-12 16-8 0,3 1-12 0,-7 8-20 16,-2 6-4-16,-8 13-7 0,-1 3-7 0,-2 1-7 15,2 6 0-15,-1-2-4 0,-6 26-7 0,8-22 5 16,-2 21-2-16,11-22-8 0,1 2-5 0,3 1 1 16,-1 0-3-16,5-5-1 0,1-2 0 0,3-5-4 15,2-12 4-15,1-3-6 0,2-1 2 0,0-4-2 16,-2-7 0-16,0-2-4 0,2-5 3 0,-2 0 1 15,2-4 2-15,0 0-3 0,-2-3 11 0,1-1 28 16,1 1 22-16,0-5-4 0,-6 2-8 0,6-2-8 16,-12-8-3-16,1 0-8 0,0-1-8 0,-2 0-2 15,-2-2-10-15,0 0-6 0,1 4-12 0,-2-5-13 16,0 4-9-16,1 0-13 0,-1 2-14 0,1-1-18 16,2 2-22-16,-1 0-27 0,0 2-39 0,5-2-48 15,-5-1-273-15,5-1-512 0,4 3 226 0</inkml:trace>
  <inkml:trace contextRef="#ctx0" brushRef="#br0" timeOffset="130201.59">21363 8610 244 0,'-7'0'273'0,"1"-1"-21"16,-1 2-26-16,7-1-14 0,-9 0-26 0,9 0-20 16,0 0-15-16,-6-1-12 0,6 1-12 0,0 0-16 15,0 0-12-15,37-3-5 0,-7 3-8 16,6-7-12-16,19-1-8 0,3 1-6 0,0-1-6 0,1-1-5 16,-2 2-2-16,-5-1-7 0,-19 2-8 0,-1 3 0 15,-9 0-2-15,-4 1-5 0,-5 0-3 0,-1 1-8 16,-5-1-17-16,-2 2-11 0,-1-2-14 0,-5 2-12 15,7 2 0-15,-7-2-11 0,0 0-6 0,0 0-17 16,-22 5-18-16,9-1-24 0,0-1-15 0,-2-3-34 16,2 2-185-16,-1 1-380 0,5 0 169 0</inkml:trace>
  <inkml:trace contextRef="#ctx0" brushRef="#br0" timeOffset="130595.72">22442 8363 247 0,'3'-5'372'0,"-1"5"-38"0,-2 0-34 0,0 0-32 16,4-4-22-16,-3 1-37 0,-1 3-26 0,0 0-26 15,0 0-8-15,0 0-24 0,5 13-12 0,-5-4-17 16,0 3-5-16,-2 3-8 0,2 2-6 0,-3 1 2 15,3 0-15-15,-1-1-14 0,1 0-2 0,0 0 0 16,-1-5-7-16,2 0-3 0,-1-5-2 0,0 0-5 16,0-3 2-16,0 3-3 0,1-3 5 0,-1-3 25 15,0-1 19-15,5 4 10 0,-5-4-4 0,0 0-11 16,16-9-10-16,-5 1 4 0,1-2-9 0,4-2 2 0,-3 0-4 16,2-2-6-16,-2-1-5 0,0 5-5 15,-3 2-4-15,-1 0-13 0,0 3 4 0,-5 0-1 16,4 1-6-16,-3 1 0 0,-1 0-7 0,1 0-14 15,-3 1-2-15,-2 2-9 0,9-2 0 0,-9 2-12 16,8 4-3-16,-3-1-6 0,1 3-8 0,2 1-12 16,1 3-20-16,-3-4-28 0,1 3-27 0,0-1-29 15,2 2-42-15,0-1-40 0,0-2-56 0,0-1-241 16,-4-2-579-16,-1-2 256 0</inkml:trace>
  <inkml:trace contextRef="#ctx0" brushRef="#br0" timeOffset="130801.01">22879 8274 172 0,'4'-4'359'0,"-2"-1"-32"0,1 2-31 0,-2 1-31 15,-1 2-29-15,5-6-33 0,-5 6-18 0,0 0-21 16,0 0-15-16,16 9-8 0,-9-2-11 0,1 3-12 16,2 6-11-16,-3-1-14 0,-1 4-1 0,3 8-10 15,-4 1-6-15,-5 2-14 0,0 3-7 0,-1 1-22 16,-7-1-22-16,-5 2-22 0,-2-4-29 0,-2 2-38 15,-11 6-35-15,4-11-46 0,-1-4-57 0,-9-4-241 16,2-4-495-16,-1-4 220 0</inkml:trace>
  <inkml:trace contextRef="#ctx0" brushRef="#br0" timeOffset="131077.84">22273 8190 2 0,'-2'-4'301'0,"-1"0"-30"0,3 4-24 0,0-4-32 16,0 4-22-16,0 0-17 0,-11 4-19 0,3 4-17 0,0 1-19 16,-4 7-6-16,-4 6-13 0,-2 3-11 0,2 5-8 15,1 5-3-15,-6 11-12 0,6-2-6 16,3 2-7-16,7-12 0 0,0 2-5 0,2-2-5 15,10 0 0-15,3-3-5 0,4 1-3 0,9-4-7 0,8-3-15 16,12 1-24-16,4-6-58 0,7-7-67 0,7-4-101 16,-3-4-158-16,3-5-424 0,2-4 189 15</inkml:trace>
  <inkml:trace contextRef="#ctx0" brushRef="#br0" timeOffset="131609.41">23818 8459 242 0,'0'-6'254'0,"-5"-1"-18"15,5 0-21-15,-5 0-19 0,-3 0-16 0,1 0-17 16,-5 1-12-16,1 4-16 0,-2-3-12 0,-8 2-11 16,-1 1-11-16,0 2-11 0,-9 1-7 0,3 2-6 0,-4 0-9 15,4 3-8-15,0 0-7 0,2 4-5 16,2 2-5-16,4-2-5 0,2 2-3 0,1-1-6 16,3 0-2-16,0 3-4 0,1 0-1 0,5-3 1 0,2 1-9 15,2-2 4-15,3 2-7 0,1 1-1 0,1-3-3 16,3 0 10-16,2-2 0 0,2 1 3 15,2-3 1-15,8 0 7 0,-6-3-7 0,7-2 0 16,-5-1 0-16,4-4 3 0,-1-1 10 0,0-2 7 0,-1-4 0 16,3-7-5-16,-4 4 6 0,3-8 2 15,-3-3 0-15,1-2-1 0,-5-5 0 0,2-1 6 16,1-12-10-16,-2 11 2 0,-3-12 18 0,1 2 26 16,-1 12 2-16,-4 1 16 0,0 1 24 0,-1 5 0 0,-2 8 16 15,1 6 10-15,-3-2-8 0,1 5-15 0,3 1-15 16,-4 2-24-16,1 1-34 0,-1 0-47 0,0 4-41 15,0 0 0-15,0 0 5 0,-10 13 0 0,8-1 1 16,-4 6 3-16,-1 8 8 0,-2 0 2 0,0 4-12 16,4 0-14-16,-2 2-17 0,-3 12-30 0,5-10-18 15,1-4-18-15,0 3-30 0,4 0-31 0,-1-3-32 16,1 0-34-16,1-6-60 0,-1-6-241 0,0-6-594 16,3-2 263-16</inkml:trace>
  <inkml:trace contextRef="#ctx0" brushRef="#br0" timeOffset="132012.91">23951 8308 245 0,'5'-5'309'0,"-1"1"-33"0,0 2-27 16,1-1-28-16,0 2-21 0,-5 1-22 0,12 0-20 0,-5 3-12 15,3-1-20-15,2 3-14 0,-3 5-12 16,1 0-10-16,-1 4-9 0,0 2-10 0,0 0-4 15,-4 2-5-15,0 0-10 0,-2 1 2 0,-3-1-13 16,-3 1-5-16,2 1 0 0,-4-2-4 0,-4-2-7 0,5 0 0 16,0-4 1-16,-3-3-4 0,4-1-1 15,-3 0 4-15,4-2 8 0,-3-3 13 0,4 1 28 16,-1 0 21-16,2-4 34 0,-4 1 29 0,4-1-13 16,0 0-15-16,0 0-12 0,12-14-8 0,-3-1-16 15,4 1-7-15,1-6-9 0,4-6-14 0,5 3-13 16,-1-4-8-16,1 2-7 0,-1 0-1 0,1 3-4 15,-4 0-9-15,-7 8 0 0,1 0-11 0,-4 7 7 0,-2-1-1 16,0 1-14-16,-3 2 6 0,2 1-18 0,-3 2-22 16,-2 0-14-16,-1 2 7 0,0 0-3 0,-8 13 5 15,-2-1 5-15,1 5 4 0,-6 8 1 16,2 1 3-16,0-2 4 0,5 5 3 0,0-1-3 0,4-1 3 16,4-2-12-16,7 4-6 0,3-5-27 0,8-2-51 15,7-3-77-15,7-2-126 0,5-9-291 0,3-2-655 16,14-6 291-16</inkml:trace>
  <inkml:trace contextRef="#ctx0" brushRef="#br0" timeOffset="133312.01">27304 8497 131 0,'-9'0'130'0,"9"0"-12"0,0 0-5 0,-9 0-3 15,9 0-5-15,0 0-7 0,-5 2-4 0,5-2 0 16,-7 0-12-16,7 0 1 0,0 0-1 0,0 0 3 15,0 0 6-15,0 0-1 0,-9-2 6 0,9 2-1 16,0 0 4-16,0 0-11 0,0 0-1 0,0 0-12 16,0 0-7-16,16-2-3 0,-2-1-6 0,14-2-5 15,3 0-8-15,4 1-4 0,5 0-2 0,12-2-2 16,0 1-7-16,-14 1 2 0,2 1-4 0,-2 0 4 16,-5-4-7-16,-1 8-4 0,-10-4-2 0,-4 2 0 15,-3 1-1-15,-6 0-4 0,3-1 0 0,-5 1-2 16,0-1 7-16,-2 1-14 0,-5 0-12 0,8-2-7 15,-8 2-8-15,0 0-14 0,0 0-17 0,0 0-25 0,-13 8-21 16,5-7-28-16,1 0-37 0,-1 1-199 16,0 0-392-16,3 1 174 0</inkml:trace>
  <inkml:trace contextRef="#ctx0" brushRef="#br0" timeOffset="133978.47">28470 8531 19 0,'0'0'214'0,"0"0"-15"16,3-10-13-16,-3 10-12 0,2-5-15 0,-1 3-12 15,-1 2-15-15,5-6-11 0,-2-1-13 0,1 3-13 16,-1-2-4-16,4-4-11 0,-2-1-8 0,1 4-6 0,3-7-8 15,0 0-3-15,1-2 2 0,-3 2-5 16,2-1-4-16,-2 0 2 0,-2-2-5 0,3 5 11 16,-3-2-8-16,0 4-4 0,-4-1 1 0,3 3-3 15,-4-2 3-15,4 3-3 0,-4 1-2 0,0 1-8 0,1 2-5 16,-2-1-8-16,-3 0-9 0,4 4-3 0,-21 3-1 16,2 0 0-16,-7 7-3 0,-6 2 0 15,-5 3-1-15,-9 6 0 0,-4 2 0 0,1 8-1 16,0-1 1-16,-1-1 3 0,-3 2-4 0,4 1 0 0,-1-5-2 15,8 2 7-15,11-9-5 0,0-1-2 16,4-3 2-16,5 1 4 0,7-5-7 0,1-7 3 16,5 3 4-16,2-1 16 0,0-6 22 0,1 3 34 15,1 2 23-15,1-5 27 0,4-1 0 0,0 0-17 0,0 0-11 16,5-12-10-16,5-3-9 0,4 1-7 0,4-6-9 16,3 2-8-16,3-2-9 0,-4 1-6 0,2 1-5 15,-4 6-3-15,0 4-1 0,-3 1-9 16,-2 1-1-16,-1 1 3 0,-2 2-16 0,1 3 4 0,0 2-9 15,1 4 2-15,4 2-2 0,0 3-1 0,0 3-5 16,5 3-8-16,-3 1-3 0,4 3-3 0,1-2-9 16,-2 3-18-16,1 0-27 0,1-2-29 15,0 1-32-15,-1-2-46 0,2-2-51 0,3-2-86 0,-4-5-181 16,0-3-537-16,2 0 237 0</inkml:trace>
  <inkml:trace contextRef="#ctx0" brushRef="#br0" timeOffset="134528.37">29373 8221 134 0,'5'-2'278'15,"-1"-1"-27"-15,-2 1-24 0,1-1-25 0,-3 3-27 16,4-3-24-16,-4 3-18 0,0 0-17 0,0 0-12 15,-9 10-11-15,0-2-8 0,-6 4-10 0,-10 4-5 16,-4 2-6-16,-3 3-7 0,-9 8-3 0,9-7-9 16,-9 4-3-16,12-4-5 0,-2-1-5 0,7-1-2 15,-3 0-5-15,4-1 1 0,0 3-3 0,4-5-10 16,5-4 10-16,2-1-8 0,3-3-1 0,2 0-3 16,2 0 2-16,0-1 0 0,1 0-5 0,2-1 6 15,2 0 9-15,4 3 3 0,4-2 2 0,3 1 1 16,6 2 1-16,9 2-4 0,-1-3 2 0,-1 4-2 15,2 0-4-15,2-1-1 0,-1-3-4 0,1 4-1 16,-1-2-6-16,0 0 2 0,-4 1 0 0,-4-4-4 16,-2 2 3-16,-1-5-2 0,-3 1-5 0,-4 1 2 15,0-6 2-15,-3 1-1 0,2-1-4 0,-3 2 4 16,0-1 0-16,-1 0 7 0,-4-3 0 0,9 1 1 16,-8-1-1-16,-1 0 0 0,0 0-1 0,7 0-24 15,-7 0-34-15,0 0-31 0,0-7-30 0,0 7-27 16,-3-9-31-16,3 4-38 0,0-3-198 0,0 2-432 15,1-4 191-15</inkml:trace>
  <inkml:trace contextRef="#ctx0" brushRef="#br0" timeOffset="135011.54">29804 8363 14 0,'1'-5'278'0,"-1"5"-29"0,4-5-27 16,-2 1-23-16,2 4-22 0,1-2-19 0,-5 2-17 16,12 0-14-16,-5 2-14 0,-3 3-12 0,3-1-14 15,0 3-11-15,0 9-11 0,-2-1-8 0,-3 2-8 16,2 2-3-16,-4 0-8 0,-2 2-1 0,0-1-2 15,-7 4-8-15,-1 2 1 0,0-3-1 0,0 1-5 16,-2-7-3-16,-3 4-2 0,0-7 0 0,4-1-3 16,0-1 1-16,2-2 3 0,3-1 0 0,-1-2 6 15,3-2 0-15,-1 0 3 0,0-2 6 0,1 0 17 16,3 0 24-16,0 0 28 0,1-3 35 0,0 0 3 16,0 0-17-16,0 0-17 0,5-11-5 0,5 1-16 15,2-5-3-15,7-5-7 0,1-2-13 0,2 1-6 16,3-3-7-16,0 0 0 0,0 2-11 0,-2 1-3 15,3 1-3-15,-3 6-7 0,-7-1-2 0,-3 4-9 16,-4 3 6-16,0 3-7 0,-3 0-7 0,0 1-18 16,-3 3-25-16,3-1-11 0,-6 2-4 0,7 4 1 15,-3 1-2-15,0 0 11 0,1 6-6 0,-1 0 4 16,0 4-1-16,1 2 7 0,-1 0-4 0,2 1-22 16,-2-2-15-16,2 1-22 0,-1 1-38 0,0-1-30 15,4-3-65-15,0-1-233 0,0-3-505 0,1-3 223 16</inkml:trace>
  <inkml:trace contextRef="#ctx0" brushRef="#br0" timeOffset="135464.23">30895 8238 166 0,'0'0'246'15,"0"0"-23"-15,0 0-26 0,0 0-24 0,0 0-15 16,0 0-18-16,0 0-16 0,-21 9-10 0,11-4-12 16,-6 5-12-16,0 0-6 0,-3-2-11 0,-4 6-8 15,0 2-4-15,-4-1-8 0,-2 0-5 0,1 2-7 16,1 0-3-16,-1 1-2 0,2-2-6 0,3 0-7 15,9-4 0-15,-4 3-4 0,8-2-4 0,-3 1-2 16,2-1 1-16,3-5 0 0,2 4-1 0,4 0-1 16,-1-4 1-16,0 6-2 0,6-2 1 0,0 0 0 15,1 3 7-15,5-2-5 0,0 1 5 0,7 2 4 16,5 2 2-16,-2-2 3 0,3 1 2 0,1-2 2 16,-1 0 8-16,-3-2-4 0,-1-3 7 0,-3 1-8 15,0-2-5-15,-4-4-4 0,-1 3 1 0,0-4-8 16,-5 0 1-16,0 0-5 0,1 0 2 0,-2-2 2 15,3-2 10-15,-7 0-1 0,5 3 0 0,-5-3-3 16,5 2-3-16,-5-2-2 0,0 0-1 0,4 3-12 16,-4-3 1-16,0 0-19 0,0 0-26 15,4 1-31-15,-4-1-75 0,0 0-65 0,0 0-241 0,0-9-487 16,1 5 216-16</inkml:trace>
  <inkml:trace contextRef="#ctx0" brushRef="#br0" timeOffset="136358.51">31297 8579 137 0,'6'-7'226'0,"-6"7"-13"0,0 0-15 16,0 0-7-16,0 0-7 0,0 0-6 0,0 0-3 16,0 0-8-16,0 0-8 0,0 0-2 0,1-4-14 15,-1 4-15-15,0 0-10 0,1-6-10 0,-1 6-10 16,0-5-4-16,0 1-8 0,-1-3-7 0,2 3-10 15,0-7-10-15,1 3 0 0,0-4-7 0,2-2-4 16,-3 2 4-16,3-5-6 0,-3 2-5 0,3-2 1 16,3 3-4-16,-3-1 1 0,-1 0-5 0,0 4 14 15,-1 1 1-15,0 0-9 0,0 5 0 0,-1-2-3 16,1 2-2-16,-2 1-2 0,0-1-1 0,1 0-8 16,0 3-10-16,-1 2-7 0,0-6-18 0,0 6-16 15,0 0-6-15,-2-4-1 0,2 4 13 0,0 0-5 16,-22 9 2-16,7-1 1 0,-2 2 3 0,-7 3-2 15,1 5 7-15,-3 1-1 0,-2-2 1 0,-3 3 4 16,1 1 0-16,-1 3 5 0,0-2 1 0,3 0 0 16,-1-1-1-16,2-2 6 0,2 0-6 0,0-5 2 15,11-2 0-15,2-4 3 0,3-2-1 0,0 1 5 16,-2-3 1-16,6 0 7 0,1-2 20 0,-1 2 21 16,5-4 9-16,-6-2 3 0,6 2 5 0,-8-8 8 15,6-3 7-15,2 4 1 0,1-5 5 0,0-3-12 16,4-2-5-16,-1 1-4 0,3-1-2 0,0 2-5 15,1 0-9-15,0 3-3 0,-3 0-3 0,-1 5-3 16,1-3-8-16,-3 6-10 0,1 2 11 0,-1-4-20 16,2 4-9-16,-4 2-14 0,5 0 3 0,-5 0-2 15,8 9-3-15,-2-1 2 0,2 4-1 0,3 3 0 0,-2 1 1 16,7 8 4-16,-1-2-4 0,3 0 2 16,-4 0 5-16,5 0-8 0,-2-3 4 0,-2-3-1 15,-2-5 10-15,0 3 10 0,-3-5-13 0,-1-3 14 16,1 1-12-16,-4-4 3 0,3 1-5 0,-1-2-4 0,2-2 10 15,-3 0-2-15,4-2-1 0,-1-3 1 16,-1 0 3-16,0-2-22 0,5-5-19 0,-1 0-8 16,-4 5-21-16,1-8-17 0,-1 5-20 0,2-2-22 15,0-1-27-15,2 0-34 0,-2 1-39 0,-1 0-18 16,2 0-49-16,-2 5-256 0,0-1-586 0,1 1 260 0</inkml:trace>
  <inkml:trace contextRef="#ctx0" brushRef="#br0" timeOffset="136628.14">31731 8078 79 0,'0'0'220'16,"0"0"-27"-16,0 0-22 0,10 12-13 0,-6 0-22 15,-2 8-13-15,6 7-11 0,-3 6-4 0,0 13-6 16,0 7-6-16,-5 7 0 0,-5 23 4 0,-4-1-12 16,-1-23-1-16,-9 25-5 0,-7-6-9 15,4-20-4-15,-6-3-4 0,-4-4-8 0,-6 0 0 0,-21 12 1 16,13-21-8-16,-19 12-3 0,11-20 1 0,-23 10-9 16,-7-8-31-16,-1-4-51 0,-2-10-76 0,22-8-275 15,-30 2-426-15,-6-10 189 0</inkml:trace>
  <inkml:trace contextRef="#ctx0" brushRef="#br0" timeOffset="137175.57">27543 7807 38 0,'-5'-1'167'0,"-3"-2"-17"0,-1 4-18 15,-2 1-14-15,-6 5-16 0,-8 7-7 0,-2 6-20 16,-13 15-6-16,-3 6-2 0,-18 21-16 0,-1 4 8 16,2 1-3-16,0 2 5 0,8 8 11 0,4 1 12 15,6 2-6-15,9-1 8 0,18-22-6 0,2 0-9 16,9 4-5-16,12-5-2 0,5-3-8 0,12-3-2 15,13-3-12-15,28 13-18 0,13-14-42 0,13-10-75 16,2-13-225-16,12-6-344 0,-1-8 152 0</inkml:trace>
  <inkml:trace contextRef="#ctx0" brushRef="#br0" timeOffset="140908.78">4288 11062 86 0,'0'-11'170'0,"-3"4"-13"0,3-2-17 16,0 3-9-16,0 4-19 0,-1-4-21 0,1 6-21 16,0 0-11-16,0 0-9 0,-13 14-10 0,4 1 0 15,-3 13-4-15,0 1-3 0,-2 3-3 0,1 12 3 0,-7 4-5 16,4 1-3-16,2 1-5 0,-1 5 7 16,5-1 2-16,1 0-7 0,1-1-4 0,-2-1-5 15,5 0 12-15,1-4-9 0,3-12-5 0,-2-5-1 16,2 0 2-16,-2-5-3 0,6-8 3 0,-6 0-1 0,2-1 2 15,1-7-3-15,0-2-4 0,-1 0 40 0,-2-3 24 16,3 0 32-16,-1-2 12 0,1-3-7 0,-9 0-9 16,9 0-16-16,-18-7-7 0,2 1-8 15,1-4-7-15,-2-1-5 0,0-1-9 0,-1-1-1 16,2 4-3-16,0-6-9 0,0 3-2 0,1 1-6 0,2 0-4 16,1 4 10-16,3-1-11 0,-1 1-6 15,1 1-2-15,1 2-14 0,0 0-17 0,2 1-23 0,2 1-25 16,0-1-32-16,2-2-48 0,-1 4-71 0,3 1-149 15,0-8-396-15,3 3 175 0</inkml:trace>
  <inkml:trace contextRef="#ctx0" brushRef="#br0" timeOffset="141240.14">3911 11476 128 0,'0'0'177'0,"0"0"-17"0,0 0-15 0,-5 2-19 16,5-2-15-16,0 0-7 0,0 0-9 0,0 0-10 15,13 2-6-15,-3 1-6 0,14-6-4 0,7 2 2 16,6-3-1-16,2 1-4 0,18-1-3 0,-7-3-6 0,-15 4-5 15,1-1-4-15,-4 1-7 0,0 0-5 16,-14 3-4-16,1 0-2 0,-6 0-1 0,1 0-8 16,-4-1-3-16,-3 1-14 0,0 0-4 0,-7 0-8 0,9 1-1 15,-8 2 0-15,-1-3-2 0,0 0-9 0,-13 9-24 16,3-5-44-16,1 0-47 0,-2 1-143 16,-2-3-301-16,4 1 133 0</inkml:trace>
  <inkml:trace contextRef="#ctx0" brushRef="#br0" timeOffset="141694.07">4849 11360 131 0,'0'0'169'0,"6"1"-16"0,-2 2-15 16,1 0-19-16,2-2-9 0,1 2-13 0,1 5-9 0,-1-2-10 16,0 2-10-16,-2 0-5 0,1 1-10 15,-4 3-4-15,1-2-5 0,-1 6-5 0,-6 1-3 16,2-2-2-16,-3 2-4 0,-1 0 0 0,-5-1-9 0,0 0 1 16,1 1 1-16,-2-5-6 0,0 2 2 15,5-5-3-15,-2-1-1 0,0 1 4 0,4-5 4 16,1 1 14-16,-1-1 22 0,1 0 25 0,2-1 22 15,1-3 15-15,0 0-13 0,0 0-13 0,0 0-6 0,11-14-13 16,0 4-10-16,3-3-5 0,-2 1-3 0,4-2-8 16,4-3-4-16,-4 5-4 0,8-5-7 15,-9 8-1-15,-2-3-3 0,1 4-5 0,-1 1-6 0,-3 2 0 16,-4 0-10-16,1 4 1 0,-1-2-4 16,-1 0-2-16,-1 3-5 0,1-1 0 0,-5 1-4 15,9 2 0-15,-5 3-2 0,-2 1-3 0,4 2 2 16,-4 1 2-16,1 3 1 0,-2-4-6 0,2 5 1 0,-1 0-8 15,0 3-13-15,0-4-12 0,2 1-16 0,-3-4-19 16,2 2-11-16,-1-1-21 0,2 0-28 0,-1-4-37 16,0-2-195-16,3-2-399 0,1-2 176 15</inkml:trace>
  <inkml:trace contextRef="#ctx0" brushRef="#br0" timeOffset="141901.49">5384 11360 146 0,'0'0'238'0,"5"-5"-23"0,-5 5-27 0,4-1-24 16,-4 1-12-16,0 0-22 0,0 0-11 0,8 8-16 15,-7-3-7-15,3 0-10 0,-3 6-9 0,6-1-4 16,-1 5-6-16,-2 2-5 0,1 6-5 0,-5 3-1 16,3 1-4-16,-3 2-9 0,-4-1 1 0,-3 0 0 15,-3 1-12-15,-3-1-28 0,-2-1-3 0,-3-1-31 16,-5-3-47-16,-2 0-50 0,-5-7-210 0,2-1-363 0,-3-3 161 15</inkml:trace>
  <inkml:trace contextRef="#ctx0" brushRef="#br0" timeOffset="142200.87">4834 11251 112 0,'-2'-5'245'0,"2"1"-24"0,0 0-23 15,0 4-19-15,-1-5-24 0,1 5-18 16,-4-2-17-16,4 2-15 0,0 0-10 0,-9 15-13 0,3-1-7 16,-7 2-8-16,1 9-10 0,-1 4-6 0,-3 5-7 15,-6 10-2-15,3 3-3 0,5-1-2 16,0-12-9-16,1 12 0 0,4-12-2 0,5-3-3 15,2-1-2-15,2-1-1 0,4-4 1 0,1-7 0 0,7 6-4 16,5-6 2-16,0-7-1 0,15 4-29 0,9-6-46 16,16-4-62-16,3-4-234 0,4-6-383 0,1-1 170 15</inkml:trace>
  <inkml:trace contextRef="#ctx0" brushRef="#br0" timeOffset="143661.81">6009 11730 3 0,'-9'1'177'0,"0"0"-12"0,3-1-15 16,1 2-8-16,5-2-12 0,-9 0-11 15,9 0-12-15,-9 0-9 0,9 0-3 0,0 0-3 0,0 0 8 16,-5 1 4-16,5-1 2 0,0 0 1 0,20-6-6 15,-4 2-6-15,5-3-9 0,10-3-7 0,0 0-6 16,3-1-9-16,4-1-2 0,7-9-3 0,1 2-7 16,-10 2-4-16,-3-3-7 0,-1-1 1 0,10-8-1 15,-2-1 4-15,-3-3-3 0,-13 6 0 0,8-8-5 16,-10 8-1-16,11-14-3 0,-15 11-4 0,-2 0 1 16,0 2 14-16,-6 0 11 0,0 1 15 15,-1 2 11-15,-3 1 7 0,-3 7 3 0,0 1 9 0,-2 3-21 16,-1 1 3-16,3 3-8 0,-3-2-4 0,0 5-8 15,0 2-6-15,2-3-12 0,-4 3-9 0,4 2-9 16,-2 2-33-16,1-4-30 0,-1 4-8 0,0 0-2 16,0 0 7-16,-1 17 4 0,-4-4 2 0,4 6 4 15,-3 6 2-15,-1 4 6 0,1 2-4 0,0 3 7 16,-2 0-1-16,0 11 5 0,3-9-1 0,-3 15 3 16,3-4 4-16,-3 0-1 0,0-12 4 0,5-3 0 15,0-1 0-15,-2-7 0 0,3-4 3 0,0-5-4 16,0-3 6-16,0-3 2 0,1-1 13 0,-1 0-1 15,2-3 25-15,-2-2 38 0,0 1 47 0,0-4 32 16,0 5 26-16,0-5-21 0,0 0-14 0,6-12-15 16,-1 6-11-16,2-6-16 0,1-4-9 0,0 0-10 15,0-1-17-15,5-7-5 0,-6 6-5 0,1 2-10 16,0 3 0-16,-3 1-11 0,0 6-1 0,-1-5-5 16,-2 7-11-16,1-1-21 0,-2 0-26 0,3 2-27 15,-1-1-21-15,-2 0-25 0,-1 4-13 0,0 0 12 0,0 0 4 16,8 7 12-16,-3-3 8 0,-3 4 4 15,6-2-3-15,-3 5 10 0,4-4-10 0,5 5-10 16,-1 2 6-16,6-4-13 0,5 4-7 0,4-2-6 0,3-4-14 16,2 0-16-16,6-4-12 0,-1-1-12 15,16-3-6-15,-2-2 3 0,-11 1 2 0,-1-3 3 0,12-4 22 16,-1-5 12-16,-14 5 4 0,0-8 13 16,-2 2 28-16,-3-3 20 0,-4 2 31 0,-5 0 27 0,-7 4 27 15,-3 1 21-15,-4 1 16 0,-1 0 14 0,-2 2 2 16,-3 1-4-16,-1 1-6 0,2 0-10 0,-4-1-6 15,-3 2-6-15,0 2-6 0,-3 0-8 0,-1 1-3 16,7 1-2-16,-17 4-6 0,6 0-7 0,-1 4 1 16,-3-1-2-16,1 4-1 0,1 0-2 0,-3 3-3 15,4 1 1-15,1 1-4 0,-1-1 1 0,3 2 5 16,-1-1-8-16,2 1 6 0,2 0-6 0,-1-2-1 16,3-4 2-16,3 0 0 0,0-1 2 0,-3-2-3 15,4-2 4-15,-1 0-3 0,1-1-1 0,0-1 10 16,1 0-4-16,4-2 3 0,-1 0 7 0,-4-2 8 15,13 1 0-15,-7-2 4 0,2-1 0 0,2 1 6 16,-1-3 4-16,1 3 1 0,-2-5 1 0,1 3-5 16,5 1 6-16,-5 1-14 0,0-4-6 0,-1 2-4 15,0 2 1-15,0 0-8 0,0 1-2 0,-2 0-2 16,-6 0-2-16,14 0 1 0,-9 1-3 0,3 1-1 16,-2 0-1-16,-1 0 2 0,3 1-2 0,-3-1 0 15,3 1-3-15,1 0 0 0,-4 1 2 0,0-2 0 16,3 1 1-16,-3 0 0 0,1-1 4 0,2 1 10 15,-3-2-8-15,2 2 19 0,0-3 16 0,2-3 16 16,3 2-4-16,-1-3 7 0,-1 0 4 0,6-1 0 16,2-6 10-16,-2 1-2 0,5-6-4 0,-4 4-10 15,5-3 0-15,-5 1-13 0,-2 2 4 0,-1 3-9 16,3 1-12-16,-7 1-1 0,-1 2-2 0,1 0-5 16,-3 1-6-16,-1 3-8 0,2-1-12 0,-2 2-1 0,6 3-15 15,-2 1-11-15,1 3-5 0,-3 0-17 16,3 5-18-16,2-1-33 0,-6 0-41 0,0 4-64 15,1-1-88-15,-7-4-283 0,4-2-628 0,-4-3 278 0</inkml:trace>
  <inkml:trace contextRef="#ctx0" brushRef="#br0" timeOffset="144296.18">8962 11233 104 0,'3'-16'323'0,"-1"5"-18"0,2 1-18 0,-3-1-20 15,-1 5-21-15,2 0-27 0,-1 1-19 0,0 0-29 16,0 2-20-16,-1 3-20 0,2-4-19 0,-2 4-13 16,0 0-13-16,4 15-11 0,-3-3-8 0,-2 9-8 15,2 9-5-15,-4 3-5 0,-2 12-8 0,0 2-1 16,-4 4-2-16,2 3-4 0,0-4-1 0,1 0-3 16,-1-13-3-16,5-3-1 0,2 0 2 0,-1-3-6 15,-3-4-4-15,1-1 1 0,1-8-23 0,-1-3-13 16,3-3-21-16,-1-1-29 0,-2-2-23 0,2-4-20 15,0 2-15-15,-2-1-1 0,3-6-60 0,0 0-247 16,0 0-470-16,-14-10 208 0</inkml:trace>
  <inkml:trace contextRef="#ctx0" brushRef="#br0" timeOffset="144562.69">8627 11604 87 0,'-14'0'188'0,"2"1"-19"0,0 0-19 15,2 1-14-15,2-2-14 0,3 1-13 0,5-1-9 16,-5 4-12-16,5-4 7 0,0 0-4 16,24 2-5-16,4-3-4 0,9-4-6 0,20-1-3 0,3 1 3 15,2-1-2-15,0-1-4 0,-2-1-2 0,-5 3-8 16,-5-3-7-16,-12 4-4 0,-5-1-2 0,-1 0-7 16,-5 1-7-16,-9 1-2 0,-4 2-4 15,-4-2-1-15,0 0-5 0,-1 3-3 0,-4 0-6 0,-5 0 3 16,0 0-2-16,0 0-20 0,0 0-10 0,0 0-9 15,-25 7-21-15,13-4-10 0,-1-1-28 0,2 2-29 16,0-1-37-16,0 0-163 0,2-1-340 0,3-2 151 16</inkml:trace>
  <inkml:trace contextRef="#ctx0" brushRef="#br0" timeOffset="145244.1">9487 11336 2672 0,'4'-6'219'0,"-3"0"-80"0,2 1 1 15,1 0-27-15,-3 1-30 0,0 0-23 0,2 2-24 16,-3 2-10-16,4-6-12 0,-4 6-3 0,0 0-5 16,0 0-1-16,0 0-4 0,5 12-1 0,-5-4 0 15,1 3-2-15,-2 7-2 0,2 6 0 0,-2 2 5 16,-3 6-1-16,-1 3 2 0,0-2-2 0,-3 13 3 15,-2-9 1-15,4-3 2 0,-1-2-3 0,1-5 2 16,3-2-3-16,-3-8 1 0,2-3 0 0,4-4 3 16,-2-1 0-16,2-3-1 0,-2-2 8 0,1 2 18 15,0-5 29-15,1-1-2 0,0 0-6 0,0 0-3 16,14-10-5-16,-7 1-5 0,4-7-2 0,5-4-5 16,2-2-6-16,-3 2-7 0,2-2 3 0,-3 6-4 0,-1 4 5 15,-3 2-11-15,-2 3 0 0,-1-2-2 16,0 2-4-16,-3 3-2 0,1 0-6 0,-1 0-2 15,-1 3-2-15,-3 1 0 0,9 1-3 0,-3 2-4 16,-1 2 3-16,2 0-6 0,0 2 0 0,2 3-6 0,-2-2 3 16,6 4 0-16,-3-3-3 0,3 0-4 0,-4-3 2 15,4 4 2-15,1 0-2 0,-4-6 4 0,4 4 2 16,-1-7-3-16,0 3-7 0,2-4 0 0,-2 0-2 16,6-3-3-16,0-2 5 0,-2-1-2 0,3 0 4 15,-7-4 4-15,6 0-1 0,-6 1 8 0,2-7-4 16,-2 3 5-16,-3 0 2 0,3-1 0 0,-8 4 11 15,2-1 6-15,0 0 13 0,-3-1-2 16,-4 6 7-16,3-3-1 0,-6 3-7 0,2-1-1 0,-3 1-3 16,-5 2-6-16,0 3 2 0,-1 1-3 0,-11 1-4 15,1 7 6-15,-7 4-6 0,1 5-2 0,2 0-3 16,0 1 1-16,2 2-1 0,6-1-2 0,-1 3 0 16,11-5 3-16,-1 4 3 0,7 3-3 0,4-4 4 15,9 3 3-15,6-2 1 0,9-1 2 0,7-3-2 16,18-2 4-16,5-4 0 0,3-5-3 0,3-5-1 15,27-1-1-15,-27-1 0 0,28-5-2 0,-30 3-1 16,-3-5 1-16,-3 2-4 0,-20 1 1 0,-4 1 0 16,-12 1 1-16,-3 0 1 0,-3 2 3 0,-2 0-2 15,-6-1 3-15,-1 1 1 0,-1-1 2 0,-4 2-17 16,0 0-20-16,-10-6-39 0,-1 5-40 0,-5 0-50 16,2 0-68-16,-8-1-283 0,1 1-552 0,2 2 245 15</inkml:trace>
  <inkml:trace contextRef="#ctx0" brushRef="#br0" timeOffset="145825.57">12024 11186 94 0,'0'-6'243'0,"0"1"-19"15,-1 1-24-15,1 1-22 0,0 3-22 0,0 0-19 0,0 0-14 16,0 0-13-16,-7 11-12 0,5 2-9 0,-4 4-14 16,0 9-7-16,-1 7-8 0,-4 11-4 15,-1 4-7-15,0 4-5 0,6-2 0 0,-6 5-3 16,3-3-7-16,0 2-1 0,3-5-2 0,-2-2-3 0,8-13-4 15,-1-2 0-15,-2-3 2 0,2-2-4 16,1 0-19-16,-1-9-14 0,1-1-29 0,-3-5-31 0,3-2-40 16,0-2-41-16,-4-3-170 0,3-1-349 0,1-3 156 15</inkml:trace>
  <inkml:trace contextRef="#ctx0" brushRef="#br0" timeOffset="146078.15">12000 11440 146 0,'0'0'198'16,"0"0"-24"-16,0 0-16 0,0 0-19 0,7 15-12 15,0-6-11-15,2 0-12 0,1 5-10 0,4 0-2 16,3 3-14-16,-1-1-4 0,3 3-4 0,-1 1-7 16,0 0-4-16,-5-5-2 0,-2 1-7 0,-3 0-5 15,-3-1-3-15,-1-2-5 0,-1-2-2 0,-2-1-1 16,-5 3 3-16,0-3-5 0,-5 0-3 0,-5 2 2 15,-1 0-4-15,-11-1-2 0,-1 3-3 0,-1-5 4 16,1 1-9-16,-1-3-3 0,-1-2-11 0,2 0-23 16,9-3-24-16,-1-1-31 0,1-1-50 0,4-2-208 15,1-3-359-15,8-2 160 0</inkml:trace>
  <inkml:trace contextRef="#ctx0" brushRef="#br0" timeOffset="147126.28">12386 11410 264 0,'2'-2'279'0,"5"-1"-28"0,-4 3-22 0,4-3-30 15,-7 3-21-15,11 0-19 0,-3 0-15 0,1 3-9 16,4-1-14-16,-2 4-14 0,3 0-8 0,0 2-9 16,1 1-8-16,-2 1-10 0,1 1-7 15,-2 4-5-15,-2-1-7 0,0 3-6 0,-5-2-7 0,2 2-1 16,-6 1-3-16,-1-2-2 0,0-4-4 0,0-1-3 15,-4 0-2-15,3-1-2 0,-3-1 0 0,-1-3 0 16,1-1-3-16,-1-1 2 0,0 0-2 0,-3-2 0 16,3-1 0-16,5-1-2 0,-12-3-3 0,6-2 3 15,5-1-10-15,-2-5-6 0,3-2-5 0,8-4-6 16,1-3-6-16,6 1-2 0,8-2-4 0,3 0-5 16,1 4-1-16,3 1 3 0,4 2 0 0,1 0 4 15,4 2 0-15,13-1 5 0,-13 3-3 0,13 0 4 16,-15 4-1-16,0-1 4 0,1 3 5 0,-6 0 1 15,-2 2 2-15,-11 2 0 0,0-3-1 0,-7 3 2 16,0-1-3-16,-4 1 2 0,-2 0 6 0,2-3 6 16,-8 3 11-16,10-1 2 0,-10 1 9 0,9-2 8 15,-9 2-2-15,4 0 5 0,-4 0-3 0,0 0-3 16,9 0-4-16,-9 0-4 0,0 0-1 0,5 2 0 0,-5-2-6 16,0 0-4-16,0 0 1 0,0 0-2 15,0 0-2-15,0 0 3 0,0 0-5 0,0 0-4 16,0 0 1-16,0 0 2 0,0 0-5 0,0 0 2 15,9 0-4-15,-9 0 4 0,0 0 0 0,0 0 0 0,0 0-4 16,0 0-2-16,0 0 1 0,0 0-1 0,0 0 1 16,0 0 3-16,0 0-5 0,0 0 0 15,0 0 2-15,0 0 2 0,0 0 3 0,0 0-6 16,0 0-1-16,0 0-2 0,0 0 1 0,0 0 5 0,0 0-4 16,0 0 3-16,0 0-4 0,0 0 0 0,0 0-1 15,0 0 0-15,0 0 3 0,0 0-1 16,0 0-3-16,0 0 4 0,0 0 3 0,0 0-5 15,0 0 1-15,0 0-1 0,0 0-1 0,0 0 2 0,0 0 1 16,0 0 1-16,0 0 13 0,0 0 8 0,0 0 4 16,0 0 0-16,0 0-1 0,0 0-1 0,0 0-3 15,4-3-3-15,-4 3-3 0,0 0 2 0,0 0-2 16,0 0-5-16,0 0 5 0,0 0-7 0,0 0 1 16,0 0-3-16,0 0 1 0,0 0-3 0,0 0 3 15,0 0-3-15,0 0-3 0,0 0 2 0,0 0 0 16,0 0-3-16,0 0 2 0,0 0-1 0,0 0 3 15,0 0-1-15,0 0-5 0,0 0 3 0,0 0-2 16,0 0 6-16,0 0-2 0,0 0-4 0,0 0 2 16,0 0-4-16,0 0 1 0,0 0 1 0,0 0-4 15,0 0 3-15,0 0 3 0,0 0-5 0,0 0 1 16,0 0-2-16,0 0 4 0,0 0-1 0,0 0 2 16,0 0-1-16,0 0 1 0,0 0-2 0,0 0 1 15,0 0-2-15,0 0 2 0,0 0 0 0,0 0-5 16,0 0-1-16,0 0-2 0,0 0 0 0,0 0-1 15,0 0-1-15,-13 8 2 0,6-4-4 0,-2 1 0 16,-2 7 2-16,-3 1-1 0,0 2-3 0,-4 7 4 16,4 0 2-16,-1 1-2 0,2 2 5 0,0-3 0 15,6-3-3-15,2-1 2 0,1 0 0 0,0-1 3 16,3-2-1-16,2 1 1 0,0-4 0 0,4 1 0 16,-1-5 4-16,4 0-2 0,1-3 4 0,2 0 4 0,3-2 2 15,4-3 2-15,1-3 7 0,3-3 2 0,-3 3 8 16,8-10 2-16,-10 2-1 0,-1 1-1 0,2-4 2 15,-2-4-7-15,-3 1 1 0,-2 0-5 0,0-7-2 16,-5 3 0-16,-3 2-3 0,0 1-7 0,-5 1-5 16,1 0-7-16,-5 2-6 0,-1 5-10 0,0-1-5 15,-4 4-8-15,-2 1-10 0,-3 0-11 0,-3 3-15 16,0 0-16-16,-2 3-22 0,2 3-26 0,0-1-27 16,1 3-23-16,3-3-39 0,3 2-256 0,2 2-516 15,0-3 229-15</inkml:trace>
  <inkml:trace contextRef="#ctx0" brushRef="#br0" timeOffset="147377.26">13555 11168 220 0,'-3'-5'227'0,"3"5"-24"0,0 0-23 15,0 0-21-15,0 0-17 0,-7 16-17 0,3-6-13 16,-3 9-11-16,5 7-11 0,-4 3-2 0,-1 1-7 0,1 6-2 16,-3 14-8-16,-3 0-1 0,2-1-4 0,0-1-6 15,-3-1-6-15,5 1-3 0,2-14-4 16,-2 0-2-16,7-1-10 0,-4-1-24 0,-3-3-33 0,3-3-24 16,1-1-28-16,-1-8-46 0,1-1-67 0,-2-7-125 15,2-3-337-15,0-1 149 0</inkml:trace>
  <inkml:trace contextRef="#ctx0" brushRef="#br0" timeOffset="147649.57">13538 11465 274 0,'3'-3'271'15,"-1"-1"-30"-15,1 2-26 0,2 0-22 0,4 1-19 16,1 2-16-16,0 0-15 0,3 2-14 0,1 1-12 15,4 2-12-15,-3 0-11 0,3 5-12 0,-5 0-12 16,4-3-8-16,-6 5-9 0,-1-4-10 0,-2 0-7 16,-4 2-5-16,0-4-6 0,-4 0 1 0,-3 0-3 15,-2-1 1-15,-5 3-6 0,-8-1 2 0,-4 0-5 16,-6 1-2-16,0-2 0 0,-1 2 0 0,2-3-3 16,-2 0-1-16,8-4 2 0,-9 1-1 0,10-2-3 15,1 0-24-15,5 0-25 0,1-1-37 0,0-1-55 16,8 0-71-16,3-3-171 0,0 0-406 0,6-1 180 15</inkml:trace>
  <inkml:trace contextRef="#ctx0" brushRef="#br0" timeOffset="148007.84">13891 11543 218 0,'-8'3'280'0,"8"-3"-20"0,-5 0-14 0,5 0-10 0,0 0-15 16,-4 2-20-16,4-2-22 0,0 0-14 0,0 0-17 16,22-2-16-16,-9-5-14 0,5 2-9 0,1 0-11 15,8-4-15-15,1 0-11 0,-1-1-13 16,2 0-13-16,-2-1-11 0,-2 0-9 0,-1-3-2 0,0-1-4 16,-8 5-2-16,0-3-2 0,-1 1-1 0,-4 0-4 15,-1 4 7-15,-2-1 6 0,-4 1-1 0,1 4 1 16,-3-1-3-16,0 0-3 0,-4 1-4 0,-2 1-3 15,4 3-1-15,-13 0 0 0,0 0-4 0,0 3-3 16,-6 6 0-16,0-1 0 0,-5 5 1 0,-2 3-3 16,3 0 3-16,0 2-8 0,3 0 4 15,-1 6 3-15,6 1 0 0,0-2-3 0,0 3 1 0,5-4 0 16,5-4 3-16,3 1-21 0,2-1-21 0,4-2-30 16,1-1-44-16,5-1-62 0,3-3-98 0,-1-6-155 15,6-2-462-15,0-2 204 0</inkml:trace>
  <inkml:trace contextRef="#ctx0" brushRef="#br0" timeOffset="148611.81">14274 11393 11 0,'4'-1'287'0,"1"-2"-31"0,0-1-28 15,-1 4-22-15,5 0-24 0,1 0-19 0,4 5-16 16,2 2-14-16,0 1-14 0,3 2-12 0,-2 2-12 0,2 7-8 15,-2 0-8-15,1 2-11 0,-7-4-8 0,-1-2-5 16,-2 3-9-16,-3 1-4 0,-1-2-3 16,-4 0-3-16,-3-2-4 0,2-4-6 0,-4 0-4 0,1 0 0 15,-2-1-3-15,-2-3-2 0,-1 1 0 0,0-3 3 16,-3-3-7-16,3 0 2 0,0-2-1 0,-2-1-2 16,4-1 2-16,2-2-1 0,-3-3 0 15,0-3 0-15,2 2-1 0,5-5-2 0,1-4-5 0,4 0-8 16,4-2-10-16,9-4-17 0,6-1-19 15,2 0-19-15,7 2-10 0,12-7-10 0,1 5-6 16,-1 0 3-16,4 1 4 0,-13 7 12 0,0-1 8 16,1-1 6-16,-4 1 6 0,-2 0 11 0,-3 2 12 0,-1-1 16 15,-10 3 25-15,-2 0 16 0,-2 0 22 0,2-1 11 16,-4 0 12-16,-6 3 15 0,2-1 14 0,-2 2 9 16,0-1-3-16,1 2-3 0,-2 1-1 0,-3 0-6 15,1-1-2-15,2 4-10 0,-2 1-7 0,-1-1-10 16,1 1-9-16,-1 0-7 0,0 4-3 0,0-7-12 15,0 7-4-15,3-2-7 0,-3 2-11 0,0 0-4 16,0 0-3-16,-3 13 1 0,-2-4-2 0,1 7-1 16,-1 3-3-16,-3 7 3 0,-2 0-6 0,0 6 2 15,-3-1-1-15,3 3 1 0,-6 12 0 0,0-1 0 16,4 6 6-16,-1-2-5 0,1-4 1 0,4-11 3 16,-2-1-2-16,4-4 0 0,1-1-3 0,1-9 5 15,0-2-3-15,1-2-12 0,0-2 1 0,0-5 4 16,0 0 2-16,2-2 1 0,1 0 7 0,-1-1 14 15,1-1 21-15,-1-1 28 0,1-3 19 0,-3 7 19 16,3-7 1-16,0 0 12 0,0 0-12 0,0 0-21 0,0 0-5 16,0 0-9-16,13-12-20 0,-10 7-30 15,3 0-28-15,-2-1-30 0,2-1-28 0,-1-1-33 16,0-2-35-16,1 1-43 0,0 2-49 0,-1-4-42 0,-1 2-282 16,0 1-593-16,-2 2 263 0</inkml:trace>
  <inkml:trace contextRef="#ctx0" brushRef="#br0" timeOffset="149150.31">14728 11533 1 0,'-7'1'224'0,"7"-1"-4"0,-6 0 2 0,6 0-3 16,0 0-6-16,0 0-18 0,0 0-15 0,0 0-19 15,0 0-15-15,14-8-18 0,4 2-10 0,9 3-12 16,3-3-14-16,1-1-6 0,4 0-10 0,0 2-9 16,1-2-7-16,0 1-8 0,2 0-5 0,-5 1-4 15,-6-1-4-15,-5 4-4 0,-5-1-4 0,-4 2 3 16,-1 0-8-16,-4 0-4 0,-2 0-5 0,1-1-5 16,0 2-13-16,-7 0-11 0,0 0-15 0,0 0-17 15,0 0-23-15,0 0-25 0,-20 4-29 0,10-3-37 16,0 1-50-16,-1 2-149 0,0-1-387 0,3 0 171 15</inkml:trace>
  <inkml:trace contextRef="#ctx0" brushRef="#br0" timeOffset="149709.84">15351 11436 154 0,'0'-2'314'0,"-1"-2"-25"0,1 4-28 0,0 0-32 16,-3-4-22-16,3 4-26 0,0 0-20 0,0 0-25 15,0 0-13-15,0 0-19 0,0 0-16 0,0 0-16 16,9 10-22-16,-5-4-15 0,4 0-14 0,-3 1-12 16,5-1-8-16,-5-2-8 0,3 2-3 0,1-3-7 15,1 3-3-15,2-1 0 0,-2-4 1 0,-2 0 2 16,-1-1 3-16,4-1 1 0,0 0 3 0,-2-1 3 15,1-3-1-15,-1 1 4 0,0-1 9 0,-1 0 11 16,1-2 16-16,0 1 13 0,-3 2 7 0,0-3 5 16,3 3 1-16,-7 2 0 0,4-2-7 0,-3 1-7 15,0 1-7-15,1-1-5 0,-4 3-5 0,8 1-8 16,-2 3 2-16,-2 1-6 0,-3 3-3 0,6 9-1 16,-5 1 1-16,2 10 1 0,-1 0-1 0,-6 5 2 15,3 0-4-15,-5 12-1 0,-4 1-5 0,-1 1 0 16,-3-2 0-16,-5-2-2 0,4-8 1 0,-2-1 0 15,0-2 2-15,-2-1-2 0,2-2 10 0,-2-5-8 0,2-3 1 16,4-6-2-16,0-3 1 0,2-2 7 0,4-3 22 16,-1-2 32-16,2-1 48 0,1-1 12 15,-1-5 14-15,5 2-6 0,-5-10 5 0,5 0-12 16,6-9-14-16,7-6-12 0,5-5-11 0,13-9-18 0,5-5-5 16,5 1-5-16,21-20-1 0,-16 19-12 15,-1 1-4-15,5 1-5 0,-3 1 0 0,0 0 9 0,-5 10 33 16,-12 8 21-16,-3 2 15 0,-3 4 6 15,-8 5 7-15,-3 3-6 0,-6 2-12 0,0-1-14 0,0 3-21 16,-1 2-30-16,-1 1-51 0,-3-1-68 0,0 1-54 16,-2 2-53-16,0 0-52 0,-32 8-74 15,4 0-76-15,-3 5-355 0,2 1-794 0,3-1 351 16</inkml:trace>
  <inkml:trace contextRef="#ctx0" brushRef="#br0" timeOffset="153674.81">6833 13400 87 0,'-11'1'152'0,"-8"3"-11"15,0 5-5-15,-6 4-8 0,-3 2-8 0,5 2-15 16,-4 0-14-16,3 3-10 0,2 0-10 0,3 1-4 16,1 1-11-16,3-1-2 0,2-4-6 15,3-2-7-15,1 2 1 0,4-2-5 0,-1 1-6 0,2-4 4 16,2-4-4-16,1 3-5 0,1-5-2 0,0 1 2 15,0-3 8-15,1 0 18 0,-1-4 13 0,9 2 13 16,-5-2 5-16,4-3 1 0,-1-3-10 0,4 0 0 16,-4-2 0-16,2 0-8 0,2 0-8 0,-1-1-1 15,-3 1-5-15,1 1-5 0,-3 2-5 0,0 0 1 16,0 3-1-16,-1-3-16 0,0 2 0 0,-1 1-8 16,3 0-2-16,-6 2-4 0,0 0-6 15,14 5 1-15,-9-1-4 0,4 4 1 0,4-2-1 0,-3 2-3 16,3 1-13-16,3 2-19 0,0 0-28 0,0-1-28 15,4 0-28-15,-4-3-51 0,1-1-217 0,0 2-415 16,-4-5 184-16</inkml:trace>
  <inkml:trace contextRef="#ctx0" brushRef="#br0" timeOffset="154422.51">6747 13234 45 0,'-11'-2'112'0,"0"-1"-13"0,-2 3-3 0,-5 0-8 15,-1 4-6-15,-1 0-10 0,1 1 2 0,-1 3-13 16,-5 3-4-16,0 6 1 0,2 2-7 16,-1 5-2-16,1 1-4 0,-1 1-1 0,-7 15-5 0,3-2-3 15,1 2-5-15,4 0 9 0,4-9-6 0,1 13 3 16,7-12 2-16,3 0 2 0,-1 2 0 16,5 0 1-16,4 1 0 0,0-2-2 0,4-1-4 15,6 0 1-15,3-4 5 0,6-3 4 0,3-2 12 0,1-3 8 16,4-5 9-16,7-2-2 0,3-5 5 15,3-3-3-15,13-5-4 0,-1-4-3 0,1-7-5 0,2 0-7 16,-1-5-5-16,-4-3 6 0,-2-4 0 16,-3-3-5-16,-4-4-1 0,-12 3 0 0,3-11-4 15,-2-1-4-15,-12 9-8 0,-1-17-6 0,-1 2 8 0,-10 8-11 16,-6-12-7-16,-5-4 4 0,-6 5-9 0,-4 15 0 16,-2 0-3-16,-5 6-9 0,-5 1 7 0,-2 6-3 15,-3 3-10-15,-4 5-5 0,0 7-12 0,-2 3-17 16,-2 5-20-16,1 5-22 0,3 4-28 0,-14 8-31 15,18-4-47-15,-1 3-203 0,9 1-420 0,4 1 186 16</inkml:trace>
  <inkml:trace contextRef="#ctx0" brushRef="#br0" timeOffset="154957.76">7890 13133 216 0,'1'-11'239'0,"-1"-1"-16"0,0 2-7 0,-1 3-20 16,1 1-15-16,0 1-23 0,0 1-21 0,0 4-17 15,-5-3-10-15,5 3-14 0,-14 17-13 0,4-1-8 16,-5 11-10-16,-1 5-6 0,-7 14 0 0,4 5-8 15,-3 6-4-15,0-3-3 0,2 1-8 0,6 4 1 16,1-7-2-16,2 1-1 0,3-4-5 0,2 4 0 16,3-16-7-16,2-3 5 0,-1 2-5 0,4-5 1 15,-1 1-2-15,0-5-1 0,1-6 0 0,-2-6-3 16,0-3-8-16,0-2 8 0,-2 0 3 0,1-3-3 16,0-3 11-16,-1 1 2 0,-1-2-2 0,-2-1-3 15,-1-1-3-15,6-1-3 0,-15-6-1 0,1 2-2 16,2 0-2-16,-4-3-2 0,3 2-1 0,-6 1-3 15,1-1-10-15,-2 0-8 0,-1 3-13 0,3-3-15 16,-1 5-15-16,0 0-14 0,1 0-19 0,4 0-27 16,0 0-22-16,0 3-31 0,5-3-48 0,0 0-142 15,9 0-386-15,-8-3 172 0</inkml:trace>
  <inkml:trace contextRef="#ctx0" brushRef="#br0" timeOffset="155281.69">7494 13619 109 0,'-7'3'229'0,"0"-3"-13"0,7 0-10 16,-12 1-15-16,12-1-15 0,-6 1-11 0,6-1-15 0,0 0-16 15,-6 0-13-15,6 0-14 0,0 0-10 16,0 0-12-16,0 0-3 0,0 0-9 0,0 0-7 16,0 0-7-16,35-5-4 0,-12 3-4 0,8-3-2 15,2 2-9-15,3-5-1 0,1 4-7 0,-2-1-3 16,1-2-1-16,-6 5-2 0,1-1-11 0,-12 3-9 0,0 0-12 16,-4-1-20-16,-2 1-22 0,-3-2-25 0,-3 4-28 15,-2-1 5-15,-1-1 13 0,-4 0-21 16,0 0-16-16,-4 7-18 0,4-7-170 0,-12 5-331 15,5-3 146-15</inkml:trace>
  <inkml:trace contextRef="#ctx0" brushRef="#br0" timeOffset="155740.87">8325 13500 7 0,'11'1'151'0,"-1"3"-16"0,-1-2-12 0,3 1-13 16,-3 3-11-16,-2 1-16 0,-1 0 8 0,1 4-6 15,-2-1-7-15,-4 2-3 0,2 5-5 16,-6 0 2-16,2-2 2 0,-4 2-3 0,-5 0-4 0,1-1 1 15,1 1-10-15,-7-1-6 0,3-5 1 0,0 4-2 16,1-3-1-16,2-2 4 0,2-3-1 16,-1-1 3-16,3 0 11 0,0-1 15 0,2-4 23 0,1 3 30 15,0 0 23-15,2-4-7 0,0 0-15 0,0 0-15 16,0-12-11-16,7 3-9 0,3-3-9 0,2-1-10 16,0-3-13-16,1 2-1 0,4 1-13 0,3-6-3 15,-7 6-6-15,2 2-4 0,-2-1-5 16,0 6-9-16,-3-2 0 0,-2 2-8 0,-3 3-2 0,0-2-6 15,4 3-2-15,-4 1-8 0,-5 1-2 0,9 1-1 16,-5 3-9-16,1-1-1 0,0 2 2 0,-1 3-3 16,0-1-4-16,0 2 2 0,0-1 12 0,-2 3-17 15,2-1-8-15,-1 0-20 0,0 2-25 16,0-1-28-16,-2 0-32 0,2-1-36 0,-2-1-36 0,1-5-71 16,0 2-158-16,-2 0-468 0,2-2 208 0</inkml:trace>
  <inkml:trace contextRef="#ctx0" brushRef="#br0" timeOffset="155953.37">8751 13510 271 0,'3'-2'257'0,"2"1"-28"0,-5 1-25 16,8 0-22-16,-8 0-21 0,11 4-16 0,-3 1-9 15,-1 2-13-15,1 2-10 0,1 3-10 0,1 2-7 16,-2 4-8-16,1 6-5 0,-5-7-9 0,-3 9-4 15,-1 3-6-15,-5-1-11 0,-4 2-14 0,-5-1-12 16,-1-2-17-16,-4 2-19 0,-4-4-16 0,-2 1-25 16,-4-5-46-16,-2-2-45 0,0 1-64 0,-1-8-129 15,0 0-361-15,2-4 159 0</inkml:trace>
  <inkml:trace contextRef="#ctx0" brushRef="#br0" timeOffset="156226.37">8298 13317 12 0,'-10'-1'203'0,"-1"-1"-11"0,-4 3-16 16,1 5-11-16,-5 2-13 0,-4 6-16 0,0 5-20 0,0 6-8 15,-9 10-8-15,4 5-13 0,2 1-7 0,4 3-11 16,3-2-4-16,8 5-8 0,2-1-4 16,9-12-1-16,6 14-3 0,8-16 1 0,2 1-6 15,14 9-1-15,7-8-5 0,5-4-3 0,6-5-30 16,7-7-91-16,1-9-248 0,5-4-362 0,3-6 161 16</inkml:trace>
  <inkml:trace contextRef="#ctx0" brushRef="#br0" timeOffset="158522.75">9418 13421 84 0,'-2'-5'244'0,"1"1"-18"16,1 4-12-16,-2-6-13 0,1 4-24 0,1 2-17 15,0 0-22-15,-1-5-14 0,1 5-14 0,0 0-18 16,0 0-4-16,0 0-9 0,0 0-4 0,0 0-14 16,11 13-4-16,-3-9-6 0,0 1-7 0,3 2-5 0,0-1-3 15,5 4-5-15,3-3-10 0,-2 1-8 16,3 0-10-16,-1 1-9 0,1-4-8 0,-1 3-2 16,0-4-1-16,-1-1-2 0,-1 2 3 0,-1-1-1 15,-3-1 4-15,-2-1 0 0,0 0 2 0,-4-1 3 16,-1-1 8-16,1 2 4 0,-2-1 6 0,-5-1 0 15,5 1-2-15,-5-1 0 0,5 1-4 0,-5-1 1 16,0 0-3-16,-14 7 1 0,3 1-3 0,-5 0 2 16,0 2 1-16,-10 10-3 0,-1 1-1 0,0-1-3 0,-2 6 3 15,-8 6-4-15,10-6 5 0,3 1-3 16,0 0 0-16,2 2-1 0,-1 0 2 0,5-7-6 16,3 2 5-16,-2-2 1 0,8-5-3 0,0-3 6 15,2 1-3-15,0-4-3 0,2-3 2 0,1 1 3 16,0-2 0-16,3-3 2 0,0 1 1 0,-2-1 18 15,2-2 11-15,1 1 9 0,-5 0 9 0,5-3 9 16,-3 5 6-16,3-5 3 0,-1 4 2 0,1-4-9 16,0 0-8-16,-4 2-1 0,4-2-5 0,0 0-5 15,0 0-2-15,0 0-9 0,0 0 2 0,0 0-12 0,0 3-9 16,0-3-13-16,0 0-16 0,0 0-17 16,0 0-12-16,0 0-12 0,0 0-11 0,0 0-23 15,0 0-45-15,0 0-60 0,0 0-200 0,0 0-430 16,3-10 191-16</inkml:trace>
  <inkml:trace contextRef="#ctx0" brushRef="#br0" timeOffset="158919.71">9932 13683 16 0,'0'-3'249'0,"0"3"-25"16,4-3-21-16,-4 3-28 0,0 0-18 0,0 0-17 15,0 0-17-15,0 0-8 0,-18 12-16 0,4 0-10 16,-5 5-12-16,-3 5-5 0,-3 5-11 0,-1-3-6 16,1 3-3-16,-10 9-11 0,9-10-2 0,7 1-4 15,-4 1-6-15,-1-2-2 0,5-3 1 0,2 4-5 16,-1-8-1-16,8 1-3 0,1-4-5 0,-2-3 3 15,3-3-3-15,4 1-3 0,-1-6 1 0,1 0 2 16,0 0 1-16,2 0 18 0,-2 0 9 0,3-2 11 16,-2-1 5-16,3-2 10 0,-4 6 3 0,3-5-1 15,1-1-5-15,0 0-7 0,-1 5-2 0,1-5-5 16,0 0-4-16,-3 3-7 0,3-3-4 0,0 0-7 16,0 0-1-16,0 0-1 0,0 0-9 0,0 0-8 15,0 0-12-15,0 0-18 0,0 0-19 0,0 0-20 16,0 0-20-16,0 0-19 0,-4 2-29 0,4-2-31 15,0 0-81-15,0 0-146 0,0 0-416 0,0 0 185 16</inkml:trace>
  <inkml:trace contextRef="#ctx0" brushRef="#br0" timeOffset="160291.75">10834 13298 114 0,'0'-3'178'0,"-1"0"-14"0,-2-1-20 0,3 4-3 16,-1-8-5-16,1 6-14 0,0 2-15 0,-4-5-11 15,-2 4-12-15,6 1-11 0,-13 4-8 0,1 0-4 16,-4 1-9-16,1 7-8 0,-8 3-6 0,0 6-3 16,0 3 6-16,0-1-5 0,-3 2 2 0,6 3-2 15,-2 1 0-15,4-2-5 0,0-1 3 0,4-2-5 16,1 3-1-16,4-1-3 0,4-7-3 0,3-1-2 15,4-1-1-15,-1 0 3 0,2-5 2 0,6 3 13 16,4-1 16-16,2-5 7 0,4-1 5 0,13-3-5 16,1-2-1-16,2-6 1 0,3-2-2 15,1-3-1-15,-4-1 4 0,-3-6 2 0,-1-2 16 16,-5 0-6-16,-5-6-9 0,0 0 0 0,-5-3-8 0,-4-2 0 16,-7 0-9-16,-4-3-5 0,-5-1 8 0,-3 2-21 15,-7 1-3-15,-3 3-8 0,-5 1-11 0,-4 5-21 16,-5 3-31-16,-4 7-33 0,-3 1-50 0,-13 9-47 15,-4 2-86-15,18 7-179 0,1-2-477 0,5 1 212 16</inkml:trace>
  <inkml:trace contextRef="#ctx0" brushRef="#br0" timeOffset="162013.81">6375 15294 67 0,'0'0'180'0,"0"0"-15"16,0 0-14-16,0 0-14 0,0 0-13 0,0 0-12 15,0 0-8-15,0 0-7 0,0 0-7 0,0 0 1 16,0 0-2-16,0 0 0 0,0 0-1 0,0 0 3 15,-7-6-3-15,7 6-10 0,0 0-8 16,7-6-5-16,-2 0-7 0,0 2-7 0,2-3-2 0,2 0-7 16,0-3-1-16,5-2-6 0,-3-1-4 0,0-2 4 15,3 0-11-15,-2-2-1 0,-1 0 3 0,6-4 5 16,-7-2 0-16,-1 0 5 0,4 0-6 16,-4-4 2-16,0 4 1 0,-3-3-2 0,-2 7 2 15,2 0 0-15,-2 0-3 0,0 2-4 0,-2 2 5 0,-2 1-3 16,2 4 1-16,-1 0-4 0,0 3-3 0,-1 2-4 15,0 1-2-15,2-2-12 0,-1 3-21 16,-1 3-4-16,0 0 2 0,0 0 1 0,-14 19-2 16,5 4 1-16,-4 2 9 0,3 3-7 0,0 4 4 0,1 1 0 15,-1-1-1-15,3 2 4 0,2-2-1 0,4-1 1 16,-2 0 3-16,6 1 0 0,-2-3 2 0,3-3 2 16,1-2-4-16,0-4 6 0,3-4-1 15,-2-2 3-15,2-3 7 0,-3-3-3 0,5-1-2 0,-1-2 10 16,1-1 4-16,0-4 9 0,2 1 2 0,-2-6 6 15,3 0-4-15,-3-3-4 0,4-3 0 0,-9 3-4 16,3-4 2-16,-3 0-4 0,-1 2 4 0,0-2-5 16,0 2 3-16,-2 0-2 0,-4 1-1 0,-1 1-2 15,2 2-5-15,-3-1-1 0,-4 1-10 16,3 2-4-16,-4-2-5 0,-1 5-8 0,0 1-11 0,-2 0-12 16,3 0-13-16,-3 4-22 0,0-1-28 0,1-1-32 15,2 2-42-15,2-3-52 0,1 1-145 0,6-2-404 16,0 0 180-16</inkml:trace>
  <inkml:trace contextRef="#ctx0" brushRef="#br0" timeOffset="162473.28">6651 14718 116 0,'-7'0'131'0,"-5"0"-18"15,1 2-13-15,0 0-8 0,-6 3-3 0,2 2-7 16,-4 1-3-16,-3 4-6 0,0 2-10 0,-2 4 4 16,-3 3-8-16,4 1-3 0,-5 6-5 0,-7 11-3 15,5 1-3-15,0 0-8 0,1-1-1 0,2 4-3 16,4-4 10-16,5-6 2 0,-1 12 5 0,6-13-5 15,-1 15-4-15,7-13 3 0,1 3-4 0,5-3 4 16,2 0-4-16,3-1-1 0,4-1 1 0,3-3-19 16,4-1 4-16,2 0-1 0,1-5-5 0,8-1 13 15,-2-5 10-15,3 0 8 0,5-7 3 0,4 0 5 16,2-8 2-16,17-2-3 0,4-4 4 0,2-6 0 16,1-6-2-16,-1-3 2 0,1-1-4 0,-3-7 5 15,-4-5-2-15,-1-4-5 0,-11-3 4 16,-2-4-4-16,-6 2-1 0,-7-5-5 0,-4-3-2 0,-6-2-8 15,-8-5-3-15,-2-2-8 0,-17-24-7 0,-4 29-4 16,-12 2-2-16,-5 4 0 0,-7 4-6 0,-6 8-2 16,-6 6-5-16,-6 6-23 0,-4 9-24 0,-2 11-18 15,-4 4-38-15,-27 13-48 0,30 2-52 0,-27 10-238 16,32-3-475-16,2 1 210 0</inkml:trace>
  <inkml:trace contextRef="#ctx0" brushRef="#br0" timeOffset="164656.51">8653 14890 176 0,'-3'-8'201'0,"2"1"-18"0,0 1-14 16,-2 0-18-16,2 2-19 0,1 0-16 0,0 4-17 16,-4-2-17-16,4 2-9 0,-10 9-11 0,1 4-7 15,-4 11-6-15,-2 5-4 0,1 2-13 0,-5 18-1 16,0 4-5-16,2 2-4 0,0 4 2 0,-12 24-2 16,10-4 6-16,11-18 1 0,-6-4-1 0,-1 28-5 15,4-30-3-15,1-1 0 0,0-1-4 0,1-8-2 16,5-11 0-16,-1-2-3 0,1 0-1 0,-6-3 0 15,2-5 2-15,3-4-1 0,0-8 0 0,0 2-2 16,-1-3 4-16,1-3 14 0,1 0 11 0,0-2 10 16,-3-2-4-16,-4-4 2 0,1 5-3 0,-1-5-23 15,-6-3 2-15,0 1-5 0,-1-1-3 0,-1-2 4 16,1 1-5-16,-1 0-2 0,2 1-1 16,5-2-1-16,-3 4-1 0,2-1-3 0,-4 2-5 0,2 2-20 15,-1 2-16-15,1-1-24 0,2 0-25 0,3 4-28 16,1 1-25-16,1 1-24 0,2 1-140 0,2-2-326 15,0-1 144-15</inkml:trace>
  <inkml:trace contextRef="#ctx0" brushRef="#br0" timeOffset="164976.22">7691 16462 44 0,'0'0'147'0,"-3"4"-14"16,3-4-8-16,0 0 9 0,12 3-5 0,1-3-11 15,8-2 2-15,11 0-16 0,9-5-10 0,15-3-4 16,2 0-5-16,-1 0-6 0,-2 0-2 0,-1 3-11 15,-15 1-9-15,-1 1-10 0,-4-1 2 0,-2 2-4 16,-9 1-7-16,-5 1-2 0,2 1-6 0,-7-1-5 16,-3 2-14-16,-3-2-10 0,-1 2-15 0,-1-1-15 15,-5 1-8-15,0 0-25 0,0 0-27 0,0 0-52 16,-18 11-111-16,7-6-273 0,-2 0 120 16</inkml:trace>
  <inkml:trace contextRef="#ctx0" brushRef="#br0" timeOffset="165590.47">8810 16619 49 0,'0'0'277'0,"0"0"2"16,0 0-11-16,0 0-21 0,0 0-27 0,0 0-20 15,4-17-21-15,-3 10-18 0,3 0-14 0,-1-3-12 16,3-2-19-16,-3 0-12 0,3-4-9 0,-2 0-4 16,1-1-16-16,0 0-4 0,-4 6-13 0,0-4-1 15,2 2-4-15,-2 7-7 0,2-1 7 0,-3-1-7 16,0 2-1-16,0 3-10 0,0 3-11 0,0-8-16 16,0 8-13-16,-3-2-2 0,3 2-5 0,-15 10 0 15,-2 0 1-15,-7 9 2 0,-6 0-3 0,-11 13 4 16,-8 1 0-16,2 1 1 0,-6 0 0 15,1 3 1-15,-3-4-1 0,0 1 3 0,5-4 0 0,0-2 1 16,7 1 0-16,11-9-3 0,1-2 1 0,3-3 3 16,3-3 2-16,6-2 0 0,3-5 4 15,5-2 20-15,0 2 37 0,5-1 36 0,-3-4 27 16,3 0-4-16,1-5-12 0,1 1-4 0,0-2-10 16,1-5-16-16,3-4-5 0,3-2-6 0,1 0-15 15,2-1-9-15,3 1-8 0,0 1-6 0,-1 4-1 16,-2 3-22-16,1 2 10 0,3 2-6 0,0 2 0 15,0 1-5-15,6 4 2 0,5 0-5 0,6 6 4 0,0 1-7 16,5 3 5-16,1 2-2 0,0 2-42 0,3-3-34 16,14 5-57-16,1-3-59 0,0-3-113 15,-15-3-276-15,2-4-626 0,-2-4 276 0</inkml:trace>
  <inkml:trace contextRef="#ctx0" brushRef="#br0" timeOffset="166588.46">9199 14841 188 0,'0'0'189'0,"0"0"-12"0,0 0-4 0,0 0-8 0,0 0-8 16,-13-7-15-16,13 7-16 0,0 0-12 15,1-5-11-15,-1 5-6 0,3-8-11 0,-3 3-10 0,1 1-5 16,-1 0-4-16,0-4-9 0,0 1-6 0,-1 0-4 15,1-3-5-15,-2 0-8 0,0-2 1 0,0-5-4 16,-1 3-2-16,2-1 4 0,-2-3-3 0,2 2 1 16,-2 0-2-16,1-1-1 0,-1 1-2 0,0-2-1 15,2 3-2-15,-2-2 1 0,1 6-5 0,-1-1-2 16,-3-1-1-16,1 3-7 0,2 0 0 16,-3 3-4-16,0 2-9 0,-6-1-4 0,-2 5-1 0,-5 1 0 15,-8 2 2-15,-1 8-1 0,-4 1-4 0,-2 2 3 16,-1 4-1-16,-10 8 3 0,2 1 1 0,1 0-2 15,11-5 1-15,2 3 1 0,-1-2 1 0,2 1 0 16,1-2 0-16,4-1 2 0,9-6-3 0,0-2 1 16,1-2 1-16,6-2 2 0,-1-4 16 0,3 2 16 15,1-3 12-15,0 1 17 0,2-1 18 0,-2-2 7 16,4-1-9-16,0 0-6 0,0 0-11 0,8-18-4 16,-1 7-3-16,7 0-9 0,-3-7-4 0,2 7-2 15,0-4-6-15,0 4-6 0,2 2-5 0,-3 2 2 16,2 0-11-16,-2 6-2 0,7 1-3 0,0 4 0 15,8 8-4-15,0 2-1 0,3 3 0 0,2 4-8 16,6 8-6-16,6 0-1 0,-3 2-13 0,0 1-24 16,-3 0-47-16,-1-1-74 0,-9-8-87 0,2-1-195 15,-2-6-490-15,-4 1 217 0</inkml:trace>
  <inkml:trace contextRef="#ctx0" brushRef="#br0" timeOffset="168872.1">10152 15144 16 0,'-3'-12'190'0,"2"1"-7"0,1 2-14 15,-2 2-8-15,0-1-21 0,2 3-16 0,-1 0-12 16,1 1-18-16,0 4-11 0,0 0-10 0,0 0-14 16,-13 17-5-16,4 0-5 0,-2 9-8 0,-2 6-4 15,3 0-7-15,-1 15-4 0,1 7 11 0,-4-1-1 16,4 1 0-16,-3-3-1 0,3-1-7 0,1 0 1 16,-1-1-2-16,2-15-4 0,3 0-1 0,4-2-2 15,-3-4-4-15,-1-3 1 0,2-6-4 16,-2-4 4-16,4-5-3 0,0 1-3 0,-2-3 2 0,3-1 24 15,-1 0 17-15,-2-4 19 0,2-1-5 0,-4 1-27 16,-3-3 0-16,-2-3-7 0,-3 1 5 0,-1-1-15 16,-3-4 1-16,0 0-5 0,1 0 0 0,-2-1-6 15,3 1-5-15,-2-3-10 0,2 2-11 0,1 1-12 16,1-2-18-16,-1 2-14 0,4 0-21 0,-2 1-37 16,2-2-28-16,1 2-40 0,0-1-132 0,3 0-341 15,2 2 151-15</inkml:trace>
  <inkml:trace contextRef="#ctx0" brushRef="#br0" timeOffset="169170.11">9743 15543 76 0,'0'0'172'0,"0"0"-10"0,0 0-13 16,-8 2-16-16,8-2-12 0,0 0-11 0,0 0-12 16,22 0-4-16,-4 0-11 0,9-3-2 0,3-2 0 15,4 0-2-15,0 1 2 0,3-1-13 0,4-2-6 16,-1 3-6-16,-6-1-1 0,-2 0-10 0,-4 1-2 16,-5 1-4-16,-6 1-5 0,-3 2-16 0,-5-1-18 15,-1 0-13-15,-1 1-20 0,-3-1-6 0,-4 1 1 16,0 0-14-16,0 0-16 0,0 0-15 0,0 0-16 15,-14 9-17-15,6-6-118 0,2-3-252 0,-2 2 111 16</inkml:trace>
  <inkml:trace contextRef="#ctx0" brushRef="#br0" timeOffset="169609.37">10622 15363 12 0,'0'0'206'0,"5"-1"-20"0,-5 1-16 15,11 0-19-15,-11 0-22 0,11 1-12 0,-6 5-11 16,4 0-13-16,0 2-11 0,-1 0-5 0,-1 3-8 16,4 3-10-16,-4 0-3 0,-2 2-4 0,-1 1-6 15,-1 1-5-15,-3 0-1 0,-3-1-8 0,-2 4-3 16,0-1-2-16,-3-2-3 0,-2-2 2 0,1 2 2 15,-1-2-12-15,0-1 1 0,-2-3 0 16,2-2-1-16,5-3-1 0,-3 1-6 0,4-4-4 0,0 1 26 16,3 0 23-16,-4-2 20 0,4-2 18 0,1-1-8 15,0 0-10-15,0 0-8 0,1-15-6 0,4 6-5 16,4-8-8-16,3 0-4 0,4-5-6 16,1 1-2-16,1 1-3 0,-1-1-4 0,-2 8-2 15,-2-1-5-15,0 0-4 0,-3 6 0 0,0-1-4 16,-4 4-3-16,0-2-2 0,-2 4-6 0,1-1-2 0,-5 4 0 15,10 0-2-15,-10 0-5 0,10 5 1 16,-4 1 0-16,-2 1 0 0,-2 3-4 0,2 1 4 16,4 1-1-16,-6-1 5 0,2 1-3 0,0 0 2 15,0 3-10-15,-3 1-11 0,3-4-20 0,0-1-31 16,0 2-33-16,-2 0-39 0,1-3-35 0,-2 0-189 0,-1-6-403 16,0 3 179-16</inkml:trace>
  <inkml:trace contextRef="#ctx0" brushRef="#br0" timeOffset="169839.46">11018 15398 22 0,'2'-5'311'0,"-2"5"-34"16,3-7-40-16,-3 7-18 0,3-6-32 0,-3 6-20 15,0 0-22-15,0 0-14 0,10 12-16 16,-5-4-12-16,0 1-5 0,-1 6-10 0,3-1-9 15,-2 3-9-15,-4 9-9 0,4 2-3 0,-6-4-7 0,-4 5-6 16,-3 0-14-16,-1 0-12 0,-4 0-16 0,-1 1-24 16,-5-4-23-16,1 1-16 0,-7-3-35 0,-1-3-45 15,-2 1-58-15,-5-6-129 0,2 0-353 16,0-6 156-16</inkml:trace>
  <inkml:trace contextRef="#ctx0" brushRef="#br0" timeOffset="170187.6">10497 15238 72 0,'0'0'201'0,"-1"-5"-10"0,1 5-16 0,0 0-16 15,0 0-19-15,-3-4-18 0,3 4-14 0,0 0-11 16,0 0-10-16,-9 11-15 0,4-1-1 0,0 2-13 16,-4 10-5-16,-2 6 0 0,0 3-4 0,2 0 1 15,-1 4-9-15,5 0 0 0,0 1-3 0,2-1-7 16,6 2 1-16,2-2-2 0,5-2 0 0,2-3-2 15,7 0 2-15,4-3-6 0,2-5-22 0,7-4-26 16,17 0-43-16,3-5-58 0,-13-7-187 0,14 0-337 16,6-6 149-16</inkml:trace>
  <inkml:trace contextRef="#ctx0" brushRef="#br0" timeOffset="170757.07">11753 15497 64 0,'0'0'261'0,"0"-10"-25"16,0 5-24-16,-3-1-21 0,-3 0-18 0,2 2-16 16,-1 0-23-16,-4 0-14 0,-1 4-11 0,-3 0-16 15,-5 1-8-15,-1 2-11 0,-3 3-8 0,-3 1-8 16,-1 4-4-16,2 0-4 0,0 4-4 0,3 1-11 16,-2 1 0-16,4 0-4 0,5-2-6 0,-3 5 1 15,7-4-1-15,1 0-2 0,3-3-6 0,0 1 1 16,2 1-4-16,1-5 0 0,3 1-4 0,0-1 5 15,3-3-3-15,-1-1 7 0,2-1-2 0,0 0 0 16,3-1 10-16,2-4 6 0,0 0 13 0,5-4 2 16,-2-1 4-16,3-3 10 0,1-4 3 0,-1-1 2 15,-2-1-1-15,3-9-7 0,-2 0-4 0,-2-4 4 16,-1-2-17-16,1-15-7 0,-3 12 0 0,0-1-4 16,0-13-3-16,-3 13-1 0,-2-1-2 0,1 4 1 15,0 2 6-15,-5 9 10 0,4 1 4 16,-4 6-2-16,0 2-7 0,0-1-8 0,1 6-4 0,-1-2-2 15,0 2-8-15,-1 2-33 0,1 3-4 0,0 0-1 16,0 0 3-16,-9 18 5 0,5-8 0 0,-1 6-1 16,0 10 3-16,1 0 2 0,-2 7 1 0,4-1 4 15,0 4 0-15,2-2-3 0,-1-1-20 0,1 1-2 16,1-1-24-16,3-3-25 0,-3-4-22 0,0 0-37 16,-1-6-36-16,2-2-34 0,0-1-51 0,-2-6-150 15,0-1-442-15,0-5 196 0</inkml:trace>
  <inkml:trace contextRef="#ctx0" brushRef="#br0" timeOffset="171172.84">11818 15433 97 0,'0'0'172'0,"13"3"-21"0,-7-1-11 0,5 4-8 16,-3-1-12-16,0 4-15 0,1-1-9 0,0 8-4 15,-3-1-18-15,2 3 0 0,-3 0-9 16,-1 2-7-16,-3-1-1 0,2 6-15 0,-6-6 0 0,-2 8-5 16,0-8-2-16,0-1-9 0,-6-3 0 0,2 2-3 15,0-3 0-15,-2-2-4 0,4-1 1 0,-1-4 2 16,2 0 8-16,2-2 16 0,-2 0 28 0,2-3 30 16,1 1 33-16,3-3-7 0,0 0-16 0,-2-8-20 15,4-3-12-15,3-3-12 0,7-4-10 0,2-5-20 16,2-2-15-16,2-6-15 0,5 1-18 0,0 0-8 15,9-8-4-15,-12 12 2 0,0 4 2 0,-1-3 3 16,-1 6 3-16,-4 4-1 0,-3 1 5 0,-2 6 3 16,0-1 1-16,-5 1-1 0,0 4-6 15,1-1 0-15,-4 5-5 0,-1 0 4 0,4 8 4 0,-5 1 4 16,1 3-3-16,-6 5 5 0,-1 0 3 0,1 6 1 16,-6 4 4-16,5-2 1 0,-2 4 1 0,1-3 0 15,0 6-1-15,3-4 1 0,3-2-1 16,-1-6-2-16,4-2-1 0,2-1 3 0,2-1-10 0,3-5-17 15,4 3-19-15,7-6-60 0,12 1-82 16,1-5-213-16,4-4-422 0,1 0 186 0</inkml:trace>
  <inkml:trace contextRef="#ctx0" brushRef="#br0" timeOffset="171514.84">12627 15502 98 0,'0'0'261'0,"0"0"-23"0,0 0-25 0,13-9-24 0,-4 2-24 16,4 3-30-16,3-1-55 0,5 0-42 15,5-3-64-15,5 2-66 0,-7-4-125 0,3 5-235 16,-5 0 105-16</inkml:trace>
  <inkml:trace contextRef="#ctx0" brushRef="#br0" timeOffset="171723.19">12637 15695 51 0,'0'0'209'0,"0"0"-18"0,0 0-23 16,30-7-17-16,-5-1-16 0,8 2-21 0,2-3-27 15,15-4-39-15,3-1-45 0,5 2-57 0,-1-3-131 16,1-3-198-16,3 4 88 0</inkml:trace>
  <inkml:trace contextRef="#ctx0" brushRef="#br0" timeOffset="172144.77">13780 15192 45 0,'-2'-5'211'0,"2"5"-9"0,0-6-9 16,0 6-12-16,-1-5-17 0,1 5-18 0,0-4-18 16,0 4-13-16,0 0-19 0,1-4-10 0,-1 4-7 15,0 0-12-15,0 0-4 0,0 19-9 0,0-9-4 16,0 5-7-16,-2 6-7 0,-2 5 0 0,0 3 1 15,-1 2-3-15,0 2-3 0,0 2-6 0,1 0 0 16,-1-2-1-16,1 4 0 0,-2-6-4 0,4 0-2 16,-1-5 1-16,1 2-3 0,0-11-3 0,0 1-5 15,2-2 10-15,0-6-7 0,0 1 5 0,-1-4-1 16,2 1 3-16,-1-3-9 0,0 0-7 0,0-1 0 16,0-1-1-16,0 1-7 0,0-4-31 15,0 0-22-15,0 0-41 0,0 0-20 0,0-13-39 16,0 5-158-16,-1-1-344 0,1-1 153 0</inkml:trace>
  <inkml:trace contextRef="#ctx0" brushRef="#br0" timeOffset="172428.63">13771 15125 166 0,'1'-3'228'0,"-1"3"-15"0,0-6-18 16,0 6-23-16,0-4-22 0,0 4-14 0,0 0-14 0,0 0-16 15,0 0-12-15,-18 17-4 0,5-5-10 0,-3 0-10 16,-6 10-6-16,-1-3-8 0,-3 6-18 0,1 1-44 15,-11 9-54-15,3-1-54 0,5-7-186 0,1-3-325 16,3 1 143-16</inkml:trace>
  <inkml:trace contextRef="#ctx0" brushRef="#br0" timeOffset="172963.15">13562 15763 53 0,'0'0'246'0,"0"0"-3"0,0 0-9 16,0 0-14-16,0 0-23 0,0 0-24 0,23-7-13 16,3 1-17-16,6 2-29 0,22-4-65 0,3 2-83 15,7-2-120-15,1-4-120 0,-5 2-298 0,0-6 132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23:23.61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21969 9744 32 0,'0'0'244'0,"1"-5"6"16,-1 5-5-16,0-7 0 0,-1 3-8 0,1 4-2 15,0-4-3-15,0 4-15 0,-1-5-9 0,1 5-12 16,1-5-14-16,-1 5-17 0,1-3-12 0,-1 3-15 16,0 0-20-16,0 0-13 0,0-4-13 0,0 4-31 15,0 0-30-15,0 0-33 0,0 0-33 0,0 0-21 16,0 0 3-16,4 12 5 0,-1 0 6 0,1 7 7 16,0 12 3-16,3 15 2 0,2 3 3 0,-2 3 4 15,2 8 2-15,10 24 3 0,-8-24 3 0,12 22 1 16,-5-24 3-16,4-2 3 0,1-1-1 0,17 23 2 15,-10-32 1-15,4-2 0 0,0 2 4 0,0-3 2 16,3 2 0-16,0-2-2 0,-1-7 4 0,1-2-1 16,-9-8 0-16,-1 0 1 0,0-1-1 0,1-4 2 0,-1-3-3 15,0 1 3-15,-4-2-1 0,-8-7-1 16,2-1 0-16,-6-1 6 0,-1-1-7 0,1-2 4 16,-2-2 1-16,-3 0-1 0,0 1 0 0,-2-2 8 15,0 0-1-15,1 1 1 0,-3-1 3 0,1 0 2 0,-3-2 3 16,4 2-2-16,-4-2-2 0,4 3-1 0,-4-3 0 15,0 0-2-15,6 2-2 0,-6-2 1 16,0 0 0-16,0 0-3 0,0 0-7 0,0 0-4 16,0 0-8-16,0 0-23 0,0 0-46 0,0 0-67 0,5-6-81 15,-5 0-213-15,4-2-477 0,-4 0 212 0</inkml:trace>
  <inkml:trace contextRef="#ctx0" brushRef="#br0" timeOffset="898.23">21949 9799 32 0,'-1'-8'212'0,"-1"6"-6"16,2 2-5-16,0-5 0 0,0 5-9 0,0 0-8 15,0-7-13-15,0 7-16 0,0 0-10 0,-1-5-17 16,1 5-12-16,0 0-13 0,0 0-15 0,0 0-17 15,0 0-22-15,0 0-7 0,0 0-3 0,-9 15-5 16,0-3-2-16,-4 2-5 0,-6 8-5 0,-3 2 1 16,-1 0 0-16,2 4-4 0,-5 2-1 0,4-1-5 15,-2 0 1-15,0-2-5 0,2 3-5 0,-1-5-17 16,1 0-25-16,3-1-36 0,2-3-48 0,6-6-61 0,3-5-175 16,3-1-386-16,3-4 171 0</inkml:trace>
  <inkml:trace contextRef="#ctx0" brushRef="#br0" timeOffset="1106.58">22040 9704 298 0,'0'0'316'0,"0"0"-30"0,-7-3-34 0,7 3-28 16,0 0-26-16,0 0-26 0,0 0-16 0,0 0-23 15,0 0-12-15,9 13-14 0,0-4-5 0,6 5-8 16,8 6-9-16,9 0-11 0,11 7-3 0,4-3-11 16,-1 4-17-16,6-2-49 0,2-2-52 0,-2 2-65 15,5-4-114-15,-3-4-158 0,1-7-428 0,-5-1 190 16</inkml:trace>
  <inkml:trace contextRef="#ctx0" brushRef="#br0" timeOffset="2565.21">23374 10652 202 0,'0'-7'254'0,"-2"2"-12"0,2 0-9 16,0-1-10-16,0 3-15 0,-2-1-13 0,2 4-18 16,-2-5-17-16,2 5-20 0,0-6-19 0,0 6-28 15,0 0-18-15,0 0-11 0,0 0-10 0,4 12-6 16,-2 0-11-16,0 13 1 0,-2 7-4 0,4 3-5 15,-1 14-4-15,-1 2 0 0,4 1-5 0,-2 3 2 16,4 0-2-16,-3-1-11 0,0-1-1 0,-1-6 1 16,2-11-1-16,1-1-4 0,-5-3 1 0,5 1 3 15,-3-5-5-15,-2 0 1 0,1-10-3 0,-2 1 2 16,3 1 4-16,-3-7-1 0,0 1 1 0,-1-2-1 16,2-3-2-16,-2-1 0 0,1-1-1 0,0 0 3 15,-1-4 2-15,0 3-3 0,0-3-2 0,0 1 3 16,0-4-3-16,0 0-40 0,0 0-48 0,0 0-52 15,0 0-52-15,-11-13-215 0,8 4-437 0,2-1 194 16</inkml:trace>
  <inkml:trace contextRef="#ctx0" brushRef="#br0" timeOffset="2782.33">23449 10897 115 0,'0'-1'250'0,"-4"-3"-17"0,4 1-21 0,0 3-17 16,-1-7-21-16,1 7-19 0,0 0-19 0,5-3-10 15,-5 3-12-15,14 1-12 0,-4 4-7 16,7 3-17-16,0-2-5 0,2 6-9 0,-2 0-11 0,-1 1-10 16,6 4 1-16,-2 2-6 0,-9-5-4 0,1 3-6 15,-2-2 1-15,-1 2-5 0,-4-1-7 0,-1 1-4 16,-1 1-1-16,-3-2-2 0,-7 0-1 0,1-2-2 15,-7 1 3-15,-1-4-3 0,-2 0-1 0,0-1-3 16,-4-2 0-16,-7 2 2 0,0-5-1 0,1 3 0 16,2-6-3-16,-3 3 2 0,8-5-7 0,1 0 6 15,-3 0-11-15,8 0-15 0,-1-3-24 0,2 1-25 16,3-1-34-16,3-4-46 0,3 2-200 0,2 1-381 16,4-3 169-16</inkml:trace>
  <inkml:trace contextRef="#ctx0" brushRef="#br0" timeOffset="3484.57">23823 10943 59 0,'0'0'301'0,"-5"-5"-19"0,6 1-23 0,-1 4-27 16,-1-4-20-16,1 4-26 0,0 0-18 0,5-4-16 0,-1 2-18 16,-4 2-14-16,17 2-11 0,-6 1-13 0,1 2-14 15,6 1 3-15,-3 1-20 0,2 3-6 0,-2 2-5 16,0 1-7-16,-1 1-5 0,0 1-3 0,-3 3-6 16,-2-1-3-16,3 1 1 0,-4-2-5 0,-3 2-5 15,-3-2-3-15,0 1-1 0,-2-5 1 0,0-2-2 16,-4 1-5-16,2-1 1 0,-5-2 1 0,3 0-1 15,-3-1 0-15,-1-4 4 0,4-1 1 0,-5 0 6 16,2 0 4-16,-2-4 9 0,1-1 16 0,0-1 4 16,-1-3 2-16,2-3-1 0,4-1 1 0,2-5-7 15,1-1-3-15,5-1-10 0,6-4-9 0,4-2-8 16,1 2-2-16,5 1-4 0,4 3-4 0,7 0-3 16,4 1 2-16,11 1 0 0,0-1-3 0,-8 8 3 15,0 3-3-15,14-3 3 0,-16 4-6 0,-1 2-1 16,-4 1-2-16,0-1 3 0,-2 2-4 0,-8 0 2 15,-2 1 0-15,-7 0-1 0,1 0 1 0,-4-3-4 16,-2 2-1-16,-3 1 2 0,1 1 0 0,-6-1 10 16,8 0-11-16,-8 0-2 0,0 0 3 0,7 0-3 0,-7 0-2 15,0 0 4-15,0 0 0 0,-12 8-3 16,7-6-1-16,-3 1 15 0,-1 4-16 0,2 0 2 16,-3-1 2-16,2 0-1 0,-4 2 3 0,6 1-2 0,-4 2-6 15,-2 2 5-15,3-1 1 0,-1 1-1 0,1 0 12 16,3-2-10-16,-1 2-4 0,0 2-2 0,2-6 6 15,1 4 1-15,2-3 0 0,1 3-4 16,1-3 8-16,1-1-3 0,3 1 0 0,-2-3 3 0,5 0-3 16,2 0 4-16,0-4 3 0,1 1 2 0,7-3-4 15,-4-1 1-15,6-3-1 0,1 0 2 0,0-4-2 16,0-2-1-16,4-4 6 0,-7 0 3 0,3-7-1 16,-4 0 0-16,2-1-1 0,-7 4-1 0,-1 0-5 15,0 2 5-15,-2 1-1 0,-4-1 3 0,1 1-3 16,-4 5 1-16,-1-2-2 0,0 1 0 0,-1 4-2 15,-4-4-7-15,4 6-3 0,-3-1-16 0,-3 0-14 16,2 2-27-16,-1 3-38 0,6 0-30 0,-18 8-35 16,9-2-53-16,1 1-92 0,2 1-166 0,0 0-516 15,3-2 229-15</inkml:trace>
  <inkml:trace contextRef="#ctx0" brushRef="#br0" timeOffset="4340.56">24958 11110 39 0,'0'0'312'0,"0"0"-7"16,-4 2-4-16,4-2-6 0,0 0-14 0,0 0-41 16,0 0-20-16,0 0-26 0,9-14-20 0,-6 6-17 0,4-1-6 15,2-5-26-15,2-3-9 0,-1-1-11 16,1-7-13-16,2 0-9 0,-1-5-6 0,4-13-13 15,-6 9-4-15,1-2-9 0,3-14-2 0,-3 3-9 16,-6 12-2-16,3 2-3 0,-2 2-10 0,-1 2 9 0,-2 2 7 16,-2 8 16-16,-1 2 7 0,0 8 12 0,0-4 2 15,0 6 0-15,0 0-13 0,0 2-13 16,0 0-17-16,0 1-35 0,0 4-21 0,0 0 0 0,0 0 0 16,0 0-1-16,-5 23 4 0,1-1 3 0,-1 7 1 15,4 3-4-15,-2 18 8 0,2 1 13 0,-3-2-11 16,3-1-2-16,1 0 4 0,1-11-2 0,1-3 6 15,1 2 2-15,6-6-6 0,-4-1 2 0,3-4 2 16,0-7-1-16,-3-1 6 0,1-6 12 0,-1-1-4 16,-1-3 3-16,3 1 24 0,-5-4 5 0,6-1 14 15,-2-3 3-15,3 0 2 0,2-3-4 0,0-4-5 16,3 0-2-16,-4-2-8 0,2-4-10 0,-1 1 2 16,-1-2 11-16,-1 0-32 0,-5 1 10 0,1 5-2 15,-1-3-5-15,-4 1-6 0,2 1 0 0,-4-1-4 16,2 3-9-16,-4 1 2 0,-1 2-6 0,1-1-5 15,-7 2-5-15,2-1-2 0,-1 3-10 0,-2 1-23 16,2 3-10-16,2-1-15 0,1 1-7 0,-2 1-3 16,4 1-15-16,-2 0-8 0,5-1 7 0,-1 4 6 15,3-2 12-15,4 1 8 0,4-1 7 0,8 1 6 16,1-4 8-16,11 3 7 0,1-4 4 0,5 0 4 16,1-2 1-16,5-4 5 0,-2 0-2 0,1-2 0 15,14-2 7-15,-2-2-2 0,-15 2 8 0,0-2 4 16,-2 0-4-16,-4 0 8 0,-5 1 11 0,-7 3 20 15,-5 1 27-15,-4-1 30 0,-1 0-6 0,-2 1-5 16,-2 1-7-16,-3-1-8 0,-1-3-3 0,-1 4-1 16,-3 0-8-16,-5 1-1 0,0-4-7 0,0 4-5 15,-3 3 1-15,1-1-3 0,-2 2-4 0,-2 1 2 0,0 5-5 16,1-3-5-16,2 0 3 0,1 4-9 0,1-1 4 16,-1 3-4-16,1-1-9 0,1 0-8 0,5 4-2 15,-5 1 2-15,7-4-1 0,-6 2-1 16,7 0-1-16,-2-3-1 0,3 2 6 0,0-3 1 0,4-2 7 15,0 1-8-15,1-3 5 0,0-3 2 0,2 2 2 16,2-3 2-16,2-3 3 0,2 0 4 0,1-2 3 16,0-4 0-16,1 0 5 0,-1-1 0 0,-5 2 12 15,1 0 8-15,-1 2 8 0,-1-1 13 0,-1 2 2 16,0 0 12-16,-2 2-2 0,-1-1-1 0,0 2-14 16,-1-1-7-16,-1 0-9 0,-2 3-7 0,5-2-8 15,-5 2-13-15,5 0-14 0,-5 0 13 0,0 0-8 16,8 8-7-16,-6-3 0 0,2 1 1 0,3 2-5 15,0 0-6-15,-3-1-17 0,1 2-14 0,2-2-33 16,-1 1-37-16,-2-1-53 0,5-5-108 0,-2 1-295 16,1-3-624-16,4-1 276 0</inkml:trace>
  <inkml:trace contextRef="#ctx0" brushRef="#br0" timeOffset="5299.92">26177 11163 2 0,'0'0'172'16,"0"0"2"-16,-6 1 1 0,6-1 11 0,0 0 0 15,0 0 8-15,0 0 6 0,0 0-14 0,-3-7-14 16,3 7-15-16,0-9-5 0,1 3-3 0,1-2-1 16,0-3-1-16,0-2-2 0,2-4-12 0,-2 0-9 0,6-9-8 15,-1 1-13-15,-3-3-8 0,3 3-11 16,0-4-6-16,-2 0-9 0,0 0-5 0,-1 0-7 16,1 1 3-16,2 3-3 0,-1 0 10 0,-5-1-2 0,-1 7 2 15,4 3 21-15,-4 5-13 0,0-3 13 0,0 1-15 16,0 2-2-16,0 0-1 0,0 5-4 0,-1-2-4 15,1 3-8-15,-3 0-7 0,3 0-11 16,0 1-12-16,0 4-20 0,-1-5-22 0,1 5-3 0,0 0-3 16,0 0 8-16,-14 12-1 0,9 0-1 0,-3 5 5 15,-2 1-1-15,2 10 8 0,-1-2 2 0,4 4-9 16,-1-2 5-16,0 1 3 0,4-2-2 0,2 2 1 16,2-4 7-16,0 4-4 0,2-5 0 0,2-5 5 15,1-1-3-15,0-2 3 0,-1-4 1 0,5-1 2 16,-5-3 13-16,2 2-8 0,5-6 6 0,-2 2 2 15,2-4 4-15,1-3 0 0,5-1-1 0,1-4 3 16,-4-2-3-16,0-2 1 0,1 0-4 0,-4-1 4 16,1-3 6-16,-5-1-16 0,0 2 1 0,-2 4-4 15,-3 0 3-15,0-2-2 0,0 2-3 0,-4 0 0 16,0 1-6-16,-1 3 2 0,-2 0-4 0,-2-2 4 16,0 4-11-16,0 1-1 0,1 0 1 0,-1 1-11 15,5 1-14-15,-9-4-5 0,9 4-10 0,-7 6-14 0,5-1-6 16,-3-2 5-16,5 4 2 0,0 1 5 0,3-3 4 15,3 4 7-15,4-2 5 0,-1 1 3 16,10 0 5-16,-2-4 3 0,2 1 1 0,4-4 4 16,-2 1 4-16,2-4 4 0,0 1 1 0,2-6 0 0,-4 2 4 15,-1 0 4-15,-3-4 21 0,-1 3 22 0,-2-4 23 16,-2 4 18-16,-3-2 10 0,1 1 13 0,-2 0 4 16,-2-1 7-16,-1 5 0 0,-1-1-2 0,-1-3-2 15,2 6-12-15,-3-3-6 0,1 2-10 0,-3 2-9 16,4-3-18-16,-4 3-12 0,3-2-25 0,-3 2-22 15,0 0-15-15,0 0 0 0,0 0-1 0,3 9 11 16,-2-2-5-16,-1 0 3 0,0-1 1 0,0 6 6 16,2 0-1-16,-2 0-2 0,0 0 6 0,0 1-35 15,0-2-25-15,2 1-11 0,-2-3-20 0,2 2-29 16,-2-5-19-16,0 2-21 0,0-3-8 0,0 0 3 16,0-1 8-16,0-4-49 0,0 0-96 0,0 0-249 15,0 0-601-15,-4-21 267 0</inkml:trace>
  <inkml:trace contextRef="#ctx0" brushRef="#br0" timeOffset="5436.31">26739 10730 90 0,'-1'-12'361'16,"0"5"6"-16,-1-3 3 0,1 4-1 0,0 0-36 15,0 0-21-15,-1 1-36 0,2 1-25 0,0 4-30 0,0-6-23 16,-1 3-22-16,1 3-22 0,0 0-38 0,0 0-29 16,0 0-50-16,0 0-44 0,0 0-52 0,8 9-57 15,-7-2-73-15,2-2-143 0,-3 5-171 16,1-3-544-16,0 0 241 0</inkml:trace>
  <inkml:trace contextRef="#ctx0" brushRef="#br0" timeOffset="6293.01">26886 11015 145 0,'-5'3'240'0,"5"-3"-8"16,0 0-6-16,0 0-6 0,0 0-1 0,0 0-5 15,0 0-17-15,0 0-13 0,0 0-20 0,9-10-18 16,-4 5-13-16,3-2-11 0,1-3-13 0,4-4-10 16,-2-1-10-16,6-7-9 0,-3-1-2 0,1 0 2 0,1-6-16 15,-1-2-2-15,8-9-9 0,-12 11-2 16,5-17-6-16,-9 15-6 0,2 0-2 0,-1 1 0 15,-3 2 10-15,-3-1 6 0,1 4 12 0,-3 7 16 0,-3 1 3 16,6 2 1-16,-6 3-8 0,3 2-6 0,-2 3-1 16,1 0-14-16,-2 2-7 0,3 0-26 0,-4 1-10 15,4 4-7-15,0 0 2 0,-10 7-3 16,6 3-2-16,-6 7-7 0,1 2 13 0,0 6-8 0,0 3 2 16,-1 5-5-16,2 0 6 0,3 0-3 0,0 14 0 15,4-12 2-15,-3-1-1 0,4-2 2 0,2-3-3 16,2-1-5-16,2-3-1 0,-1-7 0 0,2-2 0 15,2-2 1-15,-4-4 4 0,4-3 1 0,0 3 1 16,3-3 7-16,-1-4 3 0,8-2 9 0,1-2 2 16,-1-2-5-16,1-2 8 0,-1-1-2 0,-1-4 15 15,-1 0-11-15,-1-2-4 0,-1-1 2 0,1 3-1 16,-7-1 21-16,1 3 11 0,-3-1 11 0,-1 2 1 16,-1 1 4-16,-1 1-6 0,1 2-4 0,-1 0-9 0,-3 0-4 15,3-1-9-15,0 1-8 0,-4 3-5 16,0 0-18-16,4-3-20 0,-4 3-20 0,0 0-2 15,0 0 3-15,1 9 3 0,0-4 6 0,-1 1-7 16,0 1 13-16,0 2 1 0,3-3 4 0,-2 5-17 0,-1-1 11 16,0-3-29-16,0-2-20 0,0 3-16 0,0 0-22 15,0-3-24-15,0 1-17 0,-1-1-18 16,1 1-19-16,0-2-25 0,0 0-17 0,-3 0-13 0,3-4-77 16,0 0-184-16,0 0-537 0,0 0 238 0</inkml:trace>
  <inkml:trace contextRef="#ctx0" brushRef="#br0" timeOffset="6407.73">27395 10692 169 0,'0'-7'409'0,"2"0"-25"0,-2 1-18 0,0 2-22 15,2-2-21-15,-1 4-35 0,-1 2-25 0,1-9-30 16,-1 9-22-16,1-3-36 0,-1 3-50 0,2-4-54 16,-2 4-44-16,0 0-45 0,0 0-45 0,13 7-48 15,-8-5-65-15,-1 2-85 0,1-1-200 0,-2 1-497 16,1-1 221-16</inkml:trace>
  <inkml:trace contextRef="#ctx0" brushRef="#br0" timeOffset="6763.49">27776 10429 352 0,'1'-7'367'0,"-1"0"-17"0,1 2-25 0,-1 2-32 15,0 3-28-15,0-7-35 0,0 7-22 16,0-4-36-16,0 4-23 0,0 0-14 0,0 0-16 0,3 18-12 16,-3-4-10-16,0 5-9 0,-3 7-13 0,2 3-9 15,-3 4-2-15,0 3-9 0,-1 11-5 0,-4-1-5 16,4 0 0-16,1-12-8 0,-1 0-3 0,5-2 2 16,-4 0-8-16,3-3-4 0,-3-3-4 0,4-6 0 15,0-3-4-15,0-1-13 0,0-5-1 0,-3 0 2 16,3-2 1-16,-2-1 1 0,4-4 1 0,-2 2 5 15,0-2 0-15,0 0 0 0,0-4 4 0,-2 6 16 16,2-6 2-16,0 4 0 0,0-4-2 0,0 0-2 16,0 0-9-16,0 0-2 0,0 0-25 0,0 0-46 15,0 0-45-15,-4-14-57 0,3 10-75 0,-3-6-86 16,0 0-235-16,4 0-597 0,-4-2 264 0</inkml:trace>
  <inkml:trace contextRef="#ctx0" brushRef="#br0" timeOffset="6929.61">27682 10793 116 0,'-7'0'359'0,"7"0"-7"0,0 0-26 0,0 0-10 16,0 0-10-16,0 0-8 0,0 0-17 0,0 0-25 0,0 0-14 16,0 0-36-16,0 0-21 0,16-7-19 15,-2 7-14-15,-1-1-21 0,6 1-36 0,-1-2-44 16,4-2-54-16,0 1-60 0,-3 1-75 0,3 2-86 0,-2-3-345 15,-1 1-615-15,0 0 272 0</inkml:trace>
  <inkml:trace contextRef="#ctx0" brushRef="#br0" timeOffset="7453.61">28062 10737 308 0,'0'0'288'0,"0"0"-18"0,0 0-16 0,0 0-17 0,0 0-21 15,0 0-18-15,0 0-24 0,0 0-13 0,0 0-23 16,0 0-12-16,1 4-8 0,-1-4-14 0,7 5-13 16,-4-4-6-16,3 1-13 0,-1 0-7 0,0 1-9 15,2-1-1-15,-2-1-15 0,3 2-9 0,-1-2-4 16,0-1-6-16,3 0-2 0,-1-2 6 0,0-2-7 16,0 0-5-16,0 0-2 0,0-1 1 0,1 1 1 15,-2-4 8-15,-3 7 5 0,2-4 6 0,-2-1 0 16,1 3 1-16,-2 1-7 0,0 0 0 0,-2 1-4 15,-2 1-3-15,7-2-8 0,-7 2-2 0,0 0-4 16,8 3-2-16,-2 1-3 0,-1 6 3 0,0 0-1 16,0 7-2-16,-1 3-2 0,5 5 4 0,-4 2 1 0,-1 2-2 15,-3 3 11-15,-4 2-14 0,0 0 6 16,-4-1-3-16,0 0 12 0,-1-1-14 0,2-2 0 16,-4-4 9-16,3-2-9 0,1-8 2 0,-1-1 4 15,2-4 0-15,-1-2-2 0,1 1 5 0,1-5 18 0,1-1 22 16,-1-1 36-16,2-1 23 0,2-2 15 0,0 0 16 15,-8-10 8-15,3 0 9 0,6-2-8 16,4-6-12-16,2-7-12 0,4-5-16 0,7 0-13 0,8-12-13 16,-6 10-9-16,12-5-9 0,-6 8-7 0,-1 4-5 15,2 1-8-15,-3 5-4 0,2 1-6 0,-4 2-2 16,1 4 1-16,-10 2-10 0,-1 4 2 0,-1-1-9 16,-4 3-1-16,-1 3-6 0,0-2-27 0,-1 1-37 15,-5 2-65-15,5 0-20 0,-5 0-1 0,0 0-14 16,-10 10-52-16,-8 1-81 0,1-4-142 0,-3 3-241 15,1-4-727-15,-1-2 322 0</inkml:trace>
  <inkml:trace contextRef="#ctx0" brushRef="#br0" timeOffset="8850.16">23959 12235 30 0,'-27'-2'184'0,"-1"2"-9"16,9 2-12-16,-4-2-10 0,-4 2-10 0,4 2-7 15,1 2-17-15,2-1-6 0,2 0-12 16,0 3-11-16,1-1-11 0,4 4-10 0,3-1-4 0,1 1-7 16,2-3-7-16,0 2-4 0,5 5-6 0,-2-4-3 15,4 1-3-15,1-3-3 0,2 5 0 0,3 0-7 16,1-3 0-16,3 1-4 0,0-2 3 0,4-1 1 15,-1-2-9-15,0-3 2 0,4 1-1 0,0-5 2 16,-3 0 15-16,0 0 12 0,0-6 21 0,0-2 10 16,0-3 9-16,-1-2 8 0,0-3 5 0,0-5 5 15,0-5-2-15,-2-2-6 0,-2-1-4 0,-1-4-8 16,-1-13-2-16,0 10-11 0,-4-10-10 0,1 8 8 16,0-7-8-16,-4 10-2 0,0 1 9 0,0 3 2 15,0 1 9-15,-2 3-4 0,0 7 13 0,1 4 2 16,1 6-7-16,-3-2-8 0,2 4-7 0,-1 1-10 15,2 2-13-15,0-1-42 0,0 6-35 0,-2-2-3 16,2 2 6-16,0 0 3 0,2 26-3 0,-4-2 5 0,4 5 2 16,-1 5 1-16,-2 14 14 0,2 2-10 0,0-16 1 15,-2 14 5-15,2-1 2 0,2-15 3 16,1 1 0-16,-2-1-1 0,2-7 8 0,-1 0-6 16,-1-7-1-16,1-6 3 0,-1 2 2 0,1-2-1 0,-2-2-17 15,0-4-17-15,-1 1-5 0,3-1 2 0,-3-2-4 16,0-2-4-16,2 2-21 0,-2-4-63 0,0 0-77 15,0 0-68-15,11-7-243 0,-6 2-561 16,2-2 249-16</inkml:trace>
  <inkml:trace contextRef="#ctx0" brushRef="#br0" timeOffset="9179.7">24191 12346 214 0,'0'0'216'0,"0"0"-13"0,0 0-6 0,2 2-11 15,-2-2-11-15,0 0-12 0,0 0-14 0,0 0-12 16,0 0-15-16,7 0-12 0,-7 0-9 0,14-5-8 16,-1 4-11-16,4-4-7 0,2 0-9 0,0-2-9 15,3 0-10-15,6-6-11 0,-5-1-10 0,4 2-9 16,-2-2-5-16,0 0-8 0,-2-1-2 0,-5 4-1 16,3-5 2-16,-8 3-3 0,2 1 0 0,-2-1 3 15,-3 2 3-15,-3-1 2 0,-2 2 10 0,-3-2 7 16,0 5 5-16,-4 0-1 0,0 0 0 0,-6 3-5 0,-2-3 0 15,-3 5-2-15,-6 1 3 0,-3 1 2 16,-6 6-1-16,1-2-4 0,-1 4-9 0,4 2 0 16,-3 1-2-16,2 5 2 0,3-2-7 0,0 6 0 15,3-2 0-15,4 3 0 0,3-4 1 0,6 2-1 0,-1 6-2 16,7-6 1-16,2 3 1 0,5-4-1 0,11 2 2 16,0-2 0-16,9-2 1 0,4-5 1 0,7-3-9 15,1-4-20-15,16 0-31 0,-2-4-47 0,1-4-52 16,-2-1-90-16,0-5-159 0,-15 1-431 0,-1-3 190 15</inkml:trace>
  <inkml:trace contextRef="#ctx0" brushRef="#br0" timeOffset="9613.53">24828 12129 259 0,'0'0'270'16,"0"0"-12"-16,0 0-21 0,0 0-17 0,0 0-23 16,0 0-22-16,0 0-20 0,0 0-17 0,0 0-14 15,0 0-15-15,0 0-13 0,0 0-8 0,5 10-8 16,-5-3-8-16,1 2-11 0,-1 4-2 0,0 3-5 16,0 1-7-16,0 3-8 0,-1-4 0 0,0 11-4 15,-1-3-6-15,0-4 2 0,0-1-6 0,1 0-3 16,0-2-2-16,1-5 0 0,-1-2-5 0,1 0 1 15,-2-3 4-15,2-2-4 0,-1 0 27 0,1-1 41 16,1-1 47-16,-1-3 20 0,0 0-12 0,0 0-13 16,11-9-11-16,-4-1-12 0,3-5-14 0,-1-2-6 0,6-8-9 15,1 4-6-15,-2-2-9 0,0 0-9 16,0 4 1-16,0 5-8 0,-5-1-3 0,-1 5-3 16,-3 3-13-16,3-1 0 0,-3 3-7 0,-3 1-3 15,4 2-5-15,-4-1-10 0,5 3-2 0,-7 0-9 0,12 2 2 16,-5 1-3-16,2 4 2 0,1 1-9 0,1 4 6 15,3 2-7-15,-1-1-4 0,1 3-17 16,0-1-20-16,-4-1-26 0,3 1-28 0,0-1-19 16,-4-1-27-16,0-2-40 0,-3-3-43 0,1-1-325 0,-2-4-617 15,1-1 273-15</inkml:trace>
  <inkml:trace contextRef="#ctx0" brushRef="#br0" timeOffset="9979.91">25506 12047 101 0,'4'-3'244'0,"-2"1"-24"0,-2 2-24 16,0 0-16-16,3-3-15 0,-3 3-17 0,0 0-19 16,0 0-9-16,0 0-8 0,-18 12-16 0,9-4-8 15,-6 1-12-15,0 1-6 0,-1 2-6 0,0 0-9 16,-6 2-2-16,-1 0-4 0,-1 2-5 0,7-7-8 15,-3 4-1-15,4-1-3 0,2 0-5 0,-1 0-4 16,2-1 0-16,4-3-5 0,3 2-1 0,2-5-7 16,-2 4 8-16,4-2-4 0,4-1 1 0,4 3-3 15,3-2-1-15,4 3 0 0,5-3 4 0,3 1-6 16,6-1 0-16,0 2-2 0,1-1 0 0,2-1-1 16,-2 0 1-16,-1 1 0 0,-8-4-4 0,-8 1 1 15,1-2-4-15,-1 2 3 0,-2-4-2 0,-4 3-4 16,-3-2 5-16,0 3-3 0,-8-1 1 0,-5 1-2 15,-4 0 3-15,-5 2-5 0,-1-3 1 0,-7-1 2 16,0 3-2-16,-4-2-15 0,5-2-19 0,7-1-21 16,-3 2-18-16,4-3-29 0,2-1-11 0,4 1-51 0,3-3-167 15,3 1-360-15,7-1 159 0</inkml:trace>
  <inkml:trace contextRef="#ctx0" brushRef="#br0" timeOffset="10300.1">25700 12241 35 0,'2'-4'345'0,"-2"0"-8"0,0-1-1 15,1 2-1-15,-1 3-9 0,0-7-2 0,0 4-29 16,0 3-25-16,0-5-21 0,0 5-30 0,0 0-23 16,-1-6-25-16,1 6-16 0,0 0-22 0,0 0-10 15,0 0-16-15,0 0-15 0,0 0-15 0,0 0-7 16,0 0-4-16,0 0-14 0,6 14-6 0,-3-9-7 15,-1 4-8-15,1 3-1 0,-1-1 2 0,2 1-7 16,-2 1 4-16,-1 0-2 0,2-1-8 0,-1 0 2 16,0 0-2-16,2-2-2 0,-4-1-26 0,2 2-17 15,-1-4-16-15,0-2-16 0,0 0-10 0,-1-1-4 16,0 1 7-16,0-5 0 0,2 3 9 0,-2-3-1 16,0 0-55-16,0 0-54 0,0 0-68 0,-18-12-77 15,10 1-241-15,-2-3-597 0,3-6 265 0</inkml:trace>
  <inkml:trace contextRef="#ctx0" brushRef="#br0" timeOffset="10446.54">25643 12053 221 0,'-1'-5'285'0,"-2"-1"-6"15,2 0-16-15,-3 1-22 0,4 1-26 0,-1-1-18 16,1 5-17-16,0-4-26 0,0 4-38 0,0 0-23 16,0 0-31-16,0 0-23 0,0 0-39 0,0 0-40 15,14 11-52-15,-9-6-71 0,1 0-179 0,0-1-370 16,0 1 164-16</inkml:trace>
  <inkml:trace contextRef="#ctx0" brushRef="#br0" timeOffset="10769.04">26042 11897 315 0,'1'-11'341'0,"-1"4"-12"0,1 0-10 0,-1 0 1 0,0 2-32 15,3 0-32-15,-2 1-28 0,-1-1-29 16,0 2-17-16,0 3-21 0,4-5-19 0,-4 5-21 16,0 0-16-16,0 0-19 0,0 0-9 0,5 17-10 15,-5 0 6-15,0 0-20 0,0 10-6 0,0 1-3 0,0 1-8 16,-1 3-5-16,-2 2-1 0,1-1-2 0,-1-2-4 16,3 2-7-16,0-2 19 0,-1 0-21 0,2-2 2 15,-2-5-4-15,2-6-12 0,-1-5 12 16,0 1-1-16,0-5-4 0,0-2 1 0,3 2 1 0,-3-5 8 15,-3 2-4-15,6 0-3 0,-3-4 3 0,0-2-7 16,0 7 2-16,0-7-2 0,1 2-14 0,-1-2-7 16,0 0-18-16,0 0-48 0,0 0-41 0,0 0-19 15,0 0-29-15,0 0-37 0,-8-11-47 0,8 6-266 16,-2-2-561-16,0 2 248 0</inkml:trace>
  <inkml:trace contextRef="#ctx0" brushRef="#br0" timeOffset="11000.54">25946 12182 14 0,'0'0'239'0,"0"0"-18"15,0 0-15-15,-8-1-10 0,8 1-18 0,0 0-13 16,0 0-16-16,0 0-9 0,0 0-1 0,0 0-1 16,28 1-10-16,-9 1-6 0,3-1-11 0,-1-2-10 15,8 1-13-15,-9 0-3 0,2-2-13 0,-1 1-4 16,-2-1-7-16,0-1-4 0,-6 2-10 0,-3 1 0 15,-2-3 11-15,-1 3 6 0,-2 0 11 0,1 0 5 16,-6 0-7-16,7-2-9 0,-7 2-10 0,1-5-17 16,-1 5-15-16,0 0-12 0,-14-5-17 0,9 5-19 15,-4-2-16-15,9 2-18 0,-14 0-32 0,7 0-25 16,-1 2-35-16,8-2-43 0,-13 0-242 0,13 0-472 16,-5-2 209-16</inkml:trace>
  <inkml:trace contextRef="#ctx0" brushRef="#br0" timeOffset="11565.51">26318 12117 223 0,'1'-3'315'0,"-1"3"-12"0,3-2-19 16,-3 2-21-16,0 0-24 0,0 0-22 0,0 0-23 16,0 0-21-16,0 0-22 0,3-3-13 0,-3 3-11 0,0 0-12 15,14 6 2-15,-7-5-32 0,-1 3-14 16,1-1-17-16,3 3-21 0,1-1-6 0,-2-1-14 15,0-1-12-15,0 2-5 0,1 2-10 0,-1-5-4 16,0-2-3-16,0 3 1 0,-1-1-2 0,3-2 4 0,-4 0 1 16,-1-2-2-16,4-1 4 0,-2 2 3 0,-3-5 1 15,3-1 3-15,-2 2 7 0,0-2 13 16,-2 1 12-16,2 2 7 0,-3-1 14 0,1 0 1 16,-1 0 1-16,-1 2 4 0,1 0-9 0,1 2-4 0,-4 1-9 15,5-4-4-15,-5 4-6 0,0 0-7 0,0 0 6 16,11 7-8-16,-4 0 2 0,0 3-4 0,0 2 0 15,0 2 1-15,2 5-2 0,0 11-2 16,0 1 4-16,-4 0-2 0,-1 3-1 0,-2 0 2 0,0 3-3 16,-6-1 2-16,2-1-2 0,-1-3-8 0,-3-1 3 15,-1-3-1-15,0-9 0 0,0 0 0 0,-2-4-1 16,-3-2 1-16,3-4 0 0,-2 0 0 0,-1-6 5 16,-1-1-1-16,0-3-3 0,-5-3 6 0,2 0 18 15,0-6 21-15,1-1 27 0,6-3 6 0,1-2-3 16,-1-8 1-16,9-4-9 0,0-4-7 0,8-2 2 15,5-1-13-15,6-11-8 0,5 5-1 0,3 0 2 16,-6 16-10-16,4 0 0 0,1 3-9 0,2 1 1 16,2 3-7-16,-2 1 5 0,3 2-3 0,-3 5 0 15,-2 1-3-15,-8 3-3 0,-6 2-4 0,0-1-2 16,-4 3-1-16,-2-1-6 0,2 1-7 0,-5 2-3 16,3-2-24-16,-6 2-2 0,0 0 4 0,0 0-7 15,-13 10-20-15,0-3-51 0,-7 0-49 0,-5 1-60 16,7-1-96-16,-1-3-259 0,0 0-621 0,8-2 275 15</inkml:trace>
  <inkml:trace contextRef="#ctx0" brushRef="#br0" timeOffset="12262.32">27533 11647 115 0,'1'-17'287'0,"-1"6"-10"16,3-1-1-16,-3 3-11 0,1 0-8 0,-1 4-12 15,0-3-30-15,0 4-18 0,1 1-19 0,-1 3-24 0,0-7-22 16,0 7-24-16,0 0-19 0,0 0-15 0,0 0-7 15,0 13-8-15,-1 4-2 0,-3 2-11 16,-1 12-4-16,-3 15-3 0,0 6-15 0,1 0-3 0,-1 2-4 16,-1-2-4-16,4-2 11 0,2-1-9 0,1 1-5 15,2-15 9-15,0 12-10 0,2 5 3 0,0-6-2 16,-1-11-3-16,1-4-2 0,1 1 0 0,1-6 3 16,-2 0-5-16,0-10 3 0,-4-4-1 0,2-2 1 15,0 1 1-15,0-3-1 0,-2-1 11 0,2-2 6 16,-2-1 1-16,-5 1 0 0,0-5 2 0,-4 0-6 15,-2 0 2-15,-4 0-3 0,-2-6-4 0,1 3 0 16,0-2 0-16,0-2-3 0,1 3-3 0,2 0-1 16,6-2 3-16,-4 1-4 0,3 0-1 0,-1-1 1 15,4 3-1-15,3 0-2 0,-1 2-8 0,0-3-23 16,5-1-28-16,-4 2-44 0,6-2-44 0,0 1-44 16,1-1-57-16,4-1-247 0,-3 0-531 0,1-2 235 15</inkml:trace>
  <inkml:trace contextRef="#ctx0" brushRef="#br0" timeOffset="12597.53">27290 12151 14 0,'0'0'197'15,"-11"0"-11"-15,11 0-11 0,-7 2-21 0,7-2-9 16,0 0-13-16,0 0-15 0,-5 1-7 0,5-1-2 16,0 0-1-16,0 0 0 0,0 0-13 0,32-1-3 0,-13-2-11 15,12-1-5-15,0-1-11 0,3 0-6 16,2-2-3-16,3 1-8 0,1 2-7 0,-3-1 3 16,-1-1-9-16,-3 0-1 0,-3 2-5 0,-9 0-1 15,0 2-4-15,-8 1-2 0,0-2-4 0,-1 2 0 0,-6 0 5 16,2 0 5-16,-3 1-3 0,-5 0-2 0,0 0-3 15,0 0-6-15,0 0-1 0,0 0-3 16,0 0-12-16,-23-3-21 0,15 3-25 0,-3 1-25 16,3 1-28-16,-1-2-40 0,3 1-60 0,-2-1-124 0,3 0-352 15,5 0 156-15</inkml:trace>
  <inkml:trace contextRef="#ctx0" brushRef="#br0" timeOffset="13338.52">27944 12047 137 0,'0'0'361'0,"4"-5"-12"15,-4 5-22-15,0-3-23 0,0 3-30 0,0-4-30 16,0 4-27-16,0 0-17 0,0 0-29 0,0 0-16 16,0 0-20-16,0 0-11 0,0 0-22 0,9 7-2 15,-5-2-12-15,-3 1-4 0,4 2-15 0,-1 2-6 16,1 1-2-16,-1-1-14 0,1 2 14 0,-1-1-17 15,1-1-10-15,-2 1 1 0,-2-4-5 0,5 4-3 16,-3-5-2-16,-2-1 1 0,3 2-1 0,-1-4-3 16,-1-2 1-16,2 3 2 0,0-3 1 0,-4-1 3 15,0 0 5-15,15-6-10 0,-6-1 18 0,-1-3-19 16,-2 3 6-16,6-7-5 0,-1-1-7 0,-1 3 13 16,-1-1-18-16,2 1-1 0,-4 1 4 0,2 3-3 15,-4 0-3-15,-1-2-5 0,1 5 2 0,-1 1 0 16,-3-1-7-16,4 1 0 0,-5 1-6 0,4 1 1 15,-4 2-19-15,4-3 2 0,-4 3 0 0,0 0 11 16,9 3-16-16,-4 3-2 0,5 2-1 0,-2-3 4 16,0 4-2-16,2-1-7 0,0 0-9 0,4 3-6 15,3 0-10-15,-2-2-4 0,2 0 0 0,-2-2-3 16,-1-2-3-16,0 0 4 0,2-1 5 0,-5-4 4 16,3 0 8-16,-4-4 9 0,2 1-1 0,-1-3 5 15,-2-2 2-15,-1-1 16 0,-3-3 10 0,3 2 21 16,-2-5 17-16,-1 3 12 0,-2 0 13 0,2-5 7 0,-1 8 13 15,-1-1 17-15,0-2 8 0,1 4-3 16,-3 1 0-16,1 0-8 0,-1 0-6 0,0 4-11 16,-1-2-9-16,3 3-2 0,-3-2-16 0,0 4-23 15,0 0-17-15,4-1-9 0,-4 1 18 0,0 0-17 0,2 12 4 16,-1-5 3-16,2 3 11 0,-3 3-16 0,1 3-4 16,-1 1-8-16,0 3 27 0,-1-2-12 0,-2 2-6 15,2-2-2-15,0 0 6 0,0 0-1 16,-2-6 4-16,2 0-7 0,-1 0 18 0,2-3-13 0,-1-3 3 15,0 0 1-15,1-3 13 0,0 1 30 0,0-4 20 16,0 0 1-16,0 0-5 0,0 0-10 0,10-9-6 16,-5 1 5-16,3-1-14 0,-1-8-3 0,5 5 0 15,-1-1-6-15,0 2-3 0,-4 0-3 0,2 3-2 16,0-2-1-16,-2 3-8 0,-1 0 5 0,-1 2-8 16,0 2 1-16,0-1-9 0,-1 0 1 0,0 2-11 15,-3-1 4-15,-1 3-4 0,8 0-18 0,-8 0 9 16,11 3-12-16,-4-2-19 0,-1 1-11 0,1 3-18 15,0 2-23-15,0 0-20 0,-1 0-32 0,2 0-24 16,-2 2-28-16,2-2-45 0,0-1-55 0,-3-2-264 16,0 1-617-16,1-4 274 0</inkml:trace>
  <inkml:trace contextRef="#ctx0" brushRef="#br0" timeOffset="14262.25">28891 12017 158 0,'0'0'291'0,"4"-3"-27"0,-4 3-15 0,3-2-20 16,-3 2-21-16,0 0-17 0,3-4-20 0,-3 4-15 16,0 0-18-16,6 0-14 0,-6 0-7 0,0 0-17 15,10 0-10-15,-10 0-9 0,13 0 0 0,-6 0-15 16,3 0-13-16,1-3-9 0,-1 3-12 0,1 0-9 16,0-2-13-16,2-1-3 0,0-1-2 0,0 1 5 15,0-2-7-15,-3 1 1 0,-1-4-1 0,1 2-2 16,-6 1 1-16,5-1 4 0,-2-1 5 0,-5 2 3 0,3-1 3 15,-1 0 0-15,-3 1-2 0,-1 0-2 16,0 2 1-16,0 3-3 0,-2-6-2 0,-2 4 4 16,4 2-5-16,-14 0-1 0,5 2-3 0,-4 0 3 15,3 3-1-15,-3 2 8 0,-5 0-9 0,1 3-2 16,2 0 0-16,-1 1 3 0,2 2-2 0,1-1-3 0,0 5 2 16,3-5 3-16,0 5-1 0,3-2-2 0,1-1-1 15,3-2 0-15,3 0 4 0,2 0-2 16,1 0 2-16,8 1-2 0,4-4 6 0,3 1-7 15,9-3 2-15,2 0 1 0,3-2-4 0,0-4-4 0,5-4-1 16,-2-2 6-16,-2-2-3 0,1-3-1 0,0-3 1 16,-1-1 1-16,-4-4-1 0,1-3 0 0,-5-2 0 15,-3-4 3-15,-4 0 1 0,-2-5 17 16,-3 0 0-16,-3-1 15 0,-1-2 28 0,-4 0 24 0,-1 3 16 16,0-1 10-16,-4 4 1 0,1 2-2 0,-1 7 11 15,-1 1-7-15,1 3-10 0,0 3-9 0,-2 4-2 16,0 0-10-16,2 2-14 0,0 3-10 0,0-3-7 15,0 3-6-15,0 4-18 0,0-6-28 0,0 6-38 16,0 0-6-16,0 0-2 0,0 0 1 0,0 16 10 16,0 0 7-16,-4 8-4 0,3 2 4 0,-3 6-2 15,2 0 7-15,0 0 3 0,0 4 3 0,1-1 1 16,-1 0 1-16,2-1 4 0,0-2 5 0,3-1-6 16,-3-5 6-16,2-6-2 0,0-2 5 0,0-5 2 15,-2-1-1-15,4-2-7 0,-4-3 6 0,0-1 7 16,0 0 0-16,1-2 16 0,-1-1 26 0,0-3 14 15,-3 4-3-15,3-4-10 0,0 0-6 0,-11-7-7 16,4 0-12-16,0 0 4 0,-2 0-2 0,-1-1-3 16,-4-1-1-16,4 0-6 0,0 2-1 0,-1-1 3 15,4 3-7-15,-1-2 1 0,2 2-1 0,2 4-9 16,0-3-13-16,0 1-2 0,4 3-3 0,0-6-1 16,0 6 3-16,9-4-7 0,4 3 1 0,5-4 0 15,3 0 4-15,11 3-6 0,-5-2 7 0,5 3-3 16,0-4 8-16,0 0-10 0,-1 4 13 0,-2-4-3 0,-3 0 1 15,-5 2 2-15,-6 0 0 0,2-2-1 16,-4 3 11-16,-4 0 8 0,1-1 25 0,-2 3 5 16,-3-4 11-16,0 3-7 0,-5 1 2 0,10-4-6 15,-7 4-5-15,-3 0-5 0,6-1-6 0,-6 1-6 0,0 0-1 16,7-1-13-16,-7 1-12 0,0 0-11 0,0 0-4 16,5 5-4-16,-5-2 0 0,1 4 16 15,-2-1-10-15,1 1 0 0,0 1 0 0,0 3-2 16,0-1 6-16,-1 2-4 0,1-2-5 0,2 0-15 0,-3 0-3 15,2-1-6-15,-1-2-21 0,0 0-20 0,-1-1-23 16,0-2-24-16,-2 1-21 0,3 0-9 0,0-5-6 16,0 7-8-16,0-7-39 0,0 0-89 0,0 0-210 15,-10-13-562-15,7 4 249 0</inkml:trace>
  <inkml:trace contextRef="#ctx0" brushRef="#br0" timeOffset="14368.55">29723 11822 64 0,'3'-12'312'16,"-3"2"-6"-16,1 0-9 0,0 2-20 0,-1 0-10 15,0 2-14-15,3-1-23 0,-3 2-23 0,0 2-17 16,1-2-29-16,-1 5-29 0,5-4-38 0,-1 3-31 16,-4 1-33-16,0 0-21 0,14 5-41 0,-4 2-46 15,-1 1-52-15,1-2-70 0,3 1-209 0,-3 2-443 16,5 0 196-16</inkml:trace>
  <inkml:trace contextRef="#ctx0" brushRef="#br0" timeOffset="14748.6">30168 11905 246 0,'2'-4'291'0,"-2"4"-20"0,0 0-12 15,0 0-26-15,0 0-24 0,-2-7-18 0,2 7-19 16,0 0-22-16,0 0-14 0,0 0-12 0,-17 9-15 16,8-2-11-16,0 1-11 0,0 0-1 0,-1 4-17 15,2 0-10-15,-2-3 7 0,1 2-15 0,4 2-8 16,-1-5-4-16,1 5 5 0,3-3-12 0,-1 1 0 15,1-2-1-15,4 0-4 0,1-1-1 0,-1-3-2 16,3 2 6-16,6-2-5 0,1-2-5 0,3-1 2 16,3-2-5-16,1-2 1 0,0-3 0 0,2 2 12 15,-2-4-20-15,1-1-3 0,-3-3 6 0,-2-4-2 16,4-2-8-16,-8 3 3 0,-4-4 5 0,1 3-5 0,-2-2-3 16,-2 1-4-16,-4 0 3 0,-2 0-4 0,-2 3-4 15,-6 0 11-15,1 1-13 0,-2 5 3 16,-5-3 0-16,-2 3-2 0,3 2 0 0,-4 2-6 15,1 2-17-15,1 2-26 0,0 2-28 0,1 2-28 0,4 1-21 16,0 3-17-16,5-1-45 0,1 1-247 0,4 0-478 16,2-2 212-16</inkml:trace>
  <inkml:trace contextRef="#ctx0" brushRef="#br0" timeOffset="15018.16">30467 11940 87 0,'0'0'301'16,"0"0"-21"-16,6 0-23 0,-6 0-22 0,0 0-23 0,0 0-22 16,0 0-24-16,0 0-19 0,7 4-15 0,-9 0-11 15,1 3-12-15,-3 2-14 0,2 2-8 0,-4 0-6 16,0 1-8-16,2-2-10 0,1 1-3 0,0-1-6 16,0-3-5-16,2-1-2 0,0-2 1 0,-2 1 1 15,3-2 26-15,0-3 36 0,0 0 7 0,0 0 3 16,0 0-19-16,17-8 4 0,-6-1 15 0,-2 3-15 15,4-4 6-15,-1 2 5 0,-2 0-8 0,1 1-13 16,-2 0 3-16,-2 2-9 0,0-2-9 0,0 4-13 16,-1 0-17-16,-1 2-17 0,3 0-2 0,1 3-17 15,2 4-17-15,5 2-31 0,0 3-26 0,-2 3-46 16,3 6-46-16,-3 3-70 0,0 2-109 0,-8-5-305 16,-2-1-687-16,-2-9 304 0</inkml:trace>
  <inkml:trace contextRef="#ctx0" brushRef="#br0" timeOffset="15913.44">25768 12925 60 0,'0'0'213'0,"1"-5"-6"0,-1 5-9 15,0-4-17-15,0 4-18 0,0 0-18 0,0 0-14 16,0 0-13-16,-10 1-14 0,0 4-11 0,-3 6-10 16,-5 2-10-16,-6 9-9 0,-3 3-4 0,-4 14-8 15,-3 4-7-15,2 0-4 0,2 4-3 0,0 1-5 16,1 5-4-16,2-4-1 0,4 1-5 0,4-3-3 16,3-2-4-16,9-12 1 0,3-3 0 0,0-3 0 15,4-1-2-15,5-5 12 0,5 2 1 0,-1-4 7 16,5-5-1-16,12 2 2 0,6-4 0 0,7-3-3 15,15-4-5-15,1-2-1 0,1-3 1 0,-5-3-5 16,-14 2-2-16,-2-1-3 0,-4 0-1 0,-3-2 0 16,-9 3 2-16,-6-1 13 0,-2 1 15 0,-2 0 9 15,-2 0 9-15,-1 1 5 0,-2-2-5 0,-4 2-6 16,6 0-10-16,-6 0-6 0,0 0-9 0,0-7-15 16,0 7-24-16,-10-2-27 0,2 1-25 0,2-1-28 15,-3 1-28-15,1 1-34 0,2-4-41 0,-1 3-250 16,-1-3-473-16,4 0 209 0</inkml:trace>
  <inkml:trace contextRef="#ctx0" brushRef="#br0" timeOffset="16250.56">26320 13203 70 0,'0'-5'343'0,"-1"0"-14"16,1 1-17-16,0-2-26 0,0 2-24 0,0 4-29 15,0-3-21-15,0 3-23 0,0 0-22 0,0 0-21 16,-1-5-21-16,1 5-18 0,0 0-17 0,0 0-10 16,1 13-10-16,0-4-14 0,1 8-1 0,-2 1-9 0,-2 9-6 15,0 1-3-15,-1 3-3 0,2 1-4 16,0 0-3-16,-2-4-7 0,2 1 1 0,-2-2-1 15,4 0-1-15,-2-8-5 0,-3 0 3 0,4-4-2 16,-1-2-13-16,1 0-23 0,0-2-21 0,-1-1-17 16,0 1-24-16,1-4-17 0,-2-2-13 0,1 0-9 0,1 1-11 15,0-2-10-15,0-4-14 0,0 0-36 16,0 0-192-16,0 0-417 0,0 0 185 0</inkml:trace>
  <inkml:trace contextRef="#ctx0" brushRef="#br0" timeOffset="17055.07">26346 13298 253 0,'0'-4'279'0,"-2"0"-23"0,2-2-25 15,-1 2-25-15,1 4-21 0,-1-4-22 0,1 4-15 0,0 0-22 16,0 0-8-16,0 0-12 0,13 2-12 0,-7 0-5 16,4 3-15-16,1 4-6 0,0-3-7 0,-1 3-10 15,7-1-7-15,-3 4-6 0,-4-1-7 16,-1-2-6-16,1 0-1 0,-2 0-10 0,0-1-5 0,-3 1-9 15,0-2-4-15,-1-1 1 0,-3 1 0 0,-1-1 0 16,-4 0 4-16,0 0 1 0,-2 2-2 0,-3-4 0 16,-4 2 3-16,3-1 0 0,-3 0 0 0,-1-4-2 15,-6 4 3-15,1-2-3 0,0-3 2 16,2 2 1-16,3-2-2 0,0 0 0 0,1 0 0 0,0-2 3 16,4 2-5-16,4 0 3 0,5 0-2 0,-9-2-2 15,9 2-7-15,3-6-3 0,-3 6-4 0,18-8-4 16,1-1 0-16,9 2-1 0,2-2-2 0,6 1 5 15,14-5 2-15,4 3-2 0,-1 0 0 0,2 0 7 16,0 1-1-16,0 0 2 0,-4 1-2 0,-13 1 2 16,1 5 0-16,-2-2 5 0,-4 0-1 0,-2-1 8 15,-9 2 10-15,-6-1 17 0,-2 4 23 0,-2-3 26 16,-2 3 24-16,-2-3 17 0,-2 2 3 0,1 1 19 16,-4-1-3-16,-3 1-11 0,8-4-21 0,-8 4-5 15,0 0-15-15,0 0-13 0,-11-3-8 0,11 3-8 16,-21 0-6-16,8 0 2 0,-6 1-13 0,0 3-10 15,-3-1-12-15,-6 3 21 0,5-1-22 0,4 1-1 16,-3 1-7-16,3 3-5 0,2-3-5 0,2 1-9 16,5-1-3-16,0 2-5 0,1 0 2 0,1 1-1 15,4 0-4-15,3 1 1 0,2-3 2 0,2 4 2 16,6 3 1-16,2-3 4 0,2-2 3 0,4 0-4 16,3-3 0-16,-1 0 0 0,0-2 0 0,2-1 0 15,-1-1-4-15,-3-5 13 0,3 0 5 0,-3-3-9 16,-2 0 1-16,2-5 8 0,-5 0 10 0,0-2 12 15,-3-2-3-15,0-4 5 0,-2-8 0 0,-2-1 2 16,0-2-4-16,-1-5-3 0,-2 1-1 0,-1-4 2 16,-1 6 18-16,0-1 26 0,0 3 12 0,-1 9-6 15,1 3 3-15,0 0 3 0,1 6-5 0,-2 1-4 16,1 0-6-16,0 3-6 0,0 2-12 0,0-1-9 16,-2 3-14-16,2 3-6 0,0-5-39 0,0 5-31 15,0 0 4-15,0 0 19 0,0 0-12 0,2 19 0 16,-2-2 10-16,1 3 3 0,-2 9-4 0,-1 0 6 15,0 5 5-15,-2-2 16 0,3-1-17 0,1 2 5 16,0-2 2-16,0-6-2 0,1-6 7 0,-1-2-5 0,2 0 12 16,-2-5-4-16,0 0 3 0,2-4-3 0,-2 1-22 15,0-5-16-15,0 2 1 0,0-2-16 16,0 2 2-16,0-6 6 0,2 5-9 0,-2-3-1 16,0-2-16-16,0 0-30 0,6 2-37 0,-6-2-46 15,9-8-44-15,-4 7-311 0,5-9-592 0,-1 3 261 0</inkml:trace>
  <inkml:trace contextRef="#ctx0" brushRef="#br0" timeOffset="17474.3">27596 12966 157 0,'0'-5'267'15,"0"2"-20"-15,0-4-12 0,0 3-16 0,0 0-14 16,0 4-24-16,0-6-15 0,0 3-13 0,0 3-16 16,0 0-15-16,0 0-15 0,0 0-14 0,0 0-5 15,0 0-10-15,0 0-11 0,-16 10-5 0,9 1-8 16,-4 5-8-16,2 0-3 0,-5 6-3 0,1 2 1 16,-2 5-6-16,2 2-3 0,-2 14-7 0,-3-1-5 15,3-1 0-15,5-7-1 0,-2 12-2 0,5-14-3 16,0 0 3-16,2 1-2 0,4-3-5 0,-1-3-1 15,2-2 1-15,2-2-1 0,-1-5 2 0,0-2-5 16,2-1 1-16,-1-4-3 0,-2-2 9 0,3-1-8 16,-3-2 3-16,1-1 0 0,-1-2 1 0,0 1 2 15,0-3 17-15,0 2 18 0,0-5 0 0,0 5 7 16,0-5-12-16,-9 2-2 0,3-2-5 0,-6-2-3 16,-4-2-4-16,-7 1-6 0,1 0-3 0,1-1-5 15,1 1-1-15,0-1-18 0,4-2-23 0,-4-1-23 16,7 5-14-16,-1-3-19 0,4 2-14 0,2-2-20 15,1 1-42-15,3 1-45 0,4 0-249 0,1-4-493 16,3 3 219-16</inkml:trace>
  <inkml:trace contextRef="#ctx0" brushRef="#br0" timeOffset="17794.59">27267 13354 1 0,'-8'0'223'0,"3"0"-16"16,-1 1-8-16,6-1-22 0,-9 2-8 0,9-2-8 16,0 0-9-16,-6 0-11 0,6 0-17 0,0 0-11 15,0 0 11-15,0 0 2 0,0 0-7 0,25-4-7 16,-4 1-6-16,4-1-9 0,8-1-12 0,3-2-7 15,1 2-5-15,2-2-6 0,10-4-7 0,-13 4-7 16,-4 1-8-16,-1 0 1 0,-11 2-7 0,-2-1 2 16,-5 2 7-16,-3 0 4 0,-1-1 1 0,-1 2 9 0,-3-1-3 15,1 3 0-15,-2-2-2 0,-4 2-10 16,3-3-7-16,-3 3-14 0,0 0-15 0,0 0-18 16,-14-2-11-16,8 2-22 0,-4 0-15 0,3 0-28 15,-4 0-23-15,1 0-29 0,1 0-18 0,4 0-48 0,5 0-57 16,-13 0-142-16,13 0-432 0,-3-2 191 0</inkml:trace>
  <inkml:trace contextRef="#ctx0" brushRef="#br0" timeOffset="18224.55">27840 12874 146 0,'0'0'294'0,"0"-5"-25"0,0 5-30 0,0 0-25 16,0 0-25-16,0 0-22 0,3-3-15 0,-3 3-17 16,12 8-13-16,-4 0-10 0,4 6-6 0,8 5-7 0,1 7-4 15,-1 4-5-15,10 13 1 0,-7 3-2 0,1 5-15 16,-7 2-3-16,1 4-8 0,0 24-4 0,-13-26-7 15,-4 4-7-15,-5-1-7 0,-3-3-4 16,-7 1-1-16,-3-1-4 0,-5-3-2 0,-2-5 1 0,-3 0-4 16,-5-6 0-16,-1-4 1 0,5-12-7 0,0 0 0 15,-3-3-2-15,3-1-1 0,-4-6 0 0,1 0-2 16,5-1 21-16,5-6-3 0,8-1 0 0,3-2-7 16,0-1-4-16,4 0 4 0,0-3 4 0,2 2 11 15,1-1 3-15,-1 0-4 0,4-2-2 0,0 0 3 16,0 0-12-16,0 0-4 0,0 0-2 0,19-7-9 15,-8 6-14-15,-3-4-25 0,1-1-22 0,0 2-46 16,3-3-57-16,-3 0-108 0,0-1-276 0,-3 0-581 16,0 1 258-16</inkml:trace>
  <inkml:trace contextRef="#ctx0" brushRef="#br0" timeOffset="29947.5">16753 15475 29 0,'0'0'44'0,"0"0"7"16,0 0 8-16,0-12 11 0,0 7 8 0,0 5 9 15,-1-7 4-15,1 1 8 0,0 2 2 0,-1-1 6 0,1-2 9 16,1-2 2-16,-2 1-1 0,-1 1-3 0,1 2 4 16,-3-5 2-16,4 3-4 0,0 0-1 0,0 0-4 15,0 1 1-15,-1 4-6 0,1-2-6 16,0-3-5-16,0 7-14 0,-3-5-11 0,3 5-9 16,0 0-20-16,0 0-5 0,0 0-6 0,0 0-4 0,0 24-1 15,-1-7-3-15,1 9-4 0,-2 0-2 16,2 6-1-16,0 0 1 0,-3 3-22 0,6 11-2 0,-3-11 5 15,1-1-3-15,0 1 2 0,4-2 0 16,-1-3 2-16,-3-2 1 0,2-2-2 0,-2-6 1 16,2-3 1-16,-3-4-1 0,1-2 3 0,2-2 0 0,-3-2 8 15,1-1-7-15,0-2 4 0,-1 1 12 0,0-1 18 16,1-1 0-16,-1-3-4 0,0 0-15 0,0 0-30 16,-1-15-23-16,-1 6-19 0,-1-3-25 15,-1-5-29-15,2 0-41 0,0-6-48 0,-3-6-170 16,1-1-399-16,3 1 177 0</inkml:trace>
  <inkml:trace contextRef="#ctx0" brushRef="#br0" timeOffset="30161.03">16689 15207 47 0,'-1'-5'240'16,"-3"2"-9"-16,4 3-11 0,-4-4-7 0,4 4-19 0,-1-5-14 15,1 5-18-15,0-4-19 0,0 4-14 16,10-6-15-16,-1 2-8 0,9-2-13 0,3 0-11 16,8-3-11-16,4 5-2 0,2-2-4 0,-1 2-6 15,-2 1-12-15,1 0-8 0,-3 1-14 0,-10 1-15 16,-1 2-16-16,-3-1-16 0,-4 0-26 0,-1 0-22 0,-1 1-20 16,-4 0-4-16,-1 2-19 0,-3 0-32 0,-2-3-41 15,-5 5-109-15,-3-1-318 0,0-2 141 16</inkml:trace>
  <inkml:trace contextRef="#ctx0" brushRef="#br0" timeOffset="30521.66">16780 15662 97 0,'-7'1'186'0,"3"1"-8"16,0-1-11-16,4-1-8 0,-7 3-15 0,7-3-8 16,-5 0-17-16,5 0-13 0,0 0-9 0,0 0-9 15,18 2-8-15,0-4 1 0,11-2-16 0,5-2-3 16,5-3-7-16,12-3-3 0,3 1-6 0,-1 2-4 15,-4 0-5-15,-9 4-6 0,-6-2 2 0,-1 3-7 16,-6-1-2-16,-6 3-6 0,-1-1 4 0,-9 3-6 16,-3-1 0-16,0-1-6 0,-3 2 4 0,-5 0-3 15,5-1-1-15,-5 1-1 0,0 0-6 0,0 0-5 16,-28 5-9-16,15-1-17 0,-2-1-14 0,-2 0-19 16,0-1-33-16,4-1-28 0,-1 3-38 0,1-2-127 15,3-1-311-15,2 0 138 0</inkml:trace>
  <inkml:trace contextRef="#ctx0" brushRef="#br0" timeOffset="31289.87">17708 15473 104 0,'0'0'178'15,"-7"-5"-15"-15,5 3-19 0,2 2-7 0,-11-1-17 16,11 1-13-16,-16 7-2 0,7-3-3 0,-1 3-9 15,-3 2-5-15,0 1-10 0,-2 4-10 0,2 0-12 16,-1 1 3-16,1 5-5 0,3-5-8 0,-3 9-4 16,4-8 0-16,-1 7-6 0,5-4-7 0,1-1-3 15,0-3-1-15,3-2-5 0,6 3-1 0,-5-6 3 16,5 2-8-16,4-3 0 0,-1 0 3 0,1-3-3 16,2 0 5-16,2-4-1 0,4 0 5 0,1-4-2 15,1-1-2-15,-4-2-2 0,-2 0-2 0,2-2 3 16,0-2 2-16,-4-2 3 0,-5 2-3 0,4-5 5 15,-3-1-7-15,-1-2 1 0,-6 5-1 0,0 1 1 16,-2-1-2-16,-2 0 1 0,-3 1-1 0,0 0-4 16,-1 2 2-16,0 1-5 0,-1 2-1 0,-3 1-1 15,1 1-2-15,-1 1 1 0,-1 3-9 0,1-2-9 16,0 4-26-16,0-2-24 0,1 3-36 0,4-2-39 16,2 0-60-16,-3 1-123 0,8-2-347 0,0 0 154 15</inkml:trace>
  <inkml:trace contextRef="#ctx0" brushRef="#br0" timeOffset="31655.95">17889 15511 81 0,'2'-2'220'15,"-2"2"-23"-15,6-1-22 0,-6 1-15 0,0 0-14 16,13 2-9-16,-6 0-9 0,2 2-12 0,0 1-14 15,1 2-8-15,-1 1-6 0,1 1-15 0,2 5 0 16,-3 1-9-16,0-1-4 0,-3 3-3 0,-2 3-10 16,0-2-2-16,0 1-6 0,-3 0-2 0,-1 0-4 15,-1-3-6-15,-3-1 4 0,0-5-8 0,0 2 4 16,3-4-1-16,-3-2 7 0,0-1 21 0,4 0 33 16,-1-1 30-16,1-4 10 0,0 0-8 0,0 0-9 15,0 0-1-15,-5-20-12 0,5 4-18 0,6 0-5 16,2-11-3-16,1 1-14 0,4-1 2 0,-2 4-5 15,1 1-12-15,-1 5-1 0,1 1-3 0,-3 0-9 16,5 4 1-16,-5 2-6 0,-2 5-5 0,2-4-3 16,-2 3-35-16,-2 3-38 0,1 1-44 0,0 1-37 15,0 1-39-15,-6 0-61 0,11 3-273 0,-7-1-553 16,-4-2 245-16</inkml:trace>
  <inkml:trace contextRef="#ctx0" brushRef="#br0" timeOffset="33000.61">19255 15451 77 0,'0'0'210'0,"-5"2"-16"0,5-2-17 0,0 0-16 16,0 0-18-16,0 0-13 0,0 0-12 0,0 0-15 15,-4 2-9-15,4-2-13 0,0 0-8 0,0 6-1 16,0-6-11-16,0 0-6 0,1 4-2 0,-1-4-6 15,6 4-4-15,-4-1-7 0,2-2-2 0,-4-1 0 16,11 0 2-16,-3 0-12 0,4-4-2 0,-1 0-1 16,1 1 3-16,-1-1-2 0,-2 1-7 0,0-1-1 15,0 1-2-15,-1-1 0 0,-2 1 0 0,-1 0-1 16,-1 1 4-16,0-1 4 0,1 0 5 0,-5 3-4 16,2-1 1-16,-2 1-3 0,0 0-2 0,0 0-3 15,-23 8 0-15,11-4-3 0,-6 3-1 0,-1 3 5 16,-7 4-3-16,-1-3-2 0,2 3-12 0,-2 2-3 15,3 4 3-15,-1-1-3 0,2 0 0 0,4 3-2 16,0-1 2-16,6 5-2 0,-5-3 0 0,9 2 4 16,-2 2-3-16,7-4 0 0,0 2 0 0,6-5 7 15,4-1-5-15,1-2 7 0,5 0 1 0,11 1-1 16,5-2 1-16,4-3-3 0,6-3 8 0,16 0-5 16,6-5 3-16,3-4-3 0,-1-2 2 0,2-4-3 15,26-7-6-15,-32 3-7 0,0-4-7 0,-3-1-3 16,-6-5 4-16,-1 2-10 0,-15 0 3 0,-1-1 7 15,-4-2 0-15,-5 0 4 0,-2-4 8 0,-6 2-5 16,-7 4 7-16,-2 1 19 0,-2 1 11 0,-4 0 3 16,-2 5 4-16,-5-1-5 0,-2 1-8 0,0 2-1 15,-7 0-2-15,-5 2 6 0,2 4-6 0,-3 0 1 16,-6 4 2-16,5 2-6 0,-4 4-1 0,2 2 1 16,4-1-10-16,0 7 2 0,-1 1-4 0,8-3 4 15,1 5-4-15,2-3 3 0,2 1-6 0,2 1 4 16,3 0-1-16,4-5-7 0,1 1 8 15,7 0-3-15,5 1-1 0,1-5 2 0,4-1-2 0,9 0 4 16,1-4-4-16,0-4 0 0,1-2-3 0,2-3 0 16,-3 1-3-16,-4-6 1 0,-3 2-1 0,-3-3 1 15,0-1 2-15,-4-1-6 0,-3 0 4 0,1-3 2 16,-5 2 4-16,-3 0 1 0,-1 3-1 0,-3 1 6 16,-1-4-1-16,-3 5 3 0,-3-1-6 0,0 4 0 15,-5-3 1-15,2 3-3 0,-3 1 1 16,-5 0 0-16,-1 4-2 0,1 1 0 0,-1 2 0 0,2 0-3 15,2 5 2-15,2-4-3 0,-5 3 1 0,7 2-20 16,1-1-24-16,1 0-34 0,2 2-15 0,3 0-24 16,4-2-45-16,2-5-172 0,3 4-363 0,4-2 161 15</inkml:trace>
  <inkml:trace contextRef="#ctx0" brushRef="#br0" timeOffset="33935.28">20240 15559 53 0,'0'0'296'0,"0"0"-25"15,2-5-30-15,-2 5-26 0,0 0-26 0,0 0-18 16,0 0-19-16,0 0-16 0,-6 13-16 0,0-3-11 0,4 1-13 16,-2 6-12-16,0 3-7 0,-1 5-8 0,1 4-7 15,-1-5-3-15,0-3-7 0,2-4-7 16,2 1-1-16,0-1-6 0,1-5 0 0,1-2-4 15,-1 1-4-15,0-7 1 0,1 2 9 0,-1-1 32 16,0-1 29-16,0-4 7 0,0 0 4 0,0 0-11 16,15-15-7-16,-8 4-11 0,2-4-9 0,5-7-11 0,-3 0-5 15,3 0-5-15,-2-1-8 0,2 2 0 16,-3 5-6-16,0-2-4 0,-2 4-9 0,-2 5 1 16,2-2-5-16,-4 3-2 0,-1 2 0 0,1-1-3 15,-1 5-5-15,0-1-16 0,-4 3-6 0,5-3-1 16,0 3-2-16,3 4-5 0,-2 0 1 0,-2 4-1 15,5 1 5-15,0 1 4 0,4 4-4 0,0 0 4 16,2 1 3-16,5 0 3 0,-2-2-2 0,5 1-16 16,0 1-4-16,-4-8-13 0,3 0-4 0,-4-3-6 15,5-1 0-15,-1-3 0 0,-2-2 1 0,-1-3 1 16,0-3 4-16,-2-1 7 0,-2-5 2 0,-2-1 2 16,1-6 5-16,-5-5 5 0,-4-2 8 0,3 0 5 15,-8-2-1-15,5-16 8 0,-4 11 12 0,-1 3 12 16,4-1 19-16,-4 5 18 0,-1 1 16 0,-2 9 19 15,6 5 27-15,-6 3 5 0,3-2-23 0,0 7-9 16,0-3-9-16,0 1-14 0,0 3-35 0,0 4-28 16,0 0-3-16,0 0-10 0,0 0-4 0,0 0 2 15,-6 32 2-15,6-6 2 0,-4 6 2 0,0 4 0 16,-1 10 3-16,3-10-11 0,-1 0 11 0,1 1-1 16,0-4-22-16,2-3-4 0,-2-1-17 0,2-1-9 15,2-9-14-15,-4-3-18 0,0-4-19 0,2-1-12 16,0-4-3-16,-1 0 9 0,1-2 14 0,-1-4-18 15,1-1-42-15,0 0-44 0,-8-10 6 0,6 2 4 16,-1-4 5-16,2-2 10 0,0-5 3 0,-1 2 15 16,2-2 15-16,-5-1 20 0,3 4 21 0,-2 1 31 15,-1 0 33-15,1 3 18 0,-1 3 23 0,0-1 5 16,-2 0 20-16,1 3 0 0,-2 2 7 0,2 2 7 16,-2 1 6-16,-1 0-6 0,-1-1 2 0,0 3-3 15,3 0-3-15,0 0-1 0,-1 3-4 0,4-1-5 16,4-2-4-16,-4 4-4 0,4 0 0 0,0-4 4 15,7 6 6-15,3-3 3 0,10-3 1 0,11 0-2 16,6-3-2-16,16-2-4 0,5-2-4 0,0 3-4 16,-2-6-2-16,-2 4 0 0,-2-2-3 0,-15 0 1 15,0 4-3-15,-1-5 0 0,-5 3-2 0,-5-4 4 16,-5 3-3-16,-3 3 24 0,-8-2 41 0,3 3 28 16,-4-4 18-16,-3 6 11 0,-2-3 3 0,4 0-2 15,-3 1 8-15,-5 3-6 0,6-2-16 0,-6 2-4 16,5-3-14-16,-5 3-16 0,0 0-16 0,0 0-19 15,8-2-17-15,-8 2-7 0,0 0-4 0,0 11 8 16,-1 0-19-16,-2-1 1 0,2 3-2 0,-3 3 2 16,1 2-6-16,2 3 17 0,0 3-17 0,-2-2-1 15,-1-4 1-15,3 2-27 0,-1-3-18 0,2-3-16 16,-2 0-22-16,2-2-20 0,-1-3-19 0,0 0-20 16,-3-4-9-16,4 0 6 0,0 1 17 0,0-6-57 15,0 0-86-15,0 0-228 0,-10-15-528 0,7 5 233 16</inkml:trace>
  <inkml:trace contextRef="#ctx0" brushRef="#br0" timeOffset="34096.1">21290 15248 332 0,'0'-7'359'0,"-2"2"-22"0,2-2-33 0,0 7-27 0,0-9-37 16,0 9-22-16,0-7-22 0,0 7-27 0,0 0-45 15,0 0-20-15,2-4-22 0,-2 4-31 0,0 0-28 16,8 11-42-16,-1-3-39 0,-2 0-50 0,1 3-48 15,-2-1-257-15,2-1-447 0,0 4 198 0</inkml:trace>
  <inkml:trace contextRef="#ctx0" brushRef="#br0" timeOffset="34427.08">21574 15331 66 0,'3'-5'361'0,"-3"5"-38"15,0 0-35-15,4-1-34 0,-4 1-30 0,0 0-24 16,0 0-22-16,0 0-17 0,0 0-17 0,1 18-15 16,-2 0-6-16,1 7-17 0,-2 1-10 0,0 3-10 15,-1 0-8-15,1 1-9 0,-3 0-6 0,2 2-5 16,1-6-8-16,-1-1-2 0,2-7-8 0,1-2 1 16,-1-4-3-16,1-5-2 0,0 1-2 0,-2-2 5 15,1-3 35-15,1 2 27 0,-1-1 59 0,1-4 10 16,0 0-13-16,0 0-11 0,0 0-16 0,10-21-15 15,-3 6-10-15,2-3-15 0,0 0-10 0,5-4-6 16,-1 1-9-16,-2 3-10 0,1 4-3 0,-4 2-5 16,-2 3 2-16,-2 1-2 0,2 4-10 0,-2 0-7 15,0-2-6-15,0 2-6 0,0 3-14 0,-4 1-9 16,0 0 2-16,14 5-8 0,-8 1-6 0,3-1 6 16,-1 6-6-16,7 1-13 0,-4 0-21 0,2-1-24 0,-2 4-26 15,2-5-19-15,-1 2-33 0,-3-3-36 16,-1-1-24-16,2 1-42 0,-1-4-48 0,-2-1-299 15,0-3-652-15,2 1 289 0</inkml:trace>
  <inkml:trace contextRef="#ctx0" brushRef="#br0" timeOffset="35107.18">21890 15559 22 0,'0'0'301'0,"0"0"-22"0,-4-4-23 0,4 4-23 15,0 0-24-15,0 0-14 0,0 0-21 0,0 0-19 16,0 0-15-16,-1-2-15 0,1 2-13 0,0 0-3 15,0 0-17-15,0 0-2 0,19-1-13 0,-10 1-8 16,4-2-6-16,2 0-4 0,4-1-9 0,2-2-3 16,0 1-13-16,-1-3-10 0,7-2-2 0,-2 1-23 15,2-4-5-15,-8 5-4 0,-2-4-1 0,2 1 2 16,-4-3-3-16,0 3 4 0,-3-1 1 0,1-1 7 16,-3-2 9-16,-5 5 12 0,-1-1 7 0,1 3 18 15,1-3 8-15,-6 4-1 0,0-1-4 0,0 4-4 16,0 3-2-16,-6-10-7 0,1 7 1 0,0 0-6 15,5 3-4-15,-18 0-6 0,6 5 1 0,-3 5-6 16,0-4-4-16,1 5 3 0,-3-1-4 0,4 4-3 16,-2-1-2-16,3 3 2 0,3-1-4 0,-2 2 3 15,5-2-1-15,3 3 0 0,-1 0-3 0,5 0 2 16,3 0 4-16,5-1-6 0,5-5-1 0,8 4-2 16,6-4-7-16,6-3-7 0,1-3-8 0,15-1-12 15,5-5-13-15,-1-3-6 0,0-4-3 0,-1-3-1 16,-2-1-4-16,-4-4-4 0,-11 2 8 0,-4-1 3 15,-3-5 7-15,-2 1-1 0,-5 0 10 0,-3-2 17 16,-6 5 27-16,-3 0 39 0,-2 0 20 0,-3 0 4 16,-5 3 5-16,0 0-2 0,-1 2-9 0,-3 1-2 15,-4 1-5-15,-2 2 2 0,1 0-9 0,-4 4 0 16,-6 0-11-16,-3 6-4 0,2-1-7 0,-1 2-3 16,-4 9-3-16,1 1-6 0,2 3 1 0,0 2 0 15,3-1-8-15,1 2 5 0,4 3 0 0,5-6 3 16,1 0-12-16,5 1 0 0,3-2-3 0,1-2-2 15,3-1 5-15,2-3 0 0,3-1 0 0,1 0 3 16,7-4 0-16,-1 1 0 0,5-5 1 0,8 0-4 16,-2-6 4-16,1-1 0 0,-7-1-2 0,6-5 1 15,-9 3-2-15,-1-4 0 0,0-2-9 16,-6-2-4-16,6-5-4 0,-7 5 7 0,-3-1-1 0,-2 0 1 16,-4 1-1-16,-1-1-2 0,0 6 2 0,-2 1-2 15,-5-2 0-15,-2 2-5 0,-1 0 0 0,-3 1-1 16,-1 4 0-16,1 1-4 0,3 3-7 0,-4 1-21 15,3 3-24-15,-1-1-27 0,1 5-24 16,-1 0-30-16,1 1-22 0,3 0-43 0,3 1-249 16,2-2-504-16,7 3 223 0</inkml:trace>
  <inkml:trace contextRef="#ctx0" brushRef="#br0" timeOffset="35479.11">22985 15360 266 0,'0'-3'360'16,"3"-5"-26"-16,-3 8-35 0,2-6-32 0,-2 6-29 0,0-3-32 15,0 3-24-15,0 0-23 0,0 0-13 16,0 0-16-16,0 17-12 0,0-5-13 0,-1 5-9 16,1-1-12-16,-1 4 3 0,-2 4-20 0,3 2-5 15,0-1-4-15,0-1-5 0,0-7-5 0,0-1-9 16,3-5-4-16,-3 0-3 0,1-4-4 0,-1-2 1 15,1 1-1-15,-1-2 1 0,3 2 4 0,-3-6 10 16,9-1 0-16,-9 1-7 0,15-12-1 0,-2 5-1 16,1-5-15-16,1-1 6 0,4-4-1 0,2-1 4 15,-6 4-12-15,0 1-1 0,0 0 3 0,-1 2 9 16,-5 2 0-16,2 3 18 0,-6 2-6 0,3-2-5 16,-3 3-6-16,-1-1-7 0,1 1-12 0,-5 3 8 15,10 0-17-15,-10 0 5 0,9 3-7 0,-4 1 9 16,5 2-17-16,-3 1-16 0,0 0-19 0,1 3-25 15,1-3-31-15,-1 3-27 0,-1-3-29 0,1 5-40 16,0-4-56-16,-3-1-285 0,0-5-582 0,1 0 258 16</inkml:trace>
  <inkml:trace contextRef="#ctx0" brushRef="#br0" timeOffset="35773.4">23579 15291 301 0,'2'-4'320'0,"0"0"-17"0,-2 4-25 16,3-7-27-16,-3 7-25 0,2-2-22 0,-2 2-21 16,0 0-19-16,0 0-24 0,0 0-13 0,0 0-16 15,0 0-11-15,0 0-11 0,-14 10-7 0,9-3-7 16,1-1-10-16,-3 2-8 0,0 1-5 0,3 2-5 16,-3 0-2-16,3 3-10 0,-1-2 0 0,2 0-6 15,1 0 1-15,0-3-1 0,2 3-5 0,3-3-3 16,2 0 4-16,2 2-7 0,1-3-3 0,1 2-2 15,4 0-3-15,4 1 0 0,-6-3-2 0,3 2-2 16,-2-1 0-16,-1 0-15 0,-3-4-8 0,-4 3-6 16,1-3-10-16,-1 2 4 0,-3-1 1 0,-1 0 6 15,-4-2 3-15,-2 3 4 0,-6-1-2 0,-6 0 4 16,-6 3-3-16,-5-3-17 0,-2-1-42 0,-1-2-64 16,-1-2-89-16,-2-3-242 0,3 0-509 0,4-6 225 15</inkml:trace>
  <inkml:trace contextRef="#ctx0" brushRef="#br0" timeOffset="37096.83">24585 15266 77 0,'-9'0'238'0,"9"0"-19"15,-9-1-13-15,9 1-5 0,-5-2-21 0,5 2-18 16,0 0-20-16,0 0-15 0,0 0-8 0,0 0-16 15,0 0-8-15,0 0-8 0,0 0-9 0,0 0-9 16,0 0-7-16,27 3-4 0,-9-4-9 0,-2-5-8 16,7 4-10-16,-2 0-7 0,-1-3-4 0,3 0-4 15,-4 0-7-15,3 1 7 0,-3-3-9 0,-1 1-3 16,-8-1 6-16,-1 3-1 0,1 0 7 0,-3 0 20 16,-2 1 6-16,0 0-1 0,-4 0 5 0,-1 3-3 15,3-3-6-15,-3 3-9 0,0 0-1 0,-19 2-2 16,1 2-4-16,0 5-2 0,-1-4-2 0,-7 6-3 15,-1 2-1-15,3 1-3 0,-4 2-3 0,4 5 0 16,-2-3-1-16,2 2 2 0,1 3-2 0,1-1-3 16,4 6 1-16,3-5-2 0,2 2 5 0,5 1-3 15,2-1-22-15,6-7 7 0,5 3 0 0,4-5 1 16,8 3 0-16,5-2-1 0,8-4 1 0,9-3 0 16,18-1-6-16,7-4-8 0,33-7-12 0,-4-1-9 15,-2-5-17-15,-25 0-5 0,28-8-16 0,-30 4 5 16,0-2-17-16,-2-5 5 0,-3 0 10 0,-4-3 8 15,-8 1 4-15,-14 3 6 0,-7-2 25 0,-3 2 27 16,-8 5 35-16,-4-4 27 0,-6 2 8 0,-8 4-4 16,2 1 4-16,-7-6 4 0,-1 6 2 0,-5 2 5 15,-5-3 0-15,-2 5 1 0,-8 0-17 0,-2 5-1 16,2 4-7-16,-4 2-7 0,2 2-4 0,-1 6-5 16,2 1-5-16,5 0-2 0,-2 3-3 0,6 2-2 15,4 3-1-15,2 0-2 0,2-1-5 0,7-2-8 16,2 1-8-16,4-2-1 0,4-1 3 0,2-1 5 15,3-5-6-15,4 1 0 0,1-3 1 0,4-2 3 16,-2-3-6-16,5-4 10 0,-1-3-4 0,7-1 4 16,-4-1 4-16,3-3 5 0,-9-1 7 0,0-1 3 15,7-2 11-15,-7 2-2 0,0-1 4 0,-4 3 5 16,0-4 7-16,-2 6 3 0,0 0 13 0,-6 2-4 16,0 1-6-16,3-2-4 0,-7 3-6 0,3 1-7 15,0-2-7-15,-4 3-11 0,6-1-1 0,-6 1-3 16,0 0 0-16,9 4-4 0,-5-1 8 0,0 2-12 15,0-1-7-15,2 5 8 0,-1 0-3 0,-1 0 1 16,3 1-2-16,-2 1 2 0,0-1-3 0,2-2 2 16,-1 1 2-16,-1 1-4 0,0-3 3 0,0 1-5 15,1-1 3-15,-2-4 1 0,0 1 2 0,-2-1 4 16,4-1-1-16,-1-2 2 0,-5 0 2 0,12-5 7 16,-4 1 5-16,4-4-5 0,0-3 6 0,1-2-1 15,5-1 0-15,-2-5-5 0,5 1-2 0,-7 2-1 16,0 2-3-16,2 2-1 0,-2-2-3 0,-1 4 4 15,-1-1-1-15,-3 3-8 0,-1 2 0 0,0-1 0 16,-1 3-6-16,-2 0-4 0,3 3 3 0,-2 0-3 16,-6 1 3-16,16 2-8 0,-9 1 2 0,2 1 2 15,1 1-2-15,-2 2 2 0,1 2-4 0,1-1 0 16,-2 0 2-16,-3 2-5 0,0 0-2 0,-1-2-1 16,2 2-1-16,-2 0 4 0,-1-3-11 0,-1-1 3 15,0-1-4-15,-2 0-2 0,0 1 4 0,1-3 2 16,0 0 0-16,-1-3 1 0,0 4 6 0,0-4-2 15,0 0 0-15,0 0-34 0,0 0-75 0,0 0-45 16,0 0-25-16,7-15-13 0,-1 7-1 0,3 2-20 16,-1-3-20-16,1 2-133 0,2-5-413 0,-1 5 182 15</inkml:trace>
  <inkml:trace contextRef="#ctx0" brushRef="#br0" timeOffset="37474.83">26157 15441 583 0,'5'-4'61'0,"1"1"18"0,-1 1 8 16,-1-1 7-16,0 0 5 0,-4 3 0 0,6-1 2 15,-6 1-6-15,5-1-8 0,-5 1 0 0,0 0-6 16,8-3-10-16,-8 3-6 0,0 0-8 0,0 0 1 15,0 0 3-15,7 4 6 0,-4-3 8 0,-3-1 8 16,9 3 4-16,-1-3 7 0,-3 0-1 0,9 0-15 16,-1 0-5-16,0-3-7 0,6 1-5 0,1-5-6 15,1 2-4-15,-1-3-9 0,8-1-2 0,-3-3-1 16,-3 0-5-16,-1 3 0 0,-6 1-7 0,3-3 10 16,-4 0 11-16,-1 4 14 0,-3-3 8 0,-2 4 19 15,-2 2 10-15,-2-3 6 0,-1 3 10 0,1 1-12 16,-3-2-14-16,-2 1 4 0,1 4-18 0,-11-3-9 15,1 3-10-15,-8 3-14 0,-3 3-4 0,-9 3-8 16,0 5 2-16,0 2-17 0,0 1 9 0,4 2-4 16,0 1-7-16,6 2-7 0,3-1 8 0,2 2 2 15,7-4-15-15,2-3-11 0,2 2 8 0,10-1-6 16,3 0 8-16,4-5 3 0,15 2 2 0,7-5-1 16,4-1 3-16,16-5-1 0,3-2-11 0,2-5 5 15,6-1-3-15,-3-3 3 0,-4 1-2 0,-8-2-9 16,-18 1-1-16,-3 2-14 0,-9-1-4 0,-3 1-14 15,-8-1-6-15,2 4-17 0,-6 1-30 0,-5-2-60 16,-3-1-72-16,-6 0-69 0,-6 1-252 0,-5 2-595 16,-8 1 264-16</inkml:trace>
  <inkml:trace contextRef="#ctx0" brushRef="#br0" timeOffset="38308.32">28114 14877 136 0,'2'-7'258'0,"-4"-2"-13"0,2 2-17 15,2 1-19-15,-4 1-19 0,2 1-18 0,0 4-22 16,0-6-21-16,0 6-14 0,0 0-12 0,0 0-11 15,7 13-8-15,-8 4-8 0,1 11-6 0,-2 2-6 0,-2 6-5 16,4 12-4-16,-4 4 1 0,1-2-8 0,-4-2-5 16,5 5-3-16,-1-3-2 0,-3 0-4 0,3-1-3 15,3-14-3-15,0-1-2 0,-1-1-1 16,1-1-21-16,3-7 0 0,-5-4 3 0,2 0 0 16,-1-3-1-16,0-3-13 0,-1-3-24 0,1-3-15 15,0-1-12-15,0-3-3 0,-1-1-4 0,0-2-70 0,2-2-92 16,0 0-140-16,-5-11-399 0,2 2 177 0</inkml:trace>
  <inkml:trace contextRef="#ctx0" brushRef="#br0" timeOffset="38562.71">28174 15091 135 0,'0'0'181'0,"0"0"-17"0,0 0-20 15,-5 9-11-15,5-6-13 0,4 3-23 0,1 2-1 16,-1 1-9-16,5-1-7 0,0 2-9 0,5 4-5 16,-1 0-7-16,-2-3-3 0,3 3-9 0,-3 1-4 0,-2-6-5 15,-2 3-6-15,-2-3 4 0,-1-1-5 16,0 1 0-16,-1-2 1 0,-3 3 2 0,-4-3 0 16,-2 1-2-16,-4 1-5 0,1-1-8 0,-5 0 7 15,-2 1-3-15,-2-3-1 0,-3-1-2 0,2 1-6 16,-3-1 2-16,3 0-4 0,0 0-22 0,6-5-25 15,1 0-41-15,0-3-41 0,7-1-187 0,0-1-328 16,5 1 145-16</inkml:trace>
  <inkml:trace contextRef="#ctx0" brushRef="#br0" timeOffset="39147.56">28494 15070 106 0,'4'-4'276'16,"1"0"-25"-16,-1 0-32 0,2 3-17 0,2-4-25 16,2 4-17-16,3 0-17 0,5 1-16 0,1 2-8 15,1 3-12-15,-1 0-12 0,-1 2-8 0,0 3-11 16,2-1-8-16,-4 3-1 0,6 3-12 0,-10-4 1 16,0 4-14-16,-3-3-2 0,-1 4-7 0,-3-4-2 15,-2 0-3-15,-1-1-6 0,-1 1-2 0,-1-2-6 16,-1 0 2-16,-1-3-5 0,-3 0 1 0,3-2 0 15,-1-1 1-15,-2 0 2 0,3-1 4 0,-1 0 11 16,3-3-6-16,-6 0-2 0,6 0-5 0,-3-7-3 16,3 0-9-16,3-3-11 0,2 1-6 0,6-7-4 15,3 0-11-15,6-2-7 0,1-3 9 0,3 6 5 16,3-1-1-16,-1 1 3 0,-2 1-1 0,0 1 2 16,-4 7 1-16,-5-2 3 0,3 1 6 0,-7 2 3 15,-1 1 1-15,-2 3 3 0,-1-2 1 0,-1 2 1 16,-1-2 1-16,0 1-2 0,-1 0 6 0,-4 2-5 15,5-1-1-15,-5 1 9 0,0 0-1 0,0 0 4 16,0 0 1-16,1 5 3 0,-1-5 0 0,-5 11-1 16,0-6-1-16,-4 3-7 0,4 0 2 0,-3 1-3 15,3-1 1-15,-3 2 1 0,2 1-5 0,1 0 0 16,1 0 2-16,2 1-2 0,-1 0 1 0,3-2 2 16,1 0 1-16,1-3-2 0,0 0 3 0,2-2-3 15,1 2 2-15,-1-2 3 0,4-2-1 0,-2-2 0 16,3-1 6-16,1-2 6 0,3-1-2 0,-4-1 4 15,0-3 9-15,1-1 3 0,-2 0 2 0,-2-3-3 16,-3 4-6-16,-2-7-5 0,4 3 5 0,-5-2-9 16,0 0-5-16,-1 1-10 0,-4 0-4 0,-3 0-9 15,3 3-9-15,-3 1-20 0,-3 3-15 0,-2 0-12 16,-1 2-12-16,-4 2-18 0,0 1-5 0,0 2-38 16,4 1-39-16,3 1-229 0,-2-1-439 0,8 1 194 15</inkml:trace>
  <inkml:trace contextRef="#ctx0" brushRef="#br0" timeOffset="40008.08">29291 15209 174 0,'0'0'290'16,"0"0"-20"-16,0 0-25 0,0 0-6 0,0 0-20 0,-5 2-12 15,5-2-18-15,0 0-15 0,0 0-19 0,0 0-13 16,0 0-15-16,8-9-12 0,-3 6-4 0,-4-2-3 16,7-2 11-16,-2-4 3 0,-1 1-2 0,2-4-5 15,-1-1-8-15,2-5-10 0,-1-2-6 0,0-4-3 16,1-3-11-16,-3-3-8 0,2-1-9 0,-2-1 1 16,0 1-8-16,1 2-10 0,-2 4 31 0,-3 6 0 15,1 6 11-15,-2 2 7 0,0 2-5 0,0 4-12 16,0-1-7-16,0 2-15 0,0 3-22 0,0 3-27 15,2-9-35-15,-2 9-14 0,0 0 9 0,0 0 0 16,-2 17 5-16,2 0-3 0,0 1 10 0,0 12-1 16,0 1 1-16,-2 3 4 0,2-1 11 0,2 4 2 15,2-6-16-15,-1 1 6 0,2 2 3 0,0-2 2 16,1-3 7-16,1-3-1 0,2-3 0 0,-2-6 5 16,0 1-5-16,0-5 3 0,2-4 5 0,-1-2 8 15,1-2 0-15,-3-1 5 0,8-3 15 0,-2-2-2 16,-1-3-5-16,7-1 6 0,-1-2-2 0,-2-1-2 15,0-2-8-15,0-2 17 0,0-2-16 16,-2 2-5-16,-3-1-2 0,-3 2 1 0,-1 1 2 0,0 0-6 16,-1 1 3-16,-5 1-3 0,2 2-7 0,0 0-2 15,-4 1-11-15,0 1-11 0,-2 1-13 0,-1 1-1 16,-4 0 2-16,0 2-8 0,-1 0-22 0,0 2-18 16,3-2-21-16,0 2-20 0,2 1-23 0,0-1 2 15,2 1 9-15,3-3 12 0,0 0 9 16,14 7 3-16,1-4 1 0,8-3 3 0,11 0 8 0,5-3 9 15,15 0-9-15,-4 1 1 0,2-5-2 0,-1 0 10 16,-12 2 3-16,12-4 12 0,-14 1 6 0,-3-1 12 16,0 1 15-16,-8-2 41 0,-5 3 23 0,-7 0 30 15,-1 0 42-15,-3-1 31 0,-5 4 17 16,1-3-6-16,-2 0-5 0,-1 1-12 0,-3 1-11 0,-2 1-4 16,-3-2-12-16,0 2 4 0,-2 0-16 0,-4 1-16 15,-1 1-1-15,-1 2-15 0,-1 3-1 0,-3 1-12 16,-1 2 0-16,0 1-3 0,2 3-1 0,2 0-5 15,-2 1-1-15,2 1-8 0,0 2 1 0,3 0 0 16,-1-2-7-16,6-2-4 0,-1 1 5 16,4-3-7-16,-1 2-5 0,1-3 2 0,1 0-6 0,2-4 7 15,0 4 3-15,0-4 0 0,0-3 1 0,5 3 9 16,0-1 7-16,-5-2 9 0,13-3-4 0,-2-1-13 16,-1-1 2-16,-1 0-3 0,1 1 1 0,1 0-4 15,-2-1 1-15,1 0 0 0,-4 0-2 0,1 3-2 16,-1 0 8-16,-1 0-4 0,2 1-18 0,-7 1 0 15,7-3-1-15,-3 2 4 0,-4 1-4 0,9 1 1 16,-3 2 0-16,-1-2 2 0,3 1-1 0,4 2 3 16,-2 2 2-16,0-1-26 0,2 0-28 0,-1 1-43 15,5 0-47-15,0-1-77 0,-2 0-102 16,-2-2-202-16,-3 0-568 0,-2-3 251 0</inkml:trace>
  <inkml:trace contextRef="#ctx0" brushRef="#br0" timeOffset="40744.58">30381 15193 205 0,'-4'0'266'0,"4"0"-18"0,0 0-16 15,0 0-18-15,0 0-16 0,0 0-21 16,0 0-17-16,0 0-13 0,0 0-13 0,13-6-12 15,-8 0-13-15,3 0-4 0,0-1-17 0,-2-2-9 16,2 0-7-16,2-7 3 0,0 2-9 0,-2-3-4 0,2 0-1 16,0-10-7-16,-2-1 0 0,1 0-2 0,-2-5-3 15,0 0 1-15,-5-3-8 0,5 5 8 16,-3 0 11-16,3 4 21 0,-7 3 19 0,3 7-1 16,-3 4 10-16,4 3 6 0,-4 2-13 0,-2 1-13 15,2-1-9-15,2 3-25 0,-2 5-45 0,0-3-12 0,0 3 2 16,0 0 1-16,-10 13-5 0,6-2-2 0,-3 7 4 15,-2 9 2-15,-1 1-6 0,2 3 3 16,-1 1 2-16,3 2-1 0,-1-2-2 0,3 0 0 16,1-3 6-16,2-2-3 0,2 0 1 0,4-2-2 15,3-6 1-15,-4-2 0 0,2-3 1 0,4-2 4 16,0-2 1-16,-2-3 0 0,4-1 1 0,6 1-1 0,-6-7 2 16,10 0 9-16,-4 0 2 0,0-7 5 0,1 1 3 15,-1-1 5-15,0-5-8 0,0-1 2 16,3-4-4-16,-5 4-1 0,-5 0 6 0,-1-1-12 15,-1 3 2-15,-5 3 1 0,1-4-7 0,-1 7 2 16,-4-1-1-16,2 0-12 0,-2 1-3 0,-4 0-4 0,2 3-8 16,-7 1 1-16,4 0-6 0,5 1-17 0,-16 2-17 15,9 1-15-15,1 1-9 0,-2 1-9 16,-1 2-5-16,3 2-7 0,2-1-2 0,3 0 9 16,-1 1 13-16,2-2 5 0,3 2 3 0,2-5 10 15,5 2 4-15,-2-3 6 0,4 4 7 0,5-5-1 16,1 1 4-16,0-2 7 0,0-2 4 0,0-2 1 0,-1-1 2 15,-1-1 13-15,1-2 14 0,-6 2 22 16,1 0 27-16,-1 0 24 0,0-2 25 0,-4 2 17 16,-2 1 11-16,3-1 13 0,-2 0-11 0,-2 0 12 15,1 4-7-15,-1-3-7 0,-2 3-2 0,0-3-24 16,-2 4-10-16,6-2-14 0,-6 2-16 0,0 0-9 0,4-3-17 16,-4 3-20-16,0 0-24 0,0 0-15 0,0 0 9 15,0 13 2-15,0-9 4 0,0 4 6 16,-2 2-6-16,0 1-17 0,2-1-10 0,0 2-15 15,0 0-20-15,0-3-13 0,-2 1-32 0,2 1-27 16,-3-2-24-16,2-2-24 0,0 1-19 0,1-4-28 0,0 0 0 16,1-1-12-16,-1-3-213 0,0 0-502 0,0 0 223 15</inkml:trace>
  <inkml:trace contextRef="#ctx0" brushRef="#br0" timeOffset="40872.71">30913 14886 92 0,'-3'-14'352'0,"2"3"-16"0,0 0-2 0,1 2-27 15,-2 1-19-15,4 1-33 0,-4 2-20 0,2 1-35 16,0 1-25-16,0-2-49 0,0 5-49 0,0 0-27 16,0 0-32-16,0 0-34 0,0 0-37 0,0 0-46 15,17 12-67-15,-11-4-253 0,-3-4-453 0,3 4 201 16</inkml:trace>
  <inkml:trace contextRef="#ctx0" brushRef="#br0" timeOffset="41377.14">31292 14619 384 0,'2'-11'388'0,"0"3"-22"0,-2 0-30 16,1 3-51-16,-1-1-25 0,2 0-30 0,-2 4-33 16,0 2-38-16,0 0-16 0,0 0-12 0,2 14-17 15,0 3-18-15,-4 3-4 0,1 8-7 0,1 5-11 16,-3 2-7-16,-2 13-10 0,-1-1-5 0,3-1-1 15,-2 0-9-15,4-11-2 0,0-1-1 0,-2-2-11 16,3 1 0-16,0-5-5 0,0-2-1 0,0-5-4 16,0-3 4-16,0-1-2 0,0-5-1 0,-1 0-5 15,2 0-10-15,-2-6-2 0,1 2 0 0,-1-2 6 16,1-2 1-16,0-2 3 0,0 4 11 0,0-6 3 16,0 0-7-16,-4 1-7 0,4-1-10 0,0 0-22 15,-17-9-14-15,8 2 0 0,-4 1-16 0,-4-2-18 16,-4-1-2-16,3 3-2 0,-5-1 6 0,-2-2 7 15,5 5 4-15,0-3 9 0,2 4 4 0,0-1 3 16,7 0 9-16,2 0 3 0,1 1 3 0,0 2 8 16,2 1 10-16,2-3 19 0,4 3 16 0,-9-2-3 15,9-1 5-15,0 3-6 0,-4-2-1 0,4 2-2 16,12-4-5-16,2 1-3 0,5 0 2 0,12-3-5 16,-2 0 3-16,1 2-5 0,0 2 0 0,-3-3 2 15,-4 2-4-15,-4-1-3 0,-1 1 11 0,0 0-11 16,-6 0 1-16,-3 2-1 0,-1-2 11 0,0 2 0 15,-3-2 14-15,-1 3 11 0,-4 0 10 0,9-3-2 16,-9 3-6-16,4-1-4 0,-4 1-4 0,0 0-10 16,0 0-16-16,0 0-15 0,-12-6-22 0,12 6-30 15,-9-1-37-15,9 1-35 0,-9 0-48 0,9 0-40 16,-15 0-79-16,11-1-182 0,4 1-520 0,-2-3 230 16</inkml:trace>
  <inkml:trace contextRef="#ctx0" brushRef="#br0" timeOffset="41903.18">31429 15003 16 0,'0'0'403'0,"6"-3"-21"15,-6 3-23-15,3-3-29 0,-3 3-23 0,0 0-37 16,0 0-19-16,5-2-33 0,-5 2-23 0,0 0-23 16,0 0-23-16,0 0-19 0,0 0-20 0,0 0-15 15,10 2-14-15,-10-2-10 0,4 3-18 0,-4-3-17 16,10 3-8-16,-3-1-12 0,-5 1-5 0,6-3-1 15,-3 1-4-15,3-1 0 0,-8 0-2 0,13 0 3 16,-6-1 1-16,5-2 1 0,-5 1-3 0,2-4-3 16,3 0 2-16,-3 0-2 0,-2 0 7 0,1 1 0 15,0 1 7-15,-1-1 1 0,-3 2 3 0,1-2-5 16,-1 1-1-16,0 3-1 0,0-4-10 0,-4 5-2 16,6 0-8-16,-6 0-2 0,9 6-4 0,-4 0 8 15,-1 3-8-15,6 6-2 0,-2 2-2 0,-3 3 6 16,0 4 4-16,-1 2-2 0,1 4 2 0,-5-1-8 15,-5 1 8-15,1 4-2 0,-2-1 1 0,-1 0 4 16,-2 2 11-16,-1 0-7 0,1-3-8 0,-6-3 7 16,0-4-3-16,-1-4 3 0,6-8 6 0,-4 1-4 15,0-5 5-15,2-2 3 0,-1-6 7 0,-2 0 16 16,3-5 26-16,0-1 43 0,-1-4 27 0,-1-6 18 16,5-1 8-16,4-13-11 0,6 1-15 0,7-5-16 15,10-15-17-15,4 2-6 0,7 0-7 0,3 3-11 16,3 1-10-16,4 4-5 0,-6 1-4 0,6 4-8 15,-11 10-6-15,-1 3-1 0,-2 4 3 0,-8 4-5 16,-1 2-5-16,-3 3-8 0,-4 2-3 0,0 0-6 16,-4 2-2-16,0-1-5 0,-1 4-19 0,0-4-27 15,-4 4-20-15,0 0-9 0,0 0 4 0,3 12-10 16,-10-4-12-16,-2 2-28 0,-5 5-46 0,-10 2-58 16,-2 1-62-16,0-1-99 0,-1-2-298 0,3-4-731 0,4-2 324 15</inkml:trace>
  <inkml:trace contextRef="#ctx0" brushRef="#br0" timeOffset="43656">17203 16901 157 0,'-4'-15'234'0,"-3"1"-15"0,0 4-20 15,3 0-5-15,-4 2-27 0,0 1-15 0,-4 3-15 16,2-1-18-16,-4 2-7 0,-3 2-17 0,-2 6-9 16,0 3-6-16,-6 2-12 0,3 5-6 0,-1 4-6 15,2 2-2-15,2 0-7 0,4 2-8 16,1-1-7-16,3 2-2 0,5-4-4 0,2-1-4 0,0-2 2 16,4 4-6-16,3-4-2 0,1 0 5 0,0-5-6 15,6 2 4-15,-4-5-2 0,3-1 0 0,2-2-4 16,1-4 4-16,2-1 1 0,3-4 13 0,1-4 12 15,0-1 2-15,7-9 1 0,-5 0 5 16,1-3-3-16,-3-3 9 0,-4 1-1 0,1-2-3 16,-2 2-2-16,-2 5-5 0,0 0 1 0,-5 8 1 15,-1-3 5-15,2 2 1 0,-5 5-3 0,2 0-9 16,-1-1-6-16,-1 3-11 0,-2 3-22 0,4-6-11 16,-4 6-1-16,0 0-5 0,14 10-3 0,-6 0 6 0,-1 0-3 15,5 4 1-15,-2 2 5 0,2-3-5 16,2 4 4-16,2 2 1 0,6 0 0 0,-3-4 4 15,-5-2 0-15,5-2-1 0,-3-3 2 0,0 0 4 16,-3-6 0-16,1-2-1 0,-1 0 4 0,-1-4-1 16,3-5 0-16,-5 2 2 0,3-7 0 0,-2-3 1 15,2-6 0-15,-3-2 4 0,-2-1 6 0,-3 0 6 16,0-5-1-16,-1 2 4 0,-4-3-3 0,0-4-6 16,-4 2-1-16,4 3 3 0,-4 1 6 0,3 5 19 15,-3 9 9-15,3 5 6 0,-2-1-12 0,3 3-5 16,-1 0-11-16,1 5-31 0,0 4-24 0,-4-5-3 15,4 5-2-15,0 0-2 0,-1 22 9 0,1-5 3 16,-4 7-2-16,4 5 4 0,-5 1 4 0,1 5 3 16,7 13-3-16,-3-12 5 0,3 11 5 0,0-13-13 15,2 0-23-15,-1-3-19 0,1-1-17 0,-2-4-29 16,-2-5-14-16,0-1-18 0,3-3-17 0,0-6-32 16,-4-3-34-16,0-1-189 0,0-4-441 0,0-3 195 15</inkml:trace>
  <inkml:trace contextRef="#ctx0" brushRef="#br0" timeOffset="43920.28">17501 16876 14 0,'-11'-3'188'0,"1"4"-10"0,10-1-18 0,-16 3-11 16,9-1-20-16,2 2-17 0,1-1-7 0,2 0-13 15,2-3-9-15,0 9 4 0,5-6-15 0,3 3 0 16,5-3-12-16,9-2-2 0,13-4-9 0,2 0-4 15,18-7-2-15,9 1-3 0,-2-5-4 0,30-3-4 16,-29 7-1-16,2-5-8 0,-1 5 3 0,-5 1-7 16,-6 1-10-16,-19 1 0 0,0 5-7 0,-6-3-3 15,-6 3-10-15,-8 2-20 0,-2 0 1 0,-4 2 4 16,-4-1 2-16,-4-1 2 0,0 6-1 0,0-6-18 16,-16 10-18-16,4-4-17 0,-4 2-28 0,-1-1-34 15,-1-1-86-15,0-1-240 0,4 1 106 0</inkml:trace>
  <inkml:trace contextRef="#ctx0" brushRef="#br0" timeOffset="44293.56">18923 16769 64 0,'-10'-4'199'16,"-2"1"-17"-16,-2 1-10 0,-1 2-21 0,-7 2-13 15,0 5-14-15,3 1-11 0,-5 5-16 0,-2 1-17 16,0 0-1-16,4 5-9 0,4 1-5 0,-1 4-7 16,2 1 0-16,2-2-15 0,4 2-1 0,5-7-4 15,0 1-2-15,-1-4-9 0,6-2 0 0,2-2-1 16,2-1 1-16,-2-5 3 0,4 0 14 0,4-3 8 15,0-2 7-15,10-4 17 0,-2-1 2 0,2-4 12 16,-2-2-1-16,7 0 7 0,-6 0-2 0,-4-3 6 16,4 2 5-16,-4 3-12 0,1-1-6 0,-2-2-6 15,-3 7-9-15,-1-2-7 0,0 2-7 0,0 0-11 16,1 2-4-16,3 2-7 0,-4 0-7 0,4 1-7 16,6 2-8-16,-2 2-13 0,3 0-20 0,7 3-38 15,2 3-54-15,-1-3-72 0,-1 0-100 0,3-4-188 16,0 1-510-16,-2-6 226 0</inkml:trace>
  <inkml:trace contextRef="#ctx0" brushRef="#br0" timeOffset="44874.56">20252 16471 166 0,'1'-18'280'0,"-2"1"-6"0,0 5-1 0,1 3-11 16,-2 3-25-16,1-1-24 0,1 2-28 0,1 0-42 16,-1 5-15-16,0 0-26 0,-1 17-2 0,1 2-17 15,-3 13-1-15,5 3-11 0,-2 16-5 0,0 1-6 16,-3 3-4-16,2-2-9 0,1 3-2 0,2 2-3 15,1-4-1-15,1 4 1 0,0-10-11 0,-4-1 0 16,2-13-30-16,0-1-6 0,0-4-36 0,0-3-17 16,-2-9-30-16,2 0-19 0,-2-6-24 0,0 0 6 15,0-6-23-15,0-3-82 0,0-2-125 0,0 0-384 16,-6-17 169-16</inkml:trace>
  <inkml:trace contextRef="#ctx0" brushRef="#br0" timeOffset="45421.75">20236 16761 167 0,'0'-6'285'0,"-1"1"-27"16,1-2-28-16,0 2-19 0,1 0-28 0,2 3-17 16,-3 2-19-16,9-4-16 0,-9 4-11 0,22 1-14 15,-6 4-10-15,6-2-9 0,4 5-8 16,0 1-8-16,-5 0-10 0,3 3-10 0,-5-2-10 16,4 5-11-16,-9-3-11 0,-2-1 0 0,-2-1-10 15,-3-2 0-15,-2 4-15 0,-1-2-2 0,-4 0 4 16,-3 1 1-16,-3-1-2 0,-6 2 3 0,-3 0-3 0,-2-2 4 15,-2-1-4-15,-8 1 6 0,7-3-5 16,-1-4 4-16,-1 2-3 0,2-3 4 0,3-2-2 16,5 2 3-16,-1-4-2 0,4 2 4 0,-3-1 2 15,5 0 2-15,7 1 0 0,-5-5-18 0,5 5 1 16,10-12-2-16,5 4 3 0,10-4-5 0,5 0-5 16,7 0-12-16,0 0 3 0,16-4-13 0,-3 3 0 15,3-1 4-15,-2 2 11 0,-1-3-9 0,-10 8 6 16,-5-3 5-16,1-1 1 0,0 3 7 0,-9-2-4 15,-7 4 28-15,-4-2 34 0,-5 3 31 0,-2 2 39 16,-4-3 3-16,0 1 2 0,-1 2-11 0,-2 0-5 16,-4-2-15-16,2 5-7 0,-6-5-6 0,-1 3-11 15,-3 2-4-15,-4 2-9 0,-1 3-2 0,-6 0-7 16,-5 5-9-16,1 3-2 0,2 0-7 0,0 1 2 16,1 2-8-16,7-2 1 0,-5 5-4 0,2 0 1 15,8-4-6-15,-1 0 1 0,1 2 2 0,5-7-2 16,1 1-10-16,0-1-3 0,4-2 6 0,0-4 0 15,0 4 5-15,4-4-4 0,0-1-1 0,5-1 0 16,1-2 5-16,0-2 2 0,3 2 1 0,-1-5-7 16,1 3 3-16,-1-6 4 0,-2 4-4 0,6-6 4 15,-5 5-2-15,0 0-1 0,1-2-5 0,-5 2 1 16,4 0-2-16,-2-1-1 0,-3 3 0 0,2 0 2 16,-3-2-3-16,4 3-4 0,-4-1-28 15,3 2-24-15,0-3-35 0,-8 4-37 0,14-2-38 16,-8 2-35-16,6-2-72 0,-8 1-181 0,3-1-491 15,-7 2 218-15</inkml:trace>
  <inkml:trace contextRef="#ctx0" brushRef="#br0" timeOffset="46193.65">21063 16668 51 0,'4'-5'207'0,"3"3"-23"0,-2-3-20 16,2 5-12-16,1-1-12 0,-8 1-12 0,17 6-13 15,-6-1-9-15,-1 4-2 0,-1 1-16 0,5 4-5 16,-5 1-11-16,1 4-8 0,-5-2-4 0,1 0-7 16,-3 7-6-16,0 2-2 0,-3-6-5 0,-3-3-1 15,2 1-7-15,-3-2 1 0,-1-3-7 0,-2-2-8 16,2 0 4-16,1-2-11 0,-1-4 4 0,1-1-2 16,1-1 3-16,3-3-5 0,0 0 6 0,-13-12-3 15,12 3-1-15,0-7-6 0,3-3 2 0,6-5-4 16,0-2 5-16,3 0-9 0,6-4-12 0,2-1-4 15,10-7-2-15,-4 9-3 0,8-7 4 0,0 3 4 16,-6 6 0-16,-3 3-4 0,-1 0 9 0,0 4 1 16,-5 3 24-16,-4 2 26 0,-1 4 24 0,-8 1 29 15,4 1 28-15,-4 3 10 0,-1 2 14 16,0-1-8-16,-2 1-3 0,1-2-15 0,-3 6-2 16,4-5-18-16,-4 5-13 0,4-5-6 0,-4 5-11 0,0 0-28 15,0 0-5-15,0 0-9 0,4 15 0 0,-7-4-5 16,-1 9-2-16,0 10-2 0,2 1-7 0,-5 1 0 15,3 4-6-15,-2 12 8 0,2-14-4 16,4 2-4-16,-1 10 4 0,1-12-4 0,4-1 2 16,1-3-3-16,-3-3 5 0,2-2-6 0,0-7-15 15,-1 1-10-15,-1-9-3 0,1 2-5 0,-2-7 3 16,2 2 6-16,-3-2 10 0,1-1 33 0,0 0 23 16,-1-4-10-16,0 0-2 0,0 0-6 0,0 0 1 0,-5-21-10 15,1 12-16-15,0-6-15 0,-2-1-6 16,-3 1-3-16,1 4 3 0,2-3-1 0,-2 4 2 15,-2 0 1-15,5 2-1 0,-3-2 2 0,3 3 1 16,-4 2 4-16,4 1 1 0,1-1-3 0,0 0 1 16,4 5 1-16,-3-6-9 0,1 4-9 0,2 2 3 15,0-5 0-15,0 5-3 0,9-6 12 0,5 1-14 16,7 0-7-16,4-2-8 0,9 0-7 0,-1 1-5 16,4-1-2-16,13-1 2 0,-12-2 2 0,-2 4 6 15,-2-1 5-15,-1-2 3 0,-4 4 6 0,-8 0 0 16,-3 3 7-16,0-2 5 0,-8 2 23 0,-2-1 30 15,0 0 23-15,-2 0 17 0,-6 3 9 0,9-3-1 16,-9 3-1-16,5-2-8 0,-5 2-11 0,0 0-13 16,10 0-8-16,-10 0-7 0,0 0-12 0,0 0-5 15,4 5-3-15,-1 1 0 0,-3 3-5 0,0 2 4 16,-3-3 0-16,3 6 0 0,0-2-6 0,-1 5-1 16,2 0 3-16,-1 2 0 0,0-2 1 0,0-2-3 15,4 2 2-15,-3-5-21 0,-1 0-36 16,0-2-14-16,3-1-26 0,-2-1-28 0,-1-1-19 0,0-2-5 15,3 0 8-15,-3-5-40 0,0 0-117 0,0 0-175 16,0 0-504-16,-13-14 223 0</inkml:trace>
  <inkml:trace contextRef="#ctx0" brushRef="#br0" timeOffset="46358.71">21904 16543 107 0,'1'-10'315'0,"-1"0"-27"0,0 4-27 0,-1 0-30 16,2 1-24-16,-1 5-26 0,3-7-51 0,-3 7-32 15,0 0-29-15,0 0-39 0,0 0-51 0,15 13-48 16,-11-5-69-16,4-3-144 0,-2 4-305 0,3-3 136 16</inkml:trace>
  <inkml:trace contextRef="#ctx0" brushRef="#br0" timeOffset="47494.55">22280 16674 178 0,'-5'0'291'0,"5"0"-21"16,-7 1-22-16,7-1-21 0,-5 3-17 0,5-3-24 15,0 0-17-15,0 0-19 0,0 0-17 16,0 0-18-16,27-4-20 0,-8 2-23 0,3-3-24 16,-3 1-13-16,12-3-18 0,-2 2-26 0,-2-2-13 15,0-1-14-15,-7 1-9 0,-2 0-2 0,0 0 5 16,-8 0 3-16,0-1 7 0,-1 2 11 0,-5 1 4 0,0-1 6 15,-3 1 8-15,-1 0 11 0,0 5 3 16,-5-5 7-16,0 3-2 0,-3 2 8 0,-2 0-6 16,-4 3-1-16,-2 2 2 0,-4 2-2 0,-3 7-5 15,-1-2 1-15,5 0-1 0,0 6-3 0,2-4-1 16,-1 7 3-16,4-6-6 0,0 7-2 0,5-4 2 16,0 7-3-16,4 0 3 0,1-8 1 0,4 2 1 15,5 0-3-15,3-2 10 0,6-3-5 0,0-1 2 16,8-3-4-16,6-6-1 0,1 0-2 0,3-3-2 15,0-3-2-15,0-5-1 0,0 0 3 0,-2-6-5 16,-2-1 6-16,-5-1 7 0,-1 0 28 0,-10 4 30 16,2-4 23-16,-2 2 31 0,-1 0 36 0,-6 4 11 15,1-1 19-15,1 2 10 0,-2-1 2 0,-4 4-4 16,2 0-17-16,-2 2-10 0,3-2-24 0,-4 5-18 16,4-5-17-16,-4 5-20 0,0 0-22 0,5-2-35 15,-5 2-4-15,0 0-5 0,4 10-1 0,1-2-2 16,-4 1-5-16,3 5 2 0,-4-4-25 0,4 4-15 15,0 2-12-15,-4 0-14 0,0 0-3 0,1-4-1 16,3-1 6-16,1-2 8 0,-2-1-1 0,-1-2 6 16,1-1-2-16,-1-1 21 0,-2-4 30 0,4 6 9 15,-4-6 8-15,0 0 5 0,0 0 11 0,16-10-8 16,-8 3-11-16,-3-4 8 0,5 2-3 0,-3-4-7 16,2 0-5-16,-1 1 5 0,-1 3-11 15,0-1-4-15,3 2-1 0,-4 0-6 0,2 4-2 16,-3-3-2-16,1 5 4 0,-4-2-1 0,-2 4-4 15,8-5-5-15,-5 4-9 0,-3 1 1 0,13 0-8 0,-13 0 0 16,18 6 3-16,-9-2-5 0,5 2-4 0,0 0 0 16,0-1-7-16,3 0-8 0,-1 0-2 0,-3-1-2 15,5 0 0-15,-6 0 8 0,0-3 1 16,0 0 6-16,-2-3 9 0,0-2 1 0,-1 0 1 16,0-3 3-16,-2 0 3 0,0-3 12 0,-2-1 8 15,0-4 5-15,1-2 10 0,0-1-1 0,0-6-1 16,-2-2 1-16,1-3-4 0,-1-3 18 0,-3 3-15 15,3-4 9-15,-4 1 10 0,3 2 15 0,-3 3 7 16,0 1-2-16,1 9 4 0,-1 3 5 0,-1 3-6 16,2 3-1-16,-1 1-8 0,-1 1-9 0,1 1-15 15,0 5-25-15,0 0-37 0,0-9-4 0,0 9-3 16,0 0 6-16,0 0 5 0,-7 25-3 0,6-8 7 16,0 6 18-16,-2 2-16 0,3 2 7 0,3 3 5 15,-2 2-6-15,0 0 6 0,3-1-17 0,4-2-14 16,1-1-1-16,1 2-2 0,5-4 7 0,1-3 3 15,4 1-10-15,-1-5-9 0,7-2 4 0,-1-2-12 16,7-5-11-16,3-3 8 0,-2-1-16 0,8-3 3 16,-5-6 6-16,1-2 7 0,0-4 7 0,-4-3 3 15,-1 0 7-15,1-1 9 0,-7-3 30 0,-4 2 10 16,-8 0 19-16,-3 2 15 0,1-1 31 0,-5 3 27 16,-3-2 12-16,-3 3-3 0,1 1 3 0,-2 0-16 15,-3 2-14-15,-4-2-7 0,-2 3-18 0,0 1-3 16,-9 1-10-16,0 6-9 0,-1-1-1 0,0 3-3 15,-1 5-7-15,-3 2 3 0,4 2 6 16,0 1-16-16,-3 4-3 0,7 0 5 0,0 2-6 0,4-4-8 16,1 1-29-16,3 1-16 0,1-2-5 0,4 1-1 15,-1-7-3-15,3 0 6 0,0 0 7 0,3-3 11 16,2-1 12-16,0-2 20 0,3-3 9 0,3-1 21 16,-2-1 13-16,4-3 9 0,-2 1 4 0,2-3 23 15,1 0-4-15,-2 0 1 0,-1 0 0 16,1-3-11-16,-3 1-6 0,2 2-5 0,-2-2-9 15,0 2 0-15,-4 1-10 0,3 0-5 0,-3 0-4 16,0 2-8-16,2 0-19 0,-4-2-27 0,-3 4-35 0,13-4-34 16,-8 2-35-16,5 1-39 0,1 1-44 0,-11 0-51 15,18 0-60-15,-9-1-348 0,-9 1-731 16,17-1 324-16</inkml:trace>
  <inkml:trace contextRef="#ctx0" brushRef="#br0" timeOffset="47761.71">23965 16654 109 0,'4'-4'311'0,"-1"0"-33"0,-1 2-33 0,-2 2-27 15,0 0-23-15,0 0-23 0,10 5-12 0,-4 0-17 16,2 4-8-16,-1 1-15 0,-1 4-12 0,1 3-6 16,-3 0-7-16,3 7-4 0,-6-4-13 0,-1 4-6 15,2-2-7-15,-2-4-4 0,0-2-5 0,-2-1-5 16,1-4-5-16,-4 1 1 0,5-6-4 0,-2 0 5 15,0 0 37-15,0-1 37 0,2-5 33 0,0 0-11 16,0 0-14-16,0 0-10 0,2-23-14 0,3 4-15 16,5-7-21-16,6-1-29 0,3-5-52 15,13-8-40-15,-8 11-41 0,11-8-54 0,-1 4-53 16,-6 8-72-16,-1 1-287 0,1 3-603 0,-2 3 267 16</inkml:trace>
  <inkml:trace contextRef="#ctx0" brushRef="#br0" timeOffset="49040.59">25301 16319 213 0,'3'-7'288'0,"-3"1"-18"0,2 0-28 0,-2 4-30 16,0 2-21-16,2-3-31 0,-2 3-18 0,0 0-21 15,0 25-6-15,3 1-12 0,-1 8 19 0,2 12-12 16,1 7-9-16,-3-3-12 0,4 4-5 0,-2 0-13 16,2 4-6-16,1-8-7 0,-4 10-4 0,5-5-6 15,-2 2-3-15,2-8-7 0,-7-3-28 0,7-14-4 16,-3-2 3-16,3-1-4 0,-6-7 4 0,2-3-4 15,0-8 4-15,0-2 0 0,-3 0 12 0,-1-2 54 16,3-3 54-16,-3-4 49 0,4 5 29 0,-4-5-29 16,0 0-28-16,0 0-23 0,-7-27-18 0,6 9-22 15,-2-10-17-15,1-1-16 0,2-3-12 0,1-2-1 16,2 3-9-16,-1 4-5 0,3 1-2 0,0 8-3 16,0 1 0-16,-1 1 0 0,-1 6-5 0,2 0-6 15,3 0-8-15,-1 3 4 0,2 0-7 0,2 2-4 16,6 3 1-16,1 2-1 0,-4 2-22 0,2-1-10 15,4 5-22-15,-2 1-6 0,-3 1-9 16,2 1-10-16,-3 1-9 0,-1 0-8 0,-4-3-8 16,-3 1 5-16,-1 1-4 0,-1-1 2 0,-5 1 9 15,-3-1 6-15,-5-1 11 0,-2 3 9 0,-6-6 7 0,-10 6 5 16,8-6 5-16,-2-2 7 0,-2-3 3 0,4 0 6 16,-4-4 1-16,5 0 4 0,-3-1 4 0,5-4 7 15,4 4-6-15,1 0-4 0,5-4-11 16,3 4-4-16,3-7-11 0,4 3 0 0,9-4 0 15,5 2-1-15,9-3 2 0,3-1 9 0,7 3 7 16,12-6-2-16,5 3 9 0,-5 0 1 0,4 4 5 16,-2 2 0-16,-10 3 4 0,10-2 1 0,-14 2 0 15,-1 0 5-15,-7 4 2 0,-11-3 3 0,1 3 9 16,-6 0 24-16,-3 1 25 0,-1 1 29 0,-1-1 24 16,-3-1-8-16,0 0-7 0,-5 3-6 0,0 0-3 15,0 0-12-15,0 0-2 0,-14-6 2 0,14 6-17 16,-23 5-4-16,5-1-5 0,0 3 4 0,-8 5-12 15,1 1-5-15,1 1-2 0,0 6-6 0,-1-1-2 16,4 3 1-16,5 1-2 0,2 2-3 0,0-5-4 16,9 4 0-16,1-4 0 0,2-2 1 0,4-3 3 15,2 1 0-15,2-3 3 0,7 1 0 0,1-4-1 16,3-2 2-16,2-4 0 0,9-1 3 0,-1-3 0 16,2-3-1-16,-2-2-1 0,-9-4-4 0,1 1 2 15,0-2 2-15,-3-2 5 0,-1-4 2 0,-2 1 3 16,-3-2-6-16,0 0 1 0,-5 0-6 0,-2-1-4 15,-2 1 2-15,-1 0 5 0,-4 2-7 0,-1-2-3 16,-1 9-9-16,1-3-1 0,-3 3-8 0,-1 1-8 16,-1 1-7-16,1 1-18 0,3 2-20 0,-2 3-25 15,-1-1-24-15,9 1-33 0,-14 4-30 16,14-4-24-16,-6 5-40 0,6-5-172 0,0 0-447 16,0 0 198-16</inkml:trace>
  <inkml:trace contextRef="#ctx0" brushRef="#br0" timeOffset="49253.59">26407 16706 306 0,'1'-7'390'16,"-1"7"-4"-16,0-7-23 0,0 7-32 0,0 0-32 16,4-7-29-16,-4 7-36 0,0 0-29 0,0 0-31 15,0 0-17-15,0 0-20 0,0 0-15 0,0 0-13 16,-4 31-12-16,4-14-8 0,0 0-5 0,2 0-11 15,-2 3-8-15,2 8-11 0,-4-8 7 0,0 5-12 16,4-6-29-16,0 0-18 0,-4 0-8 0,2-3-32 16,2-5-19-16,-2 1-17 0,0-5-16 0,0 0-8 15,0-2 1-15,0-1 8 0,0-4-24 0,0 0-68 16,0 0-50-16,0 0-36 0,-23-23-189 0,18 8-494 16,-3-3 218-16</inkml:trace>
  <inkml:trace contextRef="#ctx0" brushRef="#br0" timeOffset="49384.6">26306 16571 176 0,'0'-16'270'0,"-4"1"4"16,1 4 1-16,1 2-15 0,0 0-32 0,0 4-23 16,2 5-22-16,0-8-27 0,0 8-35 0,0 0-17 15,0 0-11-15,0 0-30 0,0 0-30 0,0 0-39 16,17 13-45-16,-12-4-47 0,3 0-68 0,0 0-188 16,3 2-383-16,-2 0 170 0</inkml:trace>
  <inkml:trace contextRef="#ctx0" brushRef="#br0" timeOffset="49917.67">26596 16726 130 0,'2'7'247'0,"-2"-4"-26"0,0-3-12 0,-2 14-15 16,2-6-17-16,-2 3-13 0,-1 2-20 0,3 4-12 15,0 0-15-15,0 1-11 0,0 0-13 0,0-1 3 16,0-2-20-16,0 1-3 0,1-6-8 0,-1 0-1 15,2-3-8-15,0-1-5 0,0-2 1 16,-2 0 16-16,0-4 10 0,7 3 3 0,-7-3-2 0,16-7 0 16,-5-3-7-16,4-5-7 0,2-3-6 0,-2 2-8 15,3-3 0-15,0-2-3 0,0 3 0 0,-4 3-12 16,3 0-6-16,-3 2 8 0,0 2 3 0,-7 2-7 16,2 2-2-16,-2 0-4 0,0 3-5 0,-2 1-9 15,3 3-6-15,-8 0-2 0,13 4 1 16,-2 0-3-16,1 3 2 0,3 3-3 0,-2 1-1 15,2 3 1-15,1-4 0 0,0 5 3 0,-2-6-17 16,9 8-18-16,-8-7-15 0,0 0-16 0,-5-1-7 16,3-4-9-16,-2-2 4 0,-2-1 9 0,3-1 8 15,-12-1 1-15,13-4 7 0,-6-3 3 0,-1-3 7 16,-2 0 12-16,0-8 19 0,-1 1 24 0,-2-12 11 16,-1 0 10-16,0-1 7 0,0-1 18 0,0-5-1 15,-1-12 10-15,2 0 3 0,-1 13 2 0,0 4 27 16,1 2 3-16,3 3 18 0,-1 8-1 0,-2 6-2 15,-1 3-16-15,0-1-18 0,0 4-7 0,0 1-53 16,0 5-10-16,0 0 1 0,0 0-12 0,5 28-1 16,-1-2 6-16,1 6-4 0,-2-1 0 0,-2 5-3 15,0 9 6-15,-1 2-6 0,0-10-4 0,0 8 11 16,4-11-1-16,-3-2-47 0,1 1-23 0,-2-1-21 16,1-3-26-16,0-11-28 0,-1 1-30 0,3-3-27 15,-3-6-16-15,-3 2 0 0,3-7-30 0,0-5-262 16,-9 5-539-16,9-5 239 0</inkml:trace>
  <inkml:trace contextRef="#ctx0" brushRef="#br0" timeOffset="50160.59">26948 16675 23 0,'-8'-3'250'16,"8"3"-15"-16,-6-5-21 0,6 5-16 0,-7-2-15 15,7 2-11-15,0 0-11 0,0 0-9 0,0 0 2 16,0 0 2-16,22-4-4 0,-3 1-9 0,11 0-5 15,8-1-11-15,0 1-17 0,-1-1-5 0,3-3-11 16,1 2-8-16,-2-3-6 0,-3 4-12 0,-6 0-8 16,-1 0-7-16,-10-1-4 0,-6 3-1 0,-2-1-3 15,-2 0-3-15,-1 3 1 0,-3-4-4 0,1 3-8 16,-6 1-17-16,2-6-21 0,-2 6-21 0,0 0-21 16,-13-4-15-16,13 4-26 0,0 0-26 0,0 0-29 15,-19 2-39-15,19-2-54 0,0 0-180 0,0 0-452 16,0 0 201-16</inkml:trace>
  <inkml:trace contextRef="#ctx0" brushRef="#br0" timeOffset="50473.58">27957 16594 265 0,'-5'-10'440'0,"1"7"-18"0,4 3-28 15,-2-7-31-15,2 7-34 0,0 0-34 16,-2-4-26-16,2 4-28 0,0 0-33 0,0 0-27 16,0 0-19-16,-2-4-23 0,2 4-15 0,0 0-15 15,0 0-18-15,0 0-5 0,4 20-7 0,-2-8-8 16,-2-2-9-16,0 2-6 0,1 5-5 0,2 1-7 16,-3 0 2-16,0-1-6 0,1 0-5 0,-1-1-25 15,0-3-32-15,0 1-21 0,0-4-21 0,0 0-27 16,0 1-23-16,0-5-10 0,0 1-4 0,0-2 4 15,-1 0 3-15,1-5-28 0,0 0-67 0,0 0-96 16,0 0-206-16,-13-18-560 0,12 6 248 0</inkml:trace>
  <inkml:trace contextRef="#ctx0" brushRef="#br0" timeOffset="50607.55">27932 16354 359 0,'2'-6'366'0,"-6"-1"-19"0,4 0-31 16,0 7-38-16,0-7-26 0,0 7-28 0,0 0-30 15,0-8-17-15,0 8-22 0,0 0-30 16,0 0-39-16,0 0-46 0,22 15-46 0,-13-5-55 16,-5-1-51-16,2-1-52 0,4 3-266 0,-2-3-465 15,0 2 206-15</inkml:trace>
  <inkml:trace contextRef="#ctx0" brushRef="#br0" timeOffset="51166.18">28417 16452 56 0,'0'0'88'0,"0"0"12"15,0 0-10-15,0 0 4 0,0 0 2 0,0 0 2 16,0-3 12-16,0 3-1 0,0 0 4 0,-9 9-6 16,5-2 1-16,-6-3-8 0,3 4-3 0,-2 1-2 15,-5 3-13-15,1 2-1 0,0-1-10 0,0 4-2 16,-4 2 1-16,2 3-10 0,5-5-2 0,-1 7-6 16,2-4-1-16,3-3-16 0,3 2 7 0,0-2 8 15,3-1 0-15,1 0 1 0,1 0 6 0,3-4 8 16,1-2 10-16,2-3 16 0,3 3 10 0,1-3 9 15,2-3 4-15,2 0 1 0,2-5 2 0,2-1 7 16,0-3 11-16,-1 1 4 0,-2-4 6 0,-1-1-8 16,0-1-7-16,-2 0-1 0,-3-4-12 0,0-1-3 15,-1-2-18-15,-4 0-11 0,-1-8-10 0,0-1-14 16,-6-3-13-16,0 3-1 0,-2 1-9 0,-2 9-9 16,-1-1-27-16,-1 2-26 0,-3 1-51 0,-3 3-35 15,-6 5-40-15,-4 3-55 0,-6 3-63 0,-2 7-104 16,-1 0-225-16,4 3-645 0,7-2 287 0</inkml:trace>
  <inkml:trace contextRef="#ctx0" brushRef="#br0" timeOffset="52096.08">27737 16796 153 0,'0'0'251'0,"0"0"-20"0,-8 0-21 16,8 0-23-16,0 0-12 0,0 0-22 0,0 0-16 16,0 0-14-16,0 0-11 0,0 0-11 0,0 0-11 15,0 0-3-15,0 0-5 0,0 0-7 0,0 0-5 16,0 0-2-16,0 0-4 0,0 0 1 0,0 0 5 15,30-6-6-15,-2 0-9 0,4-1-4 0,8-1-3 16,17-4-8-16,35-2-3 0,3-3 2 0,6 0 11 16,7 0-3-16,2 2-7 0,-2 4-1 0,-13 0-7 15,-27 6 3-15,-6 4-5 0,-5-3-3 0,-1 3-3 16,-16-3-5-16,-7 4-5 0,-5-3-3 0,-9 3-5 16,-6 0-1-16,-3-1 4 0,1 1 2 0,-5-2 2 15,-5 1-3-15,-1 1-4 0,0 0-17 0,0 0-4 16,-20 0-10-16,5 0-11 0,2 1-16 0,-1-1-25 15,1 0-20-15,0 2-28 0,3-1-29 0,2-1-42 16,3 0-51-16,5 0-126 0,0 0-402 0,0 0 178 16</inkml:trace>
  <inkml:trace contextRef="#ctx0" brushRef="#br0" timeOffset="52351.89">29424 16522 385 0,'0'-7'428'0,"-2"3"-3"0,0-2-13 16,0 1-27-16,-1 1-28 0,3 4-41 0,-2-7-31 0,2 7-32 15,-2-2-28-15,2 2-28 0,0 0-25 16,0-4-24-16,0 4-24 0,0 0-19 0,0 0-5 16,0 0-14-16,4 15-14 0,-3-5-6 0,3 0-9 15,-2 2-7-15,1 5-6 0,1 0-1 0,-1 0-6 16,1 1-12-16,-1 0-29 0,1-1-17 0,-2-1-12 15,0-4-36-15,1 1-17 0,-1-1-23 0,2-3-29 16,-3-1-22-16,3 1-28 0,-4-3-14 0,1-1-5 16,-2-2-49-16,1-3-298 0,0 0-601 0,0 0 266 15</inkml:trace>
  <inkml:trace contextRef="#ctx0" brushRef="#br0" timeOffset="52489.27">29394 16300 135 0,'1'-10'290'0,"-1"3"-25"0,0-2-29 0,0 4-27 16,2 1-27-16,-2-1-29 0,0 5-26 0,0 0-30 16,14 1-41-16,-14-1-44 0,14 10-51 0,-2-2-56 15,1 2-177-15,1 1-293 0,-2 1 129 16</inkml:trace>
  <inkml:trace contextRef="#ctx0" brushRef="#br0" timeOffset="52854.52">29967 16332 140 0,'0'0'233'15,"0"0"-21"-15,-4-3-23 0,4 3-22 0,0 0-13 16,0 0-21-16,0 0-13 0,-15 8-15 0,9-4-7 15,-1 1-10-15,2 4-8 0,-3-2-12 0,1 3-4 16,-3 2-8-16,3-2-6 0,2 1-2 0,-4 4-4 16,4-4-9-16,-3 3-1 0,4-1-4 0,3-1-4 15,-1 1-4-15,2 3 0 0,2-4-5 0,5 3 6 16,2-1-5-16,3 1 3 0,5-2-8 0,1-2 1 16,-3 0-1-16,12 2 0 0,-1 0-4 0,-7-5 1 15,-3 1-3-15,-3-5-1 0,-1 3-3 0,-5-3-2 16,1 1 2-16,-2-3 2 0,-2-1-3 0,-4 4 3 15,0-5-2-15,-9 6 2 0,-2-3 0 16,-5 1-1-16,-5 1 0 0,0-1-2 0,-4 1-9 16,2-3-25-16,-4 3-22 0,0-4-50 0,4 0-56 15,1 1-185-15,4-2-373 0,3 0 165 0</inkml:trace>
  <inkml:trace contextRef="#ctx0" brushRef="#br0" timeOffset="53442">30713 16240 148 0,'-2'-3'326'0,"2"3"-26"16,-5-5-27-16,0 0-31 0,5 5-22 0,0 0-32 15,0 0-18-15,0 0-19 0,0 0-13 16,18-2-14-16,-9 9-17 0,3-2-6 0,4 1-22 15,1 5-2-15,0-3-17 0,9 9-10 0,-10-6-12 16,6 9-9-16,-7-8-8 0,2 10-3 0,-4-8-5 0,-3 3-9 16,-4-2-7-16,1 4-2 0,-6 0 2 0,-1 1-3 15,-5 3 3-15,-4-5-4 0,-4 8 8 16,-5-4-3-16,-2-2 5 0,-6 2-3 0,3 1 3 16,-5-2-1-16,-4 0 1 0,5-4-2 0,-3 1 2 15,4-4-2-15,9-2 2 0,-2-1-2 0,5-1 1 16,3-3-4-16,3-1 1 0,0 0 4 0,6-1-1 15,-3 0 2-15,5-2 3 0,0 1 6 0,5 0 6 16,4-1 3-16,4-2 2 0,8-2-3 0,7 4-2 16,2-6-3-16,2 3 6 0,2 0-10 0,2-2 1 15,-4-3-7-15,5 4 3 0,-5-2 1 0,-3 1-1 16,-7-1 1-16,-3 0-3 0,-6 3 2 0,2-5-1 16,-7 4 6-16,0-2-1 0,-1 0-6 0,-3 1-5 15,1-3-29-15,-5 1-45 0,0-1-54 0,-5-3-50 16,-5-1-74-16,-3 0-170 0,2-3-455 0,-1 5 201 15</inkml:trace>
  <inkml:trace contextRef="#ctx0" brushRef="#br0" timeOffset="53745.86">30629 16619 233 0,'-5'0'268'0,"1"1"-9"0,4-1 4 0,-5 3-17 15,5-3-17-15,0 0-18 0,0 0-25 0,0 0-17 16,13-7-18-16,6 3-13 0,2-1-13 0,7-3-15 16,4-2-9-16,2-2-17 0,-1 1-5 0,4-1-7 15,0 0-8-15,-3 0-3 0,-2 2-9 0,-2-2-3 16,-11 4-4-16,-1 2 6 0,-5-1 16 0,-3 1 1 15,-1 2 0-15,-1-2 2 0,-2 4 0 0,-1-1-9 16,-1 2-3-16,0-2-16 0,0 1-14 0,-1-1-22 16,-3 3-26-16,0 0-25 0,0 0-31 0,0 0-25 15,0 0-32-15,-12 8-30 0,2-4-43 0,1-3-39 16,1 6-222-16,0-5-503 0,6 2 222 0</inkml:trace>
  <inkml:trace contextRef="#ctx0" brushRef="#br0" timeOffset="54150.33">31177 16591 48 0,'0'0'281'0,"0"0"-8"16,-9 3-8-16,9-3-22 0,0 0-19 0,0 0-24 15,0 0-22-15,0 0-19 0,0 0-14 0,0 0-13 16,24-4-17-16,-11 2-10 0,0-3-9 0,9 0-10 16,-2-2-10-16,0 2-10 0,-4-6-3 0,4 3-1 15,-4-4-11-15,2 0-12 0,-3 0 0 0,0-3-6 16,-2 2 0-16,-1-1-4 0,-5 3-5 0,1 1 5 16,-4 1 8-16,1 1-1 0,0-1 4 0,-4 2 2 15,-1 1-11-15,0 1 0 0,0 0-7 0,-5 0-4 16,0 4-7-16,-2 0-3 0,7 1-3 0,-20 5-5 15,8 0 12-15,-4 4-16 0,2 2-1 0,-2 3-1 16,-2 5 2-16,0 3-1 0,1-3-2 0,3 5 0 16,4-2 3-16,-3 2 0 0,4-2-1 0,5-5-4 15,4 1 6-15,-1-3-8 0,2 3-3 0,3-2-11 16,5-3-28-16,4 1-34 0,2-4-52 0,2-3-53 16,2 0-84-16,2-6-157 0,1-2-466 0,-1-1 207 15</inkml:trace>
  <inkml:trace contextRef="#ctx0" brushRef="#br0" timeOffset="54756.58">31571 16422 342 0,'0'0'325'0,"2"-7"-32"0,-2 3-33 0,0 4-29 16,0 0-28-16,4-4-22 0,-4 4-18 0,0 0-20 15,0 0-14-15,19 14-5 0,-12-6-23 0,1 3-7 16,0 5-15-16,0-1-4 0,-3 2-9 0,4 3-7 15,-5-4-5-15,-2 0-8 0,2 3 1 0,-4-2 0 16,3 0-15-16,-6-4-2 0,3-2-8 0,0-1-3 16,-4 0-4-16,4-3 3 0,0-1 1 0,-2-2 2 15,2 0 21-15,-2-1 20 0,2-3 25 0,0 0 13 16,0 0-17-16,0 0-13 0,8-16-22 0,1 7-12 16,4-10-20-16,5 1-19 0,1-7-26 0,4 0-18 15,4 1-8-15,-1 2-12 0,4-2 5 0,0 3 3 16,0 1 1-16,2 1 9 0,-2 1 2 0,-2 4 3 15,-3-1 8-15,-8 5 4 0,-1 2 18 0,-3 2 16 16,-1-1 22-16,-2 3 13 0,-5 0 10 0,0 0 10 16,1 2-1-16,1 0-5 0,-7 2-4 0,6-6-8 15,-2 4 2-15,-4 2-11 0,4-2-4 16,-4 2-8-16,0 0 3 0,0 0-10 0,0 0 1 0,0 0-5 16,-18 14-8-16,9-7 7 0,-4 3-4 0,-1 2-2 15,0 5-3-15,1-4 4 0,1 3-7 0,-4 6 6 16,5-5-2-16,3 2-2 0,-1-2-1 0,3 0 1 15,0 0 2-15,2-1-2 0,1-1 4 16,4-4 2-16,1 0-2 0,0 0 7 0,3-2-2 16,0 0 5-16,3-2 10 0,-1-1 27 0,4-2-4 15,2-1 10-15,0-2 12 0,2-2 2 0,2-2 10 16,0-3 9-16,1 0-6 0,0-1-8 0,0-3-9 16,-4-3-3-16,3-2-5 0,-1-3-9 0,-2-3-6 15,-3 4-9-15,-4 0-7 0,-2 1-2 0,0-1 3 16,-3 4-15-16,-1-1-6 0,-2 2-24 0,-2 1-10 15,-1 0-25-15,-2 5-14 0,-2-1-38 0,1 4-25 16,-5 1-19-16,1 0-28 0,-1 6-35 0,-3-1-36 16,3 1-54-16,-2 1-228 0,5-1-575 0,4 2 255 15</inkml:trace>
  <inkml:trace contextRef="#ctx0" brushRef="#br0" timeOffset="54895.62">32479 16600 3702 0,'8'5'571'0,"-3"-3"-207"0,0-1-81 0,0 1 6 16,-1-1 6-16,-4-1-11 0,0 0-37 0,0 0-40 15,9 1-43-15,-9-1-19 0,0 0-24 0,5 3-48 0,-5-3-66 16,0 0-89-16,0 0-97 0,4 4-107 0,-4-4-156 16,0 0-519-16,0 0-1041 0,0 0 462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25:01.01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3097 1830 160 0,'0'-6'284'0,"1"1"-2"0,-1-2-7 0,-1 1-5 16,1 1 0-16,-1-1-20 0,2 0-19 0,-1 2-12 16,0 0-19-16,0 4-31 0,0-7-9 0,0 5-22 15,0 2-6-15,0 0-34 0,0-5-22 0,0 5-44 16,0 0-34-16,0 0-7 0,4 14 2 0,-3 0-3 16,-1 4 1-16,3 10 4 0,-2 3-1 0,0 3 3 15,1 1-2-15,1 12 3 0,0 0 0 0,-1-10-1 16,1 12 10-16,1-12-2 0,0-3-1 0,1-2 2 15,0 0-7-15,2-1 8 0,1-8 1 16,-8-4-2-16,3-2 2 0,1-7 0 0,-2-1-3 16,-2-2 4-16,0 1 1 0,1-4 19 0,-1 1 22 15,0-5 19-15,3 3 18 0,-3-3 9 0,0 0 5 16,0 0-41-16,0 0-43 0,-8-22-29 0,7 7-39 0,-3-10-41 16,-1-3-58-16,2-6-67 0,-1-14-84 0,2 0-194 15,1 0-536-15,6 4 238 0</inkml:trace>
  <inkml:trace contextRef="#ctx0" brushRef="#br0" timeOffset="300.13">3073 1746 152 0,'0'0'167'0,"0"0"-5"15,-8 0-24-15,8 0-9 0,0 0-9 0,0 0-14 16,0 0-11-16,0 0-10 0,0 0-9 0,23 2 0 16,-5-2-10-16,17 0-6 0,1 0-6 0,17-2-6 15,3 4-8-15,5 1-5 0,2-3 2 0,1 2-11 16,-5 3 1-16,-2 1 0 0,-3-2-2 0,-21 1-6 16,0 0-1-16,-2 1 0 0,-11-4-6 0,-3 3-12 15,-4-1-9-15,-4-2 2 0,-1 2-10 0,-2-2 0 16,-5 3-3-16,-4-2 2 0,-4 0 7 0,-5 3-5 15,-7 2-22-15,-9 2-20 0,0-2-31 16,-4-3-39-16,3 3-104 0,-2-3-251 0,10-2 111 16</inkml:trace>
  <inkml:trace contextRef="#ctx0" brushRef="#br0" timeOffset="658.26">3110 2244 150 0,'0'0'237'0,"-3"5"-19"0,3-5-27 0,0 0-13 15,0 0-26-15,0 0-14 0,0 0-12 0,32-13-22 16,-5 4-4-16,2 2-12 0,6 0-9 0,6-1-12 16,9 1-2-16,-11 2-7 0,0 1-8 0,-4-1-4 15,1 0-3-15,-4 0-5 0,-2 0-2 0,-10 3-1 16,-2 2-7-16,-5-3-2 0,-4 1 2 0,-1 2-5 16,0 0 0-16,-8 0-5 0,9-2-7 0,-9 2-5 15,0 0-10-15,0 0-3 0,0 0-19 0,0 0-11 16,0 0-25-16,-23 12-22 0,12-5-42 15,-1-5-43-15,-1 3-140 0,2 1-333 0,3-2 149 16</inkml:trace>
  <inkml:trace contextRef="#ctx0" brushRef="#br0" timeOffset="1053.08">4279 2091 124 0,'0'0'270'0,"0"0"-33"16,0 0-17-16,-17-4-30 0,17 4-17 0,-14 4-24 16,5-3-12-16,-2 5-18 0,-1-2-10 0,2 3-13 15,-1 3-10-15,-4 1-7 0,0 2-10 0,-1 6-2 16,2-4-15-16,2 4-8 0,3-2-4 0,-1 6-7 15,2-5-5-15,3 1-4 0,1-2-8 0,3 0-8 16,2 0 1-16,3-5-4 0,0 0 4 0,5-1-6 16,-4-3 2-16,5 1 4 0,-1-4 5 0,4 1 7 15,1-2 11-15,-2-4 3 0,-1 0 10 0,3-2 9 16,-1-3 14-16,0-2 12 0,-3 0-1 16,3 0-1-16,-2-5 2 0,-2 2-4 0,0-4-3 15,-3-1-8-15,-3 3-1 0,-2-6-16 0,-1 2-3 16,0 1-15-16,-1-2-6 0,-7 0-11 0,3 6-15 0,-4 1-24 15,-2-2-16-15,2 3-30 0,-3 3-29 16,-2-1-46-16,3 2-41 0,2-1-60 0,-3 0-187 16,3 3-471-16,4-1 208 0</inkml:trace>
  <inkml:trace contextRef="#ctx0" brushRef="#br0" timeOffset="1379.14">4593 2085 81 0,'2'2'149'0,"-1"2"-8"0,-1-4-8 15,5 10-10-15,-3-4-13 0,0 6-5 0,-1-2-11 16,0 1-6-16,2 9-6 0,-1-1-10 0,0-2-6 16,0 2-1-16,0-2-2 0,-1 2-15 0,-1-5 3 15,-1-3-8-15,-1 1 0 0,2-4-4 0,-1-1 9 16,0-3 31-16,1-4 45 0,-2 7 45 0,2-7 41 15,0 5 43-15,0-5 44 0,0 0-18 0,0 0-29 16,6-18-22-16,1 2-31 0,2 1-9 0,3-13-22 16,-1 4-19-16,3 2-20 0,-5 5-11 15,5-5-10-15,-4 5-18 0,-3 7-7 0,-2 0-8 0,1 2-8 16,-1 2-5-16,-1 2-13 0,0 1-15 0,0-4-53 16,-4 7-52-16,1-6-69 0,2 6-47 0,-3 0 1 15,0 0-27-15,0 0-59 0,1 18-94 0,-5-13-225 16,4-5-643-16,-4 11 285 0</inkml:trace>
  <inkml:trace contextRef="#ctx0" brushRef="#br0" timeOffset="2618.06">5778 2138 132 0,'-4'-3'262'0,"4"3"-20"15,-6-2-10-15,6 2-18 0,0 0-25 0,0 0-19 16,-4-3-15-16,4 3-16 0,0 0-16 0,0 0-15 16,0 0-28-16,0 0-18 0,0 0-11 15,-5-1-14-15,5 1-10 0,0 0-6 0,0 0-10 16,0 0-5-16,0 0-1 0,0 0 1 0,0 0-2 0,7 11 4 16,-7-11-1-16,8 2 1 0,2-2-5 0,0-4 4 15,2 4-5-15,8-7 29 0,2 4-2 0,6-6-8 16,-3-4 0-16,0 5-3 0,2-6-2 15,-8 5 0-15,-1-1-7 0,-1 0 4 0,-2 1-4 16,-4 1-23-16,-2 0 20 0,-1 0 11 0,-4 3 7 16,1 1-4-16,-4 0 0 0,-6 0-7 0,3 0 0 15,-10 1-4-15,-7 3 1 0,-7 0-7 0,-3 5 5 16,-5 2-5-16,-1 2 1 0,-2 2 0 0,2 2 0 16,0 2 1-16,-1 2-9 0,-8 10 6 0,14-8-2 15,3 8 2-15,5-3 0 0,-1 5 2 0,4-3-3 16,4 3 1-16,5-2-3 0,4-1-6 0,8 0 1 15,4-6 3-15,8 2 1 0,5-5-2 0,11 0-2 16,4-7 5-16,22 1 6 0,5-11-3 0,31-4 2 16,-26-4-6-16,31-6 0 0,-6-3-6 0,-27 3-12 15,25-13-10-15,-30 9-7 0,-4-7-2 0,-4 0-6 16,5 2-6-16,-7-3-12 0,-10-2-1 0,-12 2-9 16,1 7 6-16,-7-1 2 0,-10 3 14 0,-1 3 22 15,-6 4 4-15,1-1 14 0,-6 2 5 0,-4 1 7 16,-3 2 8-16,-2 1 1 0,-10 3-2 0,-2 1 11 15,-6 3 0-15,0 5-3 0,-4 2-1 0,1 3-1 16,4 4-1-16,-1 3 0 0,1-2-1 0,2 6-8 16,3-2 4-16,8 4-3 0,-1-1 5 0,4-1 0 15,6-6-2-15,3 1-7 0,4-1 1 0,2-5 4 16,6-4-1-16,8 3 0 0,1-3-2 0,8-1 3 16,4-5-3-16,-2-3 0 0,2-3 3 0,-2-2-8 15,-1-2 3-15,1-2-4 0,-1-4 3 0,-11 2 1 16,4-4-1-16,-3 3 3 0,-4-9 0 0,-4 7 0 15,-2 5 6-15,-4-2 8 0,-4 0 7 0,0 2-3 16,-3 1 4-16,-2-3-3 0,0 4-5 16,-7 0 0-16,2 0-3 0,-5 3 3 0,2 2-2 0,-5-1-4 15,0 3-4-15,-1 2 2 0,1-1-4 0,3 4 4 16,-2-2-19-16,1 4-18 0,-1 3-33 0,2-1-40 16,4 1-28-16,1-1-50 0,0 4-141 15,5-3-345-15,2-2 152 0</inkml:trace>
  <inkml:trace contextRef="#ctx0" brushRef="#br0" timeOffset="3205.33">6938 2085 63 0,'0'0'286'0,"0"0"-30"0,3-3-31 0,-3 3-21 15,0 0-26-15,0 0-16 0,-3 19-19 0,3-11-15 16,0 9-7-16,-1-5-15 0,1 9-5 0,0 5-19 16,-4-1 0-16,4 6-6 0,-5-2-7 0,4-2-3 15,1-10-10-15,-3 3-4 0,3-6-10 0,0-2 0 16,0-4-6-16,0 0-4 0,0-3 9 0,0 0 35 16,3-2 38-16,-3-3-4 0,0 0-11 0,14-9-9 15,-5-3-2-15,1-4-14 0,4-1-10 0,1-11 6 16,3 6-21-16,-1-4-3 0,1-1-11 0,-3 4-1 15,4-1-5-15,-10 9 3 0,5 0 1 0,-7 6 3 16,0 0 0-16,2 0 0 0,-5 2-7 0,0 4-3 16,-3-2-17-16,3 1-22 0,1 4-3 0,-5 0-8 15,8 4 2-15,-2 2 0 0,2-1 3 0,1 9 1 16,1 1 3-16,-1 3 2 0,1-3-1 0,7 9 5 16,-2-3-3-16,3 1-6 0,0-2-2 0,6-3-3 15,-4 0 1-15,1-7-9 0,-3-1-3 0,0-1-8 16,1-3-2-16,3-2 5 0,-2-6 1 15,-1-2 6-15,3-3 0 0,-3-1 0 0,3-6 10 16,-3-5 2-16,-1-3 11 0,-4-2 3 0,-4-1 12 16,3-5 9-16,-1 2 11 0,-2-1 15 0,-4-1 18 15,2 2 17-15,-3 2 26 0,0 4 5 0,-1 5 33 0,0 1 5 16,-2 7 8-16,1 0 1 0,-2 3-5 16,0 0-18-16,1 3-14 0,-2 0-14 0,0 0-40 15,0 4-44-15,0-5-57 0,0 5-15 0,0 0 1 16,0 0 14-16,0 23-2 0,-3-5 9 0,0 9 3 15,-4 0 4-15,1 7 2 0,-4 1-15 0,4 12-11 16,0-13-16-16,-2 0-13 0,2-3-13 0,3 2-4 0,-2-7-19 16,1 0-12-16,-1-9-15 0,0 0-11 15,4-5-17-15,-3 0-15 0,0-7-47 0,0-1-265 16,4-4-534-16,0 0 236 0</inkml:trace>
  <inkml:trace contextRef="#ctx0" brushRef="#br0" timeOffset="3484.99">7352 2157 39 0,'-6'1'210'15,"-2"1"-19"-15,-2-2-20 0,10 0-18 0,-8 2-13 16,8-2 0-16,0 0 16 0,0 0 6 0,0 0 2 16,42 2-5-16,-2-4 0 0,19-2-14 0,5-1-11 15,35-2-13-15,-32 1-10 0,26 1-12 0,-34 1-12 16,5-3-8-16,-11 4-8 0,-13 2-6 0,-4-3-6 15,-3 0-10-15,-2 1-8 0,-12 0-14 0,0 3 1 16,-5-3-9-16,-5 3 0 0,-3-1-5 0,2 0-4 16,-8 1-5-16,4 0-20 0,-4 0-13 0,0 0-13 15,0 0-10-15,0 0-12 0,-29 0-17 0,18 0-28 16,1 0-26-16,-1 2-39 0,3-1-44 0,-1 1-137 16,4-1-382-16,5-1 170 0</inkml:trace>
  <inkml:trace contextRef="#ctx0" brushRef="#br0" timeOffset="3751.05">8349 2081 27 0,'0'0'433'0,"0"0"-3"0,-1-11-14 0,1 10-16 16,0 1-28-16,-3-5-25 0,3 5-38 0,0 0-33 15,0 0-32-15,0 0-32 0,0-4-25 0,0 4-30 16,0 0-54-16,0 0-32 0,0 0-2 0,0 0-6 0,1 17-11 15,-1-8-1-15,-1 4-2 0,0 3-7 16,-2 2-14-16,2 1-16 0,0 0-15 0,-2 1-8 16,-1-1-1-16,2 1-18 0,1-3-18 0,-1 0-9 15,0-8-8-15,-1 3-8 0,0-4-8 0,2-1 0 16,1 0 11-16,-2-4 4 0,2-3 1 0,-6 3-41 16,6-3-48-16,-15-8-45 0,8-2-27 0,-4-6-18 15,5-4-19-15,-4-3-153 0,5-3-451 0,-2-3 199 16</inkml:trace>
  <inkml:trace contextRef="#ctx0" brushRef="#br0" timeOffset="3874.2">8270 1991 146 0,'5'-20'194'16,"-4"5"39"-16,3-2 16 0,-2 5 13 0,1 3 7 16,-3-1-17-16,4 0-2 0,-4 3-12 0,2 1-24 15,0 2-22-15,0-1-18 0,0 3-29 0,-1-3-22 16,-1 5-46-16,6-2-27 0,-6 2-33 0,0 0-37 16,10 4-38-16,-5 1-54 0,1 3-44 0,-1-2-57 15,0 2-208-15,-1 4-457 0,-1-3 202 0</inkml:trace>
  <inkml:trace contextRef="#ctx0" brushRef="#br0" timeOffset="4233.89">8608 2034 239 0,'4'0'351'0,"-4"0"-33"0,0 0-37 16,0 0-31-16,0 0-31 0,5 2-27 0,-5-2-19 15,0 7-19-15,0-4-9 0,0 3-21 0,0 0-15 16,0 6-9-16,0 0-10 0,-2 5-6 0,0 0-3 16,1 0-14-16,2 0-5 0,-2-3-3 15,1-2-7-15,-3-2-7 0,3-2-6 0,0-1-2 16,0-2 2-16,-1-1 0 0,1-4 11 0,1 8 28 0,-1-8 23 16,0 5 39-16,0-5 33 0,0 0 37 0,0 0 1 15,0 0-19-15,8-10-23 0,0-1-16 0,-3 3-13 16,5-2-16-16,-1 0-14 0,0 0-14 15,-1 3-10-15,1 0-7 0,-3 0-12 0,-2 2-6 16,4 0-8-16,-3 1-8 0,-2-1-8 0,0 2-6 16,3 2-31-16,-6 1-30 0,12 1-18 0,-1 1-26 0,1 1-30 15,3 6-29-15,2-4-24 0,1 3-35 16,-3 2-29-16,4 1-39 0,-2 0-33 0,2-2-32 16,-1 0-43-16,-8 2-224 0,3-3-641 0,-3-1 284 15</inkml:trace>
  <inkml:trace contextRef="#ctx0" brushRef="#br0" timeOffset="4902.57">9004 2188 44 0,'-2'-3'297'15,"2"3"-19"-15,0 0-25 0,-3-4-18 0,3 4-17 16,0 0-17-16,0 0-8 0,0 0-16 0,0 0-10 16,0 0-23-16,9-5-12 0,-9 5-17 0,13-4-6 15,1 1-17-15,4 1-2 0,1-3-28 0,8-2-9 16,1 2-8-16,1-3-6 0,2 3-10 0,1-3-7 15,3-1-1-15,-4 4-6 0,0-7-8 0,-1 1 4 16,-4 1-3-16,2 2 1 0,-10-1 0 0,2 2-3 16,-5 0 13-16,-4 2 19 0,-3-2 19 0,-1 4 26 15,-1-2 30-15,0 4-12 0,-2-3-6 0,1 3-11 16,-5 1-3-16,0-6-11 0,0 6-18 0,-8-2-15 16,1 2-4-16,-6 0-1 0,0 2-5 0,-3 5-12 15,-3 1 0-15,1-1-2 0,-1 3-1 0,0 2-4 16,-2 6 4-16,3-7-4 0,5 4-8 0,-2 7-13 15,-1 1-12-15,10-4-14 0,-3-4-7 0,8 4 5 16,1-1 2-16,6-2 6 0,4 1 3 0,11 1 4 16,-6-4 2-16,12-1 5 0,5-1 4 0,4-6 4 15,2-1-2-15,17-4 0 0,-2-4-3 16,0-2-1-16,-14 0-6 0,-2-4 4 0,-2-4 1 0,0-6 3 16,-3 2 0-16,-7-2-2 0,0-2 4 0,-5 3 0 15,-3-4 3-15,-5 6 16 0,-3 0 12 16,-1 2 8-16,-3 2 10 0,-5-1 0 0,1 2 0 15,-2 1-9-15,-4 1 0 0,0 4-8 0,-4-3-5 16,0 4-2-16,-4 1-6 0,0 5 3 0,0-1-5 16,-5 3 1-16,-2 1-4 0,5 3 2 0,-3 0-5 15,7 3-14-15,-3 3-13 0,2 0-10 0,3-4-7 0,4 7-5 16,1-5 2-16,3 0 9 0,2-2 1 16,8 7 7-16,-1-9 1 0,1 1 4 0,9 1 4 15,-3-3-2-15,13 0 8 0,0-4 1 0,2-3-3 16,0-3 6-16,-3-2-1 0,1-2 4 0,-10-2 1 15,9-1 4-15,-5-4-3 0,-6 4 2 0,-2-3 3 16,-1-1 13-16,0 2 6 0,-7 0 17 0,1 0 11 16,-3 0 9-16,1 4 5 0,-5-4-5 0,0 5-6 15,-2-1-8-15,-5-1-4 0,-1 2-8 0,2 4 1 16,-1 0-10-16,-5-1 10 0,1 4-12 0,-1 3-9 16,3-3 1-16,-3 4-20 0,2 1-8 0,0-1-24 15,2 4-18-15,0 0-18 0,2 1-14 0,2 0-24 16,0-1-15-16,3 4-31 0,2-6-37 0,7 5-54 15,1-8-175-15,1 5-465 0,7-3 206 0</inkml:trace>
  <inkml:trace contextRef="#ctx0" brushRef="#br0" timeOffset="6951.94">10281 2044 278 0,'0'0'276'0,"-1"-8"1"0,1 3-13 16,0 5-22-16,1-5 6 0,-1 5-9 0,-1-5-30 16,1 5-5-16,0-4-21 0,0 4-19 0,0 0-20 15,0 0-17-15,0 0-23 0,0 0-31 0,0 0-8 16,0 0-3-16,0 0-14 0,-2 21-6 16,1-11 1-16,0 9-4 0,-3 0-6 0,0 10-1 0,0-1-10 15,2 4 6-15,-2-5 0 0,1 1-4 0,2-4-8 16,-2 2 2-16,3-11-1 0,0 2-4 15,0-5 2-15,2-2-5 0,-2-2 7 0,1-2 0 16,-1 1 13-16,1-3 5 0,-1-4 31 0,2 8 48 0,1-7-3 16,-3-1-14-16,11-9-11 0,-1 1-8 15,1-4-7-15,2-1-2 0,5-6-13 0,2-1-8 16,-3-1 6-16,2-1-12 0,-6 8-20 0,1-1 10 0,-1 5-2 16,-4 1-5-16,-2 1-2 0,1 1 0 0,-4 3-12 15,0-1-4-15,0 3-11 0,-3-1-21 16,-1 3-4-16,0 0 1 0,15 2-5 0,-10 1-1 15,3 5 5-15,0-2-4 0,-1 4 3 0,4 2 12 16,-4-3-19-16,6 4-2 0,-3-1-3 0,3 2-34 16,-1-1-28-16,4-2-35 0,-7-3-40 0,5 2-45 15,4-3-82-15,-9-5-251 0,8 0-604 0,-6-4 267 16</inkml:trace>
  <inkml:trace contextRef="#ctx0" brushRef="#br0" timeOffset="7285.1">10967 2022 220 0,'0'0'379'15,"3"-3"-27"-15,-3 3-39 0,2-2-30 0,-2 2-27 16,0 0-48-16,0 0-9 0,7 0-26 0,-7 0-25 16,0 0-6-16,0 0-17 0,-2 9-20 0,0-4-7 15,-1 2-11-15,1 3-9 0,-1-1-3 0,3 2-8 16,-4 1-2-16,2-1-27 0,0 1 11 0,1-3-10 15,1 2-10-15,0-1-4 0,3 0 0 0,1 0-4 16,1 0 9-16,2-2-13 0,1 2-1 0,2-2-1 16,4 1 0-16,-1-2-2 0,2 2-3 0,2-1-1 15,-2 0-1-15,-3-2 2 0,-2 0-6 0,-1 3-5 16,-1-4 4-16,-3-2-4 0,-1 7-5 0,-3-8 4 16,-4 6 5-16,1 0 4 0,-6 1 0 0,-3-2 6 15,-7 3-14-15,-8 2 14 0,-2-2 1 0,1 1-1 16,-3-1-9-16,0-3-31 0,2 0-53 15,-1 0-58-15,1-3-88 0,-3-1-332 0,13-5-603 16,5 1 268-16</inkml:trace>
  <inkml:trace contextRef="#ctx0" brushRef="#br0" timeOffset="8626.6">12760 2021 239 0,'-4'-4'262'0,"4"4"-19"16,0 0-22-16,0 0-20 0,0 0-22 0,-5-3-18 0,5 3-19 16,0 0-14-16,0 0-15 0,0 0-12 0,0 0-11 15,0 0-8-15,0 0-12 0,0 0-2 0,0-2-11 16,0 2-4-16,0 0-8 0,0 0 1 15,0 0-6-15,0 0-2 0,0 0-2 0,19-3-6 16,-10 1-1-16,3 0-10 0,4-5-2 0,3 1-3 16,1 2-2-16,-1-6-3 0,0 2 1 0,5-6-30 15,-5 7 5-15,-1-3-4 0,0-2 7 0,-8 5 4 16,4-3 4-16,-5 2 11 0,3 2 2 0,-6 0 12 16,-2 1 2-16,0 1 1 0,-3-1-5 0,-1 1-2 15,0 4-2-15,-9-5-3 0,-1 5-4 0,-4 0 0 16,-8 2-2-16,-6 8 6 0,-2-4-10 0,-4 7 5 15,-2-1-2-15,-11 5-3 0,14 1 1 0,-3-2-3 16,4 3 4-16,3 1-5 0,-1-1 2 0,5 5 0 16,2-3 0-16,1 4-1 0,3-5-1 0,7 8-1 15,6-10-12-15,-1 1-3 0,7-1-3 0,4 0 3 16,5-1 5-16,7-2-3 0,8-1 6 0,13 0 0 16,14-10 3-16,7 2-8 0,4-3-9 0,5-7-13 15,-1 1-7-15,34-14-12 0,-11 9-13 0,-30-8-9 16,4 4-5-16,-9-5-15 0,2 0-4 0,-3-1 12 15,-3 4 5-15,-19-1 12 0,-1 3 16 0,-6 1 13 16,-9 1 32-16,-1 2 28 0,-4 4 30 0,-4-4 7 16,0 1-5-16,-6 2 1 0,2 1-4 0,-8 0-6 15,-2 0 3-15,-1 3-6 0,-2 0-5 0,-8 2-2 16,-7 2-5-16,5 3-1 0,0-2 0 0,-6 8-7 16,3 0 0-16,-1 5-3 0,1-4-3 0,2 3-1 15,10 0 1-15,-4-3-1 0,5 3-1 0,2-2-7 16,0-2-7-16,6 0 2 0,1 0-5 0,2-2 1 15,1-1 3-15,3 0 4 0,6-5 2 16,0 1 0-16,3-4 3 0,6-2 1 0,-1-2-2 16,0-3 8-16,1-3 4 0,-1-1 1 0,0-4 3 15,1 4 5-15,-2-2 3 0,-2 2 6 0,2-1 4 0,-8 1 6 16,0 2 5-16,2-1 6 0,-3 4-4 0,-1 0-7 16,-3 1-1-16,1 1-10 0,-1 0-1 0,1-1-7 15,-1 3-5-15,-4 1-5 0,5-4-2 0,-5 4-5 16,0 0 2-16,9 9-5 0,-6-4 3 0,-1 1-3 15,4 3 1-15,-3-1 0 0,2 2-1 16,2 6 4-16,-1-3-2 0,-1 0-3 0,3 1 7 16,0-3-8-16,-1 3 1 0,-2-7-1 0,3 3 4 0,-4-5-3 15,2 5 1-15,-2-5 2 0,0-1 0 0,-3 1 10 16,3-3 36-16,-4-2 45 0,0 0-10 0,0 0-4 16,18-9 2-16,-10 1-5 0,2-4-3 15,0-4-13-15,2-1 1 0,0-5-11 0,0 5-7 16,-1 2-3-16,2 1-6 0,-1-1 4 0,-6 5-4 15,2 2-11-15,1-1 2 0,-4 2-9 0,1 2 2 16,-2 1-4-16,-1-1-10 0,0 4-6 0,2 1-3 16,-5 0 5-16,13 0-9 0,-5 1 8 0,2 6-5 15,-1 0-3-15,0-2 3 0,0 3-1 0,5 4-1 16,-6-3-18-16,3 3-13 0,2 1-18 0,-8-4-19 16,4 2-21-16,-3-2-38 0,-1 0-30 0,1 0-49 15,-2-4-49-15,-1 0-55 0,-1-2-176 0,0 0-529 16,-2-3 234-16</inkml:trace>
  <inkml:trace contextRef="#ctx0" brushRef="#br0" timeOffset="9050.62">14135 2215 28 0,'7'2'354'0,"-7"-2"-27"16,0 0-23-16,0 0-27 0,7 1-10 0,-7-1-14 15,0 0-24-15,0 0-9 0,0 0-23 0,0 0-21 16,15-4-15-16,-6 0-22 0,3-1-10 0,6 1-14 15,-2-1-6-15,5 0-16 0,8-5-10 0,-6 4 0 16,5-5-18-16,-1 2-20 0,0-3-4 0,-9 4-8 16,6-6-7-16,-5 5-5 0,4-4 8 0,-5 1-13 15,-3 0 1-15,-1 1 0 0,-5 4 8 0,-1-2 5 16,1 3 28-16,-4-2-8 0,-1 3 13 0,-4-2-13 16,1 2-4-16,-3 1-20 0,-2 0 5 0,-9 2-10 15,0 0-1-15,-7 4-6 0,-11 1 2 0,-1 6-13 16,0 2 3-16,-1 2 0 0,4 1-1 15,-2 2 1-15,6 2-5 0,0 0-3 0,7 3 1 0,2 2 0 16,5 3-13-16,6-9-1 0,5 4 6 0,8 1 8 16,8 0-7-16,10 2 1 0,12-11 11 15,24 6-2-15,28-2 13 0,8-5-13 0,-1-6 15 16,1-3 15-16,-4-3 12 0,-1 0 9 0,-32-3-1 16,-3 4 1-16,-5-1-5 0,-17-1-2 0,-3 1 14 15,-11 0 6-15,-3-1-1 0,-5 1 2 0,-2 0 9 16,-1 0 4-16,-6 0 3 0,-5 0-15 0,12 0-18 15,-12 0-28-15,0 0-62 0,0 0-81 0,0 0-91 16,0 0-86-16,-46 0-108 0,24 0-295 0,0 0-758 16,3-3 336-16</inkml:trace>
  <inkml:trace contextRef="#ctx0" brushRef="#br0" timeOffset="14833.58">5718 4775 166 0,'-1'-9'221'0,"-2"-1"-11"0,2 4-2 0,-1-2-7 0,0 3-11 16,2 2-18-16,-1-3-17 0,-1 2-16 0,1 1-13 15,1 3-17-15,-1-4-21 0,1 4-26 0,0 0-37 16,0 0-9-16,0 0-3 0,-2 14 0 0,2 4-2 16,0 11-1-16,-2 5 0 0,-1 16 16 0,1-3-4 15,0 7-1-15,-6 0-5 0,2 0 10 0,3-1-10 16,-1-4-3-16,1 1 1 0,2-2-1 0,0-14 2 16,1-2-2-16,1 1 0 0,-1-5 2 0,0-2-4 15,-1-8 0-15,1 0-1 0,-3-4-3 0,3-3 1 16,0 0 1-16,0-1 1 0,0-3-1 0,3-2 0 15,-6 0 1-15,3-3 8 0,3 3 11 0,-3-5 12 16,-3 5 1-16,3-5-2 0,0 0-14 0,0 0-24 16,0 0-35-16,-14-12-39 0,9 2-54 0,1-2-41 15,-1-5-210-15,-1-3-409 0,2-6 180 0</inkml:trace>
  <inkml:trace contextRef="#ctx0" brushRef="#br0" timeOffset="15183.13">5649 4679 233 0,'-1'-8'236'0,"-2"4"-9"0,3-2-11 0,-1 2-21 16,-2-1-20-16,3 3-19 0,0 2-17 0,-4-5-24 16,4 5-25-16,0 0-10 0,4-4-6 0,-4 4-11 15,0 0-10-15,19 8 0 0,-6-3-10 0,4 5-2 16,8 1-3-16,0 5-6 0,3 0-1 0,-2 2-3 15,4 3-4-15,-3 2-4 0,-5 3 0 0,-2-2-3 16,-1 2-1-16,-5-1 0 0,-3 0-3 0,-4-1-2 16,-5-3 4-16,-4 2-1 0,-6 2 4 0,-6-3 0 15,-6 0 1-15,-2-1 2 0,-5-3-3 0,3-1 0 16,-4-1 2-16,-1 0-4 0,0-5 4 16,4 3-3-16,0-4 3 0,5-5 2 0,4 5 0 0,0-4-2 15,2-1 0-15,5-2-4 0,1-1 0 0,2 1-6 16,1-1-1-16,0-1-3 0,1 1-18 0,4-2-30 15,-8 4 8-15,8-4 0 0,0 0-10 0,8 5-19 16,1-4-32-16,10-1-97 0,0-2-194 0,4-1-418 16,8-5 185-16</inkml:trace>
  <inkml:trace contextRef="#ctx0" brushRef="#br0" timeOffset="15800.02">6861 4957 183 0,'-5'-6'259'0,"0"-3"-23"0,-4 3-15 16,4 0-18-16,-2 1-20 0,0 1-16 15,-2 1-17-15,2 1-21 0,-2-1-11 0,-2 6-13 16,-1-3-11-16,-1 2-9 0,-5 5-10 0,4-2-7 15,-4 5-5-15,1 1-7 0,-3 6-7 0,-2-1-4 0,8-2-9 16,-2 6-1-16,0 2-6 0,3-5-3 0,2 5 1 16,2-6-5-16,-1 9-3 0,3-9-1 0,1 1-2 15,2-3 3-15,3 0-7 0,-1-3 1 16,4 0-4-16,-1-1 0 0,-2-3-1 0,1-2-1 16,1 1 1-16,-1-1 5 0,3-3 18 0,-3 2 34 15,0-4 27-15,0 0 19 0,0 0 7 0,0 0-2 0,23-17 7 16,-17 8-13-16,3-8-10 0,3 2-8 15,-2-2-14-15,-1 0-9 0,1 2-8 0,-3 1-2 16,1 0 23-16,-3 4-26 0,-1 3-2 0,0 0-7 16,-3 2-2-16,6 1-14 0,-5 0-10 0,-1 2-13 0,2 0-3 15,-3 2-16-15,0 0 1 0,0 0 2 0,9 12 3 16,-9-2-9-16,4 2-2 0,-3 4 7 0,-1-1-1 16,4 4 6-16,1-1-2 0,0 0-2 15,0 2 5-15,2-1-3 0,-1-2 6 0,-2-2 1 16,6 2-1-16,3-5-9 0,-5-2-8 0,7-2-25 0,0-3-33 15,6-4-53-15,0-2-66 0,9-6-79 0,-3-4-318 16,2-1-640-16,-1-3 285 0</inkml:trace>
  <inkml:trace contextRef="#ctx0" brushRef="#br0" timeOffset="16465.39">7789 4724 177 0,'1'-3'291'0,"2"-1"-5"0,-2 1-21 0,-1 3-26 16,0-7-17-16,0 7-27 0,3-2-25 0,-3 2-16 0,0 0-29 16,0 0-27-16,0 0-7 0,0 0-12 0,-8 15-8 15,2-1-5-15,-6 3-5 0,-6 10-8 16,-1 2-4-16,-9 10-3 0,-3-1-5 0,-3 2-5 15,1-3-2-15,6-7-4 0,-9 2-1 0,9-6-3 16,2-4-1-16,0-1-3 0,1-2-2 0,10-5-3 0,0-1-2 16,5-6-4-16,4 0 4 0,0-2-3 0,1-2 17 15,-1 4 24-15,1-4 18 0,2-1 18 0,2-2 2 16,-4 4-1-16,1-3 3 0,3-1-8 0,-1 5-11 16,1-5-5-16,0 0-10 0,-4 2-12 15,4-2 3-15,0 0-16 0,0 0-5 0,0 0 1 0,9 5-6 16,-4-3-2-16,4 3-9 0,0 0-2 15,3 2 13-15,1 3-17 0,3 0 8 0,2 3-4 16,0-2-4-16,6 3 5 0,0 0-5 0,-1 1 2 16,4 2-2-16,-6-2 2 0,1 1 9 0,0-2-13 15,-5-3 2-15,-1-1-5 0,-1 0-9 0,-4-3 3 0,-1 0 12 16,-2-5-3-16,-3 3 2 0,3-2-2 0,-5-1 2 16,3 1 5-16,-3 0-3 0,1-2 7 0,-4-1 5 15,0 0 10-15,5 5 7 0,-5-5 1 0,0 0-5 16,8 2 1-16,-8-2-4 0,0 0-6 15,0 0 2-15,6 2-6 0,-6-2-5 0,0 0 3 0,0 0 2 16,0 0-8-16,0 0 1 0,0 0 10 0,0 0-18 16,0 0-26-16,0 0 9 0,3 1-25 0,-3-1-30 15,0 0-28-15,0 0-25 0,0 0-75 0,0 0-118 16,0 0-338-16,0 0-703 0,-19-12 312 16</inkml:trace>
  <inkml:trace contextRef="#ctx0" brushRef="#br0" timeOffset="18194.18">7388 5492 157 0,'0'0'275'0,"-1"-7"2"16,-2 6-7-16,3 1-10 0,-1-5-11 0,1 5-21 16,0 0-20-16,-4-3-21 0,4 3-20 0,0 0-16 0,0 0-22 15,0 0-15-15,-4-2-13 0,4 2-14 16,0 0-9-16,0 0-4 0,8 13-12 0,-3-4-5 15,2 1-8-15,4 3-6 0,2 1 0 0,2 1-3 16,7 2-4-16,-1 1-31 0,4-1-24 0,0 0-40 0,-2-2-48 16,4-1-54-16,1 1-67 0,-9-7-235 0,0 1-500 15,-2-6 221-15</inkml:trace>
  <inkml:trace contextRef="#ctx0" brushRef="#br0" timeOffset="18965.14">8074 4930 165 0,'0'-2'260'0,"0"2"-20"16,1-9-17-16,1 3-23 0,0 2-19 0,2 1-20 15,1 0-18-15,3 0-17 0,1 2-8 0,0 1-17 16,3 0-6-16,1 2-8 0,0 3-5 0,4 2-9 16,-1 4-7-16,-2 1-3 0,3 3-6 0,0 5-8 15,-2 0-3-15,-5 3-3 0,-2-5-6 0,-4 2-2 16,1 3-3-16,-3 2-1 0,-4 0-2 0,-2 3-4 16,-1-9 2-16,-3-1-3 0,2-1 3 0,-2 1 0 15,-3-2 3-15,0-3 4 0,6-1 3 0,-5-3 3 16,5 1 0-16,-1-4 23 0,0-4 16 0,2 3 25 15,3 0 46-15,1-5 26 0,-9 1-8 0,9-1-23 16,-5-11-19-16,7 3-11 0,0-8-19 0,2-6-16 16,7-5-10-16,5-3-17 0,0-1-5 0,5 3-8 15,-2-3 1-15,0 4-6 0,0 0-2 0,-1 1-4 16,-4 6-8-16,3-2 3 0,-7 8-5 0,0 4 1 16,-5 1 0-16,3 2-3 0,-7 1-3 0,5 2-11 0,-4 1-4 15,3 1-27-15,-5 2-17 0,0 0 6 16,0 0 8-16,5 13-3 0,-7-3 14 0,0 3-8 15,1 4 6-15,-3 4-1 0,3-3 3 0,-3 2 0 16,3 1 1-16,1-2 10 0,1 1-10 0,3-1 5 16,1-2-6-16,4 2-21 0,-3-2-11 0,6-5-36 15,2 0-35-15,4-1-46 0,1-2-62 0,11-6-70 0,-9-3-274 16,10 0-622-16,-2-3 275 0</inkml:trace>
  <inkml:trace contextRef="#ctx0" brushRef="#br0" timeOffset="19417.56">9081 4752 118 0,'1'-3'281'0,"2"-3"-2"0,-3 3-19 16,1 0-18-16,-1 3-26 0,3-3-21 15,-2 0-19-15,-1 3-22 0,0 0-16 0,0 0-21 16,0 0-14-16,0 0-8 0,0 0-12 0,-8 19-6 16,-1-6-8-16,-1 11-4 0,-4-2-7 0,-3 7-5 15,-2-3-4-15,2 0-5 0,-2 0-4 0,2-2-5 0,3-2-2 16,-3 1-4-16,4-2-4 0,2-5-2 0,2-2-4 16,1-2 1-16,3-3-3 0,-1-2-4 15,2-1 0-15,0-1 1 0,0-1 0 0,3-1 0 16,-2 1 0-16,2-2 2 0,1-2 22 0,5 7 9 15,-1-3 8-15,1-1 0 0,5-1 7 0,2 1-20 0,-3-1 4 16,6 1-9-16,-2-1-9 0,6 5 11 16,0-4-6-16,-2 4-11 0,2 0 1 0,-2 0-5 15,3 1-1-15,-1-2-1 0,-5 5 4 0,4-4 0 16,-4 0-9-16,-2-1-7 0,-1 0 11 0,-2-1-8 16,-2 1-3-16,-1-2-6 0,-2-1 14 0,1 1-8 0,-1-2-1 15,-4-2 9-15,4 5-9 0,-4-5-15 0,5 0-8 16,-5 0-7-16,0 0-15 0,4 6-15 15,-4-6-18-15,0 0-19 0,0 0-28 0,0 0-38 16,0 0-61-16,-13 7-291 0,2-4-555 0,0-2 245 16</inkml:trace>
  <inkml:trace contextRef="#ctx0" brushRef="#br0" timeOffset="19641.98">8780 5409 192 0,'-3'3'303'0,"0"-1"-33"0,2 3-30 16,1-5-22-16,1 5-17 0,5-1-12 0,4 1-14 0,5 3-15 16,4-3-14-16,13 2-15 0,5-2-11 0,2-1-10 15,13-3-27-15,0 1-41 0,-12 1-50 0,0-1-70 16,0-2-98-16,-3-2-211 0,3-2-419 15,-7 0 187-15</inkml:trace>
  <inkml:trace contextRef="#ctx0" brushRef="#br0" timeOffset="20282.82">9627 5271 24 0,'-8'0'277'0,"8"0"-11"0,0 0-8 16,-1 4-10-16,1-4-8 0,0 0-10 0,0 0-14 16,0 0-22-16,0 0-21 0,0 0-19 0,6-16-13 15,1 10-19-15,-1-5-5 0,1 4-6 0,3-8-8 16,-1-2-4-16,1 1-7 0,-1-1-5 0,2-7-5 16,1-1-7-16,-1-1-4 0,-1-3-6 0,3-1-5 15,-4-1-4-15,0-3-5 0,0 3-4 0,-4-2 2 16,1 4 7-16,0 4 25 0,-5 5-7 0,3-6 6 15,-4 11 4-15,0 3 8 0,1 3-2 0,-1 1-8 16,0 3 0-16,0-1-17 0,0 0-3 0,0 3-22 16,0 3-24-16,0-4-4 0,0 4-27 0,0 0 4 15,0 0 1-15,-12 19 0 0,2-3 1 0,-1 7-1 16,-2 4 2-16,5 1-1 0,-3 0 3 0,2 1 0 0,1 2 0 16,-1-2-2-16,8 0-3 0,-1-2 20 15,2 0-14-15,2-6 1 0,8 1 7 0,-5-5-9 16,3 0 15-16,2-1-12 0,0-3 8 0,-2-4 2 15,1-3-2-15,1 0 8 0,2 0-4 0,-7-4 6 0,8 1 7 16,-3-3 8-16,-1-1-2 0,1-3 2 0,-1 0 0 16,-1-3 1-16,0 1-7 0,-2-3-1 0,-1 2 0 15,-1-4-9-15,-3 4 1 0,-1-3-3 16,-1-1 0-16,-1 5-11 0,-3-4-6 0,0 1-8 0,-4 3-6 16,0 2-8-16,-2 0-9 0,-6-1 3 0,-2 2-10 15,6 3-15-15,-1 0-21 0,0 0-17 0,4 0-28 16,-3 0-9-16,4 0-44 0,0 0-29 0,5 2-18 15,4-2-41-15,0 0-289 0,0 0-599 16,0 0 266-16</inkml:trace>
  <inkml:trace contextRef="#ctx0" brushRef="#br0" timeOffset="20548.55">10135 4567 171 0,'0'-7'358'16,"0"3"-39"-16,0 0-29 0,0 0-39 0,0-1-27 16,0 5-21-16,0 0-26 0,0 0-16 0,8 19-18 15,-2-2-8-15,7 7-12 0,-4 3-7 0,3 6-10 16,-1 1-9-16,6 12-6 0,-1 2-6 0,-4 0 7 16,0 2-19-16,-3-2-3 0,-1 1-5 0,-3 0-9 15,-1 1-4-15,-8 0 2 0,-3-1-7 16,-2 0 9-16,-7-2-14 0,-3 0-1 0,-4-4-9 0,-9-4-13 15,-2 2-21-15,-12-5-32 0,-26 14-67 0,-11-10-73 16,-8-3-134-16,-7-9-214 0,-8-9-565 0,-3-9 250 16</inkml:trace>
  <inkml:trace contextRef="#ctx0" brushRef="#br0" timeOffset="21363">6671 4586 97 0,'-3'-2'175'15,"3"2"-10"-15,-3-4-20 0,3 4-12 0,0 0-8 16,0 0-24-16,-7-1-12 0,7 1-4 0,-7 6-11 15,-2 2-6-15,-4 7-10 0,-2 10-1 0,-6 1-10 16,-3 18-5-16,-2 3-1 0,-2 5 7 0,-10 24-5 16,2 0-3-16,11-20-6 0,-7 26-1 0,2 0-5 15,7-2 7-15,9-21-4 0,5 1-4 0,3-4-1 16,6-1 0-16,4-3 25 0,1-5-2 0,5-15-1 16,4-1 2-16,1 0-10 0,6-6 0 0,4-3-3 15,3-4 6-15,3-2 6 0,6-2 4 0,14-2 3 16,-12-3-3-16,11-5-2 0,-11 1-3 0,-6-4-7 15,0 0-5-15,-2 1-2 0,-9-2-3 0,-2 0-3 16,-2 2-3-16,-6-2-5 0,-1 0 3 0,-2 1-1 16,-4-1 3-16,0 0 7 0,-5 0 3 0,9 0-2 0,-9 0-1 15,8 0-5-15,-8 0-2 0,0 0-14 16,0 0-13-16,0 0-24 0,1 2-27 0,-1-2-31 16,0 0-34-16,0 0-33 0,0 0-46 0,0 0-202 15,-4 5-432-15,4-5 193 0</inkml:trace>
  <inkml:trace contextRef="#ctx0" brushRef="#br0" timeOffset="22180.86">10879 4968 99 0,'0'0'199'0,"-6"-1"-6"16,6 1-6-16,0 0-16 0,0 0-7 15,0 0-13-15,0 0-6 0,0 0-9 0,0 0-5 16,0 0-10-16,0 0-8 0,-8 0 0 0,8 0-9 16,0 0-8-16,0 0-9 0,0 0-5 0,0 0-8 0,0 0 1 15,0 0-13-15,0 0-6 0,0 0-4 16,0 0-14-16,0 0 2 0,20-3-3 0,-12 1-5 16,6 1-1-16,4 1-6 0,2-4-4 0,2 1-1 15,-1 2 18-15,9-5-3 0,-2 4-2 0,-6 2-6 16,1-3-3-16,-1 2-2 0,-1 0-1 0,-1-2 1 15,-1 2-7-15,-4 0-10 0,-3-1-25 0,-2 2-19 16,0 0-34-16,-5 0-38 0,-5 0-46 0,13 0-46 16,-9 0-213-16,-4 0-451 0,0 0 200 0</inkml:trace>
  <inkml:trace contextRef="#ctx0" brushRef="#br0" timeOffset="22421.54">10982 5143 86 0,'-1'4'263'0,"1"-4"-32"16,-4 3-18-16,4-3-20 0,0 0-13 0,0 0-11 15,17 2-18-15,2-4-13 0,0-1-15 0,17-1-12 16,-2 2-11-16,5 2-13 0,-1-3-24 0,3 1-34 15,-5 4-35-15,-3-5-36 0,-1 2-48 0,-1 1-39 16,-11-3-50-16,-6 3-104 0,0 0-304 0,-4 0 135 16</inkml:trace>
  <inkml:trace contextRef="#ctx0" brushRef="#br0" timeOffset="23902.37">12319 4717 4 0,'-3'-9'206'16,"0"1"-3"-16,3 1 6 0,-3 2-17 0,3 0-10 15,0 0-2-15,-4-2-9 0,3 4-12 0,1-1-15 16,-2 1-16-16,2 3-17 0,-2-4-12 0,2 4-15 15,0 0-13-15,0 0-7 0,0 0-5 0,-5 22-10 16,1-4-1-16,-2 8-5 0,-3 4-4 0,1 4-3 16,-1 12-5-16,2-12-2 0,-2 10-2 0,2-9 1 15,1 0-4-15,1-1-5 0,1-1-2 0,3-3 4 16,-3 1-7-16,4-4 3 0,-1-3-2 0,-1-5 1 16,2 0 4-16,2-6 0 0,-2-1-9 0,1-2-29 15,-1-1-20-15,0-2-2 0,0-2 4 0,0 0 7 16,0-5-17-16,-4 4-55 0,4-4-48 0,0 0-33 15,-5-18-177-15,0 8-388 0,3-7 172 0</inkml:trace>
  <inkml:trace contextRef="#ctx0" brushRef="#br0" timeOffset="24215.84">12240 4561 117 0,'-4'-9'266'16,"3"0"-9"-16,-2 4-8 0,1 1-8 0,0-1-21 15,1-1-21-15,1 6-22 0,-1-5-22 0,-1 3-12 16,2 2-21-16,0 0-9 0,6-7-11 0,-1 5-13 16,2 1-8-16,7 2-9 0,3 3-9 0,4 3-7 15,-2 1-4-15,10 4-5 0,-6 2-5 0,4 1-9 16,-4 3-1-16,0 3-1 0,-5-2-3 0,0 6-1 16,-5-4-9-16,-1 4-1 0,-8-4-3 0,-3-3 1 15,-2 1-1-15,-3 1-1 0,-10 3 1 0,-1 1 1 16,-8-6-2-16,-4 5 0 0,-2-7-1 0,-3 1 0 15,-3-3-4-15,1 0 1 0,-1-2-1 0,1-2 4 16,-2-2-7-16,7-2 4 0,-1 3-5 0,8-6 3 16,3 1-7-16,6-1-22 0,2 0-32 0,2 1-49 15,4-1-31-15,2-3-29 0,3 0-62 0,0 0-200 16,0 0-459-16,41-5 204 0</inkml:trace>
  <inkml:trace contextRef="#ctx0" brushRef="#br0" timeOffset="24682.87">13138 4819 175 0,'1'-10'233'0,"1"2"0"0,-2 3-13 0,0-1-13 15,0-1-19-15,-3 4-16 0,1-2-20 0,-6 5-18 16,8 0-10-16,-21 5-16 0,4 1-10 0,-8 5-10 16,1 4-8-16,-3 3-9 0,3 0-10 0,-2 2-4 15,3 2-5-15,2 1-5 0,-1 0-5 0,3-2 0 16,3 1-5-16,1 2-5 0,6-9-5 0,0 1 0 15,7-4-5-15,-3-2 4 0,2-2-4 0,3-2-1 16,0-1 8-16,4-2 2 0,2-2 2 0,7-1-2 16,5-4-2-16,0-3-2 0,9-4-2 0,-1-2-4 15,3-2-2-15,-4 1-2 0,6-1-3 0,-4-1-2 16,-2 3-1-16,-2-1-4 0,-4 4 2 0,-2 1 0 16,-2 1 7-16,-2 3 8 0,-3 1 1 0,-1 1-5 15,-4-2-6-15,1 5-1 0,1-2-3 0,-2 2 1 16,-5 0-5-16,13 2 2 0,-8 1 0 0,4 0-8 15,0 2-3-15,0-1-22 0,1 4-23 0,-1-2-35 16,0 3-31-16,0-3-41 0,5 0-55 0,-4 2-231 16,3-4-476-16,0-1 212 0</inkml:trace>
  <inkml:trace contextRef="#ctx0" brushRef="#br0" timeOffset="25122.17">13939 4584 240 0,'2'-4'224'0,"-2"4"-23"16,2-3-19-16,-2 3-21 0,0 0-18 0,0 0-12 15,0 0-14-15,0 0-11 0,0 0-9 0,0 0-13 16,-9 19-2-16,-1-7-11 0,-4 3-6 0,-4 4-1 15,-5 5-8-15,0-2-5 0,-5 0-6 0,1 2-5 16,0 1 0-16,-10 8-5 0,9-9-4 0,0-2-4 16,6-3 0-16,-2 2-2 0,7-8-4 0,2-1 0 15,2 1-1-15,4-6-3 0,2 0 0 0,3-2-2 16,-1-2 0-16,0 1 8 0,1-1 0 0,1 1-3 16,3 0 20-16,3 0 17 0,2 0 9 0,4-1 2 15,2 4-7-15,7 0-2 0,0 1-8 16,1-1-8-16,3 2 1 0,4 2-7 0,-1-1-6 15,1 1-3-15,-7-1 3 0,0-1-8 0,1 1-3 16,0-2 5-16,-4 0-6 0,-1 1-6 0,-3-2 2 0,-3 1-4 16,1-2 0-16,-2-2 1 0,-3-1 0 0,-1 1-2 15,0-3-1-15,1-1-3 0,-5 0 5 0,5 4-2 16,-5-4-7-16,5 1-15 0,-5-1-13 0,0 4-12 16,0-4-11-16,0 0-16 0,0 0-28 15,0 0-45-15,-5 5-58 0,5-5-262 0,-13 0-495 0,13 0 220 16</inkml:trace>
  <inkml:trace contextRef="#ctx0" brushRef="#br0" timeOffset="25352.76">13522 5271 38 0,'-3'3'236'0,"3"-3"-26"0,-1 6-18 0,1-6-4 0,10 11-3 16,-2-6-14-16,3 1-13 0,8 1-13 0,0 1-17 15,7 1-7-15,2 1-13 0,3 2-11 0,-1-4-22 16,1 0-46-16,0-1-64 0,2-3-93 0,0 1-192 16,-6-3-347-16,1-3 154 0</inkml:trace>
  <inkml:trace contextRef="#ctx0" brushRef="#br0" timeOffset="26330.03">14512 4821 174 0,'0'-3'210'0,"-3"-1"2"16,3 4 0-16,-1-5-10 0,1 5-10 0,0-5-15 15,0 5-15-15,0 0-14 0,1-4-13 0,-1 4-13 16,0 0-18-16,0 0-8 0,3-5-10 0,-3 5-10 16,6 0-8-16,2-3 0 0,-8 3-15 0,13 3-10 15,-8-2 19-15,4 3-9 0,2-2-7 0,1 3-4 16,-1 2-4-16,2 0-5 0,0 6-4 0,1-1 0 15,-3 2 0-15,1 0 1 0,-5 2-9 0,2 1 3 16,-1 0-7-16,-3 1 2 0,-2-1-3 16,-1 0 0-16,-2 2-3 0,-2 0 2 0,-1-1-1 0,-4-2 0 15,1-1-2-15,-3-3 4 0,0 3-2 0,-3-5 6 16,0-1-8-16,1 2 7 0,1-6 0 0,-1 0 4 16,3 3 6-16,1-5 15 0,2-2 20 15,0 2 27-15,5-3 30 0,-8 1-16 0,8-1 13 0,0 0-20 16,-7-8-9-16,7 0-10 0,2-1-13 0,3-3-15 15,4-5-5-15,8-6-10 0,1-1-3 0,1 2-7 16,1-1-6-16,-1-1 13 0,4 5-14 0,-6-2-11 16,2 3 8-16,-5 4-5 0,0 1-14 15,-2 4 7-15,-3 1 3 0,0 1-8 0,-4 3 10 0,0-2-1 16,0 4-18-16,-1-1 10 0,1 1-4 0,-5 2-2 16,4-3-22-16,-4 3-1 0,0 0 7 0,1 9-1 15,-4 2 0-15,-2 0 3 0,-1 3 5 0,0 5 3 16,-1 0 1-16,1-2 4 0,1 0-5 0,-3 3 1 15,4-4-6-15,2 1 11 0,-1 0-3 0,2-6-1 16,2 1 7-16,2 0-1 0,2-2-9 0,4-1-25 16,0-1-32-16,6 0-52 0,5-3-68 0,7-3-89 15,-4-2-299-15,9-2-627 0,-3-3 278 0</inkml:trace>
  <inkml:trace contextRef="#ctx0" brushRef="#br0" timeOffset="26930.68">15457 4707 117 0,'0'0'289'0,"3"-2"-4"0,-3 2-10 0,0 0-9 15,4-3-17-15,-4 3-15 0,0 0-18 0,0 0-22 16,0 0-16-16,1-4-17 0,-1 4-11 0,0 0-25 16,0 0-12-16,0 0-14 0,4-2-12 0,-4 2-9 15,0 0-10-15,0 0-7 0,0 0-20 0,0 0-7 16,0 0-4-16,-6 10-1 0,2-2-7 0,-1 2-1 15,-4 5 0-15,-9 7 1 0,1 1-4 0,-1 4 1 16,-2 0-4-16,-2 0-2 0,-1 2 2 0,3-4 3 16,2 1-8-16,0 0-2 0,-1-6-3 15,8-2 2-15,1-2-2 0,0 0 2 0,5-4-2 0,-1-1 0 16,-1-2 2-16,3-3-1 0,3 0-1 0,-3 0 4 16,2-2 9-16,-1-3 4 0,3 5 7 0,0-6 4 15,3 5 21-15,2-3 3 0,1-2-4 0,3 3 0 16,4-2-6-16,-2 2-6 0,2 1-4 0,1-3-4 15,4 2-9-15,1 1 2 0,-2-1-1 0,2 4-6 16,0-2 2-16,9 5-8 0,-11-5 3 0,5 4 3 16,-2-4-6-16,-2 0 10 0,0 3-14 0,-7-3-2 15,2-3-2-15,-4 2 0 0,-1-1 6 0,-2-1-6 16,0 0 2-16,0-1 1 0,-3 1-5 0,1 0 3 16,0-1 7-16,-4-1 15 0,4 2-24 0,-4-2 4 15,0 0 0-15,6 0 4 0,-6 0 3 0,0 0-2 16,0 0 1-16,5 2-5 0,-5-2-1 0,0 0-11 15,0 0-17-15,0 0-29 0,0 0-28 0,0 0-22 16,0 0-73-16,0 0-104 0,3-7-104 0,-2 3-194 16,-1 4-621-16,0-10 275 0</inkml:trace>
  <inkml:trace contextRef="#ctx0" brushRef="#br0" timeOffset="27748.58">15759 5091 43 0,'-4'1'282'0,"4"-1"7"0,0 0 5 15,0 0-14-15,0 0-24 0,0 0-31 0,0 0-25 16,14-13-16-16,-5 5-22 0,0 1-10 0,5-5-11 16,-4-1 1-16,3-3 1 0,5-3-8 0,-4-4-13 0,3-1-8 15,-1-5-4-15,0 1-16 0,-2-2 4 0,1-1 0 16,-2 1-5-16,2-4 10 0,-5 5-5 0,3 3 2 16,-3-1 8-16,-4 2 0 0,-3 8 5 15,1 6 11-15,0-1 1 0,-2 0-8 0,1 4-1 0,-3 2-11 16,1 3-10-16,-1-4-9 0,4 5-20 0,-4-3-17 15,0 2-25-15,0 3-32 0,0 0-4 0,0 0-4 16,-10 10 1-16,1 4 3 0,-4 10 6 0,1 0-3 16,-3 6 5-16,3 0-5 0,1 2 4 0,1 2 0 15,1 2 2-15,7-4 1 0,-2 1-4 0,4-3-4 16,3 0-5-16,0 0 9 0,6-8-19 0,-1-1 22 16,1-6 1-16,2 1-7 0,-2-3 4 0,-1-3 5 15,2-3 6-15,-1-2 5 0,0 1 7 16,2-4 10-16,-3 0 5 0,1 0 2 0,4-4 4 0,-7-1-4 15,2-1-4-15,1-1 0 0,-4-2-3 0,0 0-6 16,0-1-2-16,-2-2-2 0,-2 1-4 0,-1 1-1 16,-1-3-8-16,-2 2-19 0,-2 0 1 15,0 4-10-15,-4-2-9 0,3-3-31 0,-6 3-2 0,6 3-29 16,-3-1-33-16,1 0-23 0,-2 1-32 0,5 2-32 16,-3-3-29-16,3 4-51 0,1-2-52 0,-1-1-243 15,1-1-639-15,4 2 283 0</inkml:trace>
  <inkml:trace contextRef="#ctx0" brushRef="#br0" timeOffset="27981.4">16317 4529 320 0,'3'-6'327'0,"-1"4"-40"0,0-1-30 0,-2 3-29 16,0 0-26-16,0 0-20 0,6 12-14 0,-3 0-18 15,1 7-10-15,1 9-10 0,-1 6-13 0,3 11-10 16,-2 5-6-16,2 3 0 0,-3-3-14 0,-2 4-8 16,-1-4-4-16,-3 1-11 0,-3 2-1 0,-6-7-6 15,-4 4 1-15,-4-2-6 0,-4-5-4 0,-4 0-21 16,-5-2-17-16,-5-5-27 0,-6-2-38 0,-12-1-62 16,-30 5-93-16,-3-12-297 0,24-14-549 0,-34-5 244 15</inkml:trace>
  <inkml:trace contextRef="#ctx0" brushRef="#br0" timeOffset="28513.33">12807 4429 5 0,'0'0'209'0,"-5"-2"-23"0,5 2-23 0,0 0-16 16,-9 12-17-16,3 2-14 0,-6 13-6 0,-7 14-7 16,1 11-6-16,-7 3-9 0,-6 28-6 0,-1-3-7 15,4 0-8-15,10-23-5 0,5 1-6 0,7 2-4 16,-2-6-2-16,8 1 1 0,9-1-2 0,0-4 1 16,13 0 3-16,3-3 1 0,11-5 1 0,10-4-3 15,9-7-6-15,28 6-18 0,5-9-21 0,3-8-46 16,5-5-68-16,1-8-243 0,5-6-379 0,-1-2 168 15</inkml:trace>
  <inkml:trace contextRef="#ctx0" brushRef="#br0" timeOffset="29087.87">16970 4850 285 0,'0'0'319'0,"0"0"-2"0,-3-2 11 0,3 2-22 0,0 0-17 15,0 0-18-15,0 0-18 0,0 0-25 0,0 0-32 16,10-2-16-16,-5-2-30 0,5 1-26 0,4 0-21 16,3-2-47-16,2 0-47 0,1 0-50 15,2 3-42-15,-4-1-73 0,4-2-68 0,-3 3-261 16,-2 0-526-16,-4-1 232 0</inkml:trace>
  <inkml:trace contextRef="#ctx0" brushRef="#br0" timeOffset="29229.99">16931 4983 181 0,'-10'5'192'0,"3"-2"-5"0,2 1 1 16,4 1-1-16,-2-2 32 0,3-3-5 0,16 4-13 15,-4-2-20-15,10-1-19 0,11 2-36 0,3-2-76 16,1-1-106-16,2-4-142 0,-1 0-108 0,-3-2-331 16,-4-3 146-16</inkml:trace>
  <inkml:trace contextRef="#ctx0" brushRef="#br0" timeOffset="31230.8">18349 4592 136 0,'-2'-8'135'15,"2"-2"7"-15,-2 0 2 0,4 1 3 0,-2-4 1 16,0 4 2-16,2-3 2 0,-4 7-3 0,0-4-7 16,2 4-1-16,2 2-11 0,-4-4-13 0,2 4-13 15,0 3-17-15,0-5-19 0,0 5-4 0,0 0-12 16,-7 13-6-16,-2 2-2 0,-4 11-3 0,-1 3-6 16,-3 3-5-16,-1 16 0 0,3-14-4 0,0 14 16 15,1-2-5-15,5-12-4 0,-2 3-2 0,5-5-2 16,1 1-4-16,1-2 2 0,3-2-3 0,1-5-4 15,0-4 5-15,0-3-8 0,0-1 0 0,0-5 1 16,-3 0-2-16,3-2 3 0,0-2-13 0,3-1-2 16,-6-2 1-16,3 2 6 0,-1-4-5 0,1-2-38 15,0 0-33-15,0 0-21 0,-9-12-16 0,5 5-16 16,-1-4-18-16,3-5-26 0,-1-1-49 0,-5-2-116 16,7-10-354-16,-3-1 157 0</inkml:trace>
  <inkml:trace contextRef="#ctx0" brushRef="#br0" timeOffset="31515.1">18179 4394 227 0,'-4'-10'226'0,"4"1"3"0,0 2-14 0,-1 1-18 15,1 1-18-15,0 2-16 0,-3-1-25 16,3 4-16-16,0-5-11 0,0 5-12 0,0 0-6 16,17 5-15-16,-3-1-10 0,0 5-4 0,12 6-4 15,-1-1-8-15,0 4-2 0,0 2-6 0,2 3-4 16,1 2 0-16,-5 1 0 0,0 1-7 0,-5 2-4 0,0 0-1 15,-5-2-5-15,-1 2-1 0,-5-3 3 16,-3-6-8-16,-6 6 2 0,0-8 0 0,-8 5 1 16,-4-1-1-16,-6-5-4 0,-4 3 2 0,-1-4 0 15,-5 1 0-15,-3-5-4 0,1-1 0 0,-1 0 0 16,-2-3-2-16,6 0 1 0,-5-2 0 0,4-1-3 16,10-5 1-16,0 2-2 0,8-2 2 0,-1 0-2 15,3 0-6-15,2 0-21 0,4 3-41 0,4-3-49 16,0 0-49-16,14-9-44 0,3 4-203 0,3 1-439 15,10-5 194-15</inkml:trace>
  <inkml:trace contextRef="#ctx0" brushRef="#br0" timeOffset="32034.95">19362 4698 21 0,'-1'-10'226'0,"0"3"-10"0,-2 0-12 0,1 1-7 15,-3 2-16-15,0-1-16 0,-2 1-13 0,-2 3-8 16,-1-1-21-16,-3 2-12 0,-6 3-12 0,2 3-4 16,-2 1-11-16,-5 8-9 0,1-1-7 0,-3 2-6 15,2 2-9-15,0 3-6 0,1 1-1 0,4 0-7 16,-3 3-3-16,5-4-3 0,2 4-2 0,6-8-2 16,0 1-4-16,2-1 0 0,1-1 4 0,4-6-7 15,2 2 10-15,-1-2-2 0,2-3 11 0,1 0 6 16,2-3 15-16,1-1 13 0,5 0 12 0,2-6 9 15,1 0-3-15,2-6-1 0,3 0 15 0,-1-4-22 16,3-5 11-16,1-5-22 0,-2 1-10 0,2-2-4 16,0 2 2-16,-3-2-18 0,-4 8 1 0,-3 3 24 15,-3 3 2-15,1 1 3 0,-3 2-4 0,-2 2-13 16,1 1-6-16,-2-1-9 0,-1 3-24 0,2-2-31 0,-4 4-3 16,0 0 2-16,10 7-1 0,-6 1 6 15,3 1-7-15,-5 1 9 0,6 5-4 0,1 1-11 16,-3-1-17-16,3 1-28 0,0 2-30 0,0-3-41 15,1 0-53-15,-1-2-62 0,-1-3-92 0,0-3-177 16,-1-2-565-16,1-2 251 0</inkml:trace>
  <inkml:trace contextRef="#ctx0" brushRef="#br0" timeOffset="33581.33">20005 4530 115 0,'2'-4'291'0,"-1"-1"-6"0,1 5-11 0,-2 0-21 15,3-4-19-15,-3 4-23 0,1-5-24 0,-1 5-19 16,0 0-23-16,0 0-16 0,2-5-20 0,-2 5-13 15,0 0-11-15,0 0-4 0,-16 16-10 0,2-3-7 0,-4 6-4 16,-5 0-8-16,-1 0-3 0,-3 4-7 0,0-2-4 16,-1 3-3-16,-1 0-2 0,-1-2-4 15,2 2-1-15,4-4 1 0,1-1-10 0,1-1 1 16,8-5-4-16,3-2 2 0,2-2-4 0,2-2-3 16,3-1 0-16,1-2 4 0,-1-1 4 0,1 1 3 15,-2-1 2-15,5-3 0 0,-1 4-1 0,1-1 16 0,0-3 2 16,11 2 1-16,-4 1-6 0,2 1-5 15,2-1 0-15,1-2-3 0,-1 3-6 0,7 2 1 16,0 0-6-16,-3 2 0 0,6 2-6 0,3 4 1 16,0 0-2-16,2 1-1 0,-2-1 2 0,-1 1-4 15,-5-1 0-15,5 0-3 0,-5-3 0 0,-4 1 2 0,1-1-3 16,-2 1 5-16,1-2-3 0,-5-2-1 16,-1-1 7-16,0-2-11 0,-5-1 2 0,4 0 1 15,-4 0 0-15,1-2 1 0,-2 1 6 0,0-2 7 0,-2-1 19 16,0 0 14-16,4 4 17 0,-4-4-12 0,0 0 12 15,4 2 19-15,-4-2 1 0,0 0-8 16,3 2 0-16,-3-2-11 0,0 0-6 0,0 0-6 16,0 0-8-16,0 0-1 0,0 0-7 0,0 0-3 15,4 3 0-15,-4-3-10 0,0 0 3 0,0 0-12 0,0 0-1 16,0 0 0-16,0 0-1 0,0 0-4 0,0 0 12 16,0 0-34-16,0 0 20 0,0 0-2 0,0 0 2 15,0 0-4-15,0 0 0 0,0 0 0 0,0 0 2 16,0 0-5-16,0 0 0 0,0 0 0 0,0 0 2 15,0 0 0-15,0 0-1 0,0 0 0 0,0 0 5 16,0 0-5-16,0 0 0 0,0 0-5 0,0 0 2 16,0 0 3-16,0 0-3 0,0 0-3 15,0 0 0-15,0 0 4 0,0 0-4 0,0 0 0 0,0 0 4 16,0 0-3-16,0 0 5 0,0 0 1 0,0 0-9 16,0 0-2-16,0 0-2 0,0 0 0 0,0 0 4 15,0 0 1-15,0 0-1 0,0 0-2 0,0 0-10 16,0 0 16-16,0 0 3 0,0 0-5 15,0 0-1-15,0 0 19 0,0 0-18 0,0 0 1 0,0 0 1 16,0 0-1-16,0 0 5 0,0 0-4 0,0 0 0 16,0 0-11-16,0 0 13 0,0 0-5 0,0 0 7 15,0 0-7-15,0 0 6 0,0 0-15 0,0 0 18 16,0 0-10-16,0 0 3 0,0 0-1 0,0 0-2 16,0 0 1-16,0 0-22 0,0 0 22 0,0 0-8 15,0 0 3-15,0 0-5 0,0 0 0 0,0 0 1 16,0 0 1-16,0 0-7 0,0 0 6 0,0 0-2 15,0 0 1-15,0 0-3 0,0 0 0 0,0 0 10 16,0 0-11-16,0 0 0 0,0 0 3 0,0 0-2 16,0 0 2-16,0 0 0 0,0 0 2 0,0 0 15 15,0 0-10-15,0 0-5 0,0 0 11 0,0 0-3 16,0 0-3-16,0 0 6 0,0 0-5 0,0 0 7 16,0 0-4-16,0 0 0 0,0 0-5 0,0 0 3 15,0 0 1-15,0 0-5 0,0 0 7 0,0 0 10 16,0 0-11-16,0 0 1 0,0 0-2 0,0 0 3 15,0 0-1-15,0 0 3 0,0 0-9 0,0 0 4 16,0 0-2-16,0 0 5 0,0 0 1 0,0 0 8 16,0 0-2-16,0 0-7 0,0 0-7 0,0 0 5 15,0 0-9-15,0 0-4 0,0 0-15 0,0 0 9 16,0 0 1-16,0 0-3 0,0 0 2 0,0 0 2 16,0 0 0-16,0 0 3 0,0 0-6 0,0 0-3 15,0 0 13-15,0 0 1 0,0 0 1 0,0 0 3 16,0 0 1-16,0 0 5 0,0 0-2 0,0 0 0 15,0 0 0-15,0 0 2 0,0 0 0 0,0 0-1 16,0 0-4-16,0 0-1 0,0 0 1 0,0 0 1 16,0 0-9-16,2 2 5 0,-2-2 9 0,0 0 3 15,0 0-2-15,0 0-2 0,0 0 2 0,0 0 5 0,0 0-4 16,0 0-5-16,0 0-1 0,0 0-7 16,0 0 13-16,0 0 0 0,0 0-3 0,0 0-2 15,0 0 6-15,0 0-1 0,0 0-2 0,0 0-1 16,0 0 2-16,0 0-9 0,0 0 13 0,0 0-3 15,0 0 0-15,0 0-1 0,0 0 5 0,0 0-5 0,0 0 3 16,0 0-8-16,0 0 0 0,0 0 8 16,0 0-2-16,0 0 2 0,0 0-6 0,0 0 3 15,0 0 3-15,0 0-2 0,0 0-4 0,0 0 4 16,0 0-3-16,0 0 6 0,0 0-8 0,0 0 4 0,0 0-2 16,0 0 2-16,0 0 4 0,0 0-3 0,0 0-2 15,0 0 3-15,0 0-1 0,0 0 10 0,0 0-14 16,0 0-1-16,0 0 1 0,0 0 6 15,0 0-6-15,0 0 2 0,0 0 1 0,0 0-2 16,0 0 0-16,0 0 0 0,0 0 4 0,0 0-3 0,0 0-1 16,0 0 7-16,0 0-5 0,0 0 0 0,0 0 0 15,0 0 3-15,0 0-5 0,0 0 1 0,0 0 3 16,0 0-1-16,0 0-6 0,0 0 8 16,0 0-4-16,0 0 14 0,0 0-18 0,0 0-9 0,0 0 14 15,0 0 2-15,0 0-3 0,0 0 2 0,0 0 3 16,0 0-4-16,0 0 3 0,0 0-6 15,0 0 5-15,0 0-3 0,0 0-5 0,0 0 2 16,0 0-12-16,0 0-10 0,0 0-17 0,0 0-9 16,0 0-21-16,0 0-17 0,0 0-16 0,0 0-25 0,0 0-38 15,0 0-47-15,10 0-64 0,-10 0-237 0,10-5-561 16,0 1 248-16</inkml:trace>
  <inkml:trace contextRef="#ctx0" brushRef="#br0" timeOffset="34284.83">20427 4596 157 0,'4'-1'194'0,"1"-2"-16"16,0 1-15-16,0-1-15 0,-5 3-19 0,12 2-11 15,-7 0-14-15,2 2-9 0,1 0-9 0,1 1 1 16,0 4-5-16,-1 3-6 0,0 1 0 0,-1 6-3 15,-2-1-5-15,-2 2-8 0,0 3-2 0,-1 2-8 16,-2-5-3-16,-3 4-2 0,1-4-6 0,-4 6-4 16,-1-7 2-16,0 3-3 0,-1-4 4 0,0-2 8 15,-3-1 2-15,4-5 2 0,-2 3 1 0,1-2 2 16,2-4-3-16,-2 0 1 0,3-2-6 0,0 2-5 16,4-2-1-16,-2-2 3 0,-1-2 17 0,3 4 7 15,1-5 18-15,-4 3 14 0,2 0 14 0,2-3 12 16,0 0 26-16,0 0-3 0,0 0 5 0,-4 3 5 15,4-3 5-15,0 0 4 0,0 0-35 0,0 0-8 16,6-15-10-16,-1 7-13 0,2-4-9 0,-1-2-10 16,4-1-23-16,2 1-2 0,2-8-10 0,3 0-14 15,0 0-9-15,3-2 0 0,1 4-6 0,-2-2-1 16,-3 8-4-16,3-5 1 0,0 1-1 0,-2 7-6 16,-1-1 0-16,1 1-3 0,-3 0 3 0,1 0 2 15,-3 7-5-15,-1-2-1 0,0-2 2 0,-2 5-2 16,-2-1-16-16,0-1 20 0,-4 5-3 0,3-2-3 15,-3-1 0-15,-3 3-12 0,6-3 5 0,-6 3-3 16,3 0-23-16,-3 0-22 0,0 0-1 0,5 6 14 16,-5 1-3-16,-5 2 9 0,4 4 8 0,-8 1 1 15,3 3 0-15,-1 1 5 0,-3 5-9 0,0-6 3 16,1 3 13-16,0-1 2 0,1 0-2 0,3-2 5 16,0-2 7-16,1 2-4 0,0-5 2 0,3-2 3 15,0 2 2-15,2-3-2 0,3 2 7 0,1-2-2 16,5-1 4-16,8-2-5 0,10 4-12 0,3-5-67 15,6-1-56-15,0-1-64 0,2-3-95 0,0-3-380 16,1-1-727-16,12-1 322 0</inkml:trace>
  <inkml:trace contextRef="#ctx0" brushRef="#br0" timeOffset="34913.07">21590 4585 208 0,'2'-3'307'0,"2"0"-14"16,-1 1-23-16,-3 2-25 0,3-3-24 0,-3 3-24 15,4-2-24-15,-4 2-16 0,0 0-20 0,0 0-25 16,0 0-11-16,0 0-8 0,0 0-11 0,-10 15-9 16,0-1-1-16,-3 1-9 0,-7 4-8 0,-5 1-3 15,1 3-10-15,-4-1-2 0,1-1 1 0,4 0-9 16,-4 0 0-16,4-2 0 0,3 0-5 0,-1-1-6 15,6-6 0-15,4-2 1 0,0 1-8 0,3-6-2 16,1 3 0-16,2-2 3 0,1-3 11 0,0 1 7 16,0 0 5-16,3-1 3 0,-4 1-5 0,5-2 2 15,0-2 23-15,10 7 10 0,-3-4-1 0,6 2-8 16,3 0 0-16,1 3-14 0,2 1-5 0,0-2-7 16,4 3-2-16,1 2-2 0,3 0-3 0,-3 2-6 15,3-4-3-15,0 4-2 0,0 1 12 0,-3-1-9 16,-1-1-11-16,-4-4 5 0,-1 3-5 0,-4-4-6 15,-1-1-2-15,-3-1 7 0,-2-1-3 0,-3-2-2 16,0 1 2-16,0-3-2 0,3 2 10 0,-7-1 16 16,-1-2 18-16,5 0 10 0,-5 0 18 0,4 3 15 15,-1-1 8-15,-3-2 6 0,0 0 8 0,5 4-7 16,-5-4-8-16,0 0-3 0,0 0-13 0,0 0-10 0,5 0-9 16,-5 0-4-16,0 0-14 0,0 0-19 0,0 0-19 15,0 0-34-15,0 0-29 0,0 0-46 16,0 0-48-16,0 0-99 0,0 0-56 0,-1-11-47 15,1 11-64-15,-5-7-225 0,1 3-695 0,-3 0 307 0</inkml:trace>
  <inkml:trace contextRef="#ctx0" brushRef="#br0" timeOffset="35203.61">21318 5160 129 0,'0'0'229'16,"-6"2"-25"-16,6-2-18 0,0 0-14 0,0 0-8 15,0 0 4-15,9 8-1 0,2-4-9 0,-1 1-13 16,9 1-15-16,0 0-10 0,9 2-10 0,4 1-10 16,0-1-22-16,5 0-41 0,0-3-72 0,2-1-90 15,-5-1-232-15,3 2-385 0,0-4 170 0</inkml:trace>
  <inkml:trace contextRef="#ctx0" brushRef="#br0" timeOffset="35819.11">22047 5034 276 0,'0'0'314'0,"0"0"-11"0,0 0-19 16,0 0-18-16,0 0-37 0,0 0-22 0,4-10-24 15,-4 10-16-15,8-7-17 0,-6-1-16 0,5 1-3 16,0-4-25-16,6-4-10 0,-4 1-11 0,1-3-6 15,0 0-10-15,3-7-2 0,0 0-9 0,1-3-7 16,-1-1-6-16,1 3-4 0,-1-5-3 0,-1 3-3 16,-4 1 17-16,1 0 0 0,-4 8 3 0,-1 2 2 15,2 0 4-15,-3 5-10 0,-2 0 11 0,0 3-6 16,2 3-12-16,-3-2-4 0,1 3-17 0,1-1-23 16,-2 2-10-16,0 3-5 0,0 0 0 0,-9 9 2 15,1 1 1-15,-2 3-5 0,1 3 5 0,-8 6 2 16,6 4 4-16,-1-3 1 0,0 3-9 0,4 1 9 15,3 1 0-15,-3 1 6 0,8 0-3 0,5-3 7 16,0 2-2-16,4-2-3 0,3-4 2 0,-1-5 1 16,5 4 3-16,-2-6-1 0,1-6 3 15,1 2-6-15,-1-2 10 0,1-3-2 0,-3-2 5 0,1-3 9 16,-1-1 1-16,-2-1-1 0,1-3-4 0,-3 1 16 16,-3-4-20-16,3-1 4 0,-4-2-6 0,0 3-3 15,-3-2-5-15,-1-1 5 0,-2 0-2 0,-2 0-3 16,-2 0-8-16,-3 1 2 0,-2 0-5 0,1 1 0 15,-6 1 1-15,-2 0-1 0,6 3-4 0,-3 0-7 16,1 1-17-16,1 1-21 0,1-1-26 0,2-1-32 16,0 4-27-16,3 0-37 0,6 0-21 0,-8 3-42 15,8-3-269-15,0 4-549 0,0-4 242 0</inkml:trace>
  <inkml:trace contextRef="#ctx0" brushRef="#br0" timeOffset="36144.96">22698 4384 73 0,'3'9'191'0,"1"3"1"16,0 7-7-16,-1 9-2 0,1 7 6 0,4 16-12 16,-6 0-5-16,0 7-8 0,-2 1-15 0,-4 1 7 15,-2-1-14-15,-2 0-14 0,-1-2-6 0,-2-5-14 16,-4-1-10-16,-4-8-7 0,-3 0-7 0,-3-1-7 16,-8-3-5-16,-3-1-3 0,-6-1-3 0,1-3-8 15,-8-5-14-15,-6-3-40 0,-5-5-57 0,-25 4-72 16,20-8-110-16,-31-5-196 0,6-5-466 0,-2-9 207 15</inkml:trace>
  <inkml:trace contextRef="#ctx0" brushRef="#br0" timeOffset="36696.78">19113 4309 257 0,'0'0'259'16,"0"0"-26"-16,-6-5-24 0,6 5-27 0,0 0-19 16,-13 12-18-16,0 0-16 0,-6 11-13 0,-12 15-13 15,2 5-12-15,0 10-1 0,-8 29-11 0,2-7-5 0,17-15-10 16,-5 18-6-16,13-20-2 0,6-5-8 15,8 1 1-15,5-2-3 0,10-3 0 0,13-3-1 16,7-3 7-16,28 9-10 0,7-6 1 0,11-8-4 16,4-7-50-16,4-6-101 0,4-8-321 0,7-4-469 15,-4-11 209-15</inkml:trace>
  <inkml:trace contextRef="#ctx0" brushRef="#br0" timeOffset="37511.11">23526 4693 205 0,'-7'0'281'0,"7"0"-21"16,0 0-22-16,-6 2-26 0,6-2-21 0,0 0-19 16,0 0-25-16,0 0-26 0,0 0-22 0,22-9-30 15,-7 8-36-15,5-3-53 0,9 1-65 0,1-2-80 16,0 0-128-16,-1 1-318 0,-9-1 140 0</inkml:trace>
  <inkml:trace contextRef="#ctx0" brushRef="#br0" timeOffset="37678.61">23560 4918 66 0,'-8'6'237'0,"3"-2"-8"0,0-2-4 0,0 3-11 0,1-3-14 16,4-2-18-16,0 0-19 0,0 0-19 0,21-2-27 15,0-3-31-15,14-1-43 0,2-2-64 0,15-5-74 16,-2 0-204-16,-12 3-323 0,1 0 143 0</inkml:trace>
  <inkml:trace contextRef="#ctx0" brushRef="#br0" timeOffset="37997.92">24414 4466 251 0,'0'-8'324'0,"-1"2"-13"16,1 0-18-16,0 1-25 0,0 0-33 0,0 1-25 15,1 1-27-15,-1 3-23 0,0 0-22 0,0 0-14 16,0 0-14-16,0 0-11 0,2 24-9 0,0-4-10 15,0 9-3-15,-2 5 0 0,0 0-17 0,-4 9-4 16,1-6-7-16,0-2-3 0,2 0-4 0,-1-1-4 16,-3 0 0-16,4-1-8 0,1 1 1 0,-3-5-3 15,2-2-5-15,0-8-26 0,-2-3-17 0,2 1-19 16,-3-5-23-16,2 1-16 0,0-3-24 0,1-2-27 16,0-1-6-16,1-2-1 0,-3-3-21 0,3-2-45 15,-5 0-200-15,5 0-435 0,-4-10 193 0</inkml:trace>
  <inkml:trace contextRef="#ctx0" brushRef="#br0" timeOffset="38296.86">24374 4244 240 0,'-2'-9'297'0,"0"4"-30"0,1 0-27 15,1 1-29-15,-1-1-25 0,1 5-25 0,0-5-15 0,0 5-14 16,0 0-17-16,13 10-10 0,2-1-7 0,-1 4-15 15,6 4-1-15,3 3-13 0,-1 1-1 0,1 3-4 16,1 0-7-16,1 2-4 0,-4 1-6 16,-1 0-4-16,-4 2-3 0,-3 0-3 0,-4-2 0 15,-3 2-6-15,-2-2-1 0,-8-2 3 0,-1 0-1 0,-8 0-2 16,-3-2 1-16,-4-3 2 0,-4-3-1 16,-4-1-3-16,0-2-1 0,1-3-3 0,-3-1 0 15,2-3-1-15,-2 1-2 0,9-4-2 0,0 1-1 16,-1-3 0-16,4 2-1 0,4-4-2 0,5 2-2 15,1-2-5-15,1 2-23 0,1-2-32 0,6 0-49 0,0 0-65 16,0 0-70-16,0 0-246 0,16-8-515 16,1 4 228-16</inkml:trace>
  <inkml:trace contextRef="#ctx0" brushRef="#br0" timeOffset="39082.57">25444 4582 185 0,'-2'-10'262'16,"2"2"-11"-16,-1 0-4 0,0 2-8 0,1 1-11 16,0-2-15-16,-3 4-19 0,5-2-21 0,-5 1-22 15,-2 2-13-15,-2 2-19 0,-5 2-10 0,-1 2-12 16,-9 2-14-16,-1 8-7 0,0-2-10 0,0 5 5 15,-4 3-17-15,4 2-3 0,-1 2-5 0,2-1-8 16,2-2 0-16,-2 1-2 0,8 1-3 0,0-8-6 16,5-1 0-16,4-2-6 0,-1-4-9 0,4 0 3 15,-3-2 18-15,4-1 2 0,1 0 0 0,3-3 4 16,5-2-1-16,5-2-5 0,6-4 3 0,7-3-5 16,-3-3-7-16,4 2-3 0,-3-2 0 0,0 0 0 15,3 1 0-15,-13 3-5 0,2-2-3 0,0 4 1 16,-2 0 1-16,-5 1-2 0,4 1-4 0,-4-1-5 15,-3 2 2-15,-2 3-4 0,4 0 5 0,1 0-4 16,0 1-4-16,1 5 1 0,3-1 0 0,-2 2-5 16,0 1-3-16,4 2-11 0,0 1-27 0,2-1-31 15,-2 2-47-15,4-1-50 0,0-2-60 0,-2 0-283 16,-2-1-561-16,3-2 248 0</inkml:trace>
  <inkml:trace contextRef="#ctx0" brushRef="#br0" timeOffset="39444.4">26072 4500 2387 0,'13'-11'211'0,"-4"0"-75"16,1 4-35-16,-2-1-11 0,-3 4 14 0,1-1-13 16,0 0-15-16,-3 2-15 0,0-1-18 0,1 2-7 15,-4 2-2-15,5-4-7 0,-2 2-5 0,-3 2-6 16,0 0-8-16,0 0 1 0,-3 11 0 0,-5-4-2 15,-2 7 3-15,-8 11-1 0,-5-2 1 0,-2 1-2 16,-14 8 4-16,11-7-7 0,-10 5 3 0,8-4-2 0,1-3 0 16,2 1 0-16,2-4-3 0,3-2 1 15,1-1 1-15,11-4-3 0,0-6 0 0,2 0 3 16,3-3 0-16,0 2-3 0,1-4 4 0,1 3 4 16,1 0-1-16,2 0 10 0,5 0 18 0,0 4 3 15,4-5-1-15,7 6 3 0,3-3 0 0,1 3-4 0,6 0-8 16,1 1-1-16,-2 1 2 0,2-1-9 15,-1-1 3-15,-1 2-5 0,3-2-3 0,-5 2 5 16,-2-5-17-16,-1 3-17 0,1-4-29 0,-3 2-30 16,-1-3-39-16,-5 2-42 0,1-2-45 0,-2-2-53 15,-4-3-288-15,-1 0-582 0,0 0 257 0</inkml:trace>
  <inkml:trace contextRef="#ctx0" brushRef="#br0" timeOffset="39862.55">26448 4596 234 0,'1'-4'325'16,"-1"4"-35"-16,4-2-24 0,-4 2-36 0,5-5-27 0,-5 5-21 15,0 0-19-15,8 7-16 0,-7 0-13 0,4 1-16 16,-2 2-14-16,1 3-7 0,-3 4-11 15,0 2-10-15,-1 3-6 0,-2-2-7 0,-2 6-5 16,-1-3-5-16,-3 0-8 0,-1-3-2 0,0-2-6 16,0-1-4-16,0-2-2 0,-1 0 0 0,1-5-6 0,1-1-2 15,2-1 2-15,2-2 5 0,-1-2 9 0,1 1 32 16,0-1 35-16,4-4 29 0,0 0-17 16,0 0-8-16,0 0-17 0,13-24-8 0,-3 10-6 15,7-6-12-15,-2-2-10 0,7 0-8 0,0 0-3 0,1 1-2 16,0 0-10-16,0 0 1 0,0 5-10 0,-8 5 1 15,-1 0 1-15,0 4-3 0,-5-1 3 0,-2 4-2 16,-1 0-15-16,0 0-3 0,-2 2-20 16,1 2-2-16,-5 0-2 0,9 6 0 0,-5-1-1 0,-2 0-3 15,1 6 3-15,2 0-7 0,-1 0-7 0,-4 1-29 16,5 4-29-16,-5 0-25 0,3-5-38 0,-2 6-40 16,-1-5-41-16,3-1-54 0,-3-5-255 15,1 1-586-15,0-2 259 0</inkml:trace>
  <inkml:trace contextRef="#ctx0" brushRef="#br0" timeOffset="40184.68">27295 4468 264 0,'4'-2'294'16,"-3"-1"-33"-16,2 1-20 0,-3 2-28 0,5-2-25 15,-5 2-23-15,0 0-14 0,0 0-17 0,-17 15-10 16,8-6-13-16,-10 9-15 0,-5 2-4 0,-3 2-11 16,0 2-4-16,-15 8-12 0,5-1-3 0,9-10-7 15,-3 3-4-15,3-1-3 0,4-1-9 0,2-5-4 16,7-3-2-16,2-2-4 0,2-2-3 0,2-3-2 16,2 1-3-16,3-1 9 0,2-1 14 0,-2 0 21 15,8 3 25-15,2-4 15 0,5 4 5 0,5 0-15 16,2 0-5-16,8 5-12 0,2-5-9 0,0 4-9 15,1-2 2-15,-1 1-10 0,2-1 0 0,-1-1-16 16,0 4-31-16,1-3-50 0,-3-1-62 0,0 3-86 16,3-1-110-16,-7-8-260 0,4 2-609 0,-5-6 270 15</inkml:trace>
  <inkml:trace contextRef="#ctx0" brushRef="#br0" timeOffset="40745">27588 4900 64 0,'-4'1'196'0,"4"-1"-9"15,-5 1-5-15,5-1 17 0,0 0 0 0,0 0-1 16,-5 2 4-16,5-2 11 0,0 0 5 0,0 0-18 15,0 0-19-15,0 0-13 0,14-14-2 16,-5 8-12-16,-1-5-3 0,4-5-6 0,2 1-12 0,2-6-10 16,0 1-1-16,2-3-16 0,0-3-4 0,1-1-6 15,-1-1-12-15,0-1-10 0,0 1 7 16,-1-4 4-16,-1 8 8 0,-4-2-13 0,0 6 17 16,-5 3 10-16,0 2 3 0,-1 5 7 0,-3-1 2 15,1 4 0-15,-1 0-7 0,-1 2-10 0,0 0-12 0,0 2-13 16,-1-1-20-16,-1 4-26 0,2-5-30 0,-2 5-38 15,0 0-8-15,0 0 9 0,-9 17 2 0,-1-3 4 16,-6 7 4-16,1 7 1 0,-3 0 5 0,0 2-3 16,5 3 6-16,-1-3 4 0,5 4 9 15,0-3-19-15,5-1 15 0,0-2 1 0,2-1 8 0,4-3 0 16,5-3 7-16,-1-3 6 0,3-1 2 0,4-5 11 16,0 2-3-16,2-4 5 0,2-2 5 0,2-4-3 15,-2-2 9-15,1-2 1 0,-2 0 4 16,-2-2 0-16,4-3 0 0,-6-2-1 0,1-2-6 0,-1-4 0 15,-2 1-9-15,2-3-5 0,-6 0 0 0,-2-1-6 16,-3 1-2-16,-2-4-11 0,-3 4-10 0,-5-2-10 16,0 3-13-16,-3 0-5 0,-9-1-10 15,-6 5 5-15,1-2-7 0,6 4-7 0,-5-1-16 0,6 5-21 16,1 0-37-16,6-1-28 0,-1 3-31 0,6 2-41 16,-1-2-32-16,8 2-24 0,-9 2-33 0,9-2-297 15,0 0-662-15,0 0 293 0</inkml:trace>
  <inkml:trace contextRef="#ctx0" brushRef="#br0" timeOffset="40985.97">28247 4284 251 0,'3'-4'357'15,"-1"-1"-42"-15,1 3-34 0,-2 0-33 0,-1 2-28 16,0 0-24-16,7 7-20 0,-5 4-14 0,2 4-12 15,1 11-10-15,-1 5-12 0,-3 14-4 0,-1 3-9 16,-4 4-7-16,1-2-6 0,-6 2-10 0,-3 1-10 16,-2 1-7-16,-4-1-2 0,-4-3-4 0,-2-4-3 15,-3-2-6-15,-11-3-1 0,-3-2-7 0,0-7-11 16,-1-1-21-16,-6-4-26 0,-3-6-38 0,-7 0-47 16,-6-7-62-16,-26-1-96 0,-3-2-288 0,24-9-581 15,-25-8 257-15</inkml:trace>
  <inkml:trace contextRef="#ctx0" brushRef="#br0" timeOffset="41485.5">25358 4200 45 0,'0'-5'274'0,"0"5"-20"0,0-6-28 0,0 6-27 16,0 0-22-16,0 0-21 0,0 0-19 0,0 0-16 15,-17 24-5-15,2 1-8 0,-15 14-7 0,-4 5-4 16,-16 23-7-16,-6 3-9 0,8 1 1 0,14-20-7 16,2 2-10-16,-6 21-5 0,18-24-3 0,7-3-5 15,5 1-3-15,8-13-4 0,9 10 0 0,8-2-1 16,12-3-3-16,11-4-8 0,16-5-28 0,27 5-81 16,12-12-124-16,-2-9-227 0,2-5-462 0,-1-10 204 15</inkml:trace>
  <inkml:trace contextRef="#ctx0" brushRef="#br0" timeOffset="43034.02">11896 7177 213 0,'0'0'240'0,"-5"-2"-9"0,5 2-9 15,0 0-10-15,0 0-14 0,-8-1-14 0,8 1-9 16,0 0-19-16,0 0-11 0,0 0-13 0,-3-2-11 16,3 2-13-16,0 0-13 0,0 0-11 0,0 0-7 15,0 0-8-15,0 0-7 0,25-5-16 0,-7 3-23 16,3-2-24-16,4 0-32 0,6 2-40 0,-1 2-39 15,-2 0-32-15,4-2-29 0,-5 2-204 0,-5 1-407 16,-2-1 181-16</inkml:trace>
  <inkml:trace contextRef="#ctx0" brushRef="#br0" timeOffset="43189.2">11931 7361 35 0,'-21'10'238'0,"3"0"-11"0,0-2-11 0,4-4-5 0,2 2-12 16,3-2-7-16,2-1-10 0,1-2-14 0,2 0-16 15,0 3-15-15,3-1-11 0,1-3-10 0,10 2-14 16,4-2-13-16,13 3-45 0,9-6-55 0,16 1-77 16,6-2-80-16,-1-1-194 0,-7 1-391 0,4-4 174 15</inkml:trace>
  <inkml:trace contextRef="#ctx0" brushRef="#br0" timeOffset="44410.47">14094 6682 84 0,'-4'-12'242'0,"4"0"-8"0,0-1-16 16,-1 2-3-16,1 1-12 0,0 2-14 0,-3 1-13 15,6 0-8-15,-3 2-14 0,-3 1-21 0,3-1-12 16,0 5-14-16,-1-6-23 0,1 6-28 0,0 0-19 16,0 0 1-16,-9 8-11 0,0 6-2 0,-5 11-5 15,-5 7-1-15,-12 17 0 0,-8 30-6 0,-1 4 3 16,-1 2 1-16,5 5-1 0,-1-3-2 0,5-2-7 16,3-8 4-16,10-21-1 0,2 3-2 0,1 0 0 15,-5 21 2-15,10-31-1 0,0 2 1 0,5-15 1 16,-3 0 0-16,4-2-3 0,-3-5 0 0,3-2 1 15,0-3-1-15,-3-4-1 0,3-6-1 0,4-2 4 16,-3-2 15-16,0 0 11 0,2-4 15 0,-1 0 14 16,-1-1 2-16,-2-1 1 0,0-3-7 0,-6-2-5 15,-1-1 2-15,-5-1 6 0,2-2 11 0,-1 0 0 16,2-1-3-16,2 0-3 0,-1 0-10 0,5 1-3 16,-1-1-7-16,0 4-5 0,2-1-6 0,-1-1-3 15,3 2-7-15,-2 2-11 0,2-3-31 0,-1 3-28 16,-1 3-39-16,1-1-32 0,-1 3-34 0,-1 5-25 15,1-3-37-15,1 3-52 0,1-1-227 0,3-1-528 16,2 1 234-16</inkml:trace>
  <inkml:trace contextRef="#ctx0" brushRef="#br0" timeOffset="44962.88">13442 8268 180 0,'-16'-6'195'15,"-1"1"-13"-15,-1 0-16 0,-5 4-12 0,1 1-13 16,1 1-17-16,-6 4-8 0,4 0-17 0,-4 5-10 0,0 1-9 15,3 4-12-15,-2 2 0 0,2 3-7 0,4 2-11 16,2-3-5-16,0 3-3 0,5 4-3 0,2-4 13 16,0 2-3-16,8-7 3 0,-1 2-1 15,1-7-1-15,3-1 4 0,0 0 3 0,4-3 9 0,-1-1 12 16,-1-4 17-16,2 1 9 0,6-4 13 0,-1-2 0 16,1-3 1-16,8-4-4 0,-4 0-8 0,2-3-2 15,-2 0-12-15,2-2-4 0,-3 1-9 16,1 2-8-16,-5 1-10 0,0 1 0 0,-4 2-6 0,3 2-4 15,-6 0-10-15,2 2-10 0,-1 2-5 0,-1-2-6 16,-2 3-7-16,12 4 1 0,-6-1-3 0,3 6-5 16,3-1 0-16,5 1-21 0,0 4-35 0,7 6-49 15,3-5-75-15,5-4-119 0,5-3-270 0,-1-2-611 16,-4-7 271-16</inkml:trace>
  <inkml:trace contextRef="#ctx0" brushRef="#br0" timeOffset="45996.94">14224 6866 40 0,'0'0'238'0,"-3"-5"-6"15,3 5-14-15,-3-5-17 0,3 5-19 0,0-6-16 16,1 0-17-16,4 0-12 0,-2-3-12 0,3 0-11 16,-1-3-9-16,4-3-9 0,4-1-7 0,1-7-8 15,1 1-8-15,1-2-6 0,-1-2-2 0,1 1-22 16,0-1-2-16,1-3-1 0,-1 0 0 0,0-1-3 15,-1 2 2-15,-2-1 1 0,-1 2-1 0,-1 0 3 16,-1 3 2-16,-4 0 6 0,-2 6 3 0,0 0-1 16,-1 2 3-16,0 0-2 0,0 4-2 15,-3 3 0-15,1-1-7 0,2 3-3 0,-3 0-3 0,1 0-8 16,-1 4-3-16,0-3 1 0,0 2-6 0,0 4-5 16,0-5-8-16,0 2-10 0,0 3-4 0,0-6-16 15,0 6-14-15,0 0-10 0,0 0 4 0,0 0 3 16,-9 9 5-16,4-1 1 0,-3 2 6 0,-2 7-1 15,-1 6 4-15,-1 2 8 0,-2 3-4 0,0 2 3 16,-3 3-2-16,3-1 4 0,-4 12 1 0,6-11 4 16,-1 1 2-16,0-2-6 0,8-3 6 0,-4 1 3 15,5-2 0-15,3-1 0 0,1-2 0 0,1-7 1 16,3-1 1-16,0-2 2 0,-3-4 0 0,4-6 3 16,-1 5 2-16,5-3 1 0,-1-2 17 0,3-2 7 15,1-3 7-15,2-3 3 0,2-2-1 0,4-1 3 16,-4-5 4-16,2 0 1 0,0-1 3 0,-4-3-1 15,0 1-7-15,0 0 3 0,-1-2-4 0,-3 4 8 16,-5 2 5-16,3 3 0 0,-7 0 1 0,3-1-6 16,-1 4-13-16,-6-1-10 0,2 1-18 0,-3 1-9 15,-8 2-7-15,-2 5-2 0,-6 0-11 0,2 3-10 16,-9 3-18-16,7 0-23 0,-7 6-18 0,6-1-21 16,1 2-22-16,1 4-19 0,5 0-23 0,5-5-35 15,0-1-247-15,5-3-494 0,3 0 219 0</inkml:trace>
  <inkml:trace contextRef="#ctx0" brushRef="#br0" timeOffset="46496.53">15199 6752 267 0,'4'-12'285'0,"-4"4"-15"0,0 0-16 0,0 2-23 16,0 1-29-16,-1 2-25 0,1 3-21 0,-10 0-16 16,1 6-15-16,-3 6-14 0,-7 7-12 15,-3 5-9-15,3 8-8 0,-10 14-9 0,-3 6-6 0,-13 22-5 16,4 3-19-16,4-4-1 0,10-17-5 0,-6 19-4 16,10-23-3-16,3 0 5 0,3 0-10 15,0 0-5-15,6-6-3 0,3 1 6 0,6-13-1 16,-2-5-1-16,0-2-5 0,4 0-1 0,0-10-1 0,0 0-1 15,0-5 1-15,0-4-2 0,-1 0 4 0,1-3-1 16,0 3 21-16,-3-5 37 0,3 1 41 16,0-4 8-16,0 0-13 0,0 0-18 0,0 0-12 0,-15-14-31 15,3 7-11-15,2-1-24 0,-4-4-16 0,0 0-23 16,-4 0-22-16,-5-1-20 0,-4 0-21 0,0 1-24 16,1 4-24-16,4 1-12 0,-5-2-36 0,9 5-39 15,0-1-249-15,4-2-511 0,2 2 226 0</inkml:trace>
  <inkml:trace contextRef="#ctx0" brushRef="#br0" timeOffset="46793.99">14632 7389 191 0,'0'0'284'0,"-7"0"-20"0,7 0-13 0,0 0-20 16,-6 0-23-16,6 0-19 0,0 0-22 0,0 0-19 15,23-4-11-15,4-3-14 0,9 3-12 0,2 1-13 16,18-7-10-16,-3 5-9 0,3-2-9 0,-5 1-4 16,-15 1-10-16,-3 1-9 0,-1-1-1 0,-10 1-3 15,-3 2-6-15,-4 0-4 0,-6 1-7 0,1-2-16 16,-2 3-12-16,-3-2-17 0,-1 2-2 0,-4 0-22 15,0 0-17-15,0 0-31 0,0 0-30 0,-23-2-36 0,12 2-43 16,0 0-182-16,-3 0-414 0,5 0 184 0</inkml:trace>
  <inkml:trace contextRef="#ctx0" brushRef="#br0" timeOffset="47213.46">15552 7150 144 0,'0'0'267'0,"6"-1"-28"15,-6 1-25-15,4-3-25 0,-4 3-23 0,0 0-17 16,7 8-13-16,-5-1-16 0,-1 0-12 0,2 3-10 16,1 2-9-16,-3 5-10 0,-2 0-8 0,1 0-6 15,-3 3-9-15,-2-2-5 0,1-1-3 0,-1 0-5 16,-5 1-2-16,2-2-4 0,-2-2-1 0,1 2-3 15,2-7-5-15,0 1 1 0,1 0-2 0,2-5 2 16,1 1 3-16,-2-3 18 0,3 2 25 0,0-2 31 16,2-3 32-16,-1 4 0 0,1-4-9 0,0 0-16 15,13-15-11-15,-3 6-10 0,4-1-10 0,1-3-6 16,7-5-15-16,0-3-5 0,-2 3-4 16,2 1-2-16,-6 5-4 0,-1-2-7 0,-1 1 0 15,0 2 0-15,-5 0-2 0,-1 6 0 0,0-1 8 0,-4 3-11 16,1 0-16-16,-1 1-4 0,0-1-9 0,-4 3-25 15,4-4-25-15,-4 4-3 0,0 0 4 0,3 9 6 16,-3-3 3-16,-2 3-8 0,0 0-4 0,-1 4-13 16,2-1-3-16,-2 0-18 0,1 5-12 0,0-6-17 15,0 1-17-15,0 0-33 0,1-1-26 0,2-2-42 16,-2-4-251-16,2-2-518 0,2 0 230 0</inkml:trace>
  <inkml:trace contextRef="#ctx0" brushRef="#br0" timeOffset="47420.75">15985 7084 203 0,'5'-3'425'0,"-5"-4"-42"15,4 5-36-15,1 1-41 0,-5 1-31 16,4-3-30-16,-4 3-35 0,4-2-17 0,-4 2-33 0,0 0-16 16,5 13-13-16,0-3-19 0,-1 4-9 15,-3 6-7-15,3 6-20 0,0 0 12 0,-4 2-35 16,0 2-13-16,-8-1-22 0,-2-1-27 0,1-1-20 0,-4-1-25 15,-3 2-31-15,-2-5-29 0,-5 0-37 16,-4 1-41-16,-2-7-304 0,-1-4-537 0,2-2 238 16</inkml:trace>
  <inkml:trace contextRef="#ctx0" brushRef="#br0" timeOffset="47711.85">15594 6810 58 0,'-13'-6'228'16,"3"5"-21"-16,-3 1-17 0,-2 1-23 0,-3 3-12 15,0 3-19-15,-7 10-13 0,-1 4-20 0,-2 4-3 16,-4 17-8-16,-1 1-9 0,0 4-7 15,3 7-9-15,2-3-4 0,1-1-8 0,8 0-4 0,3-2-9 16,9-12 2-16,3-1-1 0,8 2-4 0,4-2-2 16,10-4 3-16,6 10-2 0,3-13-5 15,17 5 3-15,5-9-4 0,9-2-18 0,4-4-46 16,29-3-78-16,-28-10-259 0,3-5-399 0,26-3 177 0</inkml:trace>
  <inkml:trace contextRef="#ctx0" brushRef="#br0" timeOffset="48278.96">16669 7287 153 0,'0'-10'282'0,"-3"-2"-16"16,2 4-19-16,-3 1-19 0,0 1-24 0,-1-2-22 0,-5 1-19 16,-2 2-17-16,0 2-13 0,-8 0-14 15,-1 3-14-15,-9 3-12 0,-3 0-10 0,1 6-12 16,0-2-7-16,2 6-5 0,2-3-8 0,1 5-3 15,0-2-5-15,6 2-7 0,3-3-3 0,2 2-4 0,3 0-5 16,0 0-1-16,7-3-5 0,-2 4 1 0,7-5-1 16,-2 1 1-16,6-1 3 0,2 0-6 15,3-2 1-15,3-2-2 0,2-2-1 0,6-3-2 16,3-1 3-16,-3-2-2 0,11-6-2 0,0-1 0 16,-3-3 3-16,-3-1 8 0,2-3 8 0,-3-2 0 15,-4-7 11-15,1 3-1 0,-3-5 7 0,0-2 0 16,-1-16 1-16,0-2-1 0,-5 1 12 0,3 0-2 15,-7 10 22-15,2-10 11 0,-6 12 25 0,2 3 9 16,-1 3 14-16,-4 9 1 0,0 0-9 0,0 7 2 0,0 2-17 16,0 3-14-16,0 2-17 0,0 0-37 0,0 0-57 15,0 5-38-15,0 0 0 0,0 0 7 0,-10 17 5 16,1 7 7-16,0 1 3 0,-3 9 1 16,1 2-10-16,-2 9-19 0,1 2-10 0,5-11-10 0,-1 10-17 15,6-13-11-15,-1 2-20 0,-2-4-20 0,3 1-29 16,-2-3-33-16,1-5-32 0,2-6-49 15,0-3-222-15,1-6-549 0,0-1 244 0</inkml:trace>
  <inkml:trace contextRef="#ctx0" brushRef="#br0" timeOffset="48678.68">16850 7066 206 0,'4'-4'306'0,"0"1"-33"0,2 1-31 15,-2 2-23-15,-4 0-24 0,14 0-23 0,-5 4-17 16,5 3-13-16,2-1-19 0,-1 6-9 0,-5 2-12 16,8 7-8-16,-6 2-13 0,0 0-7 0,-8-3-7 15,1 3-8-15,-4 3-8 0,-2-1-6 0,-7 0-8 16,-2 0 0-16,1-8-5 0,-5 4-3 0,-6-1-4 16,2-7-1-16,1-2 6 0,-2-1-1 0,2 0 1 15,2-1 3-15,4-6 8 0,1 1 12 0,3-1 28 16,1 0 28-16,1-1 40 0,1-2 14 0,4 0-12 15,0 0-13-15,-4-9-20 0,8 3-6 0,6-9-24 16,4-2-7-16,9-3-13 0,1-4-12 0,15-9-23 0,-3-1-14 16,-6 11-1-16,2-1-8 0,-5-1 3 15,1 7-2-15,-8 3 0 0,-3 4 1 0,-7 3 6 16,-1 2-5-16,-1-1 4 0,-2 3-11 0,-2 0-23 16,1 2-6-16,-2 2-15 0,-3 0 0 0,-3 12-4 15,-2 1 11-15,-9 9 3 0,4 3 3 0,-8 4 5 16,3 1 0-16,-1 2 2 0,6-2 2 0,-2-2 3 15,6 4-2-15,9-6 4 0,2 2 1 0,10-6-45 16,9 0-81-16,25 2-139 0,7-9-356 0,35-1-683 0,-25-14 301 16</inkml:trace>
  <inkml:trace contextRef="#ctx0" brushRef="#br0" timeOffset="83005.14">3805 9353 13 0,'0'0'214'15,"3"-9"-6"-15,-3 6 4 0,0-2-4 0,3-2-6 16,-3 0-9-16,0 2-10 0,1-2-4 0,-1 0-5 16,3 1-3-16,-3-1-3 0,1 2-10 0,-1 1-11 15,2-1-10-15,-2 0-13 0,0 5-17 0,2-5-12 16,-2 5-12-16,0-2-10 0,0 2-29 0,0 0-38 16,0 0-35-16,0 0 0 0,0 0 1 0,-4 21 2 15,-1 2 4-15,-6 5 2 0,3 4 3 0,-7 14-1 16,1-2 2-16,-1 4 3 0,0-5-1 0,5-9 3 15,0 0-7-15,5 0 10 0,-3-2 0 0,3-4 1 16,-4 0 0-16,7-10 3 0,-5-3-3 0,7 4 2 16,-1-6-1-16,-2-2 0 0,2-4 4 0,1-1 3 15,0 1 6-15,0-4 7 0,-1 1 15 0,1-4 11 16,0 5 11-16,0-5 3 0,-3 3 7 0,3-3-22 16,0 0-40-16,0 0-38 0,4-17-36 0,1 5-42 15,-1-3-53-15,1-5-76 0,0-6-159 0,1-3-438 16,1 2 194-16</inkml:trace>
  <inkml:trace contextRef="#ctx0" brushRef="#br0" timeOffset="83229.38">3752 9225 88 0,'-1'-5'264'16,"0"0"-3"-16,-1 1-9 0,0 1-12 0,2 3-19 15,-1-5-7-15,1 5-32 0,-1-6-17 0,1 6-16 16,0 0-18-16,2-5-16 0,2 2-12 0,2 2-10 0,6-3-11 15,7 0-5-15,2 1-10 0,8 0-8 16,-1-4-9-16,4 7-17 0,-4-1-12 0,-5-1-8 16,-3 3-11-16,0-1-13 0,-1 0-19 0,-8 0-18 15,-2 1-26-15,0-1-24 0,-9 0-21 0,9 1-2 16,-9-1 10-16,7 5 3 0,-7-5-10 0,-2 7-66 0,2-7-126 16,-14 12-337-16,3-5 149 0</inkml:trace>
  <inkml:trace contextRef="#ctx0" brushRef="#br0" timeOffset="83579.27">3700 9907 126 0,'-3'3'215'0,"3"-3"-9"0,-3 1-7 0,3-1-17 15,-4 1-15-15,4-1-18 0,0 5-11 0,0-5-13 16,0 0-11-16,23-2-9 0,-1 2-4 16,7-4-8-16,6 0-4 0,3-1-4 0,1-2-10 0,0 5-5 15,-1-2-5-15,-1-3-7 0,-4 3-7 0,-4 0-5 16,-9 2-5-16,-1-1-5 0,-7 2 1 0,-1-2-6 15,-3 2-5-15,-2 1-2 0,1 0-6 16,-7 0-20-16,3-3-17 0,-3 3-23 0,0 0-9 0,0 0-24 16,-24 4-13-16,10-3-24 0,-5 2-18 0,6-3-44 15,-9 0-157-15,4 0-356 0,6 3 158 0</inkml:trace>
  <inkml:trace contextRef="#ctx0" brushRef="#br0" timeOffset="83927.79">3790 9665 256 0,'0'0'268'16,"-8"0"-17"-16,8 0-19 0,0 0-18 0,0 0-15 15,0 0-23-15,0 0-21 0,0 0-17 0,0 0-11 16,0 0-15-16,0 0-12 0,26 0-7 0,-6-4-8 16,2 2-8-16,7-1-12 0,3 1-5 0,0-1 1 15,-1 1-8-15,-3-1-5 0,-5 1-6 0,-7 2-5 16,2-3-5-16,-5 3-5 0,1-2 8 0,-5 2-7 16,-4 0-6-16,3 0 3 0,-2-2-1 0,-6 2-2 15,8-1 1-15,-8 1-2 0,0 0-4 0,4 0-3 16,-4 0-11-16,0 0-14 0,0 0-20 0,0 0-16 15,-22 0-19-15,22 0-27 0,-9 1-28 0,5 1-32 16,4-2-19-16,-5 2-37 0,1 1-165 0,4-3-404 16,0 0 179-16</inkml:trace>
  <inkml:trace contextRef="#ctx0" brushRef="#br0" timeOffset="84204.88">4785 9573 92 0,'0'0'271'0,"0"0"-27"16,5-1-22-16,-5 1-23 0,0 0-22 0,0 0-22 16,0 0-15-16,0 0-15 0,-14 13-13 0,8-5-10 15,-3 3-10-15,-4 1-14 0,1 4-8 0,-3-2-7 0,-2 5-4 16,5-3-5-16,-5 5-4 0,1-1-6 0,1 1-2 15,5-4-5-15,-6 4-3 0,5-4-13 16,0-5-16-16,2 4-11 0,-1-2-13 0,0-5-2 16,1 1-15-16,1-4-11 0,0-2-12 0,2 1-26 0,-2-3-35 15,8-2-52-15,-9-5-149 0,5-5-347 0,0-1 153 16</inkml:trace>
  <inkml:trace contextRef="#ctx0" brushRef="#br0" timeOffset="84497.9">4527 9629 81 0,'1'-19'239'0,"2"-1"31"0,-2 6 7 16,0-1 5-16,2 6 10 0,2-1 19 0,-4 0-5 15,-1 5-19-15,0-2-31 0,0 2-28 0,0 1-34 16,3 1-16-16,-3-1-33 0,0 4-16 0,0 0-30 16,0 0-24-16,10 6-13 0,-5 2-8 15,6 5-1-15,2 0-14 0,-1 4-8 0,7 7-3 0,0-2 3 16,-1 5-6-16,3-3-8 0,0 1 3 0,-4 1-1 16,3-4 3-16,-2 1-7 0,-1-3 2 15,-4-3-3-15,-2-2 3 0,-3 0-9 0,0-4 3 16,-1-4-6-16,-1 1 4 0,-2-1-2 0,0-2 2 0,-1 0 2 15,-1-3 0-15,1 3 1 0,-3-5 0 0,5 3 0 16,-5-3 5-16,0 0 6 0,4 7 8 0,-4-7 5 16,1 2 4-16,-1-2-14 0,0 0-2 0,4 3-14 15,-4-3 10-15,0 0-2 0,0 0-6 16,0 0-10-16,0 0-14 0,0 0-24 0,4 4-17 0,-4-4-26 16,0 0-30-16,0 0-38 0,0 0-38 0,0 0-49 15,0 0-60-15,0 0-261 0,0 0-602 0,0 0 266 16</inkml:trace>
  <inkml:trace contextRef="#ctx0" brushRef="#br0" timeOffset="84905.69">5317 9723 95 0,'-4'-5'256'0,"-3"1"-15"15,1 0-13-15,-2 0-14 0,-1-1-17 0,0 1-18 16,-3 4-18-16,-1-3-17 0,-1 3-18 0,-3 3-11 16,1-1-7-16,-1 3-16 0,-1 1-12 0,1 2-8 15,6-2-8-15,-4 2-7 0,-1 3-3 0,3 0-8 16,0 1-8-16,1-1 0 0,2 3-6 0,1-4-2 16,1 0-2-16,4 1-1 0,-1 0-6 0,0-2 1 15,4-2-6-15,-2-1 7 0,3-2-4 0,-2 1-1 16,0-3 7-16,2-2 12 0,5 5 12 0,-5-5 20 15,0 0-8-15,21-10 0 0,-10 5 5 0,1-2-2 16,2-5 6-16,3 2-18 0,-1-2-4 0,-2-2-5 0,4 4 1 16,-5 0-9-16,0-2-1 0,-3 5-1 15,-1 2-2-15,-4 2 0 0,-1-1-6 0,2-1-5 16,-2 3-7-16,1-1-6 0,-5 3-2 0,9 0 3 16,-2 3 5-16,-1-1-17 0,3 3 4 0,0 2 0 15,3 1-5-15,-1-1-27 0,3 4-24 0,1-3-29 0,-2 4-36 16,1 2-38-16,0-4-40 0,0 0-62 15,-5-4-217-15,0 1-516 0,1-3 228 0</inkml:trace>
  <inkml:trace contextRef="#ctx0" brushRef="#br0" timeOffset="85686.93">5636 9726 145 0,'4'-3'325'0,"-4"3"-27"0,0 0-25 15,1-2-25-15,-1 2-22 0,0 0-27 0,0 0-24 16,0 0-21-16,0 0-23 0,0 0-16 0,4 7-5 16,-4 0-16-16,-1 1-12 0,-3 2-6 15,0 2-9-15,3-1-9 0,-7 4 0 0,3 3-6 0,1-2-8 16,0-4-4-16,3 0-2 0,-3-1-8 0,4-3-3 16,-1 0-4-16,-2-3 3 0,2 0-4 0,1-5 7 15,0 7 34-15,0-7 13 0,0 0-7 16,0 0-7-16,0 0-5 0,19-17-1 0,-6 5 3 15,1 0-6-15,-1-2 1 0,-3 1 3 0,3-2-19 0,-3 1-1 16,0 1-2-16,-1 2-1 0,0 4 4 16,-1-1 1-16,-4 3-6 0,1-2 2 0,-1 2-5 0,-2 4-15 15,2-3-3-15,0 1-1 0,-4 3-6 16,6 0 0-16,-6 0-8 0,8 8-7 0,-3-3 1 0,0 4 2 16,1 2-1-16,0-2 3 0,0 8-6 0,-1-2-1 15,0 0 6-15,-1 1-1 0,1-4-1 0,-1 3-9 16,0-5 2-16,-3-1 0 0,3-2 6 15,-4-2 6-15,1 3 4 0,2-5 0 0,-3-3 27 0,1 5 38 16,-1-5 25-16,0 0-12 0,0 0-8 0,13-8-7 16,-12 0-7-16,7-1-6 0,-3-1-5 0,4-5-11 15,0 1-7-15,0-1-1 0,0 1 0 0,1-1 1 16,-4 4-13-16,1 3-1 0,-2-4 5 0,-1 9-4 16,0-5-3-16,0 4-2 0,0 1-11 0,-1-1-10 15,1-1-30-15,-3 4-23 0,-1 1-6 0,0 0 7 16,0 0-5-16,19 4-8 0,-14 1-9 0,3-1-5 15,1 1-9-15,1 5-2 0,0-1-8 0,2-3-4 16,-2 2-6-16,0-2 0 0,2 1 5 0,-2 0 2 16,3-4 4-16,0-1-2 0,-2-1 3 0,2 0-5 15,2-5 14-15,-2 1-1 0,2-3 9 0,0-3 19 16,-2-4-1-16,-1 2 17 0,1-3 16 0,-4 0 17 16,1-3 19-16,0 0 13 0,-4 0 19 0,6-7 34 0,-4 7 27 15,-2-2 24-15,-1 3 12 0,-1-2 12 16,0 2-1-16,-3 5 7 0,3-1 4 0,-4 3-11 15,3 3-4-15,-3-1-5 0,0 2-34 0,1 0 0 16,0 3-19-16,-1-3-38 0,0 5-42 0,0 0-37 0,0 0 4 16,0 0 13-16,-1 18-10 0,-3-6 6 15,0 7-1-15,0 11 4 0,2 2 12 0,-6 0-6 16,-1 1 3-16,4 3-1 0,-3 11 5 0,3-13-1 16,-4 12 5-16,6-15 0 0,0 0-1 0,-1-3-1 15,4-2 5-15,0-9 1 0,-2 0 4 0,2-5 1 0,-3-3-3 16,3-1 4-16,-1-2-3 0,-1 1 6 15,2-3 15-15,-1 0-13 0,1-4 6 0,0 0-36 16,0 0-61-16,0 0-36 0,-9-15-36 0,8 5-59 16,1-1-85-16,1-7-164 0,4-7-504 0,0 5 223 0</inkml:trace>
  <inkml:trace contextRef="#ctx0" brushRef="#br0" timeOffset="86222.66">6320 9705 79 0,'0'0'276'15,"1"-6"-23"-15,-1 6-24 0,0-2-26 0,0 2-26 16,0 0-16-16,6-3-14 0,-6 3-17 0,17 5-9 16,-5-3-6-16,1 2-11 0,4 2-10 15,2-2-6-15,-1 4-9 0,0-3-4 0,-3 3-8 0,-2-4-10 16,0 1-6-16,-4 3-13 0,0-4-6 0,-1 5-7 16,-6-4-4-16,3-4-6 0,-2 5 6 0,-6 0 1 15,-2-3-2-15,-5 1-2 0,-7 5 3 0,-2-5-2 16,-12 2-3-16,-2 1-1 0,0-3-2 0,-4 0-1 15,-1-2-1-15,3 3-3 0,7-4 0 0,6 1 1 16,6-2 2-16,4 0-5 0,3 2-1 0,1-2-3 16,3 0-2-16,5 0 0 0,-6 1-10 0,6-1-16 15,0 0-7-15,27-3-2 0,2 0-19 0,8-1-11 16,3 1-10-16,12-4-14 0,-1 0 0 0,1-1-6 16,0 0 11-16,-2-4 4 0,-3-4 8 0,-11 3 9 15,-2-1 4-15,-3-3 5 0,-3-2 9 0,-2-2 16 16,-7-2 15-16,-4 0 23 0,-2 0 12 0,-5-4 25 15,-3 4 29-15,-3-3 24 0,-3 6 16 0,0-4 11 16,-3 4 12-16,1 3 20 0,1 0 6 0,-2 1-7 16,0 3 13-16,0 3-19 0,-2 2-21 0,5 0-11 15,-2 3-16-15,2 1-10 0,-1-1-14 0,2 2-32 16,0 3-40-16,0 0-15 0,0 0-4 0,0 0 5 16,-9 17-5-16,7 0 4 0,-4 9-3 0,1 4 1 15,1 4 1-15,0-1 1 0,1 2-2 0,1 0 0 16,-5 2 7-16,7-4 0 0,0-1 0 0,-1-3 1 15,1-1-1-15,0-10 3 0,0 1-2 0,0-2 3 16,0-7 1-16,-1 0-9 0,1-1-18 0,0-3-13 16,-4-2-5-16,8 3-9 0,-4-5-8 0,0 3-12 15,1-2-10-15,-1-3-41 0,0 0-67 0,8 2-74 16,-8-2-192-16,0 0-494 0,25-5 218 0</inkml:trace>
  <inkml:trace contextRef="#ctx0" brushRef="#br0" timeOffset="86623.14">6864 9874 205 0,'0'0'208'0,"0"0"-1"0,0 0 2 0,0 0-2 16,3 2 4-16,-3-2-14 0,0 0-7 0,0 0-3 15,0 0-4-15,0 0-10 0,6 0-14 16,-6 0-9-16,11-3-12 0,1 1-14 0,2-3-16 16,-1 0-8-16,7 0 4 0,1-1-23 0,4-5-8 0,-3 5-8 15,6-6-5-15,0 1-6 0,-2 1-6 0,-2-1-9 16,-5 0 0-16,3 2-1 0,-8 0-7 15,3-3-3-15,-3 3-2 0,-4 1 0 0,-3 0-4 16,0 0-1-16,-3 3 1 0,-3-3-3 0,0 0-5 16,-4 3-2-16,-1 1-4 0,-5-1 1 0,-5 1-1 0,-4 3-3 15,-4 1-7-15,2 3-2 0,-11 2 3 0,4 5 6 16,-1 1-13-16,2 0 0 0,2 6 4 16,1-1-7-16,2 5 13 0,1-1-10 0,5 6 0 15,3-3 0-15,7-4 1 0,5 5 3 0,4-7-1 0,5 7 5 16,9-3 5-16,4-1-5 0,7-2 3 0,4-5 6 15,17 4-2-15,4-5 5 0,-2-4 20 16,2 0 0-16,2-4 11 0,-5-4 11 0,-15 1 4 16,-1-1 12-16,-7-1 15 0,-11 1 31 0,-5 0 10 0,-2-3 16 15,2 3 3-15,-8 0-4 0,2-1-7 0,-1 0-23 16,-5 1-26-16,0 0-70 0,0 0-87 0,0 0-84 16,-27-10-65-16,0 8-82 0,-7 4-136 15,2-2-224-15,0 4-716 0,4-3 317 0</inkml:trace>
  <inkml:trace contextRef="#ctx0" brushRef="#br0" timeOffset="87653.23">3551 10600 148 0,'-4'-3'189'16,"4"3"-3"-16,0 0-15 0,-4 0-14 0,4 0-17 16,0 0-13-16,0 0-12 0,0 0-14 0,0 0-9 15,0 0-15-15,0 0-4 0,0 0-8 0,0 0-8 16,0 0-8-16,0 0-4 0,0 0-4 0,0 0-8 16,-5-3 0-16,5 3-6 0,0 0 1 0,0 0-4 15,0 0-3-15,0 0-1 0,13 7 4 0,-8-6 1 16,1-1-4-16,7 3 2 0,-2-2 2 0,11 0 5 15,5 1 2-15,6-2 4 0,19 1-3 0,6-1 2 16,39-1-1-16,-2-2 9 0,12-6 1 0,9 8-1 16,20-7 1-16,3 5 1 0,9-3 0 0,6 1-8 15,8-5-5-15,9 3 3 0,2-2-5 0,-2 3-3 16,-5-1-2-16,-5 1-2 0,-2 1 0 0,-11 0-4 16,-9 0-1-16,-15 1-2 0,-13-1 0 0,-9 1-1 15,-11 1-2-15,-27 0 1 0,-5 1-2 0,2-1-1 16,-6 1-1-16,-18 0 0 0,-2 1-2 0,-15 0 5 15,3 1 11-15,-10 0 5 0,1-1 15 0,-4-1 9 0,-1 2 1 16,-1 0 0-16,-2-1-6 0,0 1-5 16,-6 0-4-16,0 0-8 0,12 0 1 0,-7-2-3 15,-5 2-3-15,0 0-7 0,0 0 1 0,8 2-3 0,-8-2-2 16,0 0-3-16,0 0 2 0,0 0-7 16,0 0 3-16,6 0 0 0,-6 0-2 0,0 0 0 0,0 0-8 15,0 0-7-15,0 0-17 0,0 0-18 0,0 0-19 16,0 0-21-16,0 0-28 0,0 0-27 0,0 0-36 15,4 3-25-15,-4-3-272 0,0 0-510 0,0 0 226 16</inkml:trace>
  <inkml:trace contextRef="#ctx0" brushRef="#br0" timeOffset="88350.26">8146 9718 43 0,'0'0'358'0,"-5"-3"-37"0,5 3-36 0,-4-1-23 0,4 1-29 16,0 0-22-16,-3-3-22 0,3 3-25 15,0 0-31-15,0 0-52 0,0 0-64 0,0 0-79 0,0 0-55 16,-6 8 13-16,4-1-37 0,-1 2-172 0,-2 0-337 16,1 2 149-16</inkml:trace>
  <inkml:trace contextRef="#ctx0" brushRef="#br0" timeOffset="88503.51">8097 10224 16 0,'0'4'274'15,"1"1"-18"-15,1-2-11 0,-1 0 3 0,-1-3-4 16,0 4-3-16,0-4-21 0,2 2-19 0,-2-2-23 16,0 0-32-16,0 0-53 0,12-2-55 0,-12 2-56 15,14-3-71-15,-4-1-101 0,4-1-161 0,-1 0-379 16,-3 1 167-16</inkml:trace>
  <inkml:trace contextRef="#ctx0" brushRef="#br0" timeOffset="88850.63">8716 10094 51 0,'0'0'228'0,"0"0"-6"16,0 0-5-16,0 0-10 0,0 0-6 0,0 0-9 15,0 0-9-15,0 0-16 0,0 0-17 0,0 0-15 16,0 0-13-16,0 0-11 0,0 0-12 0,0 0-10 15,0 0-6-15,21-7-15 0,-3 6 0 0,3-1-9 16,0 0-3-16,2-1-11 0,-1 2-5 0,-3-1-1 16,4 0-7-16,-6 2 1 0,2-2-4 0,-6 2-5 15,-2 0 3-15,-3-1-18 0,2-1-19 0,-5 2-30 16,2 0-30-16,-7 0-52 0,0 0-86 0,0 0-215 16,0 0-458-16,0 0 203 0</inkml:trace>
  <inkml:trace contextRef="#ctx0" brushRef="#br0" timeOffset="95220.8">11054 10000 105 0,'0'0'154'16,"0"-6"-15"-16,0 1-5 0,-1 1-8 0,1 0 4 16,0 4-9-16,0-5-1 0,0 5-1 0,1-6-2 15,-1 3-6-15,0 3-1 0,-1-5-7 0,1 5-5 16,-3-6-3-16,3 6-8 0,0-3-8 0,0 3-7 16,0 0-11-16,0 0-6 0,0-4-4 0,0 4-6 15,0 0-8-15,0 0-17 0,0 0-34 0,0 0-4 16,0 0 3-16,-5 16-3 0,1-3 1 0,-6 14 6 15,2 4 0-15,-5 17-5 0,-3 0 8 0,3 6-1 16,-3 4 2-16,-4 0-1 0,0-3 8 0,1 1-6 16,2-2-2-16,1-5 2 0,0-4-3 0,5-9 5 15,2 10 5-15,0-15-1 0,-3-4 2 0,6 2 0 16,2-4 2-16,-1-8-2 0,1-6-1 0,0 0 16 16,-2 0 1-16,3-4 10 0,2 0 14 0,-1-2 26 0,0 0 17 15,1-2 7-15,-3 0-7 0,4-3-8 16,0 0-9-16,-16-9-6 0,9 2-7 0,-1-2-4 15,1-1-1-15,-2-1-5 0,1 0-1 0,3 0-4 16,-1 1-6-16,-1 0-3 0,1 2-2 0,2 1-3 0,0 4-5 16,2-2-1-16,-2-1 1 0,3 5-6 0,-2-3-4 15,3 4-22-15,-3-3-29 0,1 0-38 0,2 3-45 16,-4-4-45-16,4 4-39 0,0 0-231 0,0 0-474 16,0 0 210-16</inkml:trace>
  <inkml:trace contextRef="#ctx0" brushRef="#br0" timeOffset="95618.16">10654 10476 191 0,'0'0'194'0,"-5"-2"-8"0,5 2-8 0,0 0-13 0,0 0-12 16,0 0-16-16,0 0-12 0,0 0-15 0,0 0-11 15,0 0-13-15,0 0-6 0,0 0-5 0,25-3-9 16,-10 0-11-16,5-1-3 0,9 1-6 0,3-2-3 15,5-1-4-15,3 2-3 0,-2-3-5 16,-1 3 2-16,0-1-5 0,-2 3-4 0,-3-1-6 0,-4-1 1 16,-6 1-2-16,-6 3-2 0,-2 0-2 0,-3-3-6 15,-5 3-3-15,2-1-6 0,-2 1-6 0,-6 0-2 16,8 0-14-16,-8 0-3 0,0 0-6 0,0 0-18 16,0 0-27-16,-13 8-30 0,3-5-45 0,-2 0-153 15,1-2-330-15,-3 0 146 0</inkml:trace>
  <inkml:trace contextRef="#ctx0" brushRef="#br0" timeOffset="96102.09">11501 10321 26 0,'4'-2'207'0,"-4"2"-20"0,13 0-23 16,-3-1-18-16,0 1-14 0,-1 3-13 0,3 0-14 15,-1 1-13-15,1 1-11 0,-1 1-6 16,0 0-10-16,-1 4-14 0,-3 1-5 0,1 0-5 0,-1 3-4 16,-1 2-1-16,-2 0-6 0,-2 1-1 0,-2-1-5 15,-9 0-4-15,0 0-1 0,-1-1-2 0,-3 1 5 16,-1-3-3-16,-1-2 0 0,0 1 4 15,-1-5 1-15,5 1 0 0,2-3 2 0,-1-1 16 0,2-1 23 16,4 2 25-16,-1-4 27 0,1 1 12 0,4-2 7 16,0 0-14-16,0 0-12 0,-4-11-11 0,12 2-12 15,1-3-4-15,10-7-14 0,-1-1-7 0,1 2-8 16,4 0-3-16,-1 2-6 0,2-4-8 0,-6 6-5 16,-4 2 1-16,4 1-4 0,-4 0-7 0,3 3-3 15,-7 1 0-15,-1 2-5 0,-2 0 3 0,0 0-9 16,-2 2-3-16,-1 1-8 0,0 0-8 0,2 1-14 15,-6 1-1-15,0 0-3 0,0 0 4 0,9 3-2 16,-6 2-7-16,-2 0-1 0,1 0 1 0,-2 6 5 16,0-2 2-16,3 2-9 0,-2-3-5 0,2 2-3 15,-3-1-11-15,1 1-13 0,3-2-14 0,-3-1-9 16,0 2-14-16,1-4-19 0,1 3-49 0,-1-3-224 16,0-1-429-16,1-3 190 0</inkml:trace>
  <inkml:trace contextRef="#ctx0" brushRef="#br0" timeOffset="96320.9">12071 10212 254 0,'0'0'274'0,"3"-2"-30"16,-3 2-25-16,4-3-29 0,-4 3-20 0,0 0-17 15,9 7-18-15,-3 1-12 0,4-3-13 0,0 8-11 16,3 3-7-16,1-1-12 0,-1 10-8 0,-3-2-7 15,3 1-4-15,-5 2-6 0,-3 1-5 16,-4 0-6-16,-2 0-12 0,-7-1-5 0,-2 1-11 0,-5-2-9 16,-6 3-23-16,-14 5-38 0,6-8-46 0,-13 4-70 15,-5-7-202-15,-3-4-403 0,-2-5 178 0</inkml:trace>
  <inkml:trace contextRef="#ctx0" brushRef="#br0" timeOffset="96654.61">11552 10108 131 0,'-5'-2'181'0,"2"-3"-20"16,-3 4-18-16,2 0-13 0,4 1-14 0,-10 2-16 16,0 5-8-16,1 2-9 0,0 1-6 0,-6 12-10 15,-2 1-8-15,-1 7-6 0,4 4-5 0,-6 9-4 16,1 2-2-16,5 0-5 0,5-11-5 0,0-2-5 16,6 2 0-16,4-2-5 0,1 1-1 0,4-4 0 15,4 2-2-15,3-3-2 0,6 0 2 0,4-1 2 16,8-5-4-16,2-4 2 0,12 4-33 0,5-7-69 15,-15-8-206-15,24-4-311 0,-6-3 138 0</inkml:trace>
  <inkml:trace contextRef="#ctx0" brushRef="#br0" timeOffset="97161.33">12883 10462 104 0,'0'0'298'0,"0"0"-8"16,0 0-14-16,0 0-17 0,0 0-25 0,0 0-20 15,0 0-24-15,0 0-20 0,0 0-19 0,0 0-24 16,16-6-31-16,-4 4-36 0,8-1-40 0,0 1-60 15,10-1-67-15,-1 1-98 0,-3-5-152 0,3 2-385 16,-10 2 170-16</inkml:trace>
  <inkml:trace contextRef="#ctx0" brushRef="#br0" timeOffset="97303.24">12920 10577 123 0,'-7'2'232'0,"5"-1"-24"0,2-1-19 15,-1 2-16-15,1-2-13 0,19 0-12 0,2 0-18 16,15-2-12-16,1 1-31 0,18 0-72 0,4-6-98 0,-21 1-167 16,2 2-272-16,-2-1 121 0</inkml:trace>
  <inkml:trace contextRef="#ctx0" brushRef="#br0" timeOffset="98703.29">15103 9885 64 0,'0'0'242'0,"-5"-3"-13"16,5 3-14-16,0 0-15 0,0 0-11 0,0 0-16 15,0 0-13-15,0 0-18 0,0 0-13 0,0 0-12 16,0 0-9-16,0 0-14 0,0 0-9 0,0 0-11 16,0 0-7-16,0 0-7 0,0 0-6 0,0 0-7 15,0 0-5-15,0 0-3 0,0 0-4 0,0 0-3 16,0 0-3-16,0 0-1 0,13-4-9 0,-8 4-3 15,2-2 0-15,4-1-8 0,-2-1-2 0,8-1-3 0,-3 2 1 16,1-4-1-16,-2 2 0 0,-3-2-1 0,3 3 2 16,-3-1 0-16,-4 2-1 0,2-1 5 15,-2 0 6-15,-2 3 2 0,1-2-1 0,-2 2-2 0,-3 1-6 16,0 0-1-16,0 0 4 0,0 0-6 16,-22 3 1-16,6 5-4 0,-10 2 1 0,-2 4-5 15,1 0-1-15,4 5-4 0,-4 2 0 0,7-1 3 16,-1 4-2-16,2-4 2 0,4 2-3 0,6-5 3 0,0 0-2 15,3 0 7-15,3 0-5 0,3 0 5 0,8 1-1 16,2-2 0-16,3 0 0 0,12 1 4 0,3-2-21 16,6-6-39-16,5-1-47 0,18-6-67 0,-4-4-235 15,1-2-438-15,-2-4 194 0</inkml:trace>
  <inkml:trace contextRef="#ctx0" brushRef="#br0" timeOffset="99170.08">15841 9825 161 0,'4'-4'210'0,"2"1"-23"0,0 2-17 0,3-1-18 0,-1 0-13 16,4-1-17-16,1 3-14 0,-1 1-9 15,2 3-11-15,1-1-11 0,3 4-6 0,-7 0-9 16,5 3-5-16,-2 2-6 0,-1 2-6 0,1-1-2 0,-5 4-7 16,-4 2 3-16,3 0-10 0,-8 1 4 0,-3 5-5 15,-7 0 0-15,1 0-3 0,0-7 3 0,-7 5 1 16,5-6-4-16,-3-2 5 0,3-2 3 0,0-4 0 16,3 0 4-16,1-2 5 0,2-2 17 0,0-1 23 15,2-1 27-15,-2 0 34 0,3 0 36 0,2-3 8 16,0 0-23-16,-5-9-17 0,9 0-16 0,3-2-14 15,2-5-15-15,8-10 2 0,3-3-27 0,4 2-13 16,11-7-6-16,-11 10-11 0,3 0 4 0,-2 0-13 16,-3 4 7-16,0 3-13 0,-6 3-4 0,-3 2-3 15,-4 5-4-15,1 0-4 0,-2 1-8 0,-4 2-4 16,1 1-16-16,-1 1-29 0,1 0-16 0,-5 2 5 16,0 0 2-16,9 10 8 0,-8-3 1 0,2 4 6 15,-2 2 3-15,-1 3-4 0,1 5 1 0,2 5 3 16,1 2 6-16,-3-5 1 0,3-4 3 0,0 2-22 15,1-5-8-15,0 0-24 0,0 1-26 0,0-3-24 16,3 1-29-16,-3-4-51 0,3-3-309 0,-2-3-557 16,1-3 248-16</inkml:trace>
  <inkml:trace contextRef="#ctx0" brushRef="#br0" timeOffset="99574.4">16458 9549 123 0,'1'-2'237'0,"3"-1"-20"16,-1 1-21-16,0-1-21 0,-3 3-19 0,9 0-6 15,-9 0-26-15,13 5-13 0,-4-2-12 0,-1 5-11 16,-2 1-7-16,1 3-11 0,-2 2-5 0,-3 3-9 15,2 1-4-15,-4 1-6 0,-5 2-1 0,-1-1-7 16,-2 2-1-16,-5 2-3 0,4-8-3 0,0-1-1 16,0 0-1-16,2-3-5 0,0-1 1 0,2-5-2 15,1 1-1-15,3-2 0 0,-3 0 7 0,2-2 19 16,0 1 20-16,2-1 14 0,0-3 10 0,4 2 3 0,6 1-4 16,4-3-7-16,7-3-5 0,6 1-5 15,1 1-9-15,-7 1-7 0,1-4-4 0,0 4-8 16,6-3-2-16,-7 1-8 0,-5 1-2 0,3 1-2 15,-1-1-5-15,-9 2-3 0,0-2-2 0,-2 1-6 0,-7 0 3 16,12 0-9-16,-8-1-27 0,-4 1-40 16,8 1-49-16,-8-1-55 0,2 4 17 0,-3 1-15 15,1 0-67-15,-2-1-236 0,-1 1-499 0,0-2 222 16</inkml:trace>
  <inkml:trace contextRef="#ctx0" brushRef="#br0" timeOffset="100968.51">18926 9648 31 0,'-2'-7'174'0,"2"7"-13"16,0 0-15-16,-4-4-14 0,4 4-11 0,-3-1-14 16,3 1-14-16,0 0-5 0,-16 3-7 0,9 1-8 15,-4 3-5-15,0-1-8 0,-6 6-7 0,-1 0-3 16,0 1-6-16,3 0-6 0,-4 7-1 0,-3-2-8 15,11-1-2-15,-2-1 0 0,3 2-6 0,-1-3-4 16,4 2 5-16,-1-1-10 0,4-3 1 0,3-1 1 16,-2 1-5-16,5-1 4 0,-1 2-2 0,3-2 6 15,2-5 27-15,3 3 12 0,1-7 12 0,3 1 5 16,8 1-3-16,0-8-4 0,9-1 1 0,-1-1-9 16,-1-9 0-16,-3 6-3 0,-1-4 2 0,-1-5-7 15,1 1-2-15,-6-3-5 0,1 1-3 0,-5 3-5 16,-4-1-4-16,-2 1 9 0,-3 1 1 0,-1 2-4 0,-3 2-15 15,-1-3-1-15,-1 2-4 0,-5 3 0 16,-1-1-6-16,-2 1-5 0,-5 1 1 0,3 3-4 16,-7-1-1-16,1 2-17 0,2 3-16 0,2 0-16 15,-5 3-27-15,4-1-23 0,4 3-30 0,0 0-26 16,2 2-25-16,-1-1-191 0,8-1-399 0,2 2 177 16</inkml:trace>
  <inkml:trace contextRef="#ctx0" brushRef="#br0" timeOffset="101468.27">19710 9544 125 0,'1'-4'274'0,"2"2"-22"0,-3 2-19 15,5-3-21-15,-5 3-22 0,2-3-21 0,-2 3-19 16,3-2-18-16,-3 2-17 0,0 0-24 0,0 0-11 16,0 0-10-16,-9 9-8 0,0-1-6 0,0 2-3 15,-6 3-6-15,-8 5-7 0,0-1-4 0,1 2 4 16,-2 1-11-16,1 1-6 0,0-4-3 0,0 0 0 16,1-2 0-16,8-3-6 0,-4 1 0 0,5 0-1 15,1-3-2-15,4-1 2 0,-1-2-8 0,4 1-2 16,0-5 3-16,0 3-1 0,2-1-1 0,1-2 2 15,-1 0-4-15,2 2 1 0,1-1-5 0,1 2 7 16,2-1 1-16,3 1-2 0,2 0 0 0,1 3-3 16,0 0-2-16,7 1 4 0,0 2-3 0,0 3 1 15,1-2 3-15,3 5-1 0,1 1 1 0,-2-3-1 16,-3 0-1-16,3 3 1 0,-4-6-3 0,-4 1 0 16,3-4-1-16,-5-1 3 0,1-1-1 0,-1-1-1 15,-5-2 2-15,1-1-1 0,0 1 5 0,-1-2 5 16,1 1 18-16,-4-2 15 0,2 1 9 0,1 0 14 0,-4-3 1 15,3 2 3-15,-3-2-6 0,2 3-5 16,-2-3-4-16,0 0-5 0,0 0-7 0,5 2-5 16,-5-2-18-16,0 0-33 0,0 0-41 0,9-5-32 15,-4 0-29-15,0 3-31 0,2 0-44 0,-1-1-70 16,-2 1-160-16,5-4-453 0,-1 4 201 0</inkml:trace>
  <inkml:trace contextRef="#ctx0" brushRef="#br0" timeOffset="102074.45">20114 9667 90 0,'0'0'251'0,"2"-7"-25"0,0 5-26 0,0 0-17 15,2-1-14-15,-4 3-19 0,9-2-17 0,-4 1-15 16,4 1-14-16,-9 0-14 0,14 3-3 0,-9 0-14 16,9 2-10-16,-1 2-5 0,-3 1-6 0,-2 1-5 15,1 0-5-15,-1 3-2 0,0 1-6 0,-2 3-6 16,-4 1 3-16,-1-2-8 0,-1 2 2 0,-3 0 0 16,-4 0-5-16,0 0 2 0,-1-2-2 0,-2 0-4 15,-2 1 2-15,3-4-2 0,0 2 0 0,3-6 1 16,1 1-2-16,0-4 2 0,1 2 2 0,0-4 2 15,0 2 20-15,4 0 22 0,-1-3 29 0,-2 3 29 16,3-5 16-16,0 0-12 0,0 0-11 0,9-11-13 16,0 3-14-16,9-5-5 0,6-4-5 0,1 0-13 15,0-1-10-15,2 0-8 0,1-3-5 0,0 5-10 16,-2-1-11-16,-3 3-6 0,-8 0-2 0,2 7-1 16,-7-1 1-16,-1 4-4 0,-1-2-9 0,-2 2-18 15,-1 1-19-15,-1 3-15 0,0-1-8 0,-4 1 3 16,0 0 7-16,6 5 1 0,-3-1 5 0,-3 3 7 15,-3 4 4-15,2-1 16 0,-3 3-10 0,3-1 2 16,1 2-12-16,-3 1 0 0,3 2-9 0,0 0-13 16,3 0-6-16,-1-3-20 0,1 3-19 0,3-7-40 15,1 4-66-15,-2-11-222 0,4 6-469 0,3-7 208 0</inkml:trace>
  <inkml:trace contextRef="#ctx0" brushRef="#br0" timeOffset="102516.72">21151 9578 214 0,'4'-2'262'16,"0"-2"-18"-16,-3 1-22 0,-1 3-25 0,4-5-16 15,-1 2-22-15,-3 3-19 0,0 0-19 0,7 0-14 16,-7 0-9-16,0 0-9 0,-10 9-12 0,5-1-11 15,-3 1-5-15,-7 6-4 0,-4 4-8 0,-3-1-3 16,-3-1-6-16,-2 4-1 0,0-1-5 0,-4-2-3 16,3 2-6-16,3-1-1 0,-1-4-6 0,3 3 4 15,3-2-8-15,4-4 1 0,1-2-3 0,6-2-2 16,1-1 1-16,1 0-5 0,0-2-2 0,2-1-7 16,4 1 8-16,-3-2 0 0,0 1-2 0,4 0-1 15,0 0 4-15,0 1-1 0,0 0-1 0,4-1 5 16,3 5 10-16,0-1 4 0,3 2 3 0,3 0 5 0,4 2-4 15,-3 3-1-15,5 3 0 0,2-2-1 16,-5-3-2-16,2 0 1 0,-3-3 1 0,0 4-10 16,2-3 8-16,-3 0-7 0,-4-2 1 0,-2-4-8 15,2 2 4-15,-2-1 1 0,-3-2-5 0,0 0 6 0,-1 1-4 16,1-2 0-16,-1 0 5 0,0-3-1 0,-4 0-7 16,5 4-8-16,-5-4-5 0,1 1-21 0,-1-1-10 15,4 4-26-15,-4-4-77 0,0 0-95 16,0-9-216-16,4 4-487 0,-1-1 216 0</inkml:trace>
  <inkml:trace contextRef="#ctx0" brushRef="#br0" timeOffset="103086.19">21617 9718 16 0,'2'-4'250'0,"-2"4"-19"0,5-4-20 0,-1 3-20 0,4-1-11 16,-1 1-18-16,5 0-15 0,-1 1-12 0,2 0-14 16,1 1-11-16,2 2-12 0,0 2-13 0,1-1-7 15,-3 1-9-15,0 3-7 0,-3-3-7 0,0 3-10 16,-4 2-9-16,0 1-1 0,-3-4-7 0,-1 7 0 15,-4-2-4-15,-4 1 0 0,-1 3-9 0,-5-1 3 16,-1 0-6-16,-1-4-1 0,-1 2-2 0,0-1 0 16,2-3-1-16,2-4 0 0,2 2-1 0,2 0-5 15,-2-2 0-15,3 2-7 0,4-3-1 0,-3 2 1 16,3 1 1-16,2-3 3 0,3 4 0 0,2 0-2 16,7 2 0-16,2 2 0 0,1 0 2 0,1-1-1 15,4 5 3-15,1 0-4 0,-2 2 1 0,-6-4 9 16,7 6-6-16,-5-2 1 0,-2-3-2 0,-5 0-1 15,-1 2 1-15,-2-3-1 0,-3-2 2 0,-2 1 3 16,-5-2 5-16,-2-1 2 0,-7 5 0 0,-6-5-3 16,-8 2 1-16,-7 0-1 0,-15 0-28 0,-6-1-59 15,0-6-110-15,-4-2-189 0,-1-7-409 0,0-2 182 16</inkml:trace>
  <inkml:trace contextRef="#ctx0" brushRef="#br0" timeOffset="105835.05">15572 11367 95 0,'0'0'108'0,"-3"-3"-7"15,3 3-4-15,-7-2-11 0,7 2-5 0,0 0-10 16,0 0-6-16,-14 5-9 0,6-5 4 0,-1 5-13 15,-2 2-1-15,-2 4-6 0,-1 1 1 0,0 3-6 16,-4 4-4-16,4 5-1 0,-2 1-4 0,0-2-3 16,1 3 0-16,3-2-9 0,3-1 3 0,3-3 0 15,5-3-3-15,-3 0-1 0,4-1-3 0,4 0 7 0,1-4-2 16,1-2 27-16,7 2 9 0,6-3 17 16,8-2 1-16,10-5-4 0,14-2-4 0,3-5-8 15,1-4-3-15,-3-7-9 0,-1-1-2 0,-6-5-4 16,-17 4-2-16,3-6-2 0,-7 2-7 0,-2-1 4 0,-4-5 2 15,0 0 1-15,-8 0-5 0,-6 3 1 0,-2 1 2 16,-3 4-7-16,-4 3 0 0,-4 0-5 16,-5 1-3-16,-8 3-5 0,-11 2-11 0,0 5-16 0,-7 6-26 15,-12 5-33-15,12-3-49 0,-12 8-196 0,17-3-349 16,3 6 156-16</inkml:trace>
  <inkml:trace contextRef="#ctx0" brushRef="#br0" timeOffset="106802.8">19085 11414 10 0,'-1'-4'169'0,"-2"1"-21"15,3 3-11-15,-10-4-16 0,5 4-9 0,-7 0-8 16,1 2-12-16,-6 5-5 0,-2 0-12 0,-6 8-6 16,2-1-7-16,-2 3-4 0,1 3-14 0,5 0-2 15,0 4 0-15,1-3-12 0,6-4 1 0,2 1-4 16,0 4-5-16,4-4 2 0,2-1-6 0,4 0-3 15,2-1-4-15,2-3 7 0,1 0-3 0,3-4 2 16,3 0 11-16,2-1 16 0,6-1 12 0,1-5 6 16,0-2-2-16,2-4 6 0,4-3-3 0,-6 0 2 15,-2-3 3-15,-2-2-1 0,-1-3-2 16,-2 1-10-16,1-6-6 0,-6-3-4 0,0 4-6 0,-7-1-1 16,-1-5-5-16,0 7-5 0,-4-2-5 0,-4 3-1 15,-1 3-5-15,-2-1-8 0,-2 7-1 0,-3-3-5 16,3 7-3-16,-4-1-5 0,4 3-6 0,-3-1-18 15,3 4-15-15,3 1-28 0,0 0-18 0,1 5-14 16,2-1-7-16,2 4-12 0,5-1-25 0,3 2-165 16,3-2-339-16,4 0 150 0</inkml:trace>
  <inkml:trace contextRef="#ctx0" brushRef="#br0" timeOffset="107735.05">19456 11272 33 0,'2'-12'303'0,"2"3"-16"0,-3 0-12 16,2 2-20-16,-2 2-32 0,3 1-24 0,-4 0-24 15,0-1-22-15,0 5-27 0,5-3-18 0,-5 3-12 16,0 0-9-16,5 17-11 0,-1-5-9 0,-4 5-6 16,1 9-5-16,-2 2-7 0,1 2-5 0,-2 2-6 15,-5 4-1-15,3 9-5 0,1-10-2 0,-4-1 3 16,5 0-7-16,0-1-4 0,-2-4 4 0,3-4-9 15,-3 1-1-15,0-9-1 0,1-2-1 0,0-5 1 16,1 1-2-16,0-3-2 0,2-3 3 0,-1 0 4 16,0-1 5-16,0-1 12 0,1-3-2 0,0 0-4 15,0 0-4-15,0 0-1 0,-12-11-16 0,7 2-8 16,0-3-15-16,-2-2-9 0,0-3-6 0,-1-1-6 16,-3 1-1-16,2 1 1 0,-3 2 4 0,1-1 2 15,-1 3 3-15,-2-2 9 0,4 1-5 0,-2 6 5 16,2-2 3-16,1 3 1 0,4 2 1 0,-3-3 3 15,2 4-1-15,2-1 2 0,-1 1-2 0,1 0 0 16,4 3-4-16,0-3 2 0,0 3-3 0,0 0-9 16,19-2-13-16,-1 1-21 0,5-2-18 0,7 1-15 15,0-1-18-15,5 1-14 0,1-3 6 0,-2 0-4 16,-2-1 4-16,1 0 7 0,-2-5 11 0,-2 2 8 0,1-2 8 16,-5-1 21-16,0 0 9 0,0 0 33 15,-6 1 28-15,-1 0 30 0,-4 0 38 0,0 2 30 16,-1 0 20-16,-4 2 26 0,-1-2 13 0,-3 5 13 0,0-1 11 15,1 2-16-15,-2-1-15 0,-1-1-17 16,-1 4-20-16,-2 1-10 0,5-3-24 0,-5 3-7 16,0 0-10-16,0 0-10 0,4 9-8 0,-4-3-9 15,-2 3-7-15,-1 5 1 0,-1 5-6 0,-4 5-5 0,0 8 1 16,-1-2 1-16,1 3-4 0,-1 0 3 0,0-3-10 16,3-1 5-16,2-4-2 0,1-7-5 0,2-2-3 15,0-5-4-15,-2 0-3 0,3-3 2 0,0-2 3 16,-1 1-1-16,-2-2 10 0,3-1 12 0,0-4-7 15,0 0 4-15,0 0-4 0,21-13-5 0,-11 4 1 16,3-6-5-16,3-1 0 0,1-1 0 0,1-3-3 16,-5 6-6-16,1 2 1 0,-1 0 3 15,-4 4-3-15,-1 1-1 0,0 0 1 0,-3 2 0 0,-1 1-1 16,1 1-10-16,-1-1-6 0,-3 0-11 0,-1 4 2 16,9 0-1-16,-9 0 1 0,9 7-2 0,-5-3 0 15,0 2-8-15,0 0-1 0,3 3-3 0,1 0-4 16,-3 1 3-16,3 0 3 0,2-1 5 0,-2-1 2 15,-1 1 3-15,2-3 5 0,1 1-1 0,2-3 0 16,2-2 1-16,3 1-6 0,-1-3 1 0,2-2-5 16,0-1-2-16,-2-3 1 0,5-2 0 0,-3 1 2 15,-4-4 3-15,5 0 1 0,2-6 5 0,-6 3 0 16,-2-1 1-16,1 0 3 0,-1 0 0 0,-3 0 2 16,-1 2 2-16,-5 4 4 0,-2-1 5 0,1 1 2 15,-2 2 7-15,0 1-4 0,-2 1-1 0,-1 1-2 16,-2 1 0-16,0 0-3 0,-7 3 1 0,-2 3-1 15,-3 0-2-15,-3 8-2 0,0 0 2 0,-3 3-2 16,-1 5 1-16,5 1-2 0,-1-1-1 0,1 5 6 0,5-3 1 16,3-4-4-16,3 3 1 0,1-3 6 0,4-1-5 15,0 0-3-15,4 0-9 0,2-6-4 0,2 0-18 16,9 2-30-16,-1-5-48 0,7 0-54 16,-2-6-76-16,3-2-185 0,-2-3-465 0,2-2 206 0</inkml:trace>
  <inkml:trace contextRef="#ctx0" brushRef="#br0" timeOffset="108050.2">20429 11405 159 0,'0'0'272'0,"0"-5"-26"16,0 5-22-16,0-4-25 0,0 4-24 0,3-3-17 15,-3 3-19-15,12 3-13 0,-12-3-15 0,17 5-12 16,-5-1-8-16,1 4-8 0,2 1-11 0,3 4-7 15,4 3-4-15,-6 2-7 0,-2-1-4 0,3 4-6 16,-3 1-3-16,-5-5-4 0,1 6-7 0,-2-6 0 16,-3 2-3-16,-1 0-2 0,-3-2-2 0,-2 0-4 15,-2-2-4-15,-1-3 4 0,-3 1 4 0,-1-6 1 16,-5 6-3-16,3-6 7 0,-3-1 3 0,4-2 11 16,-5-2-1-16,3 0 19 0,-1-5 5 0,3-1 4 15,0-1 1-15,2-3 2 0,0-1-8 0,5-8-13 16,2-1-16-16,7-6-18 0,5-5-20 0,2 3-19 15,9-2-26-15,0 3-24 0,6-1-26 0,2 5-28 16,4 1-35-16,12-1-49 0,-13 6-235 0,-1 2-482 16,-2 4 214-16</inkml:trace>
  <inkml:trace contextRef="#ctx0" brushRef="#br0" timeOffset="108969.05">20901 11454 29 0,'2'-6'288'0,"1"2"-7"0,1-1-6 15,0 1-15-15,-2 0-15 0,1 0-22 16,-1 2-20-16,-2 2-22 0,4-3-23 0,-2 0-19 0,-2 3-19 16,0 0-6-16,0 0-17 0,0 0-12 0,8 11-10 15,-5-5-9-15,-2 5-8 0,1 2-3 0,-4 3-6 16,2 5-7-16,-1 2-2 0,0 3-5 0,-1 0-4 15,2-1-19-15,2-1-6 0,-5-6-3 0,3-2-6 16,0-2-4-16,-1-3 0 0,2-2 2 0,-1-2 7 16,0-1-2-16,0-3 16 0,1 2 33 0,-1-5 7 15,0 0-8-15,0 0-3 0,18-13-8 0,-6 1 4 16,1-1-3-16,-2-4-5 0,7-3 1 0,-3 0-4 16,3-5-3-16,0 4-5 0,-2 0 0 0,-5 8-3 15,0-1-1-15,-5 7 0 0,0 0 2 0,0 1-8 16,-2 2-7-16,1-2 2 0,-2 4-7 0,1-1-7 15,-4 3 6-15,10 4-2 0,-4 2-3 0,-1 2 1 16,2 5-1-16,-1-4 9 0,4 8-3 0,-1 0-3 16,2 0 3-16,-2 0-1 0,3 0 2 0,-3-3-3 15,0 1 2-15,0-4 1 0,3 2 2 0,-6-7-2 16,4 0 5-16,-3-1 3 0,-2-1-2 0,0-1 2 16,4-2 2-16,1-1-2 0,0-4 3 0,2-1 0 0,3-4 1 15,-1-2-1-15,0-2 6 0,0-1-2 16,4-8-6-16,-4 1-5 0,0 0 1 0,-1-5-1 15,0 3-4-15,-7 6-2 0,-1 0 4 0,-1 2-13 16,-1 2 0-16,-2 3-4 0,-1 1-2 0,-1 2-5 0,-2 1 2 16,-2 2-5-16,0 0 0 0,-3 1-6 0,-2 1-2 15,-1 2-10-15,2 2-13 0,-3 2-12 0,3 2-8 16,0 0-21-16,0 2 1 0,4 1-2 0,1 1 2 16,3 1 4-16,2 0 7 0,6 6 3 0,2-3 0 15,0-7 1-15,8 4-2 0,1-5 1 0,12 2 2 16,-1-4 6-16,2-4 3 0,0-1 8 15,2-2 4-15,-3-4 8 0,2 0 4 0,-1-5 11 0,-3 0 6 16,0 3 18-16,-2-4 27 0,-8 3 16 0,-4 1 22 16,1-2 19-16,-2 0 22 0,-3 4 21 0,-2-1 9 15,-2 3 17-15,-1 0-1 0,0 1-10 0,-1-1 6 16,0 2-7-16,1 0-6 0,-4 1-22 0,3-1-16 16,-4 3-11-16,0 0-12 0,5-4-22 0,-5 4-23 15,3-1-3-15,-3 1-1 0,0 0-6 0,0 13 3 16,-3-6-7-16,2 4 3 0,-2 2-4 0,2 5 6 15,-3 1-7-15,-1 0 7 0,4 7-5 0,-3-1 0 16,0-5 0-16,1-2 1 0,1-1-7 0,0-4-20 16,-1-2-8-16,3 0-23 0,-4-2-17 0,4-1-16 15,-5-1-2-15,3-2 0 0,-5 0-12 0,2-5-34 0,-1 0-70 16,6 0-76-16,-16-12-156 0,9 4-472 16,0-3 209-16</inkml:trace>
  <inkml:trace contextRef="#ctx0" brushRef="#br0" timeOffset="109115.98">21799 11337 85 0,'2'-7'297'0,"-1"0"-18"0,0 2-17 0,2-1-29 16,-2 2-26-16,-1 1-19 0,1-1-25 0,-1 4-35 15,2-4-25-15,-2 4-24 0,0 0-29 16,0 0-27-16,16 4-31 0,-11 1-43 0,4 1-42 0,0 0-81 16,0-1-122-16,-2-2-320 0,3 1 142 0</inkml:trace>
  <inkml:trace contextRef="#ctx0" brushRef="#br0" timeOffset="109466.3">22263 11376 122 0,'-4'-7'255'15,"4"7"-20"-15,-2-2-20 0,2 2-12 0,-3-3-27 16,3 3-20-16,-8 0-18 0,8 0-14 0,-11 3-15 15,5-2-12-15,-1 6-9 0,-2-2-8 0,-2 0-11 16,1 6-7-16,-2-2-6 0,-2 4-4 0,5-1-4 16,-1 1-10-16,-3 1 1 0,4 1-5 0,4-1-3 15,-4 2-3-15,5-4 0 0,0 0-8 0,3 0 3 0,2 2-7 16,3-3 1-16,0-1-4 0,6 2-1 16,-2-3 2-16,2 4-1 0,7-1-3 0,-7-2 1 15,3-2-2-15,-2-1-4 0,-2 1 2 0,1-2 1 0,-1 0-3 16,-3-1-2-16,-1-3 5 0,-3 2-5 0,2 0 3 15,-2 0 1-15,0 0 5 0,-2-1 3 0,-5 3-1 16,0-1 0-16,-4-1-1 0,-2 1 1 16,-5 2-11-16,3-2-14 0,-1-2-17 0,1 1-32 0,-1-1-24 15,3 0-30-15,-1-2-38 0,6 0-72 0,-2-1-128 16,8 0-379-16,0 0 168 0</inkml:trace>
  <inkml:trace contextRef="#ctx0" brushRef="#br0" timeOffset="109885.14">22434 11696 239 0,'0'0'276'0,"0"0"-12"0,4-4-11 0,-4 4-8 15,0 0-10-15,0 0-9 0,0 0-21 0,5-2-20 16,-5 2-16-16,0 0-20 0,9-3-15 0,-4 1-14 16,2 0-13-16,4-2-13 0,3-2-11 0,-3 2-12 15,9-1-6-15,-6-2-16 0,5-3-12 0,7 0-8 16,-2-2-4-16,-7 2-5 0,0-2-5 0,0-1-3 15,4-4-2-15,-7 4 1 0,-2-1-2 0,1 1 1 16,-3-3 0-16,-2 2-3 0,-3 2-3 0,-3 1-1 16,0 2 1-16,-1 2 7 0,-1-3-6 0,-1 4-1 15,-4 0-2-15,-3 0 2 0,-6 4-4 0,-2 0-4 16,-5 5 2-16,-8 1 0 0,-2 5-2 0,2 4-4 16,-1 4 3-16,2 2-1 0,1 2 0 0,4 4-2 15,3 0-3-15,1 3 4 0,5-2-1 0,4-1 3 0,4 1 1 16,5-1 5-16,4-4-1 0,8 2-4 15,7-1 14-15,6-1 21 0,6-4 1 0,18 2 20 16,5-4-3-16,3-4 12 0,3-3 9 0,2-3 0 0,-7-1 1 16,-17-1-6-16,-1-2 3 0,-6-1 5 15,-11-1 6-15,-6-1 15 0,0 2-3 0,-3-1 1 16,-2 0-5-16,-2 1 2 0,-6 0-15 0,9-1-15 0,-9 1-10 16,8-2-32-16,-8 2-40 0,0 0-58 0,0 0-53 15,0 0-55-15,0 0-70 0,-27 9-110 16,14-6-239-16,-1 0-659 0,3-2 292 0</inkml:trace>
  <inkml:trace contextRef="#ctx0" brushRef="#br0" timeOffset="111399.06">14237 9693 74 0,'0'0'118'16,"0"0"-9"-16,0 0 1 0,0 0-7 0,0 0 2 16,0-6-7-16,0 6-13 0,0 0-3 0,-2-2-2 15,2 2 3-15,0 0-7 0,0 0 1 0,0 0-4 16,-2-5-7-16,2 5-4 0,0 0-6 0,0 0-1 15,0 0-10-15,0 0-8 0,0-4-3 0,0 4 2 16,0 0-6-16,0 0-13 0,0 0-5 0,0 0-8 16,0 0-8-16,0 0-17 0,0 0-14 0,0 0 1 0,0 0 2 15,-2 11 2-15,2-5-1 0,0 3 5 0,-2 3 5 16,2 5 6-16,-2 6 2 0,-1 5 4 16,-3 1 3-16,0 19-3 0,-5 3 15 0,0 6-9 15,-8 23-3-15,-3 0 5 0,-5 0 1 0,-1-2 0 0,-4-1 4 16,-2 0-6-16,-4-4 1 0,10-18 4 0,-14 23 4 15,13-25 3-15,-12 21-3 0,12-28-1 16,2-4 1-16,2-3 0 0,6-8 3 0,1-4-1 0,2-2-1 16,-1-4-3-16,7-7 9 0,1-1-8 0,3-2 4 15,-1-5 3-15,5 3 26 0,-2-6 23 0,1 0 25 16,-1 2 17-16,2-4 12 0,-1 3 5 16,3-4-12-16,0 0-10 0,0 0-9 0,18-11-11 0,-5 2-9 15,1 4-5-15,4-1-8 0,-5-2-7 0,-1 4-6 16,1 2-2-16,0-2-9 0,0 2-4 0,0 2-5 15,4 4-4-15,0 0 2 0,1 6-8 0,-4 1-4 16,5 7-11-16,0 7-2 0,-6 1 3 0,0 6-1 16,-3 14-3-16,-2 4 1 0,-7 1-2 0,-2 11 1 15,-4 24 10-15,-7-2-6 0,-2-3 0 0,4-21 3 16,-8 23-2-16,4-29-2 0,0 1-3 0,-2-4 2 16,3-3-1-16,-2-5 1 0,4-9-1 0,1-5 1 15,-1 0 0-15,4-3 0 0,-2-3-1 0,4-2 9 16,2-6-3-16,1-3 5 0,0 0 1 0,2 0-1 15,2-2 0-15,2 2 4 0,2-4-1 0,3-1 3 16,1 2 1-16,7-4-2 0,4 1 1 0,10-2 9 16,0-2 8-16,2 0 1 0,2-2 0 0,0 0-3 15,-7 3-1-15,-1-6-3 0,-5 6 0 0,-3-6-2 16,-9 2-1-16,3 1-6 0,-4 1 0 0,-1-1 0 0,-2-1-1 16,-6 1-2-16,11 0-2 0,-11 0 3 0,7 0-6 15,-7 0-2-15,5 1-24 0,-5-1-36 0,0 0-48 16,8-2-120-16,-8-3-282 0,1 0-545 15,-1-6 241-15</inkml:trace>
  <inkml:trace contextRef="#ctx0" brushRef="#br0" timeOffset="122187.53">3290 14442 11 0,'0'0'128'0,"0"-5"3"0,0 5 4 0,1-5-6 15,3 1-2-15,-6-1-1 0,4 2-6 0,-2-2 1 16,2-2 4-16,0 4-2 0,-1-2 0 0,0-4 8 15,-1 4 3-15,2-2-10 0,-1 1-3 0,-1 1-3 16,-1-1-6-16,1 0-10 0,0 1-5 0,0 1-10 16,-2 0-12-16,0 1-6 0,2 3-10 0,-4-7-12 15,-2 7-10-15,-2 0-8 0,-5 0-8 0,-2 4-4 16,-3 4-4-16,-1 1-3 0,-8 5 1 0,-1 0-5 16,5 1-1-16,1 3-2 0,2 1-2 0,-1-3 0 15,7 0-1-15,2-2-3 0,0 1-13 0,4 2 2 16,2 0-4-16,-2-1-1 0,7 2 2 0,1-8 4 15,0 1 4-15,5-1-2 0,-1-4 6 16,1 1 0-16,3-3 1 0,1-1 2 0,5-1-2 0,-2-5 7 16,5-1 2-16,1-3-1 0,1 0 0 0,-1-4 3 15,0 0 10-15,1 1 3 0,-4-1 4 0,2-2 1 16,-4 3 4-16,-2 3 7 0,-2 1 0 0,-2 2 1 16,-5-1-3-16,5 2-9 0,-2-1-2 0,-3 1-4 15,-2 3-9-15,4-2-2 0,-4 2-4 0,0 0-2 16,0 0-2-16,9 5-1 0,-5 0 3 0,-2-1-4 15,1 5-12-15,0-1-11 0,1 4-15 0,2 0-16 16,0 3-10-16,1 0-23 0,-1-5-21 0,4 4-35 16,-1-5-40-16,-1-1-204 0,2-4-420 0,1 1 186 15</inkml:trace>
  <inkml:trace contextRef="#ctx0" brushRef="#br0" timeOffset="122649.39">3309 14192 32 0,'-8'-8'167'0,"2"2"-15"16,-4 1-14-16,2-2-14 0,-1 4 5 0,-1-1-28 15,0 2-12-15,-2-1-5 0,-3 3-10 0,2 0-5 16,-5 0-1-16,-1 3-16 0,1 2-5 0,-3 1-4 15,-5 5-7-15,-2 1-4 0,2 3-4 0,-2 5-5 16,0 4-2-16,-9 8-16 0,-1 2 9 0,1 1-13 16,-1 2 3-16,4 3-1 0,2-2 1 0,6 4-8 15,7-11 1-15,5 2 1 0,0-1 8 16,4 0-5-16,2-2 1 0,3-1-9 0,5-1 8 0,4-1 2 16,1-1 1-16,5-2 3 0,6-3 0 0,3 1 23 15,9-4 8-15,3-4 1 0,5 1 12 0,15-6-5 16,2-4 5-16,-2-5 3 0,11-5-5 0,-3-4 0 15,-1-6 10-15,-4 1-2 0,0-4 2 16,-7-6-1-16,-2-3 7 0,-2-1-1 0,-6-6-6 0,-1-5-1 16,-8-2-7-16,-5-5-3 0,-4-1-4 0,-4 4-9 15,-7 8 0-15,-7 0-3 0,-1-1 5 0,-5 7 5 16,-5 0 6-16,-5 0-11 0,-6 5-5 0,-2 4-5 16,-1 3-2-16,-7 4-3 0,-1 4-4 0,-1 5-5 15,-1 4-2-15,-1 2-8 0,2 3-35 16,-3 7-31-16,4 3-41 0,4 1-47 0,5 4-43 0,0 2-211 15,9-1-439-15,9-2 195 0</inkml:trace>
  <inkml:trace contextRef="#ctx0" brushRef="#br0" timeOffset="123183.48">4607 14359 219 0,'2'-4'279'16,"-2"0"-9"-16,1 0-11 0,-1 4-19 0,0-6-23 15,0 6-23-15,0-6-21 0,0 6-20 0,0-2-22 16,0 2-36-16,0 0-30 0,0 0-4 0,0 0-4 16,0 0-11-16,-4 19-4 0,0-7-7 0,-2 3-3 15,1 4-4-15,-2 5 4 0,1 1-9 0,-1-1-5 16,-4 2 1-16,5 3-3 0,-2-3 1 0,3-3-2 16,-3-3-5-16,6-3 0 0,-1 0 7 0,-2-1-7 15,4-6 0-15,-2-1-2 0,3-4 8 0,-1 2 27 16,-2-1 40-16,2-2 48 0,1-3 60 0,0-1 1 15,0 0-19-15,0 0-17 0,-4-20-15 0,5 3-16 16,2-7-15-16,2-6-7 0,-1-2-13 0,1-3-11 16,3-15-8-16,3 0-6 0,1 0-9 0,0-4 2 15,0 4-30-15,-2 1 10 0,-1 18-1 0,-2-1-5 16,-4 6 0-16,1 7-1 0,-1 2 11 0,-1 4 3 16,0 4-5-16,-1 2-6 0,-1 1-12 0,1-1 1 0,-1 2-12 15,2 1-15-15,-1 1-40 0,1 1-37 16,-2 2-7-16,0 0 7 0,0 0 13 0,12 7 0 15,-7 0-11-15,4 3 3 0,6 5-1 0,8 3-13 16,0-2-20-16,4-1-31 0,4 1-41 0,-3-3-38 16,4-2-49-16,-4-1-302 0,0 0-617 0,0-3 273 0</inkml:trace>
  <inkml:trace contextRef="#ctx0" brushRef="#br0" timeOffset="123575.65">4545 14485 157 0,'0'0'231'0,"0"0"-11"16,-3 3-7-16,3-3-21 0,0 0-19 16,0 0-14-16,0 0-21 0,-5 3-11 0,5-3-16 0,0 0-6 15,14 1-9-15,-1-1-11 0,5 1-6 0,10-1-9 16,4-1-1-16,4-1-7 0,-1-1-12 16,5 1-3-16,-3 0-2 0,0 2-5 0,-1-3-6 15,-5 1-2-15,-2-1-3 0,-10 2-2 0,-6 1-3 0,5-3-1 16,-8 2-3-16,-2 0 1 0,1 1 4 0,-9 0 4 15,9-1-3-15,-9 1-3 0,0 0-2 0,0 0-16 16,0 0-11-16,0 0-12 0,-32 3-16 0,19 0-24 16,-4-1-25-16,7 1-30 0,-4-2-37 15,2 2-42-15,1 1-167 0,5 0-390 0,0-2 173 0</inkml:trace>
  <inkml:trace contextRef="#ctx0" brushRef="#br0" timeOffset="123829.01">5202 14493 312 0,'0'0'352'0,"1"-5"-18"16,-1 2-12-16,0 3-12 0,0 0-16 0,1-2-38 16,-1 2-23-16,0 0-27 0,0 0-24 0,0-5-23 15,0 5-33-15,0 0-42 0,0 0-23 0,0 0-6 16,0 0-6-16,0 0-8 0,-2 17-5 0,-1-11-13 15,-1 5-11-15,2-1-13 0,-2 4-15 0,-3 1-9 16,2-1-2-16,-1-4-28 0,-2 2-19 0,3 0-13 16,-3-2-18-16,2 0-25 0,-2 0-17 0,1-5-28 15,0-2-68-15,-1-2-151 0,2-2-426 0,6 1 188 16</inkml:trace>
  <inkml:trace contextRef="#ctx0" brushRef="#br0" timeOffset="123963.93">5171 14269 168 0,'1'-11'277'0,"4"4"-28"16,-1 0-28-16,-4-1-21 0,1 6-22 0,2-3-27 16,-2 0-33-16,-1 5-23 0,0 0-36 0,0 0-30 15,12 12-38-15,-11-4-43 0,4 2-50 0,-1 1-162 16,0 4-286-16,-3 1 127 0</inkml:trace>
  <inkml:trace contextRef="#ctx0" brushRef="#br0" timeOffset="124866.19">5418 14493 256 0,'6'2'237'0,"-6"-2"-28"16,0 0-21-16,0 0-20 0,0 0-16 0,1 2-17 15,-1-2-7-15,-1 8-11 0,-2-4-4 0,2 8-20 16,-1 0-6-16,-2-2-8 0,-3 5-9 0,6-1-8 15,-3-2-3-15,4 0-5 0,-5-1-6 0,4-2-5 16,-2-2-4-16,2-1-2 0,-2-2-3 0,1 1 5 16,2-1 16-16,0-4 39 0,0 3 32 15,0-3 4-15,0 0-12 0,0 0-9 0,18-12-12 0,-12 2-10 16,8-4-14-16,-1 1-3 0,3-2-8 0,-3-1-1 16,3 2-6-16,-5-1-6 0,1 4-12 0,-2 2-1 15,-2 1-3-15,-2 2-7 0,-1 1-4 0,-1 0-7 16,2 1-11-16,-2 1-23 0,-1 1-17 0,1 2-1 15,-4 0 4-15,0 0 4 0,9 8-2 0,-7-4-7 16,3 3-3-16,-2 5-2 0,-1-1-2 0,3 3 0 16,3 2-7-16,6 7-3 0,-5-7-4 0,4-1 1 15,6 4 0-15,5-5-7 0,2 2-11 0,3-6-13 16,4 2-12-16,3-3-11 0,1-3-4 0,17 2-2 16,-2-6-6-16,-11-2 12 0,10-1 7 0,-1-6 6 15,-10 0 13-15,-3 0 7 0,-3-1 12 0,-2-3 21 16,-4-2 28-16,-7 4 36 0,-6-3 44 0,-6 5 27 15,3-2 10-15,-7 2-6 0,-1-3-9 0,-4 2-6 16,-3 0-11-16,-3 0-5 0,-6 2-3 0,-3-3-7 16,-7 5-7-16,-6 0-5 0,-5 0-4 0,-2 3 5 15,-1 2-8-15,3 3-8 0,0 0-5 0,2 0-3 16,3 6-1-16,1-3-1 0,2 4-4 0,6-1 0 16,2 1 1-16,3-2-14 0,2 4-16 0,2-4 2 15,4 3-4-15,2 0 5 0,4-2 1 0,4 1 1 16,2-1 3-16,10 0-1 0,3-2-8 0,7-1 1 15,5-5-2-15,5 0-5 0,-3-4 0 0,3-5 0 16,-1-1 3-16,-3-4 2 0,0-2 3 0,-2-7 4 16,-3 0 4-16,0-3 2 0,-3-3 6 0,-1-4 4 15,-2-1 8-15,2-8 15 0,-6 9 24 0,-3-1 24 16,-3 2 34-16,-1 2 29 0,0-1 20 0,-1 0 26 16,-4 3-4-16,0 1-4 0,-1 7 5 0,-3 0 0 15,2 5-7-15,-2 2-13 0,1 1-8 0,0 3-15 16,-2-1-10-16,1 3-15 0,-1 0-23 0,0 1-5 15,3 0-13-15,-3 0-15 0,0 4-32 0,0 0-35 16,0-5-40-16,0 5-3 0,0 0 7 0,0 0 3 16,0 20 1-16,0-8 4 0,0 4 4 0,0 2-6 15,-3 9 12-15,-4 0 7 0,0 1-5 0,-2 1 8 16,-1 3 0-16,0-3 7 0,-3 0-5 0,2 4 3 16,-1 0 6-16,1-2-3 0,-1 0 6 0,3-3-7 15,-1-3 1-15,4-6 16 0,-1-1-29 0,2-1 22 16,0-2-5-16,1-4-2 0,2-1 5 0,-1 0 2 15,-1 1-6-15,3-7 6 0,-2 0-2 0,2 0 2 16,1 1 4-16,-1-2-1 0,1-3 4 0,-3 3 15 0,3-3 13 16,0 4 13-16,0-4 9 0,0 0 11 15,3 5-7-15,-3-5-4 0,10 0-1 0,3-5-6 16,5 0-5-16,11-2-4 0,6-1-39 0,14-9-72 16,0-2-105-16,-3 0-121 0,-1-3-445 0,-2 0-805 0,-2-5 357 15</inkml:trace>
  <inkml:trace contextRef="#ctx0" brushRef="#br0" timeOffset="128847.93">8365 14388 90 0,'0'0'163'15,"0"0"-7"-15,-3-3-13 0,3 3-4 0,-3-3-12 16,3 3-18-16,-4-3-7 0,4 3-15 0,0 0-7 15,0 0-6-15,-7 0-5 0,7 0-6 0,0 0-11 16,-13 4-7-16,7-3-4 0,2 0-3 0,0 0-9 16,0 3 3-16,0-1-2 0,1 2-6 0,2-2-3 15,-3 0-8-15,6 1 5 0,-2-4 3 0,0 7-5 16,1-3-2-16,1-3-7 0,2 2 3 0,3-1 4 16,2 0-4-16,2-2-4 0,1-2 2 0,-1 0-1 15,2-1 3-15,1 1-2 0,0-3 4 0,-4-1 2 16,3 0 3-16,0-2 8 0,-3 3 13 0,0 0 1 15,1-4 8-15,-5 3 5 0,4 2 2 0,-5-1 3 16,-1 0 3-16,-1 1 0 0,-1 1-1 0,1-1-7 16,-2 2-4-16,-1 2-6 0,0 0-5 0,-9-6-6 15,-1 5-2-15,-4 4-4 0,-4 1-2 0,-9 2-1 16,-2 3-5-16,-1 3-2 0,-2-1 1 0,3 3-7 16,-1 1 0-16,1 0 0 0,2 4-3 0,3 0-8 15,2 0 6-15,4 1-4 0,3 1-4 0,4 1-7 16,5-2 0-16,3-2 3 0,3 0 2 0,3-1-3 15,5 0 5-15,8 1-2 0,9 0 0 0,8-2 1 16,21-5 6-16,6 0-6 0,5-10 6 0,35 3-1 16,-10-9-3-16,1-2 1 0,-27 0-1 0,-3-4 1 15,2 0 0-15,-5-3-3 0,-5-3 2 0,0 2 1 16,-17 2 0-16,15-5 2 0,-19 4 1 0,-3 2-2 16,-6-3 1-16,-9 5-2 0,-1 3 2 0,-4 0 8 0,-3-1-1 15,-5 1-2-15,-1 1 0 0,-1 0 0 16,-9 1-4-16,-4 3 1 0,-4-1 1 0,-9 2-3 15,-2 2 0-15,-2 2 3 0,-1-1-1 0,1 6-4 16,2 1 0-16,0 3 1 0,1 1-4 0,2 0 1 16,7 3 0-16,2-3 1 0,4-2-1 0,3-1-6 15,5 1 2-15,4-1-4 0,1 0 4 0,1-1 4 16,8-1-3-16,8 0 3 0,3-2-1 0,7-3 2 16,9-1 3-16,-3-4-1 0,4-1-2 0,-1-3 0 15,0-5-1-15,-2-2 2 0,-3 0 3 0,-3 0-2 0,-1-4-1 16,-4-1 2-16,-3 0 2 0,-7 4 0 0,-4-1-4 15,-3 5 0-15,-2-2 1 0,0 0-3 0,-7 0-6 16,2 3 6-16,-4-1 0 0,-5 1-7 0,-1 1 0 16,-5 1-5-16,-1 2-6 0,-2 1-4 0,0 3-15 15,-3-1-13-15,2 2-8 0,-1 3-7 0,5-1-34 16,2 2-27-16,1-1-27 0,4 2-163 0,-1 0-347 16,6-1 154-16</inkml:trace>
  <inkml:trace contextRef="#ctx0" brushRef="#br0" timeOffset="129265.28">9550 14366 195 0,'1'-4'277'15,"-1"4"-20"-15,3-6-26 0,-3 6-26 0,1-2-23 0,-1 2-18 16,0 0-23-16,0 0-26 0,0 0-18 15,0 0-11-15,0 0-8 0,4 13-9 0,-4-4-6 16,-1 3-8-16,-2 1-1 0,2 4-7 0,-2 1-10 16,-3 0 1-16,2 1-5 0,-2 8-5 0,2-8 3 15,-3 1-3-15,6-4-6 0,-3 2 0 0,-1-4-4 16,4-5 5-16,0 2-6 0,-2-5-1 0,3 0 1 16,-1-1 6-16,-2-1 25 0,3-2 36 0,0-2 25 15,0 0-12-15,0 0-7 0,7-9-10 0,-1 1-5 16,3-5-12-16,1-4-7 0,4 2-3 0,-1-1-4 15,-3 0-8-15,3 1-3 0,0 3-3 0,-3 3-2 16,-1 1-10-16,-1 0-3 0,-2 4-1 0,-2 0-8 16,2 1-5-16,-1 0-6 0,-1 2 3 0,-4 1-8 15,9 1 1-15,-4 2-3 0,4 0-2 0,-5 1-8 16,5 4-5-16,-4 1 0 0,4 1-10 0,-3-1-1 16,2 1-13-16,2 3-3 0,3 1-8 0,-4-2-17 15,0-2-15-15,0-1-24 0,-4 1-21 0,4-2-22 16,0-3-45-16,-1 2-238 0,-2-5-475 0,0 0 209 15</inkml:trace>
  <inkml:trace contextRef="#ctx0" brushRef="#br0" timeOffset="129662.96">10152 14376 54 0,'0'0'250'15,"1"-4"-14"-15,-1 4-21 0,5-4-10 0,-5 4-18 16,0 0-18-16,0-2-22 0,0 2-16 16,0 0-18-16,0 0-21 0,0 0-12 0,0 0-10 0,0 0-11 15,0 0-2-15,-19 8-8 0,10 1-4 0,-1-3-6 16,-3 6 0-16,-3-5-4 0,0 5-5 16,1 2-5-16,-1-4-6 0,4 3-1 0,-1-4-8 15,4 1-11-15,4-1-9 0,-4 3 0 0,5-1 2 0,-1-1-2 16,5 1 2-16,0-2-2 0,3 1 4 0,-1 0-6 15,10 0 9-15,-3-3-3 0,5 2 4 16,2 2 0-16,-2-2-3 0,-2-2-1 0,-1-2 8 0,3 0-1 16,-6 0-4-16,1-1 2 0,-3-1-4 15,0 1-6-15,-2-1-2 0,-1-2 3 0,-2 3 1 0,-1-4 1 16,-5 5 2-16,-5-1 2 0,-3 0-4 0,-5 0 4 16,0 0 0-16,-2-1-1 0,1 0 3 15,0-1-1-15,-3 0-9 0,2 1-4 0,-1-3-12 0,3 1-9 16,5 1-5-16,2-2-4 0,-1-2-15 0,7-2-38 15,3 4-16-15,2 0-20 0,4-9-131 0,5 1-287 16,3-1 128-16</inkml:trace>
  <inkml:trace contextRef="#ctx0" brushRef="#br0" timeOffset="130899.62">10501 14300 152 0,'10'-16'246'0,"-1"1"6"0,-2-1-2 16,1 1-3-16,-1 0-1 0,-3 4-9 0,-2 0-17 15,3 2-18-15,-4 1-15 0,1 3-5 0,0-1-23 16,-1 1-19-16,2 0-19 0,-3 1-12 0,0 4-30 16,3-5-31-16,-3 5-35 0,0 0-3 0,0 0-5 15,0 0 1-15,2 21-3 0,-2-4 2 0,0 3 0 16,0 8-3-16,-4 2-1 0,3 2 5 0,-3-1-3 16,2 2 1-16,-1-1 1 0,2-1-1 0,-3-1-2 15,4 1-3-15,0-7 2 0,0-3-1 0,-2-4-3 16,0-4-7-16,1-3-1 0,1 2 0 0,-1-3 3 15,1-3 2-15,0-1 2 0,-2-1 8 0,1-2 5 16,1-2-3-16,0 0 0 0,-13-4 1 0,2-1-1 16,-1-2-3-16,-1-3-1 0,-4-2-4 0,0 5 2 15,2-6-3-15,-4 1 0 0,2 4 1 0,-1-4 2 16,1 3-2-16,2 2 4 0,6 1-3 0,-4 0-4 16,4 1 1-16,3 2 5 0,1-1-4 0,0 1-5 15,0 2-8-15,5 1-3 0,0 0 2 0,0 0-1 16,12-5-1-16,3 5-10 0,11 1-5 0,9-1 0 15,6 1-6-15,16 2 0 0,2-3-10 0,-3 1-10 16,6-1-11-16,-5 0-6 0,-1-1 1 0,2 0 2 16,-3-3 7-16,-3 1-4 0,-14-2 18 0,0 1 3 15,-4-1-2-15,-6-2 8 0,-6 1 13 0,-4-1 5 16,-7 2 20-16,-2 0 21 0,-1-2 7 0,-5 2-5 16,-2-2 3-16,-2 2-4 0,-3-2-4 0,-4 0 5 0,-1 2-3 15,-4-3 0-15,-5 5-2 0,2-1 1 16,-2 3-6-16,-4 0-1 0,3 1 0 0,-2 1 2 15,2 2 0-15,-2 2-3 0,1 2 0 0,1-1-2 16,0 3 1-16,4 1 4 0,-1 1-10 0,4 0 4 16,-1 1-5-16,5 3-2 0,2-6 5 0,2 1 1 0,0 2 0 15,4-3-2-15,1 3 2 0,2-3 0 16,2-1 7-16,3 1-3 0,1-4-7 0,1 1 11 16,3-1-1-16,1-4 0 0,2-1 0 0,2-1-2 15,-5-2 4-15,5-4 4 0,-3 0 1 0,1-2 12 0,-5 2 7 16,0-2 6-16,1-3 0 0,-3 3 2 0,0 0 13 15,-4 0 5-15,0 0 0 0,-1 0-5 16,0 3-1-16,-3 0-3 0,2 2-3 0,-2-3-8 0,-1 3-1 16,4 1-10-16,-3 0-3 0,-1 3-15 0,0-4-20 15,0 4-5-15,0 0-6 0,0 0-17 0,0 0-13 16,0 0-6-16,0 0-8 0,-1 13 1 0,2-7 4 16,0-1-1-16,7 3 4 0,-3-1 3 15,7 2 1-15,-1-2-1 0,6 2-12 0,2-3 8 0,0 1-4 16,0-4 12-16,3 2 5 0,0-5 2 0,-3 0 7 15,0 0 3-15,0-3 0 0,-7-1 18 0,-2 1 12 16,4-3 22-16,-4 1 33 0,-1-1 24 0,0-1 18 16,-3 0 14-16,0 5 12 0,0-5 6 0,-2 1-3 15,1 1 4-15,-1 0-13 0,-2 0-2 0,1 1-10 16,1 1-13-16,-2 1-9 0,-2 2-11 0,3-2-14 16,-3 2-12-16,4-3-30 0,-4 3-13 0,0 0-5 15,0 0 0-15,0 0 0 0,-2 14 0 0,0-4 1 16,-2 0-2-16,1 2 0 0,0 3-14 0,-3 2 0 15,3 2-2-15,-4-2-1 0,5 2 0 0,-1-4-7 16,1-5 4-16,-1 0 3 0,2-3 4 0,-1-1-2 16,0-1 9-16,2 1 30 0,-1-4 24 0,-1 1 28 15,2-3-7-15,0 0-14 0,0 0 4 0,16-15-9 16,-7 7-3-16,0 0-12 0,2-6 10 0,3-1-10 16,0 1 0-16,0-1-3 0,-1 4-6 0,2-1-3 15,-6 3-5-15,0 1 1 0,0 1 1 0,0 1-4 16,-4 2-6-16,2 1-3 0,-1-1-2 0,-2 2-5 15,5 2-7-15,-9 0-1 0,13 1-9 0,-6 2-9 16,5 2-4-16,-2 0-4 0,-1 3-12 0,6 3-4 16,-1 0-13-16,2 2-3 0,0-2-5 0,2 0-5 15,-4-1 5-15,4-1 1 0,1 0-3 0,-2 0-3 16,-3-7 6-16,-1 4 6 0,2-6 2 0,-3 0 10 16,0-6 9-16,0 1 3 0,-1-2 5 0,3-4 7 15,-1-3 0-15,-4-2 7 0,3-1 6 0,-1-5 8 16,-1-4 8-16,3-1 8 0,-4 0 5 0,0-4 2 15,4 1 6-15,-4 1 6 0,-1 3 11 0,-1 8 16 0,-2 1 11 16,-1 4 0-16,0 3-6 0,-2 3-9 0,0 2-8 16,-1 0-32-16,2 2-12 0,-3 3 0 15,0 0-1-15,1 12-1 0,-2 0-1 0,-2 3 7 16,-1 6-3-16,2 5 1 0,-5 3-2 0,1 2 4 0,-2 2 2 16,-1-1-15-16,4 0-3 0,-3-1-11 15,2-2-17-15,-2-5-7 0,6 1-18 0,-2-8-1 16,-3-3-24-16,5 2-14 0,-2-8-32 0,0-1-32 15,1-2-168-15,1-3-370 0,2-2 164 0</inkml:trace>
  <inkml:trace contextRef="#ctx0" brushRef="#br0" timeOffset="131164.63">11726 14417 95 0,'-9'-2'172'0,"4"1"-12"0,5 1-7 0,-9-1-10 15,9 1-12-15,0 0 2 0,0 0 7 0,0 0-7 16,31-2-8-16,1-1-13 0,18 2-9 0,7-1-11 16,3 1-7-16,7-2-10 0,26-1-9 0,-27-2-7 15,-2 3-9-15,-4 0-1 0,-6 0-6 0,-17-3-3 16,-1 4-6-16,-7-1-3 0,-10 1 0 0,-5 1 25 16,-2 0 13-16,1 0 17 0,-6-1 4 15,1 0-3-15,-5 2-12 0,-3 0-11 0,0 0-5 0,0 0-5 16,-12-6-13-16,3 6-23 0,-2 0-34 0,-1 3-32 15,-1 0-39-15,2-1-47 0,-1 2-50 0,0-1-231 16,0 0-448-16,6-1 198 0</inkml:trace>
  <inkml:trace contextRef="#ctx0" brushRef="#br0" timeOffset="134001.71">13215 14425 135 0,'0'0'200'0,"0"0"-6"0,-3-5-8 0,3 5-6 16,0 0-6-16,0 0-7 0,0 0-10 0,0 0-5 0,3-2-14 15,-3 2-9-15,0 0-11 0,0 0-12 16,0 0-9-16,0 0-12 0,0 0-7 0,0 0-11 16,0 0-6-16,0 0-7 0,0 0-6 0,0 0-7 15,0 0-2-15,0 0-6 0,0 0-9 0,0 0-9 0,0 0-5 16,0 0-4-16,0 0 2 0,0 0-3 16,0 0 1-16,6-3 1 0,-1 2 1 0,2 0-5 15,-1-1-1-15,3-2 1 0,2 1-5 0,-3 0-2 16,-1-2 5-16,-1 0-4 0,2 0 6 0,-3 3 5 0,0-3-2 15,0 2 11-15,-2 1-2 0,-3 2 1 0,6-5-1 16,-6 5-5-16,0 0-4 0,0 0-3 0,-17 0 2 16,4 5-1-16,-7 4-1 0,-8 1-3 15,-4 2-1-15,-3 6 2 0,-10 4-2 0,11-3-2 16,1 0-3-16,1 3 4 0,4 2-4 0,1-2 3 0,7-3-3 16,3 2 0-16,4-5-6 0,5 0 6 0,4-1 2 15,4-3 1-15,4 2 3 0,7 1-1 16,4-4 2-16,12 3 3 0,6-7-1 0,20 2-1 15,-1-6-2-15,3-1 1 0,0-2 2 0,-4 0-4 0,-11-2 4 16,-2 2-3-16,-1-1 6 0,0-1-8 0,-10 1 0 16,-9 1 2-16,-3 0 4 0,-4 0 0 15,0 0 11-15,-6-1 12 0,3 1 4 0,-3 1 7 0,-5-1-2 16,8 0 3-16,-8 0-5 0,7 0 0 0,-7 0-13 16,0 0-18-16,0 0-23 0,0 0-29 0,0 0-36 15,0 0-49-15,-4 4-59 0,4-4-242 0,-6 7-469 16,6-7 208-16</inkml:trace>
  <inkml:trace contextRef="#ctx0" brushRef="#br0" timeOffset="135016.34">15644 14258 44 0,'6'-4'192'0,"-3"0"-1"0,1 0-2 16,-2-2 0-16,1 2-12 0,-1 2-5 0,-2 2-12 16,3-5-16-16,-3 1-10 0,0 4-14 15,0 0-11-15,0 0-14 0,0 0-14 0,-8-3-9 16,-4 5-11-16,-5 0-6 0,-5 6-7 0,-6-3-6 0,0 3-5 15,1 0-3-15,0 0-4 0,0 1-2 0,2 3-3 16,-2-2-7-16,8-3-1 0,2 3-1 16,2-3-16-16,2 4-4 0,-1-5 3 0,7 2-5 15,-1-1 3-15,3 2-1 0,1-1-2 0,0 1 3 0,4-2-2 16,4 1 3-16,3 3-5 0,1-5 9 0,6 6-3 16,4-3 1-16,0 1 1 0,5 2-1 15,-1-5-5-15,-3 1 4 0,-2 0-2 0,-1 1-2 16,-6-4-6-16,3 2-9 0,-5-2 1 0,-2 0 1 15,-2-1 2-15,-3 1-5 0,-2 2 12 0,-5-2-3 0,-3 3 1 16,-9-3 1-16,-4 1 4 0,-5 2 1 0,-6-3 2 16,6 2 3-16,-5-2-1 0,-1-3 5 15,-1 1-4-15,0 0 6 0,4-1-6 0,-1-1 3 16,4 0 1-16,5-1-2 0,8-1 1 0,1 1 2 0,2 0-1 16,3-1 3-16,3 1-6 0,5 0-6 0,0 0-25 15,0 0-13-15,0 0-23 0,16-8-16 0,5 3-32 16,10-4-49-16,-3 6-138 0,2 1-324 15,3-1 143-15</inkml:trace>
  <inkml:trace contextRef="#ctx0" brushRef="#br0" timeOffset="135414.29">15919 14362 19 0,'2'-6'310'0,"2"1"-15"0,-1 1-27 0,-1-1-24 15,-1 3-28-15,2-3-23 0,-3 5-23 0,1-2-19 16,-1 2-33-16,0 0-19 0,5-3-9 0,-5 3-12 16,4 8-6-16,-2-1-8 0,2 2-8 0,-3 3-8 15,2-2 0-15,-1 5-7 0,-2 5-6 0,0-1-4 16,-2 2 0-16,4-2-2 0,0 8-2 0,-4-2-3 16,2-7-2-16,2-3-3 0,-2-3-1 0,2-4-3 15,0 3-3-15,-1-6 5 0,-1 0 2 0,2 0 2 16,0-2 7-16,-2-3 3 0,0 0-6 0,21-9 2 15,-10 1 3-15,7-4-4 0,0-5-1 0,1 5-4 16,3-5-2-16,-4-3-3 0,3 2-2 0,0 0 0 16,-8 6-2-16,0 1-1 0,-3 2 1 0,-3 4-2 15,1-2-2-15,-3 1 2 0,0 3-7 0,-1 1-3 16,1 1-4-16,-1-2-2 0,-4 3 7 0,5-1-8 16,-5 1 1-16,5 6-2 0,-1-2-1 0,1 1 1 15,-1 3-6-15,0 1-4 0,1 0-3 0,0 5-10 16,0-3-23-16,4 5-18 0,-4-4-17 0,2-1-34 15,-2 4-21-15,0-7-33 0,1 4-232 0,-2-4-443 16,0-1 196-16</inkml:trace>
  <inkml:trace contextRef="#ctx0" brushRef="#br0" timeOffset="136098.51">16740 14376 205 0,'0'0'189'0,"-1"-5"-19"0,1 5-16 15,0 0-19-15,0 0-12 0,0 0-15 16,-1-4-16-16,1 4-13 0,0 0-3 0,0 0-11 16,0 0-1-16,0 0-10 0,10 0-3 0,-10 0-9 15,10-3-2-15,-3 1-2 0,1-1-9 0,0 3 3 0,1-4-7 16,4 1 0-16,0 1-10 0,0-3 1 15,3 0-9-15,3-1 8 0,-1 2-12 0,-9 0-2 16,5 1-2-16,-5-2 4 0,1 3 4 0,-3-3-4 0,-1 2 7 16,1 2 11-16,-5-2 6 0,2 0 0 0,-4 3-4 15,7-4 1-15,-7 4 0 0,0 0-4 0,0 0-1 16,0 0-12-16,-16-1 5 0,3 4-1 16,-2 2-3-16,-3-1-6 0,-4 4 4 0,3-1 2 0,-8 4-4 15,8-3-2-15,-7 6 3 0,7-3-5 0,-1 5 1 16,2-6 0-16,3 2 0 0,-1 3-1 0,6-1-1 15,0 1-5-15,2-5 6 0,3 1 1 16,1-1 2-16,4 1-2 0,2-2 1 0,4 0 1 16,0 0 0-16,7-5 0 0,8 0 2 0,7-4-2 0,2 0 1 15,5-3 1-15,2-4-2 0,1-2-3 0,-2-3-1 16,-1-3-2-16,-1 1 3 0,1-5 2 0,0 0-2 16,-3-1 1-16,-1 1 0 0,-2-1 7 15,-2 1 15-15,-5-2 22 0,-2 4 26 0,-6 4 17 0,-1 1 20 16,-4 2 17-16,0 2 3 0,1-1 2 0,-6 4-6 15,1 1-16-15,-1-1-8 0,-1 0-16 0,1 2-13 16,-2 1-30-16,-2 2-23 0,0 0-2 16,0 0-5-16,6 8 1 0,-6 1-3 0,-5 3 4 0,2 7-8 15,-4 4 2-15,-1 3-1 0,-1 3-1 0,-3 0-1 16,1 3 2-16,2-1 1 0,-1-1-2 0,1-2 5 16,4-1-6-16,0-8 0 0,0-2 0 0,3-5-2 15,-1-2 2-15,2-3 2 0,-1 0 9 0,2-2 18 16,0-2 2-16,0-3 1 0,0 0-6 0,22-8 1 15,-10 1-5-15,5-3-7 0,0-1 16 0,2 1-18 16,-2 2 0-16,-1-2-6 0,2 5-1 0,-6-2-6 16,2 2 5-16,-4 2-4 0,2-2 9 0,-2 4-18 15,0-2-9-15,-1 6-14 0,2-2-25 0,0 5-32 16,-2 1-41-16,1 5-46 0,0 2-66 0,-2 1-298 16,0 1-577-16,2-2 256 0</inkml:trace>
  <inkml:trace contextRef="#ctx0" brushRef="#br0" timeOffset="138029.54">18977 14009 53 0,'3'-10'235'0,"0"0"-4"16,0 1-5-16,0 1-6 0,0 1-13 0,-1 0-8 0,2 2-16 16,-4 0-16-16,2 1-18 0,-2 1-17 0,2 0-11 15,-2 3-45-15,0 0-12 0,0 0-7 0,1 13-7 16,-2-1-5-16,-1 8-8 0,-2 8 0 16,-1 4-6-16,-3 5-3 0,-2 11-5 0,-1 2-3 0,0-5 0 15,1 2-2-15,-1-1 1 0,4-12-4 0,2-1-2 16,0-3 0-16,1-2-2 0,-1-1 0 15,1-11-7-15,2-3 14 0,-1-2-7 0,2-1-1 0,-2-5 3 16,3 1 25-16,0 0 35 0,-4-3 34 0,4-1 41 16,0-2-28-16,0 0-14 0,0 0-12 0,-13-11-8 15,8 0-10-15,-5-2-25 0,1-2-15 0,-4-1-13 16,-5-4-16-16,-2 0-2 0,3-1-8 0,-7 1-3 16,1 6-2-16,-1-3-5 0,2 2 5 15,-2 3 1-15,2 5 0 0,4-1 0 0,-5 4-3 0,4-1-1 16,2 1-1-16,2 1-2 0,2 3-7 0,2-2-16 15,3 1-20-15,2 0-13 0,6 1-5 0,-8 2 9 16,8-2 7-16,5 6 6 0,5-2 2 0,8 0 5 16,10 0-5-16,8 0-4 0,18 0-16 0,-2-2-7 15,2-3-10-15,0 1-6 0,-1-4-2 0,1 0 8 16,-4-1 13-16,-12-2 7 0,0-2 5 0,-2-1 11 16,-1-2 20-16,-3-1 20 0,-4-1 21 0,-2-3 20 15,-4 0 13-15,1 2 24 0,-5 2 29 0,-5 2 13 16,-2-1 11-16,0 3 13 0,-5-1 4 0,3 3 3 15,0 1-7-15,-4 1-13 0,1 1-9 0,-3-1-15 16,2 3-12-16,-1-1-10 0,-2 0-11 0,-2 3-32 16,0 0-21-16,6-1-7 0,-6 1-1 0,1 9-1 15,-1 3 3-15,0 3-2 0,-1 2-2 0,-2 2 5 16,-3 7-4-16,1 4 0 0,1 1-1 0,-4-1 1 16,4-2 0-16,2-2 0 0,0-1-9 0,-4-6-7 15,6-6-1-15,-1-1 4 0,1-1 2 0,-3-3 2 16,6-1 0-16,-3-2 3 0,-3 0 14 0,6-1 25 15,-3-4 5-15,0 0 0 0,0 0-8 0,15-6-2 16,-9-4-3-16,4 0 0 0,5-4 8 0,-5-1-19 16,3-2 1-16,-3 2-12 0,0 1 2 0,0-1 0 15,-3 3-3-15,-1 5 5 0,-2-3-7 0,1 5 1 16,-3-1-1-16,1 3-20 0,2 0-18 0,-5-1-28 16,0 4-18-16,0 0 7 0,0 0 7 0,0 0 8 15,11 11 3-15,-9-5 7 0,3 1 2 0,4 2-3 16,0 2-1-16,4 0-3 0,1 3 1 0,3-4-3 15,2 2 3-15,6-2 6 0,3 0-1 0,2 0 0 0,-2-6-4 16,2 1-1-16,2-4 5 0,-1-2 8 0,1 1 0 16,-3-5 4-16,1 0 6 0,-6-5 1 15,-5 4 8-15,-1-4 11 0,-1 2 6 0,-6-2 16 16,-3 3 12-16,0-1 6 0,-2 0 11 0,-2 3 5 16,1 0 5-16,-4-2-7 0,-1 2-4 0,-1 1-3 0,-4-2-6 15,-3 4-3-15,-1 0-3 0,-6 1-6 0,-3 2 0 16,-2 1-4-16,-6 5-4 0,-2-1 5 15,0 3-6-15,5 0 0 0,1 2-4 0,3-1 2 0,5 1-4 16,-4-1 2-16,5 1-1 0,4-3-2 0,-1 1 0 16,4-3-2-16,1 0-1 0,3 1 3 0,-3-4 2 15,4 0-1-15,1 0 4 0,0-3 15 0,10 2 8 16,-3-2-2-16,5-3 4 0,6-1-1 16,0-2-1-16,0-1-3 0,4-1 4 0,2-4-9 0,1 2-1 15,-6 1-5-15,-2 3-3 0,-1-2 2 0,0 2-3 16,-5 4-2-16,-1-2-2 0,-3 1-3 0,1 0-1 15,1 2-2-15,-3-2 0 0,-2 2-2 0,-4 1-2 16,9 3-1-16,-4-2-3 0,3 3 2 0,-2-1 0 16,3 3-1-16,0 0-6 0,0 4-3 0,0-4-5 15,1 4-5-15,3-2-6 0,-4 3-2 0,1-3 0 16,2-1-2-16,-2 0 2 0,0-1 3 0,0-2 5 16,-3-1 1-16,3 0 6 0,-3-3 0 0,5-3 2 15,-3-2 2-15,0-2 4 0,1-1-1 0,2-4 2 16,-2-2 5-16,0-3 5 0,3-3 6 0,1-4 6 15,-2 0-1-15,-2-4 5 0,0-2-3 0,2 0 1 16,-1-3 1-16,2 5-5 0,-4 1 1 0,-1 9 15 16,-1 2 2-16,-2 5-3 0,-4 2-2 0,2 2-8 15,0 2-6-15,-1-1-28 0,-2 4-4 0,0 2 4 16,0 0-1-16,-2 17 2 0,-1-2 3 0,-1 10 3 16,-2 2 2-16,-2 1 0 0,-2 3 3 0,4 0-8 15,-4 0-23-15,3 2-15 0,-1-3-22 0,2-3-18 16,-1 2-12-16,1-6-9 0,1-4-19 0,1-4-27 15,-1-3-12-15,2-2-156 0,1-3-356 0,-1-5 158 16</inkml:trace>
  <inkml:trace contextRef="#ctx0" brushRef="#br0" timeOffset="138265.81">20130 14304 55 0,'-5'-5'237'0,"1"1"-3"0,1-1-10 0,-1 2-13 16,0 0-15-16,4-2-26 0,-4 3-13 0,4 2-17 0,0 0-16 15,6-5-14-15,6 3-9 0,11 1-7 16,10-1-12-16,21-3-6 0,2 0-8 0,3 1-8 16,9-1-5-16,22-3-3 0,-26 4-7 0,0 2 0 15,-1-3 12-15,-8 2-2 0,-17 0-9 0,-5 2-5 16,-3 0-3-16,-11 1-6 0,-6-2-2 0,-2 2-6 16,-1-1-6-16,-2 1-7 0,-8 0-6 0,6 0-2 15,-6 0-4-15,0 0-9 0,-16 5-30 0,-2-3-30 16,-4 6-37-16,2-5-58 0,-10 2-253 0,10 1-451 15,-2-3 200-15</inkml:trace>
  <inkml:trace contextRef="#ctx0" brushRef="#br0" timeOffset="141997.31">22783 13729 113 0,'3'-11'191'0,"-2"1"-7"0,0 2-5 15,-1 0-14-15,0 3-12 0,3 0-18 0,-3 1-16 16,0 1-9-16,0 3-14 0,0-7-33 0,0 7-13 16,0 0-5-16,0 0-2 0,-13 19-14 0,4 5 0 15,-4 3-2-15,-2 7-11 0,-2 12 13 0,-6 4 5 16,4 3-3-16,-6-1-2 0,3 0-4 0,0 0-3 16,1 1 0-16,4-5-2 0,-1-4 0 0,5-11 1 15,3-2-7-15,1-3 5 0,0-2-4 0,3-4-5 16,-2-1 4-16,2-7 0 0,1-3-8 0,-1 0 2 15,3-5 0-15,1-1 4 0,-3 1 12 0,3-3 16 16,-3 0-2-16,1-1-5 0,4-2-5 0,-17-4 1 16,7 0-5-16,-2-2-4 0,0-1 3 0,-4 1-9 15,0-4-1-15,-1 3-11 0,-1-3-5 0,-2 2-9 16,3-3-2-16,1 2-23 0,0-1-11 0,7 3-14 0,-3-1-26 16,4 1-24-16,1-2-51 0,0 1-149 15,6-1-337-15,2-1 149 0</inkml:trace>
  <inkml:trace contextRef="#ctx0" brushRef="#br0" timeOffset="142286.25">22376 14096 61 0,'0'0'211'0,"-7"-2"-10"0,7 2-21 15,0 0-20-15,-9-1-15 0,9 1-17 0,0 0-15 16,0 0-2-16,19-2-16 0,2 0-9 16,11-1-8-16,6 1-11 0,18-3-5 0,-1 0-3 0,-2 0-8 15,-14 4-4-15,-2 0-8 0,-1 0-1 0,-5-1-4 16,-9 2-6-16,-3 0-2 0,-1 0-12 16,-7-2-10-16,-3-1-5 0,-2 6-9 0,1-3 2 15,-7 0-9-15,8 0 5 0,-8 0-7 0,0 0 7 0,0 0-7 16,0 0-13-16,-14 7-18 0,8-5-8 0,0-1-14 15,-2 1-23-15,3-1-26 0,-1 3-131 0,-1-4-273 16,7 0 120-16</inkml:trace>
  <inkml:trace contextRef="#ctx0" brushRef="#br0" timeOffset="142712.54">23246 13975 263 0,'5'-4'246'0,"0"1"-9"0,0-2-25 0,0 2-22 16,0 1-19-16,-1-1-22 0,-1 1-11 0,-3 2-19 15,10 0-14-15,-10 0-9 0,11 4-11 0,-4 0-9 16,-2 1-12-16,0 4-7 0,-1 0-8 0,0 3 0 16,-2 0-10-16,-3 4 3 0,-1 2-11 0,-2-1-4 15,-3 3-9-15,-1-3 6 0,-2 0-3 0,1 0-4 16,-1 0 2-16,0-2-6 0,0-2 0 0,1-4 2 15,1 2-2-15,2-5-7 0,1 0 8 0,1-1 0 16,-1 0 3-16,2-3 13 0,-1 2 32 0,4-2 19 16,0-2-5-16,0 0-12 0,9-9-3 0,4-6-7 15,7-3-9-15,3 1 0 0,3-4-9 0,3-1-1 16,-4 4-5-16,4-2-6 0,-6 2 2 0,1 1-7 16,-7 5 0-16,0 3-1 0,-5 1-3 0,0 3-4 15,-3-2 0-15,0 2-4 0,-2 2 10 0,-2 3-19 16,1-1-8-16,-6 1-4 0,9 1-6 0,-4 4-4 15,-2 0 10-15,1 0-13 0,-1 5 1 0,-1 1-6 16,0 2-10-16,-2 3-12 0,0 1-8 0,-2 1-8 16,1-2-12-16,-1 1-21 0,0-2-25 0,-2-3-13 15,0-3-26-15,2 1-37 0,0-3-166 0,0-3-399 16,0-2 177-16</inkml:trace>
  <inkml:trace contextRef="#ctx0" brushRef="#br0" timeOffset="142902.12">23710 13897 45 0,'6'-9'256'0,"2"1"-26"0,-3 4-25 16,0-1-24-16,0 2-20 0,1 3-17 0,1 0-15 15,0 3-15-15,1 4-8 0,1 0-12 16,1 8-13-16,-5 2-6 0,3 5-6 0,-3 8-6 16,-5-3-6-16,0 5-8 0,-5-3-13 0,-3 3-5 0,-4-1-6 15,-5 0-9-15,-3-4-4 0,-5-1-18 0,2-1-18 16,-5-1-25-16,-4-5-33 0,1-2-35 0,-3-2-201 15,-2-5-343-15,3-1 153 0</inkml:trace>
  <inkml:trace contextRef="#ctx0" brushRef="#br0" timeOffset="143182.49">23201 13743 10 0,'-5'-3'127'0,"-3"6"-9"0,-2 0-13 0,-8 2-1 16,0 8-12-16,-2 6-3 0,-3 3 6 0,-1 5-19 16,-3 12 4-16,0 4 3 0,0 0-7 0,8 0-2 15,1-10-5-15,1 11-7 0,7-11-10 0,3 2-1 16,5-1-1-16,6-1-8 0,10-4-2 0,1 2-1 15,12-4-5-15,14 2 0 0,6-6 0 0,13-3-9 16,31-1-20-16,1-7-26 0,8-7-30 0,3-4-65 16,-7-4-131-16,3-2-267 0,-5-5 119 0</inkml:trace>
  <inkml:trace contextRef="#ctx0" brushRef="#br0" timeOffset="143528.57">24710 14033 201 0,'0'-4'283'0,"1"-1"-11"0,-1 5-10 15,-1-6-16-15,1 6-17 0,1-5-18 0,-1 5-17 0,3-4-16 16,-3 1-19-16,0 3-20 0,0 0-18 16,0 0-18-16,0 0-17 0,0 0-24 0,0 0-4 15,0 0-10-15,4 10-2 0,-3 0-8 0,-1 1-1 16,0 2-6-16,-4 3-5 0,4 2-1 0,-4 0-6 16,2 0-13-16,-1 1-18 0,-1-1-9 0,2-1-7 15,-2 0-14-15,-3-2-4 0,0 1-15 0,1-3-10 16,-1-2-20-16,-5-2-20 0,-1 5-33 0,1-8-41 15,-3-3-193-15,3-1-410 0,1-4 181 0</inkml:trace>
  <inkml:trace contextRef="#ctx0" brushRef="#br0" timeOffset="143681.12">24580 13810 52 0,'2'-7'191'0,"1"2"-26"0,-3 0-34 16,3 1-29-16,-1 1-14 0,-2 3-26 0,0 0-24 15,0 0-43-15,18 12-66 0,-12-5-55 16,1 3-136-16,-1-2 61 0</inkml:trace>
  <inkml:trace contextRef="#ctx0" brushRef="#br0" timeOffset="143996.93">25019 13933 197 0,'0'0'273'0,"4"-4"-26"0,-4 4-28 16,2-6-22-16,-2 6-18 0,1-2-25 15,-1 2-24-15,0 0-16 0,0 0-10 0,0 0-10 0,-12 8-12 16,7-2-7-16,-3 0-9 0,0 1-7 0,0 2-8 16,0 0-15-16,-2 0-3 0,4-1-11 0,-1 3-1 15,2 1-2-15,1-2-1 0,3 3-4 0,1-3 0 16,4 3-2-16,2 2-1 0,3-1-3 0,1-2 1 15,3 0-3-15,2 3 1 0,2-1-3 0,0-1-1 16,-1-1 2-16,0 0-5 0,-3-3 17 16,-1-1-3-16,-5-1-3 0,-1-2-2 0,-1 1-1 15,-1 0-5-15,-4-1-1 0,0 0-2 0,-3 2-2 0,-3-2 4 16,-6 1 0-16,-5 2 0 0,-2-2-5 0,-1 1-13 16,-5 0-22-16,-3 0-39 0,1-2-54 0,5 1-64 15,2-5-154-15,-1 2-378 0,3-4 168 0</inkml:trace>
  <inkml:trace contextRef="#ctx0" brushRef="#br0" timeOffset="144663.01">26555 14168 168 0,'2'-7'231'0,"0"0"-17"0,-2 0-23 0,0-1-18 0,-2 2-16 15,-2 0-16-15,-6-1-20 0,-1 0-15 0,-2 5-9 16,-4-1-10-16,-6 3-9 0,-8 2-8 16,-1 3-10-16,0 0 0 0,0 4-10 0,0 2-6 15,4 0-8-15,0 4-5 0,5-1-2 0,6-2-1 0,2 0-2 16,2 0-6-16,0-2-2 0,5 0-2 0,1 0-4 15,5-3 1-15,-2-2-1 0,6 2 6 0,0-2 12 16,7-3 5-16,5 1 8 0,4-3 8 0,11-3 5 16,-1 1-2-16,0-5 5 0,0-1-1 15,0 4-1-15,-1-6-3 0,-9 5 0 0,1-1 3 0,0 0-5 16,-6 3-1-16,0 0-9 0,-3 2-7 0,-1-2-5 16,-2 1-4-16,0 2-4 0,0 0-5 0,0 2-1 15,2 1-7-15,1 2-1 0,1 3 1 0,3 2-10 16,2 2-23-16,0-1-27 0,5 4-46 0,1 3-65 15,1-3-107-15,1-3-169 0,-6-5-475 0,0-3 210 16</inkml:trace>
  <inkml:trace contextRef="#ctx0" brushRef="#br0" timeOffset="145396.67">28551 13573 44 0,'0'-5'246'0,"0"0"-17"0,0 0-21 0,0 1-26 0,0 4-24 15,2-4-24-15,-2 4-19 0,0 0-18 0,-2 14-8 16,-1 2-9-16,-3 8-11 0,1 6-11 0,-2 3-7 16,-2 14 0-16,-1 5-6 0,-2-1-6 15,-2 0 1-15,2 2-9 0,1-1-2 0,-2-1 0 0,3-4 8 16,2 0-3-16,-1-14-2 0,4-1-4 16,0-3 0-16,1-3-4 0,0-1-1 0,0-4 2 15,3-6-36-15,-4 0-20 0,4-3-22 0,-3-1-27 16,4-3-4-16,-2-3 5 0,0-1 9 0,-2-3-47 15,4-1-172-15,0 0-312 0,-17-10 139 0</inkml:trace>
  <inkml:trace contextRef="#ctx0" brushRef="#br0" timeOffset="146112.79">28452 13966 179 0,'5'-9'242'0,"0"0"-19"0,-1 2-25 0,-2 2-24 15,2 2-11-15,1-3-26 0,3 5-15 0,2-3-10 16,2 4-12-16,-1 1-10 0,4 2-6 0,5 2-12 15,-4 0-6-15,2 5-12 0,-4-1-10 0,0-2-8 16,-5 0-4-16,0 1-12 0,1-1-6 0,-5 4-6 16,-1-2-2-16,-4 0-1 0,-1-1 0 0,-4 1 0 15,-5 0-3-15,-6 2 4 0,-3-5-5 0,-11 2 1 16,3-1 0-16,-4-1 0 0,3 0 1 0,0-3-3 16,6-3 2-16,0 3 2 0,2-2-2 15,7-1-1-15,-1 0 3 0,5-1-1 0,1 0-3 0,8 1-17 16,0 0-14-16,0 0-9 0,23-8-3 0,4 3-6 15,5 1-11-15,5 0-9 0,13-4-3 0,5 4 5 16,4-1 15-16,2 0-3 0,-1-1 2 0,3 2 8 16,-2-1-1-16,-2 4 1 0,-3 0 14 15,-1-2 0-15,-18 0-6 0,2-1 9 0,-4 2 3 0,-4 0 10 16,-2-1 20-16,-11-2 34 0,0 0 28 0,-8 1 27 16,2-1 20-16,-3 0-2 0,-4 2 3 0,0-1-4 15,-4-1-7-15,-1-2-4 0,0 0-12 0,-5 1-8 16,-1-3-8-16,-7 4-8 0,0 0-8 0,-5-2-6 15,0 4-5-15,-3-2-6 0,-1 2-3 0,1 2-5 16,-7 2 2-16,8 0-8 0,0 3-5 0,0 2 1 16,1 1-7-16,0 0 0 0,5 2-8 0,1 0-12 15,1 0-2-15,4 1 0 0,-1 4 2 16,4-4-2-16,2 4 2 0,5 1 3 0,0-1-3 0,7-2 1 16,1 2 2-16,4-2-4 0,2-1 1 0,1 1 2 15,0-7 2-15,5 2 6 0,1-5-6 0,-3 1 1 16,8-3 1-16,-5-2 0 0,4-3-1 0,-6-5 3 15,-5 3-1-15,3-8 1 0,-1-2 2 0,3-2 2 16,-7-3 0-16,0-5 2 0,-3 1 7 0,2-8-7 16,-4 2 1-16,1-4-1 0,4-9 3 0,-7 13 7 15,4-3 12-15,-4 4 10 0,0 0 21 0,-2 2 6 16,1 3 3-16,-4 9 3 0,1 2 3 0,-1 4-2 16,1 3 0-16,-1-1-5 0,-2 5-14 0,2-3-8 15,-2 2-40-15,3 3-31 0,-3 2-10 0,0 0-1 16,0 0 4-16,-5 14 3 0,5-2 5 0,-2 3 2 15,-5 4 0-15,4 6-1 0,-3 3 5 0,1 4-2 16,-2 1 6-16,0 2 2 0,-2 11 1 0,4-10 1 16,1 0 0-16,2-4 0 0,-2-3 2 0,4-3 3 15,-1-1 0-15,1-5 4 0,1-2-1 0,1-1-14 16,1-7-15-16,1 2-14 0,0 0-21 0,1-2-23 16,3-1-31-16,0-3-52 0,0 0-88 0,1-3-157 15,3-2-448-15,-1-2 198 0</inkml:trace>
  <inkml:trace contextRef="#ctx0" brushRef="#br0" timeOffset="146728.44">29939 13562 42 0,'5'-16'220'0,"0"4"-3"15,0 1 1-15,-1 1-11 0,0 2-9 0,-1 2-17 16,-2 0-16-16,0 2-10 0,-1-2-21 0,3 2-16 16,-3 4-26-16,1-3-22 0,-1 3-7 15,0 0-9-15,-8 13-3 0,-1-2-11 0,-1 7-4 0,-4 8-8 16,-4 6 0-16,-5 10 6 0,0 7 2 0,0 2-4 16,-5 3 8-16,4-1-9 0,5 2 1 0,0-2-1 15,-2-6-8-15,8 1-1 0,4-14-3 16,4-2-2-16,-4-1-2 0,4-5 2 0,1-6-3 0,0-2 0 15,3-2 0-15,-1-4-3 0,0-4 0 0,2 1 1 16,-1-3 5-16,-2 0 4 0,1-2 14 0,0-1 9 16,2-3-7-16,0 0-6 0,-13-2-27 15,2-8-30-15,-4 5-26 0,-2-5-28 0,-3 1-20 0,2-3-23 16,1 0-29-16,0-1-38 0,1 1-178 0,2-2-399 16,4 1 176-16</inkml:trace>
  <inkml:trace contextRef="#ctx0" brushRef="#br0" timeOffset="147039.31">29610 13883 298 0,'-7'-3'284'0,"7"3"-19"15,0 0-20-15,0 0-24 0,-6 0-24 0,6 0-21 16,0 0-17-16,0 0-15 0,0 0-15 0,25 0-9 16,8-4-16-16,3 4-10 0,15-4-8 0,4 0-8 15,0-1-6-15,1 1-10 0,-3-1-4 0,-16 2-4 16,-3-1-6-16,-4-1-2 0,-7 4-5 0,-7-1 9 16,-3 0 6-16,-4 2-1 0,1 0-1 0,-5-3-5 15,2 3-9-15,-2-1-6 0,-5 1-4 0,5-1-15 16,-5 1-16-16,0 0-27 0,0 0-30 0,-22 5-36 15,3-5-44-15,1 8-55 0,0-2-86 0,-2 1-151 16,4-2-464-16,3-2 206 0</inkml:trace>
  <inkml:trace contextRef="#ctx0" brushRef="#br0" timeOffset="149295.1">2974 16038 74 0,'0'0'131'0,"0"0"-23"0,-7 3-6 0,7-3-13 15,0 0-7-15,0 0-15 0,0 0-2 0,0 0-9 16,0 0 3-16,0 0-6 0,0 0-5 0,0 0-13 16,0 0-2-16,0 0 15 0,0 0 7 15,0 0 9-15,0 0 15 0,0 0 1 0,21-5-6 0,-13 0 2 16,1-2-6-16,0-2 7 0,4-4-11 16,-4 1 3-16,1-2-6 0,3-5-6 0,-2-4-6 15,3 0-1-15,-1-2-9 0,0-2-2 0,-1-1-5 16,0 3-1-16,3 0-5 0,-6 2-2 0,-1 3 2 0,-4 6 0 15,2-2 9-15,-2 3-4 0,-1 1 1 16,-1 3-1-16,-1-2-2 0,2 6-2 0,-3-3 4 16,1 2-6-16,1 2-5 0,0 0-8 0,-2 0-16 15,0 4-10-15,0 0-2 0,0 0 0 0,0 0 2 16,-15 18-2-16,5-2 6 0,-2 6-5 0,0 5 0 16,0-1 4-16,0 6-1 0,-2-1 1 0,4 5 3 15,-2-2-4-15,4 0 4 0,0 0 0 0,4 2 1 16,0-3 2-16,2-3-3 0,3-1 6 0,0-4-1 15,3-5 4-15,1-7-5 0,0 3 1 0,3-7 1 16,-2 3 2-16,1-7 1 0,3 2 20 0,-1-7 15 16,2 0 7-16,6-8 3 0,0 1 5 0,0-1-3 15,0-1-1-15,-7 2-1 0,3-7-3 0,0 2-1 16,-3-1-4-16,-2 2-4 0,-3 0 4 0,-1 2 1 16,-3 0 3-16,3 3-5 0,-4-2-4 0,-4 1-7 15,3 1-8-15,-3 0-4 0,-4 1-17 0,-1 3-17 16,-1-1-3-16,0 2-17 0,-4 1-15 0,2 0-24 15,1 1-22-15,2 0-35 0,-1 1-31 0,-1 1-36 16,5 1-189-16,-3-3-422 0,4 1 187 0</inkml:trace>
  <inkml:trace contextRef="#ctx0" brushRef="#br0" timeOffset="149795.1">3013 15566 51 0,'-30'13'102'0,"4"1"-8"16,0 2-9-16,-1 1-16 0,0 4-11 0,2 1-10 16,2 3 4-16,-3 1-3 0,3 1-10 15,-4 13 9-15,9-11-28 0,-1 0 13 0,5 5 1 16,1-4-17-16,2 2 5 0,3-1 13 0,4 0-7 16,0 2-3-16,6-2-8 0,0 1-4 0,3 0 4 0,2-1 1 15,3-2-5-15,3 0-2 0,5-1 6 16,1 1 21-16,1-4-6 0,7 0 3 0,1-3 30 15,5-1 18-15,1-4 7 0,0-3 2 0,2-3 10 16,1-4 1-16,4 0-1 0,-1-5 2 0,12 1 8 16,-15-7-1-16,18-1 2 0,-5-6 2 0,-11 2 2 15,9-8 10-15,-10 2 1 0,-5-2-13 0,-1-5 17 16,0 1 1-16,4-16 1 0,-12 9-21 0,3-11 6 16,-4-2-11-16,-12 5-10 0,5-10-18 0,-11-3-11 15,0-2-15-15,-15 2-3 0,-3-1-21 0,-5 2-18 16,-6 5-22-16,-7 3-17 0,-7 7-33 0,-7 8-31 15,-6 4-26-15,-5 9-25 0,-8 9-43 0,0 5-54 16,-27 6-272-16,30 4-552 0,-2 5 244 0</inkml:trace>
  <inkml:trace contextRef="#ctx0" brushRef="#br0" timeOffset="153598.57">5311 15712 178 0,'3'-12'210'0,"0"4"-7"0,-1-3-11 15,-2 6-16-15,0-2-16 0,1 1-22 16,1 4-12-16,-2-1-17 0,0 3-36 0,0-6-12 16,0 6-9-16,0 0-3 0,0 17-13 0,-3-6 1 0,1 9-7 15,-4 7 0-15,0 2-2 0,1 2-4 0,-3-2-6 16,1 5-1-16,0-2 0 0,1-2-8 15,-3 2 4-15,4-4 0 0,-2 0-1 0,4-2 0 16,-1-7-5-16,1-2 0 0,0-1 0 0,0-4 4 16,2-2 4-16,-2 0 12 0,3-4 52 0,0-2 55 15,0-1 42-15,0-3 12 0,0 0-32 0,-3-14-24 0,2-2-17 16,0-2-16-16,2-8-4 0,-2-4-11 16,2-2-17-16,3-3-4 0,3-13-13 0,0-3-20 15,1-3-13-15,-2 1-9 0,3 2 6 0,-1 4-11 16,-1 12-4-16,0 1 1 0,-2 5 2 0,1 3 1 15,-2 10-3-15,-1-1 3 0,-1 5-2 0,1 2 0 16,-1 3-2-16,0 3-5 0,3-1 2 0,6 3-4 0,-1 0 4 16,8 6-3-16,0 1-6 0,9 1-23 15,4 5-24-15,-1-2-22 0,2 5-26 0,0 0-32 16,-2 2-23-16,3 1-41 0,-5 0-34 0,-9-7-186 16,-2 4-459-16,1-3 203 0</inkml:trace>
  <inkml:trace contextRef="#ctx0" brushRef="#br0" timeOffset="153942.04">5273 15894 64 0,'0'0'183'0,"-5"1"-14"0,5-1-13 16,0 0-13-16,0 0-15 0,0 0-19 0,0 0-1 15,11 3-11-15,1-5-10 0,11-1-9 0,9-2-6 16,6 1-5-16,20-3-8 0,-3 0-3 0,6 2-9 16,-6 1-8-16,2 1-2 0,-4 2-4 0,-15 1-13 15,-1 1-7-15,-2 0-5 0,-4 1 2 0,-10-1-7 16,0 2-6-16,-6-2-12 0,-3 0-16 0,-1 1 7 15,-6-1-5-15,-2 1 6 0,-3-2 1 0,0 0 5 16,-9 7-9-16,-3-4-5 0,1 1 0 0,-1-2-22 16,-2 1-12-16,0 1-12 0,3-1-29 0,-1-1-100 15,2-1-223-15,-3 2 99 0</inkml:trace>
  <inkml:trace contextRef="#ctx0" brushRef="#br0" timeOffset="154202.04">6198 15853 61 0,'2'-3'344'0,"-2"3"-24"16,-2-6-17-16,4 2-23 0,-2 0-26 0,0 4-30 16,2-5-19-16,-2 5-32 0,0 0-14 0,0 0-20 15,0 0-17-15,0 0-46 0,0 0-12 0,0 0-3 16,0 0-10-16,-8 13-1 0,7-4-9 0,-1 0-4 15,-1 1-7-15,0 1-24 0,1 0-17 0,-2 3-18 16,0-2-17-16,1-1-18 0,-1 1-14 0,-2 1-22 16,3-3-16-16,-3 2-5 0,1-4-31 0,2 0-27 15,-4-4-172-15,1-2-380 0,1-2 168 16</inkml:trace>
  <inkml:trace contextRef="#ctx0" brushRef="#br0" timeOffset="154362.81">6198 15620 139 0,'4'-11'268'0,"-4"5"-26"0,1-1-25 0,2 4-25 0,-3-2-32 16,1 1-52-16,-1 4-20 0,0 0-5 15,0 0-29-15,0 0-35 0,12 16-30 0,-8-7-34 0,-1 5-45 16,3 0-45-16,-3 1-81 0,5 2-232 0,-3 0 104 16</inkml:trace>
  <inkml:trace contextRef="#ctx0" brushRef="#br0" timeOffset="155144.81">6446 15836 258 0,'0'0'256'0,"0"0"-36"16,9-3-20-16,-9 3-27 0,0 0-18 0,0 8-14 16,0-8-16-16,-5 9-11 0,5-4-15 15,-5 5-7-15,2 0-11 0,2-2-8 0,-3 4-6 16,2 1-8-16,0-3-4 0,1-1-9 0,-3 1-2 15,4-4-2-15,0 0-2 0,4-1-4 0,-4 1 0 0,0-4-7 16,0 2 0-16,0-4-3 0,0 0 9 16,0 0 1-16,7 0-3 0,-7 0-3 0,13-10-1 15,-4 2-4-15,4-2-2 0,4-2-4 0,-3 0-3 16,0 2-2-16,-5 1-3 0,0 1 2 0,5 0-4 16,-5 1 0-16,-1 2-2 0,-1 3-2 0,0-1-5 15,-4 2-6-15,3 1 1 0,-6 0-4 0,9 1 3 16,-3 4 2-16,-2 0-3 0,0 2 2 0,1 0-3 15,0 2 0-15,1 0 4 0,3 0-9 0,1 4 3 16,3-1 1-16,2 0-4 0,6 0 2 0,6 2-8 16,1-4-13-16,9 2-9 0,1-3-21 0,15 0-12 15,3-4-9-15,-2-1-4 0,2 0 2 0,-4-4-10 16,2-2 5-16,-16 0 10 0,-3-4 1 0,-2 3 10 16,-2-2 10-16,-5-4-2 0,-7 5 7 0,-2-3 32 15,-7 2 38-15,-2 0 21 0,-3 0 3 0,-2-2-2 16,-3 1-4-16,-7-2-7 0,2 2-1 0,-13-2-6 15,-2 4 3-15,-6-2-9 0,-4 2 0 0,-5 2 4 16,1 3-2-16,-3 1-3 0,-2 2 0 0,-2 1-2 16,6 1-3-16,0 1 2 0,3 3-3 0,3-4-1 15,2 5 1-15,10-7-6 0,2 5 2 0,2-4 2 16,3 0-13-16,4 2 1 0,3-2 2 0,3 2-5 16,3-2 5-16,4 0 3 0,6-1-3 0,7 0-6 15,11-3-8-15,1-1-2 0,2 0-1 0,2-2-4 16,4-2-7-16,-7-4-4 0,4-1 2 0,-5-4-2 15,1-2 5-15,-6-1 3 0,-1-5 4 0,-2 1 8 16,-7-5 5-16,-2-1 13 0,0-5 23 0,-2-1 18 16,-5 0 16-16,2 2 32 0,-1-3 28 0,-4 0 6 15,-1 3 7-15,2 1 2 0,-2 1 7 0,-4 7-5 16,3 3-4-16,-2 4-8 0,-1 2-3 0,0 2-14 16,0 3-4-16,0-2-15 0,0 3-5 0,0 1-14 15,0 5-15-15,0-6-24 0,0 6-40 0,0 0-24 16,0-2 8-16,0 2-3 0,0 0 4 0,-4 20 7 15,-1-3 0-15,-4 8 0 0,0 1 1 0,0 4 4 16,-2 4 0-16,-2 11 2 0,-1-11 0 0,1 9 0 16,0-9 2-16,-1-2 1 0,4 2-1 0,-1-4 1 15,4 0 0-15,1-7 1 0,1-6 3 0,2-3 0 16,2-3 0-16,-2-1 0 0,0-2 1 0,1-1 5 16,2-3 3-16,-1-1 13 0,2 2 15 0,1-3 7 15,-2-2-7-15,15 0 2 0,-5-2-7 0,10-4-13 16,8-3-45-16,2-3-73 0,-2 2-94 0,3-3-307 15,-1-3-546-15,4-3 242 0</inkml:trace>
  <inkml:trace contextRef="#ctx0" brushRef="#br0" timeOffset="155907.04">9409 15836 98 0,'0'0'206'0,"-2"-5"-25"0,2 5-19 0,0 0-24 0,-3 0-32 16,3 0-9-16,0 0-10 0,-1 12-9 0,0-2-4 16,-3 6-10-16,-1 3-15 0,1 1-4 0,-1 6-2 15,-3 3-6-15,0 1-4 0,0-2 0 0,0 2-8 16,2 3 4-16,-1-4-9 0,1 3-1 0,2 0 1 16,-4-5 2-16,7-3-7 0,-4-5 4 0,1-1 0 15,0-2-3-15,3-2-3 0,-4-3-21 0,2-1-31 16,-2-1-4-16,4 0-10 0,-3-4 7 0,-1 1-21 15,-2-3-34-15,0-1-132 0,7-2-250 0,-12-4 111 16</inkml:trace>
  <inkml:trace contextRef="#ctx0" brushRef="#br0" timeOffset="156229.96">9343 15791 77 0,'0'-10'241'15,"0"2"-16"-15,3 2-16 0,-2 0-15 16,0 1-21-16,-1 0-17 0,0 3-18 0,0-3-13 0,3 2-17 16,-3 3-10-16,5-5-9 0,0 3-10 0,4 0-3 15,0 2-12-15,2 2-8 0,3 1-8 0,2 1-5 16,2 4-6-16,-2-1-2 0,11 2-3 0,-3 7 1 16,2-3-9-16,-2 5 2 0,-3 1-10 0,0 0 3 15,0 0-1-15,-6 0-2 0,-4-2-2 0,-3-2-1 16,-1 2-3-16,-2-2-5 0,-5-4 3 15,-1 2-3-15,-7 1 0 0,-5-2 0 0,-4 1 3 0,-8 1-2 16,-7 0-1-16,-1-1 1 0,-3-3-1 0,-14-1 0 16,10-4 1-16,5 2-1 0,-4-3 2 0,1-2-2 15,6-1-1-15,0-1-10 0,11 0-14 16,1-1-19-16,5 1-22 0,3 2-30 0,6-3-38 16,1 1-66-16,0-2-146 0,5 2-368 0,0 0 163 15</inkml:trace>
  <inkml:trace contextRef="#ctx0" brushRef="#br0" timeOffset="157526.44">10599 15559 115 0,'0'0'171'0,"0"0"-16"16,0 0-25-16,-14 7-9 0,-3 4-17 0,-7 8-11 16,-13 14-6-16,-4 4-15 0,-6 6-3 0,3 2-12 15,1 0-5-15,2 1-8 0,5 3-3 0,-1-5-8 16,12-1 0-16,3 3-3 0,3 0 0 15,10-13-2-15,3-1-2 0,4-1-5 0,6 0 0 16,0-4 0-16,2 0-16 0,7-5 12 0,-4-5 2 0,10 2 8 16,-6-4 14-16,6-5 5 0,5 3 3 0,-6-5-3 15,0-1 5-15,-1-2 1 0,-1 0 6 0,-4-3 13 16,-2 1 14-16,-4 0 13 0,0-1 12 16,-3 0 2-16,-3-2 1 0,8 0-7 0,-8 0-7 0,9 1-12 15,-9-1-5-15,0 0-9 0,0 0-8 0,6-1-31 16,-6 1-32-16,3-3-43 0,-3 3-62 15,0-8-94-15,-4 4-264 0,4-3-498 0,-1 0 221 0</inkml:trace>
  <inkml:trace contextRef="#ctx0" brushRef="#br0" timeOffset="157892.4">10933 15790 259 0,'-2'-6'264'0,"4"0"-24"0,-2 1-22 0,1 2-22 0,-1-2-25 16,0 5-20-16,0 0-19 0,-1-4-16 0,1 4-13 15,0 0-12-15,-4 14-11 0,4-2-6 0,-3 0-9 16,1 5-7-16,-2 0-7 0,1 4-7 0,-2 4-6 15,3-4-3-15,-3-1-1 0,3 0-6 0,0-3-2 16,-2 4 2-16,0-1-8 0,3-3-1 0,-1-3-1 16,1-2-3-16,0 0 2 0,0-6-4 15,-1 1 1-15,1-1-3 0,-1-2 3 0,2 1 1 16,2-1-2-16,-2-4-1 0,-2 6 3 0,2-6-1 0,-3 4 1 16,6 0-11-16,-3-4-13 0,0 0-13 0,0 0-24 15,0 0-69-15,0 0-78 0,0 0-198 0,0 0-425 16,7-15 188-16</inkml:trace>
  <inkml:trace contextRef="#ctx0" brushRef="#br0" timeOffset="158303.54">11758 15691 79 0,'3'-3'221'0,"0"1"-26"0,-1-3-25 0,-2 5-18 0,0 0-15 16,0 0-14-16,0 0-15 0,-22 17-12 0,7-3-10 15,-6 1-3-15,-2 4-16 0,-5 2-6 16,-3 0-7-16,2 2-2 0,-2-3-12 0,1 4-4 0,-2-3-2 16,2 1 1-16,2-2-9 0,2-1-2 0,6-1-1 15,-3-2-3-15,9-1-2 0,1-1-7 0,3-6 4 16,1 1-1-16,2 1-5 0,3-3 2 15,0 4-1-15,0-5-2 0,3 1-5 0,2 0 8 16,-1 3 7-16,6-2 7 0,2 0 2 0,6 5 2 16,-1-4-2-16,4 5 2 0,4-2-6 0,2 2 2 15,2 0-6-15,-6-4-5 0,5 4 2 0,-6-2 0 16,0-3-2-16,-2 2-2 0,-5-6-2 0,5 4 5 16,-7-5-4-16,0 2-3 0,-3-2-1 0,1-1 2 15,-2-1-1-15,-1 1 4 0,0-1 0 0,-2-1-1 16,-2-1 2-16,7 3-3 0,-7-3-1 0,3 1 0 0,-3-1-19 15,0 0-15-15,4 3-25 0,-4-3-24 0,0 0-17 16,0 0-35-16,0 0-28 0,0 0-29 16,4-10-111-16,-4 3-317 0,4 0 142 0</inkml:trace>
  <inkml:trace contextRef="#ctx0" brushRef="#br0" timeOffset="158866.18">12365 15879 29 0,'0'-2'271'0,"4"0"-15"0,-4 2-25 0,4-5-18 15,-4 5-28-15,2-3-19 0,-2 3-20 0,0 0-16 16,0 0-16-16,0 0-10 0,0 0-12 0,-19 10-10 16,10-3-9-16,-5 4-6 0,-3 0-9 0,-3 5-5 15,-3 0-23-15,0 1-7 0,0 1-12 0,-3 3-25 16,1-3-26-16,-2-1-20 0,0 0-34 0,4 0-14 16,0-2-27-16,-1 1-31 0,-2 0-121 0,10-6-310 15,1 1 138-15</inkml:trace>
  <inkml:trace contextRef="#ctx0" brushRef="#br0" timeOffset="159068.04">12080 15920 121 0,'1'-11'337'16,"1"2"-13"-16,-1 3-13 0,2 0-25 0,-1 0-28 16,-2 3-32-16,0-1-26 0,0 4-19 0,1-6-29 15,3 4-17-15,-4 2-14 0,0 0-9 0,14 9-16 16,-5 1-12-16,5 3-9 0,-1-1-12 0,6 4-12 15,3 2 0-15,1 2-17 0,0 1-14 0,0 1-23 16,-3-3-26-16,0 3-42 0,1-1-39 0,-4-4-37 16,1 2-46-16,-7-6-47 0,-3-1-168 0,7-3-441 15,-7-1 195-15</inkml:trace>
  <inkml:trace contextRef="#ctx0" brushRef="#br0" timeOffset="159498.41">12849 15702 199 0,'2'-4'217'0,"0"1"-22"0,-2 3-25 0,5-1-18 15,-5 1-16-15,0 0-17 0,0 0-13 0,0 0-12 16,-15 18-10-16,5-6-8 0,-7 2-7 0,-2 6-6 16,-3 0-6-16,-2 4-5 0,-3-3-12 0,0 1 0 15,-1 0-5-15,1 2-2 0,3-1-8 0,0-3-6 16,2 1 1-16,3 0 1 0,5-7-4 0,1-1-3 16,-1 3 2-16,8-6-2 0,-1-1-6 0,1-1 2 15,1 1 2-15,2-2 6 0,2-2 16 0,4 3 16 16,-1-5 7-16,6 6 9 0,7-2 2 0,-4-1-8 15,10 1 2-15,-2 2-8 0,-1-2 0 16,4 1-8-16,-2 4-4 0,4-3-3 0,-6 0-9 0,3-1 1 16,-4-2-2-16,-1 1-2 0,-4-1-6 15,0-3 0-15,-4 2-1 0,2 0-2 0,-1-1 0 0,-4-1-6 16,0-3 3-16,-1 3-5 0,3-1-15 16,-7-2-14-16,7 3-29 0,-4-2-23 0,-3-1-33 15,0 0-25-15,0 0-50 0,0 0-231 0,10-2-445 0,-7-1 197 16</inkml:trace>
  <inkml:trace contextRef="#ctx0" brushRef="#br0" timeOffset="160082.7">13269 15841 187 0,'0'0'234'0,"1"-3"-22"0,-1 3-15 0,4-2-21 15,-4 2-19-15,8 0-16 0,-8 0-15 0,13 0-14 16,-6 2-16-16,1 3-8 0,3 0-12 0,-2 0-8 0,1 3-4 16,4 1-11-16,-5 0-2 0,2 5-7 15,-2 1-5-15,-1 0-2 0,1 2-8 0,-4-1-3 16,-1 5 2-16,-4-4-3 0,0 1-5 0,-3 1-6 16,-3 0 3-16,-3-3-3 0,4 2 1 0,-8 3 2 15,1-5-5-15,-1-4-3 0,0 3 5 0,0-3 2 16,-2-3-3-16,5 1 6 0,-1-6 0 0,3 1 6 15,1-2 2-15,2 1 4 0,1 0 8 0,0-2 17 16,-1 0 9-16,4 0 8 0,1-2 15 0,-5 3 13 16,5-3 6-16,-4 3-2 0,4-3 3 0,0 0-16 15,0 0-7-15,0 0-8 0,22-5-10 0,-9 3-10 16,4-2-6-16,4-1-6 0,8 1-4 0,-1 1-3 16,4-1-7-16,-4 2 1 0,4-1-4 0,0 3-4 15,-3-5-9-15,-8 3 2 0,-2-1-3 0,0 3 7 16,-5 1-5-16,-1-2-3 0,-3 1 0 0,2 0-2 15,-7-2 2-15,4 2-7 0,-4-1 2 0,-5 1 3 16,5-1-4-16,-5 1-6 0,8 0-15 0,-8 0-21 16,0 0-20-16,0 0-26 0,5-3-22 0,-5 3-42 15,0 0-41-15,0 0-40 0,-23-8-36 0,10 4-242 16,4 2-544-16,0-2 242 0</inkml:trace>
  <inkml:trace contextRef="#ctx0" brushRef="#br0" timeOffset="160374.96">13709 15571 130 0,'13'4'165'15,"7"4"-16"-15,6 9-12 0,0 3-7 0,3 4-6 16,8 12-19-16,-2 4-4 0,-5 2-10 0,-4 2 4 16,-6 3-3-16,-4-1-9 0,-7 2-10 0,-7 0-5 15,-7 2-7-15,-5 0-2 0,-5 0-10 0,-8-4 1 16,-7-4-2-16,-3-3 2 0,-5-4-8 0,-3-3-1 16,-8-1-3-16,3-7-6 0,-5 2-21 0,-3-7-49 15,-2-5-72-15,-6-2-203 0,4-3-339 0,4-9 150 16</inkml:trace>
  <inkml:trace contextRef="#ctx0" brushRef="#br0" timeOffset="161477.07">15682 15879 90 0,'0'0'180'0,"0"0"-16"0,0 0-13 15,-5-2-19-15,5 2-18 0,0 0-13 0,0 0-11 16,0 0-5-16,0 0-9 0,0 0-7 0,0 0-4 0,0 0-8 16,0 0-7-16,21 5 2 0,-15-4-8 15,3-1-7-15,1 0-9 0,1-1 7 0,-1 1-5 16,1-1-7-16,-2-1 1 0,1 2-7 0,-5-3 0 16,1 2-4-16,1 0 4 0,-3-1 7 0,1 1 5 15,-5 1 1-15,6-2-4 0,-3 0-4 0,-3 2-3 0,0 0-4 16,0 0 1-16,0 0 0 0,-13 9-1 0,4-4-7 15,-1 2-2-15,-8 3 3 0,3 0-3 16,0 0-2-16,0 3 0 0,3-1 0 0,-1 0 3 16,4 2-4-16,0 0 2 0,4 1 1 0,2-3-4 15,3-1 1-15,3 0-2 0,5 1 4 0,4 0-9 16,5-2-16-16,3-1-31 0,7-1-31 0,5-4-46 16,0 0-166-16,-5-5-318 0,4-2 141 0</inkml:trace>
  <inkml:trace contextRef="#ctx0" brushRef="#br0" timeOffset="161892.13">15791 15604 27 0,'-17'0'121'0,"-2"-1"-6"0,1 3-13 0,0 1-3 16,-2 2-6-16,-6 7-6 0,2 0-13 0,-3 5 2 16,0 5-6-16,1 0 0 0,-3 5-10 0,-4 6 1 15,1 3-1-15,11-6-8 0,-7 11 0 0,7-12 2 16,-1 14-4-16,7-11 2 0,2 1-6 0,4 3-3 16,0 9-1-16,8-12-5 0,-1 1 3 0,7 2-1 15,3-5 5-15,5-1 7 0,5 0 14 0,5-2 7 16,7-4 13-16,16 2 5 0,2-6 35 0,7-2 2 15,5-7-7-15,3-6-7 0,-1-3-10 0,32-4 2 16,-32-5-6-16,3-3-4 0,-1-5 2 0,-2-1-14 16,-5-8-8-16,-6 2-4 0,-1-10-4 0,-5 3-8 15,-6-8-6-15,-3-1-6 0,-13 9-7 0,4-17-19 16,-13-3-13-16,-5-1-5 0,-9 1 2 0,-13 1-8 16,-5 2 0-16,-11 0-6 0,-7 6-10 0,-9 5-16 15,-4 6-25-15,-11 5-28 0,-3 9-39 0,-26 3-48 16,23 7-72-16,-32 5-217 0,34 6-502 0,0-3 223 15</inkml:trace>
  <inkml:trace contextRef="#ctx0" brushRef="#br0" timeOffset="163375.47">17695 15608 104 0,'1'-8'236'0,"0"2"-10"16,1-1-16-16,-1 3-21 0,-1-2-21 0,0 3-19 15,3 0-19-15,-3 3-16 0,0 0-32 0,0 0-12 16,0 0-4-16,0 0-13 0,-3 17-7 0,-1 0-3 15,0 8-4-15,-5 1-5 0,2 1-3 0,-4 5-3 16,1-2 1-16,-1 0-6 0,-2 0-1 0,2-2-5 16,-1 4 4-16,3-6-3 0,-1-3-4 0,2-5-1 15,3-2-1-15,1-3 2 0,-1-3-2 0,1 0-1 16,3-5 9-16,-3 2 44 0,3-2 35 0,-2-3 45 16,3-2 35-16,0 0-16 0,0 0-14 0,-1-14-18 15,5 1-15-15,-3-6-15 0,7-8-6 0,-2-2-7 16,-2-7-14-16,5-11-8 0,5-4-6 0,-2 2-10 15,4-4-7-15,0-1-9 0,0 4-4 0,8 1-9 16,-8 2 6-16,-6 14-11 0,5 2 4 0,-6 3-9 16,-1 3 6-16,-1 11 1 0,-3 3 5 0,0 0-15 15,1 3-8-15,3 0 8 0,2 2-8 0,3-1-6 16,4 3-16-16,2 2-13 0,9 2-20 0,-1 2-18 16,2 4-26-16,-1 0-29 0,4 4-29 0,-4 4-42 15,2 0-24-15,-5 3-35 0,-4 2-216 0,-7-5-514 16,-4 0 227-16</inkml:trace>
  <inkml:trace contextRef="#ctx0" brushRef="#br0" timeOffset="163679.47">17626 15749 53 0,'0'0'278'0,"-6"2"-15"16,6-2-22-16,0 0-21 0,0 0-20 0,0 0-19 16,0 0-21-16,0 0-16 0,0 0-19 0,25-2-7 15,5-1-11-15,0 1-11 0,2-1-12 0,6 0-9 16,-3-1-7-16,3 2-9 0,-2-1-24 0,-3 1-17 16,-2-3-9-16,-6 2-16 0,-3 1 0 0,-5 0-5 15,-6 2-2-15,1-3-3 0,-4 3-2 0,-1-3-8 16,-3 3-23-16,-4 0-11 0,0 0-13 0,0 0-1 15,0 0-3-15,-24 0-12 0,12 0-10 0,-2 3-7 16,1 0-17-16,2 1-3 0,-2-1-25 0,-1 0-81 16,5-1-251-16,1 0 112 0</inkml:trace>
  <inkml:trace contextRef="#ctx0" brushRef="#br0" timeOffset="163944.23">18403 15798 111 0,'1'-5'333'0,"3"-1"-11"0,-3 0-7 15,4 0-17-15,-2 1-11 0,-2 2-22 0,-1-2-23 16,1 1-20-16,3 1-21 0,-4 3-34 0,0-5-24 16,0 5-13-16,0 0-30 0,3-4-37 0,-3 4-23 15,0 0-17-15,0 0 2 0,0 0-5 0,1 12-1 16,-2-5-2-16,-2 1-6 0,2 0-12 15,1 4-6-15,-4-3-8 0,0 2-20 0,3 3-11 0,-4-3-14 16,1 1-16-16,-1 0-17 0,1 0-18 0,-1-3-33 16,-1 1-15-16,-1-2-28 0,2-1-39 0,-1-3-140 15,1-2-396-15,5-2 175 0</inkml:trace>
  <inkml:trace contextRef="#ctx0" brushRef="#br0" timeOffset="164106.99">18458 15526 33 0,'0'-13'276'0,"1"2"-23"0,-2 6-23 0,2-1-27 0,-1-1-20 16,-1 4-28-16,1-2-45 0,0 5-37 0,0 0-11 15,0 0-17-15,0 0-27 0,0 0-24 16,0 16-27-16,1-9-31 0,2 6-35 0,-1-2-31 16,0 2-89-16,-1-1-236 0,0 5 105 0</inkml:trace>
  <inkml:trace contextRef="#ctx0" brushRef="#br0" timeOffset="164993.07">18710 15705 99 0,'0'0'301'0,"6"-2"-26"0,-6 2-19 0,4-1-27 16,-4 1-23-16,3-2-23 0,-3 2-20 0,0 0-17 15,0 0-21-15,0 0-12 0,0 0-13 16,7 4-10-16,-10 1-8 0,3-5-6 0,-2 12-8 15,-1-4-8-15,2 1-8 0,-2-1-2 0,1 2-5 16,-2-2-5-16,3 0 5 0,1-2-13 0,-3 0-4 0,3 0-4 16,-2-1 2-16,2-1-2 0,0-1-1 15,0-3 0-15,-2 4 3 0,2-4 5 0,0 0-11 16,0 0 7-16,0 0-9 0,22-12-3 0,-12 5 0 16,4-5-6-16,-1 2 6 0,1 1-8 0,0-2 0 15,-6 4 0-15,2 1-2 0,-5 3 0 0,0-1-3 16,-1 0-3-16,0 0-4 0,1 2-4 0,-5 2-19 15,5-3-9-15,-5 3 1 0,0 0 3 0,0 0 6 16,5 10-1-16,-5-5 5 0,0 1 5 0,0 2-3 16,0 1 0-16,0 0-9 0,3 0 0 0,-2 1-4 15,-1 0-5-15,4 0 2 0,1 1 2 0,0-4 6 16,8 4-5-16,-4-2-12 0,10 0-1 0,6 1-10 16,4 0-10-16,3-1-15 0,6-4-5 0,-1-2-7 15,4-1-2-15,-1 1 2 0,-1-4 16 0,12-1 5 16,-15-1 4-16,5-2 3 0,-9-1 8 0,4 1 17 15,-3-6 13-15,-2 5 21 0,-11-2 21 0,1 1 13 16,-5 0 17-16,2 0 23 0,-6 0 15 0,-5 1 14 16,2 4 6-16,-5-4-8 0,2 1-9 0,-4-1-10 15,-1 1-10-15,-1-1-5 0,-4 0-11 0,-2 1-1 16,-6 1-7-16,-2 1-2 0,-5-4-6 0,-3 3-3 16,-1 3-5-16,-5-2-6 0,-1 4 7 0,-1 0-6 15,1 4 2-15,0-1-17 0,-1 3 6 0,12-3-2 16,-3 3-9-16,2-1-13 0,3 0-5 0,3 1-7 15,3-1-2-15,2 1 5 0,1 0-2 0,0-2 0 16,5 2 8-16,1-2 3 0,2 0 8 0,4 0-2 16,3-2-1-16,4 0 3 0,6-3-4 0,2 0 5 15,1-4 0-15,0-3 3 0,4-2 4 0,2-3 7 16,-4-2 10-16,3-3 15 0,-6-1-1 0,-2-2 5 16,4-6 3-16,-3 1-3 0,0-4 4 0,-4-1-1 15,-1 2 3-15,7-18 0 0,-11 13 14 0,0 0 6 16,-1-2 17-16,0 2 11 0,-2 3 6 0,-2 4-7 15,-3 4 2-15,1 5-12 0,-1 0-4 0,0 5 3 16,-1 2-19-16,0 1-8 0,2 2-9 0,-3 1-6 16,1 2-11-16,0-2-4 0,-1 6-22 0,0-6-42 15,0 6-21-15,0 0 5 0,0 0 3 0,0 0 7 16,-6 22 3-16,2-4 12 0,-2 12-4 0,1-1 3 16,-3 5 3-16,0 1 0 0,-1 10 4 0,2-9 3 15,-4 12 3-15,5-3 0 0,-1-10 2 0,4-2 2 16,-4-1 3-16,2-1 1 0,5-3 7 0,-4-9 3 15,3-1-8-15,1 0 0 0,-2-8 0 0,2 0 4 16,0-1 4-16,2-2 3 0,-2-2 11 0,0 0 22 16,0-1 20-16,1 2 16 0,2-5 17 0,1 0-4 15,1 1-7-15,2-1-7 0,5-2-14 0,1-1-3 16,2 0-8-16,7-2-40 0,-4-3-63 0,2 1-64 16,2 1-88-16,7-7-119 0,0 0-220 0,-3-1-593 15,1 0 262-15</inkml:trace>
  <inkml:trace contextRef="#ctx0" brushRef="#br0" timeOffset="167375.15">21471 15700 15 0,'5'-10'184'0,"1"0"-4"16,-2 3-8-16,1-3-9 0,-3 5-10 0,0-4-6 15,-2 3-10-15,0-1-19 0,-1 1-13 0,-2 1-12 16,-2 0-7-16,-1 1-12 0,-7 1-6 0,0-1-5 15,-8 3-3-15,-9 1-13 0,-2 1-6 0,-1 3-3 16,-3 1-3-16,-3 2-4 0,3 1-5 0,0 2-1 16,0 1-3-16,4 0-2 0,2 2-4 0,0 0-4 15,5-1 5-15,4 0-4 0,5-2-7 0,3 2 4 16,3-3-2-16,3 3-5 0,2-2 4 0,4-1-3 16,2 1-1-16,4 0 2 0,6-2-2 0,5-1 2 15,2 0 2-15,10-2-2 0,3-2 3 0,1-3-5 16,0-4 5-16,0-4-2 0,0-2 1 0,3-4-3 15,-3-2 2-15,-1-4 7 0,-3-4 5 0,0-3 4 16,3-8 2-16,-7 4 0 0,3-9 2 0,-3 0-5 16,-6 11 5-16,-4-3 11 0,3 0 5 0,-6 0 12 15,-2 4 10-15,0 6 7 0,-2 2 0 0,-4 9 6 16,0 0-9-16,-2 0-8 0,2 6-10 0,-1-2-16 16,0 3-38-16,-2 2-13 0,0 2 2 0,0 0 3 15,-7 13-3-15,2 3 3 0,-4 9 0 0,0 4 4 16,4 2 3-16,-3 2-1 0,2 1 2 0,-1 13-5 15,4-12 4-15,2-1 2 0,3 0-3 0,3-1 1 16,4-2 2-16,0-4 0 0,2-2-2 0,2-3 0 16,-4-6 2-16,5-1-3 0,-1-3 3 0,0-3 1 15,4 1 0-15,-6-5 5 0,4-3-2 0,3-4 4 16,0-2 1-16,0-4-1 0,0 0 2 0,0-4 1 16,0 0 2-16,1-5 2 0,-4 2 6 0,-1 1 3 15,-1-3 2-15,0 5 14 0,-3-1 1 0,0 4 6 16,-5 2 2-16,3-1-1 0,-3 3-4 0,-3 1-7 15,0 0-9-15,4 2-7 0,-4-1-16 0,-2 3-5 16,0 0-2-16,0 0 0 0,2 7 3 0,-2 0-5 16,0 3 4-16,-2-1 3 0,0 1-3 0,-3 0 3 15,4 1-3-15,-1 1-15 0,-1 0-6 0,-1-1-13 16,0-2-11-16,0 2-20 0,3-2-8 0,-3 0-16 16,-1-4-21-16,1 3-22 0,3-1-9 0,-3-5-18 15,-1 1-37-15,-3 1-169 0,8-4-398 0,-12-4 177 16</inkml:trace>
  <inkml:trace contextRef="#ctx0" brushRef="#br0" timeOffset="167524.46">21856 15469 144 0,'2'-10'242'0,"-2"5"-26"16,0 0-22-16,0 1-36 0,0 2-52 0,0 2-25 15,0 0-16-15,0 0-28 0,0 0-33 0,0 0-29 16,4 15-32-16,-3-7-40 0,-1 1-81 0,0 0-194 15,0 2 86-15</inkml:trace>
  <inkml:trace contextRef="#ctx0" brushRef="#br0" timeOffset="169009.14">22318 15553 149 0,'0'0'147'0,"0"0"-13"16,1-3-13-16,-1 3-17 0,0 0-15 0,0 0-8 15,0 0-17-15,0 0 1 0,0 0-6 0,0 0-7 16,0 0 5-16,-18 12-17 0,3-2-3 0,2 0-13 16,-3-1 5-16,2 5 0 0,-3-4-8 0,3 2 0 15,-3 4-1-15,6-3-4 0,-2 0-1 0,3 1-4 16,1 1 5-16,0-4-6 0,5 1 0 0,-1-1-6 0,5 0-5 15,0-1 9-15,3-1-6 0,-1-1 5 16,7 0 0-16,-1-2 12 0,2 1-13 0,0-3-1 16,-1 1 3-16,-2-1-5 0,-1 1 3 0,-1-3 1 15,1-1 9-15,-2 0-6 0,-4-1 2 0,8 3-1 16,-7 0 0-16,-1-3-2 0,-5 5 2 0,0-1-3 16,-6-1-5-16,-1-1-6 0,-1 1-5 0,-6 1-8 15,1-1-13-15,0-1-2 0,7 1-47 0,-6-1-37 16,-2 1-105-16,6-3-236 0,1 0 105 0</inkml:trace>
  <inkml:trace contextRef="#ctx0" brushRef="#br0" timeOffset="169292.51">22773 15362 59 0,'0'-8'260'16,"0"-1"-20"-16,0 6-25 0,0-3-29 0,0 2-23 15,0 1-17-15,0 3-16 0,0 0-13 0,0 0-17 16,0 0-7-16,-4 28-8 0,0-11-10 0,-1 7-8 16,-5 4-3-16,1 1-9 0,0 6-8 0,-4-4-1 15,1 5-6-15,3-2-6 0,-3-2-3 0,1-1-15 16,0-2-22-16,1 0-19 0,1-3-14 0,0-2-7 15,0-6-27-15,4-3-25 0,1 0-26 0,-2-6-14 16,0 3-21-16,-2-7-102 0,3 2-281 0,0-5 124 16</inkml:trace>
  <inkml:trace contextRef="#ctx0" brushRef="#br0" timeOffset="169536.76">22502 15680 68 0,'-4'-2'193'15,"4"2"-15"-15,-5-4-20 0,5 4-14 0,-4-1-19 16,4 1-12-16,0 0-10 0,0 0-6 0,17 4-11 16,-2-3-7-16,13 1-9 0,4 1-9 0,3-3-5 15,5 3-2-15,11-3-5 0,2-3-6 0,-14 3-4 16,-1 0-7-16,-3 0 3 0,0-2-11 0,-3 2 2 16,-13 0-3-16,3-1-1 0,-9 1-3 0,-2 0-3 15,-2 0-6-15,-2-1-1 0,-3 1-15 0,-4 0-17 16,0 0-26-16,0 0-1 0,-20-2-17 0,1 1-20 15,2 1-8-15,-2 0-19 0,0-2-18 0,-1 1-87 16,2 1-236-16,8 0 105 0</inkml:trace>
  <inkml:trace contextRef="#ctx0" brushRef="#br0" timeOffset="170040.51">23247 15577 92 0,'6'-3'223'0,"2"0"-23"0,4 1-23 15,0 0-20-15,0 4-13 0,3-1-12 0,4 1-21 16,-3 6-11-16,4 0-9 0,-4 0-7 0,0 4-13 16,1 0-3-16,-6 1-7 0,1 2-9 0,-6 0-8 15,3 2-2-15,-5 1-7 0,-4-4-1 16,0-1-4-16,-4 0-10 0,-2 0 2 0,-2 1 1 0,-1-1-6 15,1-3 5-15,-2-1-3 0,0-2 1 0,1 1 0 16,0-4 4-16,4 0 8 0,-1 2 14 0,0-3 22 16,3-1 21-16,3-2 15 0,-7 0-2 15,7 0-19-15,0 0-17 0,5-15-12 0,4 5-9 16,4-2-3-16,9-6-6 0,2 0-13 0,2-2-8 16,3 3-2-16,-1-1-2 0,1 1-4 0,-2 0 0 15,0 2-4-15,-1 3 3 0,-10-1 2 0,4 4 1 0,-5 1 2 16,-5 1 6-16,0 2 13 0,-2-1 2 15,-3 3-4-15,-2 0-6 0,3 2-6 0,-2-2-6 16,-4 3-5-16,7-1-1 0,-7 1-2 0,0 0-3 16,0 0-4-16,2 10 1 0,-4-5 1 0,2 2 0 15,-1 3 1-15,-1 1 1 0,-1 1 1 0,2-1-3 0,-3 2 4 16,0 4-2-16,0-6 3 0,2 2-1 16,-1-1-2-16,-1-2 4 0,2 1-1 0,-3-1 0 15,1 0-17-15,-1-1-4 0,2 1-13 0,-2-4-6 16,3 3-6-16,-2-5-8 0,0 1-3 0,-1-2-4 15,1 0-6-15,-1 1-8 0,5-4-44 0,-12-4-36 0,6 1-66 16,-7-2-153-16,8-2-402 0,-3-2 179 0</inkml:trace>
  <inkml:trace contextRef="#ctx0" brushRef="#br0" timeOffset="170191.46">23710 15398 180 0,'4'-15'288'16,"-2"6"-14"-16,-2 1-28 0,1 1-22 0,-1 2-23 0,3-2-21 15,-2 3-38-15,-1 4-51 0,4-3-40 16,-4 3-28-16,0 0-39 0,0 0-38 0,0 0-53 0,13 14-51 16,-11-6-104-16,0 3-282 0,-2-4 125 15</inkml:trace>
  <inkml:trace contextRef="#ctx0" brushRef="#br0" timeOffset="170724.87">23900 15775 122 0,'0'0'147'0,"-2"3"-18"0,0 0-9 15,2-3-5-15,0 6-15 0,0-6 6 0,0 0 6 16,3 3 5-16,-3-3 6 0,9 1 2 0,-4-1 1 15,-5 0-3-15,13-3 5 0,-6-1 0 0,3-2 0 16,2 1-2-16,3-7-15 0,-1 1-8 0,2-2-10 16,2-7-6-16,-1 1-9 0,0-3-10 0,-2-4-3 15,1 1-10-15,0-6 5 0,-1 2-16 0,-2-6 2 16,0 7-5-16,0-5 3 0,-3 2 0 0,-1 0-5 16,1 2-2-16,-5 3 5 0,2 1 10 0,-3 7 9 15,-3 4 4-15,0 2-8 0,3 1 2 0,-4 4-2 16,0-1-15-16,0 1-1 0,2 2-7 0,-1 1-27 15,-2 0-24-15,1 4 4 0,0 0-3 0,-15 11-2 16,6-1 6-16,-6 11-1 0,0 4 0 0,-4 7 2 16,-2 12 0-16,10-11 1 0,-1 1 0 0,-3 13 0 15,6-12-2-15,2 1 4 0,2-1 3 0,5-3-1 16,5 1 2-16,-2-3 8 0,1-4-8 0,1-6 1 16,0-3 5-16,3 0-4 0,1-5 5 0,-3-2 1 15,2-1 3-15,1-3 13 0,-2-2 11 0,2-1 22 16,2-3 9-16,1-3 7 0,-3-1-3 0,0 1 0 15,3-7-5-15,-5 1-8 0,4-6-5 0,-3-2 2 16,0 0-32-16,-1 1 4 0,-4-2-16 0,-1 1-17 16,-2 1-6-16,-3 4-17 0,-1-1-22 15,-1 2-17-15,-3 2-25 0,0 2-15 0,-3 0-18 0,1 3-23 16,-3 1-20-16,3 3-38 0,-2 0-32 0,1 3-213 16,2-2-493-16,4 2 218 0</inkml:trace>
  <inkml:trace contextRef="#ctx0" brushRef="#br0" timeOffset="171576.77">24552 15612 346 0,'5'-1'343'0,"-4"-2"-39"0,-1 3-32 15,3-3-31-15,-3 3-30 0,0 0-22 0,0 0-18 16,0 0-18-16,0 0-20 0,0 13-6 0,-4-2-19 15,1 0-9-15,-2 7-26 0,0-3-16 0,-1 2-12 16,-1-2-12-16,5-3-7 0,-2 7-6 0,1-9-1 16,2 0-2-16,-3-3-2 0,4 0-2 0,0-2-1 15,3 0 5-15,-1-3 2 0,1-1 4 0,-3-1-4 16,10-5 4-16,3-1 2 0,-2-5-4 0,6 0 0 16,-3-2-4-16,9-5-4 0,-8 4 0 0,7-4-2 15,-5 7-1-15,-2 0-1 0,-1-2 0 0,-4 5-1 16,-1 1-2-16,0 0-5 0,-1 2 1 0,-3 0-2 15,0 1-9-15,2 2-7 0,-2 2 0 16,-5 0-7-16,10 1 2 0,-5 4-1 0,0 0-1 0,2 2 3 16,0 1 2-16,1 0-6 0,1 3-6 15,0-4 1-15,1 3-4 0,0-3-1 0,5 4-3 0,1-5 3 16,-5 1 1-16,3-5 5 0,-1 1-3 0,1-3 8 16,0-3 0-16,0-2 0 0,-1-1 7 15,2-4 2-15,-2 0 3 0,1-6-1 0,-2-1 7 0,1-3 5 16,-1-4 11-16,-3 0 6 0,2-3 13 15,-1 0 3-15,1-3 0 0,-2-1-2 0,1-1 5 0,-1 4 6 16,-1 2 7-16,0 9 7 0,-2 1 11 0,-1 5-5 16,-5 4-9-16,1-2-8 0,3 4-12 15,-4-1-20-15,0 5-27 0,0 1 1 0,0 0 0 16,0 0-2-16,-1 16 2 0,-3 0 2 0,-4 9 5 16,0 2 0-16,-3 5 0 0,2 1-1 0,-6 0 1 0,1 11 3 15,1-9-3-15,3-5 6 0,1 0-2 0,-1-3 1 16,2 0-3-16,2-8-13 0,-1-5-4 0,2-1 0 15,2-4 2-15,0 0 3 0,-1-2 6 0,3-2 6 16,-2-2 10-16,-1-3 2 0,4 0-1 16,0 0 2-16,-19-9-7 0,9 1 4 0,-2-1-5 15,1-6 2-15,-2 1 0 0,-1-1-2 0,5 1-3 0,0 0-1 16,0-2-4-16,4 5 1 0,-1 3 1 0,3-3-3 16,-1 5-1-16,4-2 1 0,4 1-7 0,-1 1-1 15,7 1 2-15,5-2-3 0,4 1 2 0,12-1 7 16,1 2-9-16,3-2 4 0,3 5 1 15,16-1 3-15,-15 0-4 0,14 1 4 0,-15 0-2 0,0 0 5 16,-1 2 0-16,-3-4 1 0,-4 2 12 0,-9 1 4 16,-1-1 15-16,-7 1 22 0,0-2 23 0,-4 0 13 15,-2 2 3-15,1-2 3 0,-3 3-10 16,2 0-11-16,-7 0-11 0,6-1-8 0,-6 1-8 16,6-3-13-16,-6 3-2 0,0 0-7 0,7 4-17 15,-6 0 5-15,-1 2-3 0,-3-2-4 0,2 7 3 0,-4-2 0 16,3 3-3-16,-4 2 1 0,1 1 1 15,-1-1-5-15,1 3-14 0,-2-2-3 0,2-3-7 0,0 0-21 16,3-2-15-16,-2-1 4 0,0 1-31 16,0-2-20-16,-1-2-15 0,2-1-17 0,1 1 1 0,-2-5-33 15,4-1-44-15,0 0-197 0,-14-7-448 0,10 0 198 16</inkml:trace>
  <inkml:trace contextRef="#ctx0" brushRef="#br0" timeOffset="171737.67">25477 15361 221 0,'3'-9'291'0,"3"0"-20"16,-5 2-25-16,3 2-24 0,-3 0-26 16,0 4-31-16,3-5-44 0,-4 3-49 0,0 3-10 0,0 0-27 15,0 0-28-15,9 13-34 0,-5-5-56 0,-1 3-46 16,0 3-150-16,-1 0-302 0,0 3 135 0</inkml:trace>
  <inkml:trace contextRef="#ctx0" brushRef="#br0" timeOffset="172058.64">25812 15511 124 0,'0'0'221'0,"-4"-7"-26"16,4 7-19-16,-8 3-22 0,8-3-17 0,-18 8-15 15,9 1-10-15,-5 3-13 0,-2 0-9 0,1 2-10 0,0 6-7 16,-4-1-6-16,4 3-8 0,3-8-9 15,1 1 1-15,1 2-17 0,3-3 8 0,1 1-10 16,3-5 4-16,2 1-3 0,0-3-2 0,3 1 3 16,1-4 6-16,4-1 10 0,1 0-2 0,4-2 3 15,5-3-7-15,0 0 5 0,2-4 4 0,0-1 2 0,-2 0 2 16,-2-4-5-16,0 0-7 0,2-2-2 16,-4-2-6-16,1 2-2 0,-5-3-4 0,0-1-5 15,1 0-2-15,-3 1-2 0,-6 4-1 0,1 1-7 16,-3 1-5-16,-3-1-5 0,2 3-14 0,-7-3-8 15,-1 3-14-15,-3 2-8 0,-5 2-15 0,0 0-17 16,0 3-23-16,-1 3-41 0,6-1-27 0,-1 4-37 16,-1-1-141-16,6 0-368 0,0 2 163 0</inkml:trace>
  <inkml:trace contextRef="#ctx0" brushRef="#br0" timeOffset="172356.07">25988 15608 89 0,'5'-3'329'0,"-1"2"-27"16,-4 1-31-16,6-1-32 0,-6 1-24 16,5-2-24-16,-5 2-23 0,0 0-18 0,0 0-18 15,8 4-9-15,-8-4-7 0,0 10-21 0,-1 0-9 0,-2-1-7 16,2 2-10-16,-3 0-12 0,2-1-9 16,0 2-6-16,2-3-6 0,0-1-3 0,-5-3-1 0,9 0 0 15,-8-1 0-15,8-1 1 0,-3 0 3 16,-1-3-2-16,13-3 2 0,-1 0 1 0,4-2-1 15,2-1 0-15,0-1-5 0,1-3-2 0,7 2-1 16,-12 1-2-16,-4 3-4 0,3 0-9 0,-2 2-5 16,-1-2 5-16,-2 2-5 0,-1 2-1 0,2 0-23 15,-1 2-11-15,0 7-23 0,1-4-30 0,-4 8-44 16,4 2-67-16,-4 0-82 0,-1-3-167 0,-3 0-477 16,-1-1 212-16</inkml:trace>
  <inkml:trace contextRef="#ctx0" brushRef="#br0" timeOffset="173277.09">27268 15108 225 0,'2'-11'249'0,"0"6"-22"0,-2-1-25 0,0 0-23 16,0 1-23-16,0 5-33 0,0-2-20 0,0 2-8 16,0 0-15-16,-5 19-10 0,-3-2-6 0,3 12-8 15,-7 2-7-15,-5 16-5 0,-2 6-6 0,1 3-2 0,-5 26 2 16,5-26-8-16,4 0-2 0,-5-1-17 15,3-3-4-15,5-1 2 0,-1-7-4 0,5-14 1 16,-1-1 1-16,4-5-2 0,-1-8 4 0,1-3-4 16,2-1 4-16,0-2-1 0,1-3 6 0,1 0 31 15,-2-2 37-15,0-2 35 0,2-1 8 0,0-2-11 16,-10 0-15-16,3-5-27 0,-1-3-20 0,-6-1-26 16,1-3-20-16,-1-2-12 0,-7-5-25 0,1 1-22 15,5 0-17-15,1 4-26 0,-2-2-18 0,5 2-16 16,-1 2-7-16,3 1-13 0,3 2-28 0,-3 1-149 15,3-1-354-15,0 4 157 0</inkml:trace>
  <inkml:trace contextRef="#ctx0" brushRef="#br0" timeOffset="173555.37">26858 15545 127 0,'0'0'166'0,"0"0"-7"0,-5 0-30 0,5 0-4 16,0 0-10-16,0 0-16 0,14 5-7 0,1-5-15 15,6 3 1-15,14-1-9 0,3 2-6 0,12-4-3 16,2 0-5-16,-16 0-12 0,0 0 3 0,-3 0-8 16,-4 0-1-16,-7 0-6 0,-2-1-5 0,-7 1 12 15,1 0 12-15,-4-1 11 0,-2 1 4 0,-3 0-4 0,0-2-3 16,-5 2-11-16,5-2-21 0,-5 2-19 15,0 0-20-15,0 0-21 0,0 0-21 0,-24 1-15 16,18 0-21-16,-4 1-27 0,1 0-29 0,-2 1-107 16,2-3-274-16,2 4 121 0</inkml:trace>
  <inkml:trace contextRef="#ctx0" brushRef="#br0" timeOffset="174226.77">27585 15516 79 0,'2'-1'305'0,"-2"1"-30"16,1-3-31-16,-1 3-27 0,0 0-25 0,0 0-24 15,0 0-19-15,0 0-19 0,0 0-9 0,0 11-15 16,-3-2-12-16,1 4-10 0,-6 1-2 0,6 3-10 16,-2 1-8-16,0 1-7 0,0 0-7 0,3 1-19 15,-2-3-8-15,3-3 4 0,0-2-12 0,0 1 0 16,3-4-5-16,-1-1 2 0,1-2 1 0,1-1-3 15,1-3 3-15,2 1-5 0,4-3 4 0,0-3 1 16,6-3-1-16,0-2 1 0,-1-4 2 0,-1 2 0 16,6-9 0-16,-3 5-5 0,1-3 3 0,-5 7-1 15,0-3-4-15,-3 2 1 0,0 2 9 0,-5 1 0 16,2 2 5-16,-2 2-1 0,-1 0-6 16,-1 0-5-16,-1 1-7 0,1 2-14 0,-4 1-13 15,5-2 0-15,-5 2 0 0,6 6 4 0,-4-2 3 16,1 2-8-16,2 1 2 0,0 1 3 0,4 0-4 0,7 3-7 15,-1 2-17-15,3-3-9 0,7 2-8 0,-7-3-16 16,8 0-19-16,1-1 13 0,1-2-13 16,0-5 4-16,-1 2 15 0,-6-6 2 0,1-1 14 0,-1-4 2 15,0 3 14-15,-7-7 22 0,4 4 24 16,-2-6 24-16,-4 0 19 0,1-1 22 0,-2 1 19 16,0-1 16-16,-3-1 17 0,1 3 17 0,-3 1 3 15,-2 3 6-15,-1 1-6 0,1 1-8 0,-1 1-8 0,-2 2-13 16,2 0-16-16,-1-1-15 0,1 2-12 0,-3 3-30 15,1-2-9-15,-1 2-6 0,0 0-3 0,-4 13-2 16,1-4-3-16,-3 2 4 0,-1 7 0 0,-1-1-3 16,-1 6-5-16,-1 2 0 0,-1 2 4 15,0-1-3-15,2 0-2 0,-1-1-1 0,5-6-1 16,0-2 2-16,1-6 1 0,1 0 1 0,1-2 0 0,-1 0 1 16,2-5 2-16,-2 1 8 0,2-1 22 0,1 0 15 15,0-4 4-15,0 0-7 0,0 0-4 0,18-10-7 16,-9 3-1-16,1 1-15 0,2-6 9 0,4-1-7 15,-3 1-2-15,4-1-3 0,-4 0-2 16,0 1-4-16,0 2 1 0,-6 3-3 0,1 0 8 16,0 2-15-16,-3 1-5 0,1 1-6 0,1-2-14 15,-2 3-16-15,4-1-18 0,0 3-37 0,0 0-24 16,5 3-31-16,-2-1-38 0,-1 4-38 0,5-2-33 16,-5 3-241-16,2-1-535 0,-4 0 236 0</inkml:trace>
  <inkml:trace contextRef="#ctx0" brushRef="#br0" timeOffset="175124.3">28637 15623 224 0,'1'-5'309'0,"-1"1"-24"0,0 1-22 16,0 3-21-16,0-6-27 0,0 6-23 0,0-2-22 15,0 2-24-15,4-5-24 0,-4 5-27 0,0 0-13 16,5-1-14-16,-5 1-9 0,0 0-14 0,14 1-10 0,-2 1-9 15,-5-1-17-15,5 1-13 0,2-1-6 16,-3-1 4-16,1 0-5 0,1 0 3 0,-2 0-3 16,3 0-6-16,-3-1-2 0,0-2 10 0,-5 1 3 15,5-1 3-15,-4 1-9 0,-3-3 12 0,1 4 4 16,0-3 11-16,-1 1 11 0,0 0-6 0,-3 1 0 16,3-2-7-16,-4 4 0 0,0-4-4 0,0 4-2 15,0 0 5-15,-11-2-6 0,11 2-4 0,-16 2-2 16,2 2 4-16,-2 2-4 0,-1 1 3 0,-2 2-2 15,0-1-5-15,-1 2 3 0,3 1-4 0,1 0 3 16,-3 3-2-16,6 1 4 0,-1 0-3 0,4-2-5 16,2-3 4-16,2 2 5 0,4 0-1 0,2 0-3 15,6-2 2-15,1 0 2 0,9 1 2 0,8 0 1 16,4 1 3-16,3-5-7 0,3-2 3 0,6-2-1 16,11-3 1-16,-12-3-5 0,-1 0 3 0,1-3 8 15,0-5-8-15,9-4-1 0,-12-1 3 0,-4-2-2 16,-3-3 0-16,0-4 4 0,1-12 7 0,-6 10 3 15,0-16 12-15,0-1 11 0,-5-2 12 0,-1 1 11 16,-3 0 13-16,-6 14 9 0,1 4 18 0,-1 0-3 16,-5 8 0-16,0 3 3 0,0 5-2 0,-2 0-10 15,1 3-12-15,-1 0-9 0,0 3-9 0,-1 1-50 16,0 0-37-16,-1 4 0 0,0 0 2 0,-9 13 1 16,6-3 13-16,-6 5-10 0,-3 12 1 0,-2 4 5 15,-5 9 5-15,2 4-3 0,2-10 3 0,3-2 5 16,3 3-4-16,-5 0 6 0,5-3-2 0,0 3-5 15,4-4-2-15,-2-5-10 0,4 0-15 0,-3-6-1 16,3-6-3-16,-1-2-3 0,2 0-8 0,-1-6 2 16,2 2 8-16,0-2 4 0,-2-2 24 0,2 0 23 15,0-1 8-15,1-3-1 0,0 0 1 0,0 0-2 16,-14-9-4-16,4 2-1 0,3-3-11 0,-5-2-7 16,-3-1-8-16,0 0 2 0,-2 0-2 0,-5-3-1 15,6 4 3-15,-6-5 0 0,5 5 5 0,2 5-2 16,4-2 1-16,3 2 6 0,-2 3 15 0,6-1-1 15,1 0-2-15,2 1-6 0,6 0-3 0,7-1-6 16,4 0-3-16,12 1-3 0,7-1-4 0,3 1 0 16,20 1-1-16,-5 0 3 0,5 1 1 15,-4 0-1-15,-1-3-2 0,-16 3 3 0,0-1 1 0,-1 3 3 16,-5-4 2-16,0 3-3 0,-14-1 9 0,0 0 25 16,-6-1 22-16,-2 3 29 0,-1-2 8 0,-2 2 3 15,1 0 5-15,-7 0-10 0,9-3-10 16,-9 3-5-16,6 0-10 0,-6 0-11 0,0 0-9 0,10 3-7 15,-10-3-7-15,0 2-6 0,0-2-3 0,-2 7 1 16,-1-2-3-16,2 2-2 0,-3 1-1 0,-1 2-1 16,1-1-2-16,0 3-14 0,1-4-7 0,0 5 4 15,-3-2-23-15,2-2-15 0,0 2-21 0,0-2-9 16,0 0-14-16,2-4-16 0,-2 2-23 0,1-2-8 16,2 0-4-16,-4-2 2 0,3 1 22 0,2-4-68 15,0 0-203-15,-9-9-426 0,7-2 188 0</inkml:trace>
  <inkml:trace contextRef="#ctx0" brushRef="#br0" timeOffset="175280.16">29597 15332 113 0,'2'-12'256'0,"-1"5"-19"0,1 2-21 0,-1-2-22 16,0 2-22-16,-1 2-31 0,0 3-51 0,0 0-37 16,4-5-8-16,-4 5-25 0,0 0-23 0,13 13-34 15,-7-3-30-15,3-1-43 0,-4 2-110 0,9 2-239 16,-3 2 106-16</inkml:trace>
  <inkml:trace contextRef="#ctx0" brushRef="#br0" timeOffset="175590.81">29961 15463 216 0,'0'0'188'0,"0"0"-21"0,0 0-19 16,-23 9-13-16,11-4-17 0,1 9-11 0,-2-5-10 15,0 7-11-15,1 0-11 0,1 2-2 16,-3 2-9-16,3-2-7 0,3-2-7 0,-2 0 0 16,6-4-6-16,0 3-3 0,3-2-8 0,0-4 2 15,1 0-6-15,1-4 7 0,1 3 5 0,4-4 10 16,2 1 4-16,3-5-1 0,4 0 6 0,-2-5-2 16,7 2 11-16,-4-3-2 0,1-2-1 0,-1-4 0 15,0 2-8-15,-3-3-3 0,4 0 4 0,-8-2 7 16,1 1-10-16,-4 1-2 0,-2 2 3 0,-1 0-17 15,-5-1-4-15,1 1-7 0,-3 1-8 0,-5 0-15 16,0 2-9-16,-2 3-11 0,-2-1-6 0,-2 1-8 16,-3 1-17-16,3 2-15 0,-2 3-23 0,4-1-30 15,-5 5-32-15,3 0-29 0,1 2-18 0,6-2-158 16,-3 2-378-16,7-1 167 0</inkml:trace>
  <inkml:trace contextRef="#ctx0" brushRef="#br0" timeOffset="175871.84">30082 15593 289 0,'0'0'336'15,"9"0"-33"-15,-9 0-26 0,0 0-30 0,0 0-27 16,5-2-17-16,-5 2-34 0,0 0-18 0,0 0-20 16,0 0-10-16,0 5-16 0,0-1-22 0,0 1-15 15,-4 2-18-15,4-1-15 0,-1 1-11 0,1-2-11 16,-2-1-2-16,0 2-2 0,2-2 2 0,-2-1 5 15,2-3-5-15,0 5 17 0,0-5 14 0,2 2 1 16,-2-2-6-16,14-6-3 0,-3 1-4 0,1 0-5 16,6-1 0-16,0 0-5 0,-1 0 0 0,-6 0 4 15,3 4-9-15,-2-2-5 0,-1 1-4 0,0 2-5 16,-4 0 0-16,5 1-19 0,-3 2-16 0,-2 1-26 16,3 3-21-16,-2 5-42 0,1-2-56 0,-2 6-76 15,3-2-161-15,-4 1-451 0,-1-7 200 0</inkml:trace>
  <inkml:trace contextRef="#ctx0" brushRef="#br0" timeOffset="176540.4">31377 15095 146 0,'-2'0'193'0,"-5"-3"-26"0,7 3-15 0,-20 5-17 16,3 3-13-16,-6 9-17 0,-5 4-10 0,-11 11-12 15,-6 5-11-15,5 6-6 0,1 2-4 0,5 2-7 16,3 4-9-16,7-5-5 0,3 2 2 0,11-2-6 15,5 2 4-15,6-3-10 0,11-10 9 0,3-1 37 16,13 4 8-16,-4-9 8 0,14 3 17 0,-8-11-1 16,16 4 3-16,-15-9-2 0,-2-6-9 0,3 1 5 15,-5-2 11-15,-9-5 22 0,-8 0 16 0,2-2 11 16,-6 0 18-16,2-1 6 0,-3 0-6 0,1 0-5 16,-1 1-7-16,-5-2-13 0,0 0-18 0,9-2-15 15,-9 2-20-15,0 0-21 0,0 0-33 0,0 0-39 16,0 0-47-16,0 0-56 0,0 0-54 0,-20-7-54 15,8 7-59-15,-2-3-62 0,0 2-51 0,-4-3-196 16,6 1-612-16,-1-1 271 0</inkml:trace>
  <inkml:trace contextRef="#ctx0" brushRef="#br0">31640 15284 184 0</inkml:trace>
  <inkml:trace contextRef="#ctx0" brushRef="#br0" timeOffset="181222.86">32718 15047 66 0,'4'-7'210'16,"-3"-3"-5"-16,2 3-11 0,-2 3-16 0,-1-3-23 15,3 3-9-15,-2 1-17 0,-1-1-17 0,0 4-12 16,1-5-19-16,-1 5-6 0,0 0-16 0,0 0-7 15,-5 16-5-15,0-5-5 0,-4 7-3 0,-1 7-5 16,-3 2-5-16,2 2-2 0,-1 1-1 0,-1 5-5 16,-2-2 2-16,1 12-4 0,3-14 2 0,-1 2-2 15,3 0 5-15,0-2-11 0,0 0 9 0,3-4-2 16,1-2-11-16,1-8-1 0,0-2 0 16,0-4-3-16,2-1 4 0,-1-1 0 0,-1 1 1 15,3-5 7-15,-3 1 0 0,4-3 12 0,-1 1 14 0,1 0 17 16,0-4 15-16,-3 5 6 0,3-5 0 0,-4 1-8 15,4-1-6-15,0 0-9 0,-11-5-9 0,6 1-10 16,-3 2-13-16,3-1-8 0,-6-2-15 0,0 1-8 16,2 1-13-16,-1-2-9 0,1 1-9 0,2 1-15 15,1 2-11-15,-2 0-18 0,1-3-15 0,2 2-20 16,0 1-34-16,1-1-34 0,4 2-178 0,-11-3-389 16,11 3 172-16</inkml:trace>
  <inkml:trace contextRef="#ctx0" brushRef="#br0" timeOffset="181559.81">32447 15337 146 0,'0'0'189'0,"0"0"-15"16,-5-1-21-16,5 1-12 0,0 0-15 0,0 0-15 16,0 0 3-16,0 0-21 0,18-3-9 0,-4 2-9 15,4 1-10-15,1-1-7 0,3-1-8 0,-3-1-4 16,8-4-2-16,-5 3-4 0,-1 1-3 0,-4-1-7 16,-2 4 5-16,-4-3 11 0,0 3 15 15,-1-1 2-15,-5-1-1 0,1 1 3 0,-2 0-6 0,-4 1-2 16,8-2-11-16,-8 2-10 0,0 0-17 15,0-3-21-15,0 3-12 0,0 0-25 0,0 0-13 0,0 0-24 16,-16-2-32-16,16 2-21 0,-7-2-28 16,7 2-135-16,-10 0-315 0,6-3 139 0</inkml:trace>
  <inkml:trace contextRef="#ctx0" brushRef="#br0" timeOffset="181942.2">32945 14836 128 0,'0'0'140'0,"0"0"-13"0,0 0-12 16,26 37-18-16,-8-12-6 0,-1 2-12 0,1 5-6 0,3 9-12 16,-1 3-12-16,-3 6 1 0,-1-1-11 0,-5 2 4 15,-8 4-4-15,-4 3-4 0,-5 25 8 16,-4-30 0-16,-5 3-17 0,-7 0-28 0,-6-4 3 16,-1 1 3-16,-3-9 0 0,-4-5-9 0,-4-4 36 15,-2-5 4-15,3-3 10 0,7-10 11 0,-2-1 1 16,5-3 4-16,2-1 2 0,6-5-9 0,1-2-6 15,2 0-2-15,6-2-1 0,3 0-5 0,0 0 1 16,4 0-1-16,-2-3-5 0,1 2-5 0,6-2-21 16,-8-2-26-16,8 2-59 0,2-7-62 0,3 2-160 15,6-3-323-15,2-4 144 0</inkml:trace>
  <inkml:trace contextRef="#ctx0" brushRef="#br0" timeOffset="183856.15">31476 15357 155 0,'0'0'234'0,"0"0"-13"0,0 0-23 15,0 0-18-15,0 0-13 0,0 0-24 16,0 0-17-16,0 0-10 0,0 0-12 0,-1-7-14 16,1 7-11-16,0 0-6 0,0 0-13 0,0 0-3 0,0 0-8 15,0 0-12-15,0 0-2 0,0 0-10 0,0 0-9 16,0 0-8-16,0 0 1 0,0 0-9 16,0 0 3-16,0 0-2 0,0 0 1 0,0 0-3 15,0 0 4-15,0 0-6 0,14 4 6 0,-14-4-3 0,10 3 2 16,-10-3 2-16,9 2-2 0,-4-4-1 0,2 2-2 15,-7 0 2-15,14-3 2 0,-9 3-1 0,1-4-1 16,0 2 4-16,0 1-12 0,-1-2-2 0,-3 2 14 16,2-5 9-16,0 5 8 0,-1-2 7 0,-3 3 5 15,4-3 3-15,-4 3 3 0,5-3 0 0,-5 3 0 16,3-2-4-16,-3 2-2 0,0 0-5 0,0 0-1 16,0 0-4-16,0 0-6 0,0 0-1 0,0 0-6 15,0 0 0-15,0 0-4 0,-10-5-2 16,4 5-7-16,6 0 10 0,-19 6-9 0,8-2-2 0,0 0 3 15,0 5-7-15,-1-4 6 0,0 9-5 0,1-6 1 16,-1 5 1-16,2-1-1 0,4 1-3 0,1 1-4 16,1 2 7-16,1 0-4 0,3 2 4 15,4-3-1-15,4 0-1 0,3-2 5 0,5 2-3 16,7 0 5-16,3-1 0 0,8-2-4 0,3-1-1 0,14-2 7 16,-1-2-12-16,5-2-14 0,-2 0-16 0,2-5-12 15,-14 1-13-15,-5-1-7 0,1-1-7 0,-6-4 11 16,-4-2 6-16,-7 2 23 0,-4 2 20 0,-3-2 16 15,-1 1 23-15,-3-1 18 0,-3-2 10 16,1 5 14-16,-5-4 1 0,2 4-4 0,-1-3-7 0,0 1-3 16,-3 1-10-16,0 3-1 0,4-7-2 0,-3 5-6 15,-1 2-4-15,0-6-2 0,0 6 0 0,0 0-7 16,0 0-3-16,2-3 7 0,-2 3-9 0,0 0-1 16,0 0-3-16,1-4-1 0,-1 4 1 0,0 0-1 15,0 0 0-15,0 0-2 0,0 0-1 0,0 0 4 16,0 0-7-16,0 0 4 0,0 0-3 0,0 0 2 15,0 0 0-15,0 0 0 0,0 0-2 0,0 0 0 16,0 0 4-16,0 0-2 0,0 0-4 0,0 0 5 16,-1-7-5-16,1 7 1 0,0 0 4 0,0 0-5 15,0 0 0-15,0 0-1 0,0 0 3 0,0 0-6 16,0 0 5-16,0 0 0 0,0 0-1 0,0 0 1 16,0 0-3-16,0 0 3 0,0 0 0 0,0 0-2 15,0 0 2-15,0 0-2 0,0 0 1 0,0 0 2 16,0 0-3-16,0 0 2 0,0 0 2 0,0 0 4 15,0 0-4-15,0 0 0 0,0 0 3 0,0 0 8 16,0 0 4-16,0 0 2 0,0 0-2 0,0 0-1 16,0 0-6-16,0 0 2 0,-2-4-1 0,2 4-8 15,-5-1 7-15,5 1-6 0,-1-3 5 0,1 3-7 16,-6-6 1-16,3 3 3 0,1 1-1 0,-5-2-4 16,3 3-6-16,-1-1 2 0,-5-1 2 0,1 0-5 15,-4 1 4-15,-1 1-3 0,-2 1 2 0,0 0 0 16,-3 0 1-16,-1 1-4 0,-7 1-1 0,8 1 1 15,-2 3 0-15,2 0-1 0,1-3 3 0,5 3-3 16,1-2 3-16,0 0-5 0,3 1-3 0,1 2 4 16,2-5-4-16,0 4 1 0,3 0 1 0,-1-3 0 15,2 2 1-15,0-1 1 0,2 0 3 16,0-4 1-16,8 7 1 0,-3-7 7 0,4 1-5 0,1 0 4 16,10-2 1-16,0-3 5 0,2 0 7 0,6-4 5 15,-3-1 0-15,1-2 15 0,-2-4 11 0,1 0-5 16,0-3 5-16,2-2-7 0,-4-1-1 0,-4-4-3 15,7 0-5-15,-6-4-2 0,1 0-3 16,-1 0 0-16,-2 0 0 0,-5-1 0 0,3 1 9 16,-3 0 14-16,-4 4 14 0,-1 1 22 0,-5 6-6 0,1 2-10 15,0 0 11-15,1 1-1 0,-2 4-2 0,-2 1-13 16,-1 2-4-16,0 4-8 0,4-4-11 0,-3 3 4 16,-1 1-14-16,0 4-6 0,-1-7-26 0,2 5 9 15,-1 2-4-15,0-5-17 0,0 5-9 0,0 0-22 16,5-4-13-16,-5 4-9 0,0 0 3 0,0 0 3 15,0 0 5-15,-5 17 5 0,5-10 4 0,-1 4 3 16,-3 0 9-16,0 4 0 0,-1 5 2 0,1-4 1 16,-1 1 4-16,1 1 1 0,-1 0-7 0,2 2 17 15,-1-1-1-15,1 6 1 0,-1-6 3 16,-3 6-1-16,3 0 1 0,2-5 3 0,-3-1-2 0,4 1 3 16,-3 2 0-16,-3 1 10 0,3-6-8 0,-1 3 2 15,1-3 2-15,-2 0-3 0,0-1 5 0,1-3-3 16,3-3 5-16,0 1-7 0,-2 0 4 0,3-2-1 15,-1 0 0-15,-1-1 4 0,1-4-3 16,0 1-1-16,2-2 1 0,-1 1 5 0,0 0-4 0,1-4 3 16,0 5-9-16,0-5 15 0,0 4 7 0,0-4-10 15,0 0 6-15,2 3-4 0,6-3-1 0,2 0-2 16,4-2-37-16,7 1-63 0,6-4-93 0,3-4-359 16,2-1-592-16,-1 0 263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29:28.37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2082 2005 112 0,'0'0'188'0,"0"0"-5"0,0 0-4 16,0 0-10-16,0 0-7 0,0 0-9 0,0 0-6 16,0 0-4-16,0 0-5 0,0 0-2 0,-5-4-13 15,5 4-3-15,0 0-10 0,0 0-2 0,0 0-11 16,0 0-10-16,0 0-9 0,0 0-8 0,-1-4-10 16,1 4-2-16,0 0-1 0,0 0-16 0,0 0-1 15,0 0-10-15,0 0-9 0,0 0-3 0,0 0-15 16,-10 0-9-16,10 0-10 0,-14 5-12 0,1 1 2 15,-5 3-1-15,-6 3-1 0,-1-2 0 0,0 4 6 16,-2 0-4-16,0 0 2 0,4 4-6 16,-2-2 0-16,2 0-2 0,1 3-7 0,1 1 11 15,4-2-7-15,4-4-6 0,0 2-4 0,-1 0-3 16,5-1-11-16,3-7-11 0,-1 4-4 0,3-5-1 16,3 5 6-16,1-2 13 0,1 1-3 0,6-1 11 15,-1 1 13-15,8 0 0 0,3-4 4 0,11 5 10 16,0-4-5-16,3 1 10 0,2-2-3 0,-5-2 3 15,3 3 2-15,-3-1-2 0,0 0 4 0,-9 0 4 16,0-4 7-16,-1 2-19 0,-6 2-14 0,-2-2-2 16,-1-2-5-16,-1 6-3 0,-6-4 5 0,2 2 0 15,-4 0 10-15,-6 1 16 0,-5 6-13 0,-4-3-1 16,-2 1 22-16,-7 1 3 0,-1-1 1 0,-2 1 10 16,0-1 2-16,3-2 1 0,2-3 7 0,2 0-5 15,1 0-3-15,2-1 0 0,0-2 5 0,7-1-4 16,0 3 4-16,2-4-9 0,2-1 5 0,1 1 1 15,5-2-4-15,-7 1 1 0,7-1-9 16,0 0 8-16,0 0-9 0,20-6-3 0,-4-1 5 0,3 0-5 16,2-2-1-16,5 3-10 0,-4-3-2 0,6 2-3 15,-5 1-8-15,4-4-3 0,-9 3-9 0,1 0-5 16,-2 0 3-16,-3 5-6 0,-4-3-2 0,-1 0-5 16,-2 3-29-16,0-2-64 0,-3 0-158 0,-4 4 71 15</inkml:trace>
  <inkml:trace contextRef="#ctx0" brushRef="#br0" timeOffset="468.74">2347 2307 22 0,'0'0'104'0,"0"0"-21"16,0 0 3-16,0 0-12 0,-12 17-14 0,7-11 0 15,0 3-8-15,-1 0 0 0,2 2-10 0,0-1-5 16,-2 6-8-16,-1-5-1 0,3 0-5 15,-1 2-1-15,2 0-4 0,0 3 3 0,0-8-4 16,2 2-6-16,1-3 2 0,0 0-1 0,0-2 0 16,0 0-1-16,0-5 5 0,3 10 14 0,2-9 28 15,1 2 35-15,-1-3 20 0,3-2-6 0,4 0 8 0,-1-3 1 16,4-4 1-16,2 1 0 0,-4-2 5 16,-2-2 10-16,2 1 8 0,-5 3 4 0,-3-4 3 15,1 4 4-15,-2-4-5 0,-1 2 5 0,0 1-8 16,-1 2-14-16,-4-5-18 0,2 4-12 0,-2 1-22 15,-2 2-21-15,1 0-25 0,-5-3-24 0,0 4-23 16,-2 2-21-16,-3 0-21 0,1 2-19 0,2 0-30 16,-4 2-38-16,2 0-35 0,0 3-45 0,0 0-227 15,1-3-490-15,2 3 216 0</inkml:trace>
  <inkml:trace contextRef="#ctx0" brushRef="#br0" timeOffset="902.99">2583 2463 57 0,'0'0'179'0,"0"0"10"15,0 0 9-15,0 0-5 0,0 0-1 0,0 0-9 0,13-10-5 16,-5 4-9-16,-2-3-10 0,4-1-4 0,2-2-12 16,-2-3-4-16,0-4-14 0,6-3-8 15,-2-4-9-15,1-1-10 0,-2 0-5 0,-2-2-3 16,0-2-3-16,0 5-5 0,-3 1 10 0,-2-2 2 16,0 3-2-16,-2-2-6 0,-1 8 2 0,-2-1-5 15,-2 0 2-15,1 2-2 0,-4 1-8 0,0 1 1 16,0 3-7-16,0 4-10 0,1-4 3 0,0 4-14 15,-2 1-8-15,0 2-10 0,2 0-17 0,0 1-17 16,0 2-23-16,3 2-18 0,-10 2-4 0,3 3-3 16,0 5 5-16,-4 7 5 0,-5 9 4 0,4 2 1 15,1 1 11-15,2 4 3 0,5 4-10 0,3 9 4 16,2-12-8-16,3-3 4 0,9-2 6 0,-2-2 0 16,6-3 7-16,2-3 1 0,4-4 4 0,2-3 2 15,6-6-21-15,1-1-44 0,4-5-56 0,5-9-88 16,-3-5-278-16,9-5-542 0,-12 2 241 15</inkml:trace>
  <inkml:trace contextRef="#ctx0" brushRef="#br0" timeOffset="1401.11">2987 1834 194 0,'0'0'293'0,"0"0"-29"0,0 0-30 16,0 0-26-16,0 0-25 0,0 0-22 0,0 0-17 15,0 0-26-15,-4 4-14 0,4 0-10 0,0 1-11 16,0 0-7-16,3 5-5 0,-6-1-9 0,6 1-3 16,-3 2-8-16,0 0-2 0,0-2-7 0,0 0-2 15,1-3-5-15,-1 0-7 0,1-1 3 0,-1 0-2 16,4-4 1-16,-4 1-4 0,0-3 20 15,1 5 15-15,-1-5-2 0,0 0-3 0,12-10-8 16,-4 3-4-16,-2-6-6 0,4 0-3 0,-1-2-6 16,3 1 5-16,-2 5 3 0,-2-2 2 0,-1 4-3 0,-2 0-4 15,2 2-7-15,-2 1-6 0,-1 0-3 0,2 2-5 16,-6 2-2-16,15 2-12 0,-3 2-8 16,3 5-2-16,1 3-13 0,4 5-13 0,-2 2-31 15,1 5-42-15,-5 0-77 0,4 1-77 0,-5 0-177 16,2-1-479-16,-6-7 212 0</inkml:trace>
  <inkml:trace contextRef="#ctx0" brushRef="#br0" timeOffset="2035.4">1640 2895 43 0,'-7'3'185'0,"0"-1"3"0,0 0-5 0,1 1 0 15,3-1-4-15,3-2-11 0,-7 0-5 16,7 0-9-16,0 0-16 0,-6 1-14 0,6-1-12 15,-5 1-2-15,5-1-16 0,0 0 0 0,0 0-7 16,0 0-9-16,0 0-5 0,0 0-6 0,0 0-10 16,-5 3 1-16,5-3-14 0,0 0-4 0,0 0-4 15,0 0-3-15,0 0-4 0,0 0-4 0,0 0-3 16,0 0-3-16,0 0 3 0,0 0-8 0,0 0 2 16,0 0-2-16,0 0-3 0,0 0 1 0,0 0-1 15,0 0-2-15,0 0-1 0,0 0-1 0,0 0 1 16,0 0-2-16,0 0 1 0,0 0-3 0,0 0 1 15,0 0 2-15,0 0-6 0,0 0 5 0,0 0-1 16,0 0 3-16,0 0 10 0,0 0 0 0,0 0 0 16,20-5-3-16,-15 5 0 0,0-2 0 0,0 2 0 15,2-2-5-15,-1 1 1 0,3-1 0 0,2 0-5 16,2-1 8-16,5-2-2 0,8 2 2 0,6-6 0 16,6 2 3-16,15-5 1 0,12-5 4 0,33-7 9 15,6-1 10-15,9-1 7 0,10-4 2 0,9-1 5 16,8 5-10-16,-2-3-3 0,-8 3-6 15,-3-4 1-15,-11 6-5 0,-7 2-1 0,-8 7-3 0,-11-5-3 16,-28 9 0-16,-5 2 3 0,-5-1-6 16,-17 6 4-16,-2 0 5 0,-12 0-1 0,-2 2-1 15,-6-1 4-15,1 3 10 0,-5-3 0 0,-1 3 15 16,-1 0 8-16,-2-2 6 0,-5 2-1 0,11 0-7 16,-9-2-10-16,-2 2-4 0,0 0-7 0,8-2-25 0,-8 2-25 15,0 0-44-15,0 0-42 0,9 0-46 0,-9 0-58 16,0 0-49-16,2 4-65 0,-2-4-272 15,0 0-630-15,0 0 279 0</inkml:trace>
  <inkml:trace contextRef="#ctx0" brushRef="#br0" timeOffset="22161.6">5865 2321 72 0,'1'-4'75'0,"2"1"-11"0,-2-2-8 0,2 1-6 16,0 2-5-16,1-1-2 0,-4 3 7 0,4-7 10 15,-2 4-12-15,0 1 4 0,-1-1 6 0,2 0 3 16,-2-3-11-16,-1 6 10 0,2-6 1 0,0 5-1 16,-1-3 4-16,2 0 3 0,-3 4-11 0,1-7 5 15,-2 4-13-15,1 3 5 0,1-5 2 0,-1 1 7 16,0 4-4-16,0-7-2 0,-1 3 1 0,-1 0-9 16,2 4 6-16,-2-10-4 0,0 6 0 0,0 0-3 15,-2-2-4-15,1 4-6 0,0-3-3 0,-4 1-7 16,1 3-4-16,-4-4-17 0,-2 5 0 0,-2 0-10 15,-3 6-3-15,-2 0 3 0,-5 2-4 0,-1 4 7 16,0 4-3-16,-2 2 3 0,2 1-12 16,1 3 11-16,-1 2 29 0,6-2-1 0,0 2-3 15,1-1-3-15,4 0-5 0,0 3-3 0,5-4-9 0,3-4-2 16,4-1 1-16,1 1 1 0,1-8-6 0,1 2 3 16,4-2 0-16,-1 1 4 0,-1-5-3 0,-1-1 4 15,1 0 3-15,3-4 13 0,1 0 7 0,-7-1 9 16,20-8 8-16,-6-2 0 0,-1-2 2 15,2-3 3-15,3-5 4 0,-5 0-4 0,-1 4 2 0,-1 1 6 16,-2-2 11-16,0 0-4 0,-4 7 13 16,3-5-6-16,-6 5 6 0,2 1 4 0,-1 4 6 0,-1-2-5 15,-1 5-11-15,2-2-4 0,-2-2-25 0,-1 6 12 16,4-5-9-16,-4 5-21 0,1-5 3 0,-1 5-14 16,0 0-26-16,0 0-16 0,4 0 13 0,-4 0 5 15,3 8-2-15,-2 0 2 0,0 1-2 0,1 3 4 16,-1 2 0-16,0-2 3 0,2 5 2 0,-2 0-3 15,0 0 4-15,-1 0-1 0,0 0 3 16,0-5-2-16,0 4 2 0,0-5 0 0,2 1 2 16,-4-2-4-16,2-1 1 0,0 0 4 0,0-5-2 0,0 2 7 15,-1-1-9-15,1-2-6 0,1 0 13 0,-1 1 1 16,0 1-14-16,0-5 17 0,0 0 2 0,0 5-1 16,0-5 24-16,0 0-2 0,0 0-3 15,0 0-4-15,28-14-6 0,-1 1-27 0,1-1-50 0,7-1-72 16,15-8-104-16,-2 0-302 0,2 1-579 15,-5 1 256-15</inkml:trace>
  <inkml:trace contextRef="#ctx0" brushRef="#br0" timeOffset="22920.34">5889 2014 106 0,'-4'-1'148'0,"2"-2"-12"16,-2 1-7-16,-2-1-12 0,-1 3-11 0,7 0-9 0,-14-2-10 15,4 1-9-15,-3 1-7 0,0 1-1 0,-1 1-2 16,3 1-12-16,-6 2-5 0,-4 3-4 16,2 0-7-16,-1-2-6 0,-5 5-5 0,5-2-2 15,1 1-2-15,-5 6-1 0,2 2-4 0,-1 1-1 16,4 1-3-16,0 2-1 0,-2-1-5 0,3 6-1 15,3-1 6-15,0-1-6 0,2 4-2 0,-1-3-1 16,5 6 7-16,0-5-6 0,0 4 2 0,4 0-4 16,1-2 6-16,3 0-4 0,1 0 11 0,1-3 2 15,2-1 0-15,1-5 9 0,3 1-6 0,-3-4 2 16,9 7 2-16,-3-7 1 0,-1-2-1 0,5 1 3 16,0-4 1-16,1 3 6 0,2-5 2 0,1 3 14 15,8 0 2-15,-1-3-2 0,-5 0 2 0,2-4-4 16,9 0-5-16,-4 0 3 0,6-1 4 0,-3-5 0 15,5 1 3-15,-3-1 0 0,1-2-3 0,0-2 0 16,-1-2 3-16,-1-3 1 0,1 0 0 0,1-2 7 16,-2-1 6-16,-3-4-15 0,1 0 23 0,-3-2-4 15,-2-4 1-15,-1-3-4 0,0-1-4 0,4-17-2 16,-4 1-8-16,-5 1-10 0,-3-3 3 0,-4-1 4 16,-5 11-13-16,-6-3 25 0,0 6 13 0,-4 1 2 15,-5-1-7-15,-10 2-31 0,-4 4-28 0,-20 2-53 16,-12 4-44-16,-37 7-42 0,-11 11-42 0,5 7-31 15,1 5-63-15,-8 11-290 0,8 2-594 16,33-9 263-16</inkml:trace>
  <inkml:trace contextRef="#ctx0" brushRef="#br0" timeOffset="28862.57">8953 2181 73 0,'2'-6'165'0,"-1"-2"-1"0,0-1 5 16,0-1-11-16,-1 2 30 0,3-1-2 0,-2-1-6 16,1 2-11-16,-2 1-5 0,1 0-15 0,-1-1-8 15,0 1-9-15,0 0-8 0,0 2-11 0,-1 0-9 16,2 1-8-16,-1 4-10 0,-1-7-12 0,1 3-20 16,0 4-32-16,0 0-13 0,0 0-1 0,-7 11-3 15,1 7-1-15,-7 10-1 0,-5 21 7 0,-2 6-1 16,-6 27-4-16,3-1 0 0,5-22 3 0,-3 20 2 15,8-22-4-15,0-1 2 0,4-6 0 0,3 0 0 16,2-13-3-16,0-3 5 0,0-2 1 16,0-3-6-16,3 0 2 0,0-10 1 0,1 0-3 0,0-7 1 15,-2-1-1-15,1-4 2 0,1 0 3 0,0-2 13 16,-1 2 44-16,1-7 14 0,0 0-3 0,0 0-12 16,0 0-6-16,-18-19-9 0,9 7-2 0,-1-3-9 15,-2-7-5-15,-3 2-5 0,5 1-2 0,-2 3-2 16,6-1-9-16,-2 4 3 0,0 1-7 15,2 3 2-15,1 2-3 0,1 1-4 0,0 0 2 16,3 0-18-16,-3 2-30 0,2 3-8 0,2 1-2 16,0 0-9-16,0 0-22 0,-10 9-24 0,8-5-21 0,2-4-11 15,5 12-36-15,-1-5-44 0,-1-1-219 0,0-2-470 16,5-2 208-16</inkml:trace>
  <inkml:trace contextRef="#ctx0" brushRef="#br0" timeOffset="29262.1">8544 2544 129 0,'0'0'159'0,"-9"0"-12"0,9 0-11 0,0 0-13 15,0 0-7-15,-5 0-10 0,5 0-12 0,0 0-10 16,0 0-8-16,0 0-7 0,0 0-5 16,0 0-9-16,0 0-4 0,0 0 1 0,26-3-7 15,-7 1-4-15,15-1-7 0,2-1 3 0,20-1 0 0,0 1 3 16,2-4-6-16,-3 6-4 0,-2-2-4 0,-18 0 5 15,4 0-10-15,-4 1-2 0,1 3 0 0,-8-2-2 16,-6 0-3-16,-4 4 3 0,-4-4-5 16,-1 2 2-16,-4 0-5 0,-9 0-1 0,14 0 0 15,-14 0-8-15,6 2 5 0,-6-2-4 0,0 0 0 16,0 0-1-16,0 0-4 0,-18 10-22 0,8-6-16 16,0-1-32-16,1-1-23 0,0 1-44 0,0-1-126 15,-5 0-288-15,8-1 128 0</inkml:trace>
  <inkml:trace contextRef="#ctx0" brushRef="#br0" timeOffset="29707.02">9411 2418 3 0,'4'-5'213'0,"1"1"-23"0,2 4-19 16,0-3-13-16,4 3-20 0,3 0-14 0,-4 1-10 16,2 3-15-16,2 1-5 0,-5 0 6 0,1 5-26 15,4 0-12-15,-5 4-3 0,-1-2-5 0,1 7-11 16,-8-3 1-16,2 0-2 0,-6 1-12 0,-1 0 2 16,2-1-6-16,-6-6-7 0,-1 5 7 0,1-3-3 15,2-1-2-15,-4-3-5 0,2-1 5 0,3-1-3 16,1 0 7-16,-2-3 29 0,2 2 36 15,0-2 36-15,2-2 42 0,2-1-17 0,0 0-16 16,0 0-11-16,2-17-18 0,6 6-13 0,2-6-11 0,4 0-4 16,5-3-12-16,3 1-11 0,-1 0-1 0,0 1-7 15,-4 6 6-15,-2-1-21 0,0 1-1 16,0 3-2-16,-6 0-5 0,1 4-8 0,-1-1-2 16,-3 2-4-16,-1 0-6 0,4 3-3 0,-9 1-5 15,9 4-6-15,-4 0 0 0,0-1-4 0,0 1 4 16,0 3-3-16,-1 4 1 0,0-2 3 0,-3 3 1 15,2 0-11-15,1 0-6 0,-3-1-2 0,-1 5-14 16,3-4-17-16,-2-1-15 0,-1 0-30 0,0-2-18 16,0 0-31-16,1-3-28 0,2-3-39 0,-2 2-210 15,-1-5-465-15,0 0 205 0</inkml:trace>
  <inkml:trace contextRef="#ctx0" brushRef="#br0" timeOffset="29906.25">9933 2338 148 0,'3'-3'288'0,"-3"3"-32"0,1-6-26 16,-1 6-27-16,0 0-18 0,0 0-23 0,0 0-15 15,17 6-20-15,-11 3-10 0,-2-2-13 0,6 7-5 16,-2 3-7-16,-3 2-10 0,3 0-11 0,-2 10-6 16,2-4-14-16,-7 2-10 0,-1-1-18 0,-4 2-17 15,-1-2-25-15,-4-2-30 0,-2 0-48 0,-7-5-61 16,-4 2-205-16,-1-4-393 0,-4-5 175 0</inkml:trace>
  <inkml:trace contextRef="#ctx0" brushRef="#br0" timeOffset="30201.75">9301 2218 5 0,'0'-3'197'16,"0"3"-25"-16,-5-1-15 0,5 1-15 0,-12 10-15 0,0 2-11 16,-4 8-15-16,2 6-10 0,-4 4-7 15,2 2-12-15,-5 16 2 0,5-2-7 0,0 3-6 16,6-16-7-16,5 3-5 0,1-4-8 0,4 4 2 15,5-7-4-15,3-2-6 0,6-1-1 0,0-4-4 16,9 0 1-16,5-6-26 0,0-6-46 0,9-2-87 16,-1-4-144-16,19-3-298 0,-15-4 132 0</inkml:trace>
  <inkml:trace contextRef="#ctx0" brushRef="#br0" timeOffset="30723.05">9987 2297 226 0,'0'-7'213'0,"0"5"-16"0,0 2-21 0,3-5-18 15,-3 5-12-15,0 0-18 0,6-1-18 0,-6 1-8 16,13 5-10-16,-7-4-7 0,2 7-17 0,3-1 3 16,5 4-10-16,1 1-8 0,4 1-2 15,3 4-6-15,1-3-12 0,-3 1-2 0,4 1-8 16,-8-8-2-16,8 4-3 0,-9-1-6 0,-3-5 2 16,2 5-3-16,-5-5 0 0,0-3-2 0,-1 3-7 0,-4-3 17 15,-1 1-13-15,0-1-1 0,1 0 2 0,-4-1-5 16,3 0 0-16,-5-2-1 0,5 5-1 15,-7-2 3-15,0 2 5 0,-4 3-3 0,-3 3 2 16,-4 3 0-16,-5 5-5 0,-1 0 3 0,0 4 0 16,-4-2-1-16,3 4-3 0,-2 0 2 0,3-2 1 15,-2 0-4-15,5 0 6 0,-1-1-5 0,4-2 2 16,1-4-7-16,1-2 12 0,1 0-6 0,1-1 2 16,3-4-2-16,1-1-1 0,1-1-1 0,0-3 1 15,3 1 1-15,-2-1 11 0,0 0 27 0,2-2 25 16,1-2 18-16,-5 3 13 0,5-3 3 0,0 0 3 15,-2 4-5-15,2-4-6 0,0 0-9 0,-3 3-8 16,3-3 1-16,0 0-18 0,0 0-4 0,0 0-16 16,0 0-13-16,0 0-22 0,0 0-28 0,0 0-28 15,0 0-31-15,0 0-55 0,0 0-87 0,0 0-248 16,0 0-514-16,0 0 227 0</inkml:trace>
  <inkml:trace contextRef="#ctx0" brushRef="#br0" timeOffset="31054.14">10511 2669 244 0,'0'0'254'0,"0"0"-26"15,-4-5-25-15,4 5-20 0,0 0-20 0,-15 5-15 16,5-1-20-16,-1 3-9 0,-5 2-13 0,-1 5-9 15,1-2-10-15,-4 5-8 0,0 3-10 0,-2-2-4 16,4 0-9-16,-1 2-5 0,6-6-7 0,-2 1 2 16,3-1-12-16,2 0 0 0,3-3-8 15,0 0 5-15,1-6-6 0,1 5-3 0,0-5-1 16,1-2 0-16,0 4-4 0,3-4 3 0,-2-1 2 0,3-2 21 16,-2 4 14-16,0-1 11 0,2-3 1 0,0 0 2 15,-2 3-8-15,2-3-8 0,0 0-15 0,0 0-17 16,0 0-34-16,0 0-33 0,6-11-31 15,-6 11-41-15,4-7-57 0,0 1-60 0,-2 1-181 16,5 0-448-16,-2-1 199 0</inkml:trace>
  <inkml:trace contextRef="#ctx0" brushRef="#br0" timeOffset="31463.54">10916 2517 2 0,'-5'-7'301'0,"4"6"-19"0,1 1-22 15,0 0-19-15,-4-4-23 0,4 4-22 0,0 0-24 16,0 0-20-16,0 0-18 0,0 0-13 0,-13 5-7 15,7 4-15-15,-3-1-12 0,0 6-8 0,-3-2-9 16,-2 5-4-16,5-2-19 0,0 0 3 0,-1 1 0 16,2-2-15-16,3 2 8 0,1-4-10 0,3-1-2 15,-2 0-2-15,6 1-3 0,-2-3-2 0,3 0 0 16,4 1 0-16,1-5 1 0,1 0-3 0,7 0-2 16,2-5 0-16,3 0 3 0,-3-8-4 0,9 1-5 15,-1-4 4-15,-2-2-5 0,-1-1 0 0,-2-4 5 16,-1 0 2-16,-6-1 3 0,-6 1-10 15,0 1 4-15,-4 1-2 0,-4 1-1 0,-2 3-1 16,-4 2-4-16,-1-2-9 0,-11 4-16 0,-1 2-21 16,-9 3-29-16,-7 2-23 0,3 2-45 0,0 4-58 15,1 2-276-15,8-2-506 0,2 0 223 0</inkml:trace>
  <inkml:trace contextRef="#ctx0" brushRef="#br0" timeOffset="31992.58">12870 2460 271 0,'-1'-3'323'0,"1"3"-25"16,-2-6-25-16,2 6-39 0,-1-4-6 0,1 4-29 15,-1-5-26-15,1 5-21 0,0 0-20 0,0 0-13 16,0 0-17-16,0 0-16 0,-2 20-3 0,2-10-4 15,-2 6-11-15,0 1-2 0,0 1-9 0,-2 1-2 16,0 0-8-16,1 1 2 0,-1 0-7 0,1-1-5 16,-2 0-1-16,5 0-2 0,-4-5-23 0,3-1-17 15,0-2-20-15,-1-2-23 0,-1-1-13 0,3-1-14 16,-3-3 3-16,3 0-29 0,0-4-64 0,0 0-62 16,0 0-183-16,-6-15-446 0,7 4 197 0</inkml:trace>
  <inkml:trace contextRef="#ctx0" brushRef="#br0" timeOffset="32130.56">12852 2244 73 0,'-1'-13'309'16,"-1"2"-13"-16,0 1-26 0,1 2-24 0,-2 2-26 15,3 2-21-15,-1-3-27 0,1 3-49 0,0 4-52 16,-2-4-9-16,2 4-11 0,0 0-34 0,0 0-26 16,11 14-39-16,-3-7-42 0,0 4-64 0,1-2-148 15,0 0-326-15,9 0 144 0</inkml:trace>
  <inkml:trace contextRef="#ctx0" brushRef="#br0" timeOffset="32443.56">13392 2031 273 0,'0'-10'317'0,"0"3"-15"0,-1 1-18 0,1 0-27 0,0 1-26 16,0 1-22-16,0 4-30 0,0-5-34 0,0 5-27 15,0 0-11-15,0 0-9 0,-5 14-13 16,-1 1-10-16,0 12-8 0,-2 2-4 0,-4 17-6 16,2 2-5-16,-2 5-9 0,3-2 1 0,0 3-1 15,1-2-8-15,2-3 3 0,1 0-14 0,3-14 11 16,-1-3-10-16,-1-1 4 0,3-2-7 0,0-4 0 0,-1-6-4 16,0-2 1-16,1-5-4 0,0-2 4 0,-2-3 2 15,3 0-2-15,-1-2 7 0,-1 0 15 16,1-3-1-16,1-2 3 0,0 0-10 0,-18-6-6 15,8 0-26-15,1-1-38 0,-4-5-37 0,-1-3-43 16,0 1-42-16,0-7-51 0,2 4-71 0,-1-6-174 16,6 4-490-16,3 1 216 0</inkml:trace>
  <inkml:trace contextRef="#ctx0" brushRef="#br0" timeOffset="32702.62">13152 2409 108 0,'0'0'342'0,"-5"2"-16"0,5-2-19 0,0 0-23 15,0 0-21-15,-6 0-24 0,6 0-20 0,0 0-27 16,23-7-20-16,6-1-20 0,7 1-14 0,2-2-13 16,12-1-13-16,-12 3-3 0,-2-1-13 15,-1 1-14-15,-3 1-13 0,-2-1 0 0,-3 3-10 0,-9-1-4 16,-5 3-18-16,-1-1-22 0,-3 1-18 0,2 0-18 15,-4 2-17-15,-7 0-4 0,0 0-7 0,0 0-7 16,0 0-25-16,0 0-32 0,-19 14-29 0,1-6-47 16,6-4-55-16,-6 1-188 0,5-1-468 0,0 0 207 15</inkml:trace>
  <inkml:trace contextRef="#ctx0" brushRef="#br0" timeOffset="33361.07">15226 2256 181 0,'0'0'163'0,"0"0"-17"0,0 0-7 0,0 0-20 15,0 0-11-15,0 0-8 0,0 0-12 0,0 0-8 16,0 0-5-16,0 0-9 0,-1 3-11 0,1-3-2 0,7 2-3 15,0 1-10-15,3-2 2 0,4-2-2 0,3-2-10 16,3 1-2-16,-1 0-3 0,1-1 2 0,0 0-13 16,-1-6 6-16,-2 2-8 0,1-1 6 15,-3-2-5-15,-4 3 0 0,-3-2-3 0,0 2 0 16,-3 2 9-16,0-3 7 0,-1 2 5 0,-4 2-2 0,-1 0-3 16,-6 1-3-16,0 2 0 0,-5 1-5 0,-7 0-2 15,-3 4 0-15,-6 4-2 0,-4 2-4 0,0 6 1 16,2 0-2-16,-1 3 2 0,3 2-3 15,2 1 0-15,2 0 1 0,2-2-2 0,3 3-3 16,8-7 0-16,1 1 6 0,5 2-3 0,2-2 0 16,4 1 0-16,6-6 5 0,5 3-1 0,5-2-17 0,13-3-31 15,2-3-48-15,5-4-62 0,-1-3-164 0,1-4-338 16,17-3 150-16</inkml:trace>
  <inkml:trace contextRef="#ctx0" brushRef="#br0" timeOffset="33808.32">15654 2092 22 0,'-4'-3'315'0,"-2"-2"-18"0,5 2-29 16,-2-1-27-16,1 2-28 0,2 2-26 0,-7-5-21 16,7 5-21-16,0 0-12 0,0 0-13 0,0 0-14 15,9 15-5-15,-2-8-9 0,7 5-9 0,-3 2-12 16,4-2-10-16,0 0-16 0,7 5-16 0,-4-4-12 15,-2-1-9-15,2 0-10 0,-2 0-4 0,-2-5-6 16,-2 2-1-16,-3-2 0 0,1-2-4 0,-5 1-2 16,0-2 3-16,2 1 3 0,-2-3 2 0,1 1 14 15,-6-3 14-15,5 3 12 0,-2 2-4 0,-3-5 0 16,0 0-3-16,1 5-4 0,-1-5-2 0,-15 7-4 16,2 5 0-16,-5-2 0 0,-4 6-2 0,-1 1-3 15,-2 3 2-15,1 1-6 0,0-2 1 0,-1 4 7 16,2 1-8-16,0-2 2 0,0-1-2 0,6 1 2 15,-2 1-5-15,6-7 6 0,-1-3-4 0,4 2-3 16,4-5-1-16,0-2 1 0,0-1 0 0,4-1 2 16,-3-2 3-16,3 0 3 0,-2 1 10 0,3-2 24 15,0 1 11-15,1-4 18 0,-4 3 7 0,4-3 8 16,-3 3 2-16,3-3 2 0,0 0-5 0,-2 3-6 16,2-3-4-16,0 0-12 0,0 0-1 0,0 0-11 15,0 0-1-15,0 0 0 0,0 0-13 0,-5 1-22 16,5-1-25-16,0 0-23 0,0 0-37 15,0 0-46-15,0 0-44 0,0 0-30 0,0 0-48 0,0 0-66 16,0 0-164-16,0 0-507 0,0 0 225 0</inkml:trace>
  <inkml:trace contextRef="#ctx0" brushRef="#br0" timeOffset="34136.81">15985 2488 349 0,'0'0'345'0,"0"0"-25"16,5-4-29-16,-5 4-26 0,0 0-25 0,1-4-32 0,-1 4-22 15,0 0-20-15,0 0-16 0,0 0-15 16,-17 13-14-16,6-5-13 0,-1 4-15 0,-4 1-7 16,1 0-9-16,-4 5-8 0,4-4-8 0,2 2 0 15,-1-2-14-15,1 1 1 0,0-2-11 0,0 1 3 16,8-4-18-16,-3 0 11 0,2-5-4 0,-1 2-6 15,1-2 12-15,5 0-14 0,-3-1 2 0,0 1-1 16,3-5-3-16,-3 4 4 0,4 0-3 0,0-4 4 16,-2 2 3-16,2-2 0 0,0 0 0 0,-4 3-3 15,4-3-9-15,0 0 13 0,0 0-13 0,0 0-22 16,0 0 7-16,0 0-17 0,0 0-53 0,0 0-37 16,0 0-34-16,0 0-31 0,0 0-46 0,0 0-60 15,0 0-214-15,6-18-533 0,-2 13 236 0</inkml:trace>
  <inkml:trace contextRef="#ctx0" brushRef="#br0" timeOffset="34528.01">16495 2288 179 0,'0'0'291'0,"-4"-6"-10"16,4 6-19-16,-2-6-25 0,2 6-23 0,-3-5-23 15,3 5-24-15,0 0-20 0,0 0-13 0,-9 0-13 0,9 0-16 16,-10 11-11-16,2-5-10 0,2 3-9 16,-6 6-15-16,2-2 3 0,1 3-8 0,0-1-1 15,-1 1-11-15,2 1-2 0,3 0-5 0,0-2-2 16,2 2-4-16,2 0 0 0,1-5-4 0,3 1 0 15,1-4-1-15,1 0-2 0,3 2 8 0,4-5 15 16,2 2 10-16,8-4 5 0,1-4 4 0,-4 0 5 16,12-4 2-16,-3-5 3 0,-2-2 8 0,-4-1-1 15,-1-3-11-15,-1-4-6 0,-6 4-3 0,-1-7-9 16,-1-1-2-16,-6 6-6 0,-1-3-19 0,-5 2-10 16,-5 1-30-16,-5-1-29 0,-7 6-37 0,-11 2-39 15,-8 1-33-15,-17 4-54 0,-5 8-84 0,-2 3-253 16,5 1-588-16,16-4 262 0</inkml:trace>
  <inkml:trace contextRef="#ctx0" brushRef="#br0" timeOffset="36096.61">19203 1837 135 0,'-2'-4'132'0,"2"4"2"15,-2-7-3-15,1 5-10 0,1 2-9 0,0-4-14 16,0 4-7-16,0 0-9 0,0 0-8 0,-2-6-10 16,2 6-22-16,0 0-13 0,0 0 10 0,-9 16-14 15,3 1-8-15,-8 8 0 0,0 6 0 16,-8 15-1-16,-6 6-6 0,-4 24 4 0,0 6 2 0,2 5 3 15,0 1 2-15,2 2 6 0,7-4-2 16,4-8 0-16,5-22-6 0,5 2 2 0,0-2-4 16,5 0 1-16,-1-2-2 0,3-2 10 0,-1-4-10 15,1-13-1-15,-3 0 1 0,3-3 0 0,-4-2-3 16,2-3 4-16,-2-2-11 0,-4-7 10 0,6-3 1 16,-6-3 5-16,4-2 6 0,-5 0 8 0,-1-3 4 15,-1-5 3-15,-7 2-1 0,-3-3-5 0,2-1 8 0,-3-5 3 16,3 5 13-16,0-4-7 0,0-1 4 15,2 2-6-15,3 1-2 0,4-2-6 0,-2 3-6 16,2-3-2-16,3 3-4 0,0-1-2 0,1 2-6 16,-1 0-4-16,7 0-41 0,0 0-21 0,0 0-9 15,0 0-38-15,0 0-78 0,0 0-209 0,17 8-406 16,-4-8 179-16</inkml:trace>
  <inkml:trace contextRef="#ctx0" brushRef="#br0" timeOffset="39447.51">18439 3505 37 0,'-7'1'141'0,"7"-1"-12"16,0 0 0-16,0 0-14 0,0 0-10 0,-9 0-6 15,9 0-9-15,0 0-6 0,0 0-2 0,-5 1-15 16,5-1-7-16,0 0-5 0,0 0-8 15,0 0 2-15,0 0-7 0,-5 2-2 0,5-2-1 0,0 0-1 16,0 0-1-16,0 0 2 0,0 0-8 0,0 0-2 16,0 0 2-16,0 0-5 0,14 2 3 0,-2-1 0 15,7-2 17-15,9 0-5 0,4-2-3 0,1 1 1 16,2-1-10-16,0 1-3 0,1 0-1 16,-8-1-1-16,-7 2-1 0,0-1-1 0,-4 2-3 15,-2 0-6-15,-3-1-1 0,-3 1 0 0,-3-2-2 0,-1 4-4 16,-5-2 2-16,11-2 1 0,-7 1-2 0,-4 1-1 15,0 0-1-15,0 0-16 0,0 0-23 0,0 0-41 16,-22 8-26-16,14-5-29 0,-4 0-42 16,2-3-94-16,-1 3-289 0,4-3 128 0</inkml:trace>
  <inkml:trace contextRef="#ctx0" brushRef="#br0" timeOffset="40178.51">19278 3601 56 0,'0'0'169'0,"0"0"5"0,0 0-1 16,0 0-15-16,0 0-13 0,0 0-16 0,0 0-13 15,-4-12-11-15,3 6-14 0,1 0-4 0,0-5-9 16,-3 1-12-16,3-1 0 0,-1-6-7 0,1 5-5 15,0-5-3-15,0 6 0 0,0-1-1 0,0 2 0 16,-2 0-1-16,2 3 5 0,-2 1-3 0,2 1-7 16,-1 1-7-16,-4 2-1 0,-1 2-11 0,-6 2-3 15,-6 6-3-15,-11 6-2 0,-3 3-2 0,-13 10 3 16,2 4-3-16,-3 1 0 0,-3 2-1 0,4 1-1 16,1 0 2-16,0 2-8 0,7-2 1 0,-2 1 1 15,11-12 3-15,3 2-7 0,1-2 1 0,2-5 1 16,9-4-2-16,-2-3 2 0,10-3 3 0,-3-3 12 15,3-2 35-15,0 0 44 0,1-4 9 0,4 0-14 16,0 0-14-16,3-14-6 0,4-1-13 0,2-3-2 16,4-7-9-16,5 1-4 0,1-3-6 0,2-1-3 15,-1 3 4-15,0 1-17 0,-4 10-1 0,-1 3-8 16,-1-2 2-16,-3 7-9 0,3-1-5 0,-2 4 2 16,10 3-3-16,0 2-1 0,4 5 1 0,4 2-3 15,-2 5-1-15,3 3-3 0,12 9-11 0,-12-5-25 16,1 1-34-16,10 5-42 0,-10-7-64 0,15 2-87 15,-19-6-199-15,3-1-503 0,-4-8 222 0</inkml:trace>
  <inkml:trace contextRef="#ctx0" brushRef="#br0" timeOffset="41280.75">19617 1702 45 0,'0'0'164'0,"0"0"-15"16,0 0-6-16,0 0-17 0,0 0-7 15,-11-4-4-15,11 4 0 0,0 0 1 0,0 0 3 16,0 0 4-16,-3-2-19 0,3 2-10 0,-3-8-13 16,0 3-4-16,-1-5-9 0,1-1-7 0,-3-5-7 15,0 0 1-15,1-1-12 0,1 0-4 0,-3-8-10 16,2 6 3-16,1 1-3 0,-1-2-4 0,1 6 11 0,-1-6-11 15,1 10 10-15,-1 0-2 0,0 1-1 16,2-1 7-16,-2 4-5 0,4 2-3 0,-2-1-6 16,-1 1-8-16,-2 4-11 0,-3 1 0 0,-8 7-1 15,0 1 4-15,-9 8-5 0,1 3-2 0,-1 2 0 16,-15 5-3-16,4 6 4 0,-3-3-3 0,0 4 4 16,0-3-2-16,1 0 4 0,10-7-3 0,-12 6 3 15,14-11-6-15,-1-2 4 0,5-3-2 0,4-4 2 16,4-3 0-16,1-2 1 0,2-4 7 0,2-1 3 15,-3-3 12-15,4-4-2 0,1 0 7 0,0-8-2 16,5-2 2-16,3-7-7 0,7-1 2 0,3-1-7 16,3-3 0-16,4 0-3 0,5 2-6 0,0 5 0 15,1 0-3-15,1 5-3 0,-6 6 0 0,1 3-3 16,4 3 0-16,-5 4-10 0,12 5 6 0,-1 4 0 16,2 5-2-16,1 5 8 0,12 11-4 15,-4 4-16-15,0 3-21 0,0 1-29 0,1-1-36 16,-4 5-47-16,4-4-71 0,-4-1-152 0,0-6-403 15,-9-9 178-15</inkml:trace>
  <inkml:trace contextRef="#ctx0" brushRef="#br0" timeOffset="42092.83">20238 2230 79 0,'0'-17'167'0,"1"2"-8"0,0-2-7 0,1 6 15 15,-1-1 16-15,-2 2 0 0,1 0-17 0,0 7-14 16,0-3-20-16,0 0-17 0,0 3-30 0,0 3-9 15,0 0-15-15,-7 10 2 0,2 5-10 0,-1 10-5 16,-2 6-5-16,-8 15-2 0,4 3-5 0,-6 6 0 16,5 0-6-16,-6 2 1 0,6-3-6 0,0 0 1 0,2-4-4 15,1-4-2-15,3-12 0 0,2 0-1 16,0-7-2-16,0 2-5 0,1-5 3 0,-1-7-1 16,3-1-4-16,0-4 6 0,1-4-3 0,-2 0 5 15,0-2 8-15,3 0 25 0,-3-3 22 0,2 0 19 16,-3 0-9-16,4-3-5 0,-15-3-12 0,3-1-3 15,-2 2-6-15,0-4-12 0,4 1-6 0,-8-2-15 16,8 1-17-16,-7 1-21 0,-1-3-20 0,4 1-31 16,-4 0-16-16,7 2-45 0,-3 0-23 0,1 3-35 15,0-3-38-15,3-2-167 0,1 2-422 0,4 0 186 16</inkml:trace>
  <inkml:trace contextRef="#ctx0" brushRef="#br0" timeOffset="42383.21">19848 2644 5 0,'-6'0'227'0,"6"0"-12"16,-10-1-15-16,10 1-21 0,0 0-19 0,0 0-14 15,-7 0-21-15,7 0-7 0,0 0-11 0,0 0-12 16,35-4-7-16,-5 1-9 0,6 1-6 15,5-3-7-15,9 0-8 0,-11 0-6 0,-2 2-8 16,-1-3-6-16,-4 4-13 0,-4 1-10 0,-6 1-3 16,-3-2-7-16,-5 2-4 0,-4-2-2 0,-2 1-5 0,-8 1-2 15,13 1-3-15,-13-1 1 0,0 0-7 0,0 0-4 16,0 0-12-16,0 0-17 0,0 0-12 16,-33 6-17-16,20-2-24 0,0-3-22 0,3 2-144 15,-3-1-289-15,4-1 129 0</inkml:trace>
  <inkml:trace contextRef="#ctx0" brushRef="#br0" timeOffset="42826.95">20507 2487 228 0,'0'0'230'0,"0"0"-23"0,0 0-25 0,4-1-17 16,-4 1-15-16,13 5-14 0,-4 0-18 0,1 0-11 16,0 3-9-16,-1 1-10 0,4 4 1 0,-4 2-21 15,0 2-9-15,-3 1-10 0,1 1-2 0,-5 0-8 16,1 0-1-16,-7-1-4 0,0 1-7 16,0-2-1-16,-2-4-3 0,1 0 0 0,-3-3-2 0,3 0-5 15,0-1 2-15,-3-1 13 0,5-5 7 0,0 1 23 16,0 1 31-16,3-5 39 0,-5 5-22 0,5-5-11 15,0 0-13-15,-4-15-6 0,8 6-9 0,1-4-7 16,7-4-5-16,3-5-9 0,4 1-5 16,1 0-5-16,3-2-6 0,-3 5-4 0,1 0-2 15,-6 4 5-15,-1 3-12 0,-3 1-4 0,0 3-7 16,0 0 4-16,-6 2-8 0,0 1-5 0,0 2-1 16,3 1 1-16,-4 1-14 0,1 3 10 0,0 2 2 15,-4 1 1-15,2 3-1 0,-3 4 4 0,0-3-1 0,-3 8-4 16,2-3 1-16,-4 1-15 0,3-1-14 15,-1 1-11-15,-1-6-17 0,0 2-28 0,2 0-29 16,-1-1-18-16,1-1-37 0,0-4-34 0,4 1-42 16,0-3-150-16,-2-4-431 0,5 3 191 0</inkml:trace>
  <inkml:trace contextRef="#ctx0" brushRef="#br0" timeOffset="43018.95">20959 2451 230 0,'3'-1'234'0,"-3"1"-28"0,0 0-22 0,0 0-19 16,0 0-19-16,9 5-15 0,-8 3-9 0,3 3-9 15,0 1-11-15,0 4-6 0,1 12-7 0,0-4-10 16,-4 5-3-16,-1-3-9 0,-1 6-7 0,-4-5-22 16,0 2-22-16,-4-2-22 0,-4 1-22 0,-1-3-35 15,-1-2-38-15,-6-2-51 0,-5-5-149 0,0 0-326 16,-2-5 145-16</inkml:trace>
  <inkml:trace contextRef="#ctx0" brushRef="#br0" timeOffset="43313.08">20427 2351 109 0,'-22'5'147'0,"9"2"-19"0,-10 7-11 16,3 5-7-16,-2 5-9 0,0-1-11 0,0 8-8 16,-8 9-5-16,13-8-5 0,-7 10-5 0,12-9-3 15,-1-1-11-15,4 0-3 0,1-1-3 0,8-2-8 16,5 1 4-16,4-2-6 0,10-4 13 0,3 0-16 15,10-4 1-15,19 0 8 0,8-2-20 0,2-5-40 16,31-1-62-16,-1-9-175 0,-27-6-275 16,29-5 121-16</inkml:trace>
  <inkml:trace contextRef="#ctx0" brushRef="#br0" timeOffset="43862.41">21573 2554 146 0,'-11'-6'198'16,"0"2"-16"-16,-2-1-16 0,-6 2-19 0,-1 2-13 16,-3 1-14-16,1 4-10 0,-6 1-12 0,-4 2-8 15,-1 1-12-15,2 4-4 0,2 4-13 0,2-2-3 16,3 2-9-16,-2 1-3 0,5 0-7 0,5-4-2 16,5 3-2-16,-1-2-6 0,5 1-1 0,1-1-5 15,5 1-2-15,0-3 4 0,3-3-2 0,5 2-2 16,3-4-4-16,7 3 3 0,-2-4 2 0,4-3-2 15,9-5 2-15,-5 1-3 0,-2-4 2 0,4-3 10 16,3-1 4-16,-2-5 5 0,-2-1 9 0,-6-3 4 16,3-2-3-16,-5-2-3 0,-2-4-2 0,-1-4-7 15,-3-5-4-15,-1-1-6 0,-1-14 2 0,-2 2-9 16,-3-2 3-16,-3 16 11 0,-3-1 22 0,3 4 13 16,-6 3 11-16,2 8 10 0,0 3 8 0,2 5-1 15,0 2-11-15,1 3-22 0,1 2 0 0,-4-2-16 16,4 4-37-16,0 3-3 0,0 0-8 0,-10 19 6 15,1-2-5-15,4 8 2 0,-3 4 1 0,3 4 4 16,0 4-3-16,4 9 0 0,-2-10 2 0,3 0-12 16,4-2-17-16,1 0-13 0,-1-2-13 0,0-1-15 15,-2-4-21-15,2-1-21 0,0-6-17 0,1-4-37 16,-1-2-33-16,0-3-49 0,-3-4-178 0,0-3-453 16,3 1 202-16</inkml:trace>
  <inkml:trace contextRef="#ctx0" brushRef="#br0" timeOffset="44282.13">21615 2443 106 0,'7'-5'217'0,"4"0"-20"16,-4-2-22-16,2 4-18 0,3 3-16 0,-3 0-17 16,4 3-11-16,0 4-8 0,1 1-7 0,0 3-10 15,-1 1-7-15,-2 4-7 0,1 0-7 0,-3 2-6 16,-3 9-4-16,-2-8-7 0,0 9-5 15,-4-3-1-15,-5 1-8 0,0-2 0 0,-3-6-8 0,-1 5 3 16,-6-2-3-16,4-6-1 0,-4 0 0 0,6-3 2 16,-1-3 0-16,-2-1 5 0,6-3 14 0,-1 2 28 15,2-3 29-15,0-1 30 0,0-1 45 0,5-2 0 16,0 0-21-16,-7-7-31 0,9 2-15 16,-1-6-10-16,8-4-12 0,0 1 2 0,5-9-26 15,7-1-10-15,-1 0-9 0,-1 1-9 0,-1-2-2 16,4 4-2-16,-4-1-4 0,-4 7-2 0,-3 2-7 15,0 1-3-15,-3 3 3 0,0 3-3 0,-4 1-16 16,0 1 0-16,-1 2-40 0,0 0-22 0,-3 2 3 0,0 0 11 16,5 8 2-16,-5 2 8 0,-1 1 0 15,-4 7 9-15,1 0-1 0,-1 1 2 0,-3 8 0 16,4-3 6-16,1-5-1 0,0 1 2 0,-1-1-4 16,4 0 10-16,2-4 1 0,0 2 3 0,4-7 2 0,6 5-17 15,5-4-13-15,7-1-51 0,10-5-54 0,5 0-73 16,0-3-78-16,12-6-180 0,3-2-509 15,-4 1 226-15</inkml:trace>
  <inkml:trace contextRef="#ctx0" brushRef="#br0" timeOffset="44597.88">22859 2568 229 0,'0'0'332'0,"-7"-3"-14"0,7 3-14 15,0 0-22-15,0 0-22 0,0 0-52 0,0 0-2 16,0 0-31-16,12-10-33 0,0 8-33 0,0-3-36 16,0 3-46-16,9-3-43 0,-2 1-34 0,-1 1-49 15,1-1-54-15,3 0-62 0,-5 1-141 0,2-2-384 16,-1 4 170-16</inkml:trace>
  <inkml:trace contextRef="#ctx0" brushRef="#br0" timeOffset="44760.83">22865 2699 62 0,'-3'2'198'15,"3"-2"0"-15,0 0-13 0,18 2-15 0,0-4-20 0,12-1-14 16,4 2-15-16,6-2-16 0,10-2-27 16,3 1-38-16,2-1-49 0,4 0-49 0,-4-2-46 15,0 2-108-15,1-3-230 0,-5 1 101 0</inkml:trace>
  <inkml:trace contextRef="#ctx0" brushRef="#br0" timeOffset="45226.71">24270 2458 211 0,'0'0'210'15,"0"0"-15"-15,0 0-10 0,0 0-15 0,0 0-11 16,0 0-16-16,0 0-10 0,0 0-12 0,0 0-15 16,0 0-11-16,-7-1-8 0,7 1-11 0,-9 0-12 15,1 0-4-15,-2 0-3 0,-3 1-12 0,-2 4 3 16,2-4-17-16,0 4 3 0,-6 0-9 15,0 2 3-15,2-1-6 0,-3 3-1 0,3 0-4 0,-2-1-3 16,4 2-1-16,2 1-3 0,0 2-5 0,-2-1 3 16,3 0 0-16,2 5 1 0,5-4-2 0,-2-4-1 15,4 5 1-15,-1-2 1 0,3 0 2 16,3-2 2-16,4 1 19 0,4 2 13 0,4 1 3 16,3-5 6-16,13 4 3 0,2-4-2 0,4-1 1 15,2-3-1-15,12-4 7 0,-12-1 2 0,-1-3-3 16,-1 3 6-16,-4-8-2 0,-4-2-4 0,0-3 14 15,-5 2-6-15,-5-3-6 0,-4 0-6 0,-3-3-8 0,-4 0-1 16,-2-10-8-16,-4 8-7 0,-2 0-17 0,-9 1-13 16,-10-3-29-16,-5 4-32 0,-8 5-43 15,-18-3-46-15,-8 6-83 0,-1 4-287 0,4 3-560 16,1-4 248-16</inkml:trace>
  <inkml:trace contextRef="#ctx0" brushRef="#br0" timeOffset="46085.9">24255 2464 76 0,'-47'34'124'16,"5"3"-12"-16,-2-1-8 0,0 6-9 0,1-2 9 16,10-4-4-16,-5 2-6 0,15-10-10 0,0-1-7 15,-1-1-6-15,6-3-3 0,1-2-1 0,2-5-7 16,2-1-10-16,1-1-2 0,5-4-3 15,-1-3-4-15,3 0-4 0,1-2 1 0,-1-2-2 0,1 0-10 16,-1-3-49-16,5 0-24 0,-5-8-23 0,4 1-12 16,1-3-12-16,0 0-22 0,1-7-72 0,0-1-203 15,3 0 90-15</inkml:trace>
  <inkml:trace contextRef="#ctx0" brushRef="#br0" timeOffset="46360.24">23864 2588 112 0,'9'-27'213'0,"-4"12"8"0,-1-4 7 0,0 5 8 16,-1 2 4-16,2 0-7 0,-1 0-5 0,-2 2-2 0,2 1-15 15,0 3-20-15,-2 0-20 0,1 0-18 0,-2 3-20 16,4-1-18-16,4 4-12 0,4 2-13 0,4 4-11 16,8 6-9-16,3 6 0 0,13 12-11 0,-13-6-6 15,16 10-6-15,-6 0-1 0,2 3-7 16,-1-3 1-16,-2 1 1 0,-5 1-6 0,-4-12-3 16,-1 4-2-16,-4-5 5 0,0 3-12 0,-1-3 1 15,0-4-8-15,-7-6 5 0,-5 1-4 0,4-2-6 0,-5-4-4 16,-1 1-9-16,-2-6 5 0,-1 3 0 0,-1-5-1 15,-1 4 9-15,1-1 9 0,-4-4 13 16,2 5 10-16,-2-5-6 0,0 0-30 0,0 0-20 16,10-12-7-16,-8 7-23 0,-1-2-25 0,0-1-38 15,-1 2-32-15,4-5-37 0,1 1-39 0,3-5-53 16,1 1-235-16,1-3-545 0,7-2 241 0</inkml:trace>
  <inkml:trace contextRef="#ctx0" brushRef="#br0" timeOffset="46714.1">25267 2346 122 0,'2'-4'303'0,"-2"-2"-18"16,1 1-16-16,-1 5-35 0,2-5-27 0,0 3-26 15,-2 2-21-15,0 0-35 0,0 0-15 0,0 0-14 16,0 12-9-16,-2 0-7 0,-3 7-8 0,2 6-10 16,-1 4 27-16,0 3-9 0,0 2-8 0,1-2-9 15,2 1-4-15,1 2-3 0,0-3-7 0,0 0-5 16,1-2-4-16,3-2-3 0,-1 0 0 0,-1-10-8 16,0 2-1-16,-1-2 0 0,0-2-4 0,-1-4-4 15,2-3-2-15,-1 0-2 0,0-2 4 0,-1-1-2 16,1-2 2-16,-1 2 0 0,0-3 0 0,0-3 8 15,2 5 12-15,-1-4 6 0,-1-1 12 16,0 0-3-16,0 0-7 0,0 0-54 0,0 0-21 0,-6-9-38 16,4 0-33-16,-3 0-35 0,1-3-55 0,-1-5-45 15,-1 0-235-15,1 0-506 0,2-2 223 0</inkml:trace>
  <inkml:trace contextRef="#ctx0" brushRef="#br0" timeOffset="46915.89">25173 2319 86 0,'-3'-16'282'0,"3"4"0"16,0 3 5-16,0 1-2 0,-1 3-25 0,1-5-28 15,0 8-19-15,0-2-29 0,-1 2-23 0,1 2-33 0,0-7-37 16,0 7-5-16,0 0-11 0,-11 21-2 16,5-6-11-16,-12 10-7 0,2 1-21 0,-2 6-22 15,-9 7-34-15,-3 2-27 0,1 3-29 0,0-4-38 16,8-10-63-16,2 1-64 0,-3-5-125 0,8-1-396 15,0-1 175-15</inkml:trace>
  <inkml:trace contextRef="#ctx0" brushRef="#br0" timeOffset="47118.78">25092 2866 28 0,'0'0'296'0,"0"0"-1"0,0 0-10 0,0 5-12 16,0-5-31-16,0 0-28 0,0 0-15 0,0 0-16 15,9 7-14-15,10-4-20 0,12-3-10 0,7 1-32 16,2 0-63-16,15-1-102 0,1-2-134 0,-2-2-204 16,-15-2-428-16,10-2 189 0</inkml:trace>
  <inkml:trace contextRef="#ctx0" brushRef="#br0" timeOffset="48692.02">7370 5763 79 0,'-4'-3'164'0,"4"3"13"0,-6-2 11 16,6 2 14-16,-4-1 7 0,4 1 2 0,0 0-5 16,0 0-4-16,-4-4-15 0,4 4-7 15,0 0-22-15,0 0-11 0,0 0-16 0,0 0-15 16,0 0-10-16,0 0-17 0,8-6-31 0,-2 4-18 0,6-1-27 15,-2 2-35-15,4-2-33 0,8 1-44 0,-3 2-39 16,3 0-41-16,-6-2-216 0,5 4-429 0,-4-2 190 16</inkml:trace>
  <inkml:trace contextRef="#ctx0" brushRef="#br0" timeOffset="48858.45">7338 5964 73 0,'-4'4'214'0,"-2"-2"-14"0,3 3-19 0,2-3-11 0,1-2-8 16,0 0-14-16,0 0-16 0,0 0-17 0,0 0-9 16,19-6-14-16,-5 4-28 0,4-4-33 0,4 1-39 15,7-4-50-15,-2 3-69 0,-1-3-123 0,-6 4-269 16,-1 1 119-16</inkml:trace>
  <inkml:trace contextRef="#ctx0" brushRef="#br0" timeOffset="49329.02">7476 5673 70 0,'-5'-7'303'15,"-1"4"-12"-15,2-3-23 0,1 3-27 0,1 1-23 16,-1-1-24-16,3 3-25 0,-5-3-18 0,5 3-20 16,0 0-17-16,0 0-10 0,0 0-11 0,0 11-11 15,5-2-7-15,1 2-5 0,6 3-5 0,3 2-13 16,1 1-12-16,5 1-14 0,1-1-13 0,1 1-2 15,-4-7-9-15,8 2-8 0,-1-3-1 0,-8-2 2 16,1-3-5-16,-4-1 3 0,-1-2-1 0,0-1 2 16,0-2 3-16,-4-1 4 0,3-2 7 0,-4-4 6 15,0 2 16-15,-1-3 12 0,-2 1 12 0,-1-4 8 16,2 2 4-16,-5-3 10 0,2 2 14 0,0 2 10 16,-1 1-2-16,-1 2-2 0,2 1-8 0,-3 0-10 15,-1 0-7-15,3 0-20 0,-3 5-39 0,0 0-14 16,0 0-3-16,-9 12 2 0,-4 4-1 0,-1 10 14 15,-8 2-17-15,-6 14 11 0,-3 1-11 0,1 6 4 16,-2-1-2-16,-13 25 2 0,18-23 5 0,-1-3-3 16,1 1 3-16,2-7-1 0,8-8 8 0,3-3-9 15,1-1-7-15,2-4 8 0,0-2 3 0,5-8-5 16,2-3 5-16,1-5 2 0,0 2 1 0,0-5 7 16,2 2 15-16,0-1 15 0,-3-2 20 0,4 1 18 15,0-4 11-15,-1 3 13 0,1-3 3 0,-3 5 1 0,3-5-4 16,0 0 1-16,-1 3-18 0,1-3-7 0,0 0-11 15,-3 2-9-15,3-2-27 0,0 0-33 16,0 0-44-16,0 0-52 0,0 0-46 0,0 0-49 16,0 0-55-16,0 0-106 0,0 0-303 0,0 0-708 15,21-9 314-15</inkml:trace>
  <inkml:trace contextRef="#ctx0" brushRef="#br0" timeOffset="51958.89">10355 5559 65 0,'0'0'182'0,"0"0"-8"0,0 0-1 16,0 0-15-16,0 0-11 0,0 0-5 0,-4-2-7 16,4 2-11-16,0 0-10 0,0 0-9 0,0 0-11 15,0 0-10-15,0 0-9 0,0 0-8 0,0 0-6 0,0 0-10 16,0 0-2-16,0 0-6 0,0 0-7 16,0 0-3-16,0 0-6 0,0 0-1 0,0 0-1 15,0 0-2-15,0 0-5 0,0 0-6 0,0 0 3 16,0 0-7-16,0 0-3 0,0 0 2 0,0 0 4 0,0 0-6 15,11-4 2-15,-4 3 0 0,3-4-4 0,2 0 1 16,-1-1-2-16,5-5 2 0,-2 4 0 16,-4-1 1-16,-1-1 7 0,5-3 4 0,-6 2 8 15,-2 1 1-15,0-1 9 0,1 0 2 0,-5 2 2 0,1 4 3 16,-1-4 1-16,-2 2-2 0,-1 2-5 0,-3-2-5 16,-5 5-5-16,-2 0-5 0,-9 3-1 0,-10 8-3 15,-2 0-3-15,-4 6 0 0,-10 11-4 16,0-1 1-16,1 4-3 0,1 2-1 0,-1 1-1 15,6 1 1-15,12-6-3 0,1-2 0 0,4-1 3 0,2 2-5 16,5-3 0-16,2 0 0 0,5-6 3 0,4 1 1 16,7-2-4-16,1-3 5 0,7 2-3 0,2-3 5 15,14 0-1-15,3-4 2 0,9-1 0 16,15-4 0-16,4-1 1 0,4-3-1 0,-1-3-4 0,-1-2 2 16,0 1 0-16,-5-1-2 0,-17 1 0 0,2-2 6 15,-8 1-6-15,-5 3-3 0,-8-1 2 0,-6 2-2 16,-2-2-4-16,-2 2-3 0,-2 1-8 0,-2-2-3 15,-3 0-28-15,-2 2-23 0,0 0-18 0,0 0-17 16,-16-4-20-16,3 3-16 0,0-1-27 0,-2 1-50 16,-2-1-123-16,3-1-366 0,5 1 162 0</inkml:trace>
  <inkml:trace contextRef="#ctx0" brushRef="#br0" timeOffset="52425.6">10967 5586 99 0,'3'-5'233'16,"-1"0"-25"-16,5 3-22 0,-1-2-20 0,3 0-16 15,0 3-15-15,5-1-15 0,-1 5-15 0,6 1-12 16,-1 1-7-16,-3 4-9 0,4 3-9 0,-3 2-4 15,-1 2-11-15,-5 2-6 0,-1 1-4 0,0 3-5 16,-4 2 1-16,-4-5-2 0,-3 0-9 0,-3 1 1 16,-5 4-7-16,-1-7 5 0,1-1-6 0,-8 3-3 15,4-5 0-15,-1-4 6 0,1-1 12 0,-4 1 11 16,6-5 12-16,1-1 17 0,2-2 18 0,1 0 17 16,-1-4 10-16,9 2-2 0,-9-6-8 0,4-2-12 15,1-1-8-15,6-6-12 0,4-2-8 0,3-7-10 0,9-2-2 16,1-2-11-16,2 2-4 0,2 0 0 15,-1 4-11-15,-1-2-2 0,1 4-3 0,-7 8-2 16,-1 2-4-16,-5 1-6 0,1 2-4 0,-6 2-6 16,1 2-10-16,0 0 5 0,-1 2-1 0,-4 1-3 15,12 4-2-15,-10 4-3 0,3-1-2 0,-1 5-3 0,0 5 3 16,-4 0-3-16,0 2 4 0,0 0-1 16,0 1-3-16,1-1 4 0,2 1-2 0,-3-3-10 15,4 1-12-15,-1-1-6 0,0-6-15 0,-2-1-28 16,2 0-17-16,-2-3-23 0,-1-1-18 0,4-1-26 0,0-3-44 15,-4-2-240-15,0 0-486 0,9-7 215 0</inkml:trace>
  <inkml:trace contextRef="#ctx0" brushRef="#br0" timeOffset="52749.71">11302 5285 58 0,'0'-6'303'0,"-1"3"-14"0,1 3-22 0,-3-5-33 16,3 5-20-16,0-4-28 0,0 4-20 0,0 0-13 15,8-3-19-15,3 3-13 0,1 2-18 0,2 1-9 16,4 2-8-16,0 1-8 0,-2 5-12 16,-1 0-8-16,0 1-2 0,1 3-2 0,-7 2-6 0,5 3-6 15,-5 5-5-15,-4-7 0 0,-1 6-4 0,-4-3 4 16,-1-1-10-16,-7 4-1 0,-2-3-4 0,-3-3 1 15,4-2-2-15,-2 0-3 0,-1-4-3 16,4-1-1-16,1-3 2 0,-1 0-4 0,3-2 2 0,1 0-1 16,2-2-2-16,-2-1 0 0,3-1 0 0,1-2-4 15,6 2 4-15,9-4-7 0,3 0-19 0,13-1-29 16,2-4-42-16,7 3-37 0,-5-1-45 0,5 2-75 16,11-7-183-16,-14 6-460 0,3-1 203 0</inkml:trace>
  <inkml:trace contextRef="#ctx0" brushRef="#br0" timeOffset="53261.49">12388 5641 128 0,'0'-10'258'0,"0"0"-10"0,-2-1-25 16,-2 1-14-16,1 1-14 0,-2 1-18 0,-4-1-16 16,3 1-12-16,-3 1-19 0,-5 1-12 0,-6 0-10 15,1 1-13-15,-9 4-9 0,0 2-14 0,-2-1-4 16,-1 6-7-16,0 0-8 0,3-1-6 0,0 7-3 16,2 0-5-16,2 0-5 0,5-2-6 0,3 2-3 15,3 0-3-15,1 3-2 0,-2-2 0 0,9-2-3 16,-3-1 0-16,6 0-2 0,2 1-5 0,1-1 5 15,3 0-1-15,3-3 2 0,3 1-4 0,3-4 2 16,6-1 1-16,10-3-1 0,-9 0-1 0,7-5-4 16,1-3 4-16,-1-3-2 0,-3-3 9 0,-2-2 6 15,-2-2 7-15,-2-5 1 0,-1 2 2 0,-4-7-8 16,-1-2 1-16,-1-5-4 0,0-11-5 0,-6-2 6 16,0-2-5-16,-3 15 3 0,0 0 16 0,-4 3 14 15,0 0 18-15,1 7 7 0,-3 7 8 0,2 3 9 16,-2 3 4-16,2 2-4 0,1 1-19 0,-1 2-13 0,2 3-16 15,-3 0-50-15,3 4-11 0,0 0 3 16,-10 8-1-16,4 2 0 0,-1 6 3 0,-3 9 2 16,5 7 17-16,-4 1-14 0,4 2 0 0,-2 13 2 15,4-13-1-15,3 1 5 0,1-1-35 0,4-2-11 0,-3-1-18 16,4-1-19-16,-3-4-27 0,3-3-20 0,-3-5-34 16,3-2-25-16,-1-6-36 0,0-2-54 0,-3-2-193 15,3-5-506-15,-1-2 224 0</inkml:trace>
  <inkml:trace contextRef="#ctx0" brushRef="#br0">12386 5413 174 0,'5'-9'237'0,"1"1"-4"0,-1 0-17 0,3 1-21 16,-3 1-22-16,1 4-20 0,2 0-16 0,3 1-16 16,-4 2-12-16,3 2-15 0,1 3-8 0,0 0-10 15,-2 3-9-15,-2 0-4 0,4 4-4 0,0 1-6 16,-5 5-4-16,0-2-6 0,-4 1 0 0,-1 1-6 15,-1 0-3-15,0 0 0 0,-3 0-6 0,0-1-2 16,-2-1 0-16</inkml:trace>
  <inkml:trace contextRef="#ctx0" brushRef="#br0" timeOffset="54407.51">9614 5069 10 0,'0'-17'190'0,"-1"1"-7"16,1 3-2-16,-2 3 1 0,2 0-19 0,0 0-12 15,-1 5-17-15,0 1-10 0,-2-4-19 0,3 6-11 0,0 2-21 16,0 0-11-16,0 0-4 0,-13 17-7 0,2 7-8 16,-3 7 0-16,-5 15-7 0,-7 12 0 0,-5 28 1 15,-2 9-5-15,-2 0-4 0,3 7-3 16,1-5 0-16,5-3-5 0,3-7-2 0,13-27 1 16,0 23-3-16,2-28 6 0,4-1-6 0,3-1-1 0,1-7 0 15,0-11-1-15,0-2 0 0,0-4-5 16,0-1 8-16,0-7-6 0,0-4-2 0,-4-1 1 0,1-4 9 15,1-3 28-15,-2 0 25 0,1-4 8 16,-4-1-6-16,-5-4-2 0,-5-1-10 0,-4-3-9 0,1-1-4 16,-6-5-7-16,-2 1-1 0,4-1 3 0,-2-2-3 15,8 4-2-15,1 1-3 0,5 2-3 0,-1 0-3 16,2 1-5-16,-2 0 0 0,4 3-7 16,1 0-10-16,1 1-21 0,-1 1-25 0,0 2-25 15,2 2-26-15,1 4-23 0,0 1-19 0,1 2-42 0,3 3-258 16,2-4-466-16,3 0 206 0</inkml:trace>
  <inkml:trace contextRef="#ctx0" brushRef="#br0" timeOffset="56076.01">9293 6689 196 0,'0'0'231'0,"-1"-3"-2"0,1 3-4 16,-3-4-12-16,3 4-15 0,0 0-20 0,0 0-18 15,0 0-19-15,0 0-17 0,-4-3-14 0,4 3-29 16,0 0-8-16,0 0-7 0,-9 12-9 0,2-4-7 15,1 3 2-15,-5 2-12 0,1 3-5 0,-4 5-5 16,2-4-1-16,2 1-2 0,4-1-3 0,2 0-6 16,1 0 1-16,1-2 0 0,2-2 0 0,0-2-5 15,4-1 4-15,1-4 3 0,4 0-3 0,2-3 2 16,5 1-2-16,5-8 1 0,7-4-3 0,-1-5 5 16,0-3 5-16,-5 3 6 0,-2-4 2 0,-7 3 6 15,1 0 7-15,-4-2 3 0,-2 1-2 0,-3 2 5 16,-2 2-7-16,-3 0-2 0,-4 0-13 0,-4 1-23 15,-5-1-16-15,-4 3-20 0,-14 3-25 0,-1 3-28 16,-5 2-35-16,-15 3-48 0,13 2-58 0,2 0-211 16,4-2-469-16,5-1 208 0</inkml:trace>
  <inkml:trace contextRef="#ctx0" brushRef="#br0" timeOffset="58714.61">9757 4413 126 0,'-4'-3'131'0,"4"3"-6"15,0 0 2-15,-1-4 4 0,1 4-9 0,0-3-9 16,0 3-5-16,0 0-11 0,0-5-11 0,0 5-12 15,4-6-8-15,1 3-2 0,0 0-8 0,0 1-8 16,4-2-5-16,5 2-3 0,-2-1-4 0,5-1-7 16,-4 4 13-16,6 0-13 0,-1-3-9 0,1 6-3 15,-2 0-5-15,1 2 0 0,-2-1 6 0,-3 1-9 16,-1-2-1-16,1 3-7 0,-3 2-4 0,-2-2-4 16,-1 1 8-16,-3 2-7 0,-1-1 1 0,-6 3 6 15,-1-1-10-15,-6 2 4 0,-3 3 2 16,-6 3 0-16,5-2 2 0,-6-7-2 0,-3 3 3 15,5 0-2-15,0-4 0 0,2 1 4 0,0-2-6 16,4 1 11-16,1-5-10 0,2 1-3 0,0 0 5 0,4-1-2 16,-1 0 0-16,3-1 1 0,3-2 1 0,0 0 0 15,9 3 0-15,1-3-2 0,4 2 1 0,7-2 2 16,0 1 8-16,11-1-9 0,-5 1-3 0,1 2 2 16,0-1 1-16,-2 4-2 0,-4-2 3 0,-1 3 1 15,-3 1 2-15,1 1-6 0,-5-2 9 0,-3 3-2 16,-2-3-6-16,-2 5 3 0,-2 0 5 0,-5-2-7 15,-3 6 6-15,-6-1-1 0,-4-1 5 0,-10 2 8 16,-4-2 3-16,-5 1 9 0,4-1-7 0,-4-2 4 16,-3-2 8-16,3-3-3 0,-2 1 6 15,-1-2 6-15,1-2 3 0,6 0 12 0,-3 0-1 16,3-3 2-16,8 1-3 0,2-2 5 0,6 0 5 0,1 0 7 16,2 0 1-16,2 0-7 0,2 1-5 0,5-1-3 15,-9-1-8-15,9 1-2 0,0 0-10 0,-10 0-2 16,10 0-5-16,-5 0-4 0,5 0-4 0,0 0-1 15,0 0-4-15,0 0 1 0,0 0-5 0,0 0-10 16,0 0-13-16,0 0-20 0,0 0-17 0,13 7-18 16,-9-6-24-16,-4-1-34 0,6 5-28 0,-2-4-37 15,1 2-215-15,-2-2-435 0,2 0 193 0</inkml:trace>
  <inkml:trace contextRef="#ctx0" brushRef="#br0" timeOffset="60894.12">12428 5426 34 0,'1'-5'128'0,"0"0"-1"0,2 1-17 15,1-1 1-15,-3 2-17 0,3-2-9 0,-2 1-7 16,1 1-7-16,1-1-4 0,-2 1-7 0,2-1-7 15,-1 1-7-15,-3 3-11 0,10 0 1 0,-10 0-3 16,9 3-12-16,-4 3 5 0,4 2-7 0,-2 1 2 16,2 4-1-16,-1 1 4 0,1 3-6 0,1 7-10 15,-2 3 2-15,1-2 7 0,-4 4-4 0,-1-2-3 16,-3 5-6-16,-1-2 10 0,0-3-2 0,-4-1 1 16,-1 0 2-16,-4 0 4 0,-1-1 9 0,-4-1 6 15,5-7 4-15,-1-2 7 0,-3 0-1 0,2-4 7 16,-1 1-1-16,2-4 10 0,1-1 7 0,1-2 16 15,3 0 18-15,-1-4 19 0,2 3 18 0,0-1 17 16,4-3 7-16,0 0-31 0,0 0-16 0,-10-11-16 16,10 4-10-16,1-4-11 0,3-5-14 0,2-2-1 15,8-8-11-15,-2-2 7 0,3 3-16 0,1-3-8 16,0 3-5-16,-1-1-3 0,2 4-4 0,-3-3-3 16,0 4 5-16,-4 4-6 0,2 0-7 0,-2 2 16 15,-1 2-14-15,0 3-5 0,-1 0 2 0,-2 1 3 16,0 3-9-16,-3-3 2 0,2 6-2 0,-2-2 2 15,-1 2 0-15,1-1-4 0,-1 0 3 0,2 3 5 16,-4-4-4-16,0 5-7 0,1-3 1 0,-1 3-1 16,0 0 1-16,0 0-2 0,4-4-3 0,-4 4-2 15,0 0 5-15,0 0 1 0,0 0-3 0,0 0 3 16,0 0-5-16,0 0 3 0,4-2-4 0,-4 2 2 0,0 0-2 16,0 0-13-16,0 0 2 0,0 0-6 15,0 0 1-15,-4 11-2 0,0-2 7 0,-2 2 3 16,1 4 0-16,-1 2 1 0,0 3 1 0,-1 3 0 15,-1 5 3-15,3-3 6 0,-1 0-5 0,-1-1-1 16,5-3 1-16,-1-3 0 0,3 1 2 0,0-2 1 16,0-5 0-16,0 0 0 0,3 2 2 0,-1-6 3 15,2 3-2-15,1-3 7 0,4-2 0 0,3 0 0 16,0-1 0-16,8-2 4 0,0-1 0 0,2-4 3 0,-1 0 0 16,1-1 7-16,-3-2 7 0,3 1 1 0,-8-1 0 15,0 0 2-15,-1 4 0 0,-3-3 12 16,-1-1 4-16,-2 4 0 0,-2-1-1 0,1 0 1 15,-1-1-1-15,-1 3-3 0,-4 0-5 0,5-2-11 0,-5 2 4 16,5-2-10-16,-5 2 1 0,4-1 0 0,-4 1-4 16,0 0-7-16,0 0 2 0,0 0-10 0,5-3-3 15,-5 3-11-15,0 0 1 0,0 0-12 16,0 0-10-16,0 0-14 0,0 0-13 0,0 0-19 0,0 0-19 16,0 0-30-16,0 0-39 0,0 0-44 0,0 0-26 15,0 0 1-15,0 0-31 0,0 0-156 0,0 0-457 16,0 0 203-16</inkml:trace>
  <inkml:trace contextRef="#ctx0" brushRef="#br0" timeOffset="61683.25">14117 5759 67 0,'0'0'152'0,"-8"0"-6"0,8 0-10 0,0 0-13 16,0 0-5-16,0 0-7 0,-10-1-6 0,10 1-5 15,0 0-10-15,0 0-11 0,0 0-1 0,0 0-12 16,0 0-5-16,0 0-5 0,0 0-7 0,31-5-4 16,-12 2-4-16,1 0-9 0,10-2 5 0,-4 4-4 15,5-4-4-15,2 2-2 0,-2-1-4 0,-2 0-1 16,-8 3 2-16,-2-2-3 0,-1 3-4 0,-6 0-5 16,-2-1-1-16,-1 0 1 0,-3 1-3 0,-1 0 4 15,-5 0-4-15,11 0-5 0,-8-2 2 0,-3 2-2 16,0 0-3-16,0 0-14 0,0 0-12 0,-16 8-25 15,4-4-25-15,-2 1-28 0,1-3-32 0,-8 3-127 16,0-1-283-16,3-1 126 0</inkml:trace>
  <inkml:trace contextRef="#ctx0" brushRef="#br0" timeOffset="61988.92">14109 5943 120 0,'-5'1'196'0,"0"-1"-5"16,0 2-10-16,5-2-15 0,-5 0-15 0,5 0-8 0,0 0-17 16,0 0-8-16,0 0-6 0,33-2-17 15,-9-1-5-15,7 0-11 0,5-3-9 0,1 3-5 16,15-1-9-16,-12 0 1 0,-1 3-12 0,-1-2 1 15,-7 1-5-15,-2 1-5 0,-8 0-6 0,-7 1-5 16,0 0 0-16,-3-1-3 0,-5 1 1 0,3 0-3 0,-4-2-1 16,1 2-6-16,-6 0 2 0,8 2-4 15,-8-2 0-15,0 0-3 0,0 0-9 0,0 0-28 16,0 0-33-16,0 0-34 0,-14 8-57 0,7-4-192 0,0-2-372 16,2-1 164-16</inkml:trace>
  <inkml:trace contextRef="#ctx0" brushRef="#br0" timeOffset="63672.13">16010 5570 28 0,'0'-8'232'0,"0"-1"-11"0,-2-2-5 16,2 0-6-16,0 1-8 0,4 0-2 0,-4 2-9 15,0 1-7-15,0 3-5 0,2-3-15 0,1 3-14 16,-3 0-16-16,0 4-19 0,0-5-13 0,0 5-17 16,0-4-26-16,0 4-19 0,0 0-1 0,0 0-6 15,-5 24-7-15,1-6 0 0,-1 8-2 0,1 3 2 16,-4-1-9-16,2 5-2 0,-3 0-1 0,0-2-1 15,2 0 2-15,-2-2-3 0,1-2-3 0,3 0 3 16,0-3-3-16,2-4 1 0,-1-2 7 0,2-1-8 16,-2-1-4-16,2-3 1 0,0-1 3 0,0-4-1 15,0 3-2-15,1-7 0 0,0 2 0 0,1 0 2 16,-1-4 0-16,1-2 3 0,-2 7 0 0,2-4 8 0,0-3 7 16,0 0-6-16,0 0 3 0,-1 6 5 15,1-6-56-15,0 0-29 0,0 0-19 0,-8-13-25 16,3 10-31-16,0-2-27 0,0-2-34 0,0 1-223 15,-3-5-449-15,2 4 198 0</inkml:trace>
  <inkml:trace contextRef="#ctx0" brushRef="#br0" timeOffset="63897.08">15971 5402 19 0,'0'-10'267'0,"1"0"-13"0,1 6-5 0,-2-1-18 0,2 0-21 16,-2 1-24-16,0 4-23 0,2-7-17 0,-2 7-32 15,0 0-13-15,0 0-11 0,-9 13-4 0,-2 4-11 16,-5 9-11-16,0 3-4 0,-5 1-8 16,-5 12-23-16,-2 3-28 0,1 0-21 0,0-3-32 15,2 2-38-15,2-4-24 0,6-10-45 0,2 1-168 0,1-3-355 16,2 0 157-16</inkml:trace>
  <inkml:trace contextRef="#ctx0" brushRef="#br0" timeOffset="64156.21">15819 6111 155 0,'-4'3'241'0,"4"-3"-21"0,0 0-10 16,-4 2-20-16,4-2-18 0,0 0-16 0,0 0-14 16,0 0-18-16,27-2-10 0,3-2-12 0,4-3-9 15,15-2-13-15,8-3-24 0,2 7-58 0,0-2-76 16,-2 1-107-16,-3 1-114 0,-17 1-323 0,0-1 143 15</inkml:trace>
  <inkml:trace contextRef="#ctx0" brushRef="#br0" timeOffset="65102.21">18699 5724 180 0,'0'0'197'0,"0"0"-17"16,-5-3-17-16,5 3-5 0,0 0-15 0,0 0-9 15,0 0-14-15,0 0-4 0,0 0-13 16,0 0-12-16,0 0-8 0,9-2-6 0,-1 0-12 0,11-1-14 16,3-2-15-16,8 0-25 0,-2 3-34 0,3-2-28 15,0 1-41-15,-5 0-31 0,-6 2-148 0,-2-3-291 16,-7 3 129-16</inkml:trace>
  <inkml:trace contextRef="#ctx0" brushRef="#br0" timeOffset="65253.5">18685 5886 75 0,'-6'5'93'0,"1"-3"-8"0,2 4 29 0,1-2-3 15,2 1 8-15,0-5-7 0,10 2-15 0,4-2-5 16,5 2-9-16,11-4-9 0,0 1-18 0,-2 0-44 16,4-3-49-16,0 0-71 0,-1-1-55 0,-3 1-178 15,-6-1 79-15</inkml:trace>
  <inkml:trace contextRef="#ctx0" brushRef="#br0" timeOffset="65724.63">18869 5644 242 0,'-5'-5'262'0,"4"0"-13"0,-3 0-13 0,4 3-20 15,-1-1-24-15,-2-1-15 0,3 4-26 0,-4-5-7 16,4 5-23-16,-1-3-18 0,1 3-20 0,0 0-10 15,0 0-8-15,0 0-6 0,8 9-4 0,-2-3-4 16,4 2-6-16,3 3 0 0,4-3-10 0,-2 2-2 16,2 0-18-16,-2 1-4 0,2-4-5 0,-2 3 1 15,0-3-2-15,-2-1 1 0,1-1-1 0,-5-1-2 16,0-2-1-16,-1 1 3 0,-1 1-5 0,1-3 11 16,-3 1 0-16,-1-2 8 0,-4 0 14 0,10 0 18 15,-10 0 15-15,0 0 12 0,0 0-3 0,8-2-4 16,-8 2-10-16,0 0-11 0,0 0 2 0,0 0-17 15,8 0-20-15,-8 0-6 0,-11 11-3 0,1 1-4 16,-12 5 2-16,-2 3 1 0,-3 2 2 0,-7 12-3 16,-2 0-2-16,9-8 0 0,3 5 3 0,-7 6-3 15,10-8-3-15,1-2 3 0,2 1-1 0,4-2 3 16,-4-3-4-16,11-6 2 0,0 0-2 0,0-3 3 16,2-3 0-16,1-3 0 0,1-2 10 0,1 1 3 15,0-5 9-15,1 4 8 0,0-2 21 0,-2-3 16 16,3-1 25-16,0 0 10 0,-1 6 11 0,1-6 2 15,0 0-4-15,-3 3 0 0,3-3-13 0,0 0-10 16,0 0-10-16,-2 4-9 0,2-4-3 0,0 0-29 16,0 0-35-16,0 0-46 0,0 0-32 0,0 0-49 15,0 0-95-15,0 0-80 0,0 0-60 0,0 0-247 16,15-13-653-16,-8 9 288 0</inkml:trace>
  <inkml:trace contextRef="#ctx0" brushRef="#br0" timeOffset="73305.89">20698 5490 179 0,'0'0'199'15,"0"0"-6"-15,0 0-13 0,2-3-10 0,-2 3-7 16,0 0-14-16,0 0-6 0,0 0-12 0,0 0-14 15,0 0-11-15,0 0-8 0,0 0-14 0,0 0-5 16,0 0-12-16,0 0-4 0,0 0-11 0,0 0-4 16,0 0-4-16,0 0-3 0,0 0-9 0,0 0-8 15,0 0-7-15,0 0-9 0,0 0 4 0,0 0-2 16,0 0 2-16,0 0-3 0,16 3 2 0,-7-4-3 16,0-2-6-16,3 2-6 0,2-3 0 0,-1 2-3 15,1-1-2-15,-1-1 2 0,1-1 0 0,-1 0 1 16,-4 1 3-16,-3 1 3 0,3-2 9 0,-5 2 5 15,1-2 8-15,-1 1 3 0,-1 0 3 0,-2 0-5 16,-1 4-6-16,-4-6-3 0,-1 3 0 0,-5 2-4 16,-8 1 3-16,-3 4-7 0,-7 2 2 0,-8 5-8 15,1 2 3-15,-12 8 0 0,-1 2-1 0,4 2 3 16,11-3 1-16,-6 4 0 0,8-1 0 0,3 1-3 16,4-2-1-16,-2 0 2 0,8 1-3 0,5-1 3 15,2-2 1-15,7-3 0 0,5 0 2 0,8-2 4 16,9 1-2-16,14-4 0 0,18 1-7 0,9-5-35 15,7-4-57-15,34-8-58 0,-11-1-258 0,-26-3-438 16,4-1 194-16</inkml:trace>
  <inkml:trace contextRef="#ctx0" brushRef="#br0" timeOffset="73938.17">21371 5395 136 0,'4'-3'184'0,"1"1"-19"16,0-1-17-16,2 1-10 0,0-1-17 0,0 3-16 15,4 0-4-15,2 0-17 0,-3 4-8 0,0 1-11 16,3 2-6-16,0 4 0 0,0 1-7 0,-3 3-9 15,0-1-2-15,-1 12-8 0,-4-6 2 0,-1-2-7 16,-4 9 1-16,-1-1 0 0,-4 0-4 0,-3-2 2 16,-3 2-6-16,0-3-4 0,0-2 6 0,-1-4-6 15,2-2-2-15,1-4 1 0,-4 1 2 0,7-1 13 16,-2-5 2-16,3-1 5 0,0 1 16 0,-1-1 17 16,3-3 16-16,1 2 22 0,0-3 34 0,2-1 13 15,0 0-18-15,0 0-18 0,2-15-17 0,9 1-13 16,-1-5-5-16,8-4-13 0,1-3-11 0,4-5-9 15,8-6-9-15,-9 11 0 0,1-3-5 0,-3 7-4 16,-2 0-6-16,-3 7-4 0,-2 2 11 0,-4 2-9 16,-2 2-7-16,-1 2-4 0,-3 2 0 0,0 0-9 0,1 0-17 15,1 2-20-15,-4 1-4 0,-1 2 3 0,0 0-1 16,0 15 5-16,-1-3 5 0,-4 4 3 16,0 2 0-16,1 1 3 0,-1 6 0 0,-1 1 6 15,-2-2 0-15,6 3 2 0,0-8 3 0,2 0-1 0,2 0 0 16,0-2-11-16,4-1-14 0,2-5-23 0,-3-1-31 15,4 0-43-15,5-3-53 0,0-1-69 16,0-5-184-16,-1-1-471 0,1-1 208 0</inkml:trace>
  <inkml:trace contextRef="#ctx0" brushRef="#br0" timeOffset="74323.07">21792 5135 92 0,'2'-6'268'0,"1"1"-21"0,2 2-27 0,3-5-20 15,2 4-17-15,-1-1-23 0,2 3-16 0,3 2-12 16,-1-2-19-16,1 4-10 0,0 0-7 0,0 3-11 16,2 4-10-16,-4 1-2 0,0 3-9 0,-3 1-6 15,-2 3-7-15,-3 1-5 0,-4 3-4 0,0 5 0 16,-1 3-3-16,-7-4-6 0,2 1-3 0,-3 1-2 16,-1-5-3-16,1-5-1 0,1-1 2 0,-1-3-6 15,5-1-3-15,-1-7-1 0,3 4-3 0,-1-5 4 16,2 1-3-16,-3 1-3 0,4-2 1 0,4-2-2 15,1 1 2-15,9-1-7 0,6-2-20 0,10-2-40 16,-1 0-34-16,10 0-44 0,0 2-65 0,-7-1-195 16,0-2-426-16,0 2 189 0</inkml:trace>
  <inkml:trace contextRef="#ctx0" brushRef="#br0" timeOffset="74786.88">20953 6070 101 0,'-11'1'214'0,"3"3"-20"0,1-3-14 0,1 0-10 16,6-1 1-16,-9 0-3 0,9 0-5 0,-7 0-9 15,7 0-8-15,0 0-14 0,-9 2-11 0,9-2-12 16,0 0-11-16,0 0-10 0,0 0-9 16,0 0-6-16,-8-2-10 0,8 2-5 0,0 0-9 0,0 0-4 15,0 0-3-15,0 0-7 0,-5 2 0 0,5-2-6 16,0 0-6-16,0 0-1 0,0 0-3 0,0 0-1 16,0 0-5-16,-4 2 1 0,4-2-2 0,0 0-2 15,0 0 4-15,0 0-6 0,0 0 1 0,0 0 0 16,0 0-2-16,0 0 3 0,0 0 0 0,20 0 0 15,1-5-2-15,12-4-2 0,26 1 5 0,0-1-3 16,36-9 9-16,5 3 6 0,3 2 4 0,0 2 4 16,-3 3-2-16,-6 4 0 0,-30-2-6 0,-5 4 1 15,1-1-7-15,-9 1 0 0,-10 0-2 0,-3 0 2 16,-4 2-4-16,-4 0 1 0,-8 0-3 0,-6-1-5 16,-4 1-11-16,-3-2-4 0,-1 2-8 0,-2 0-14 15,-6 0-13-15,0 0-19 0,0 0-22 0,0 0-32 16,-27 7-44-16,8-5-51 0,-11 3-210 0,0-3-456 15,1 1 202-15</inkml:trace>
  <inkml:trace contextRef="#ctx0" brushRef="#br0" timeOffset="77657.81">21640 4992 47 0,'0'0'124'16,"0"0"-5"-16,0 0-8 0,0 0-1 0,0 0 3 16,0 0-17-16,0 0-6 0,0 0-2 0,0 0-7 15,0 0-6-15,0 0-11 0,0 0-4 0,0 0-13 16,0 0 7-16,0 0-6 0,0 0-5 0,0 0-5 16,9-4-7-16,-9 4-4 0,7 0-3 0,3-2 4 15,-2 0-15-15,2 1 9 0,4-1-3 0,-1 2-6 16,8 0 0-16,-2-2-4 0,-1 2 0 0,1 0 3 15,-1 4-4-15,2-2-4 0,0 1-2 0,-1 0 1 16,-2-1 7-16,0 5-10 0,-2-1-2 0,-2-2 18 16,-3 3-13-16,2 0 1 0,-3 0-5 0,2 1-2 15,-4 1 3-15,0-1 0 0,-1 0-6 0,-4 2 9 16,-1-1 6-16,-1 3-3 0,0-3-9 0,-3 3-1 16,-3 0 4-16,-1-2-2 0,-2-1-3 0,-4 2 4 15,0 3 4-15,-2-4-3 0,1-1 1 0,-3 1 1 16,3-2 1-16,-2 1 3 0,1-3-7 0,1-2 4 15,3 1 0-15,-1 2-3 0,1-5 3 0,2 1 8 16,1-1-8-16,1 1 2 0,3-1 7 0,-1-1 4 16,-1 0 2-16,6-1-6 0,-5 3 2 0,1-1 2 15,4-2-1-15,0 0 0 0,-7 0 7 0,7 0-3 16,0 0-4-16,0 0 6 0,-5 2-2 0,5-2 2 16,0 0 3-16,0 0-1 0,0 0 4 0,0 0 1 15,0 0 2-15,0 0-2 0,0 0-2 0,0 0-7 16,0 0 4-16,0 0-5 0,0 0-3 0,0 0 0 15,0 0-1-15,0 0-3 0,0 0-1 0,0 0 4 16,0 0-8-16,-3 2-4 0,3-2 5 0,0 0-4 16,0 0 4-16,0 0-5 0,0 0-1 0,0 0-2 15,0 0 8-15,0 0-6 0,0 0-1 0,0 0 2 0,0 0-2 16,0 0 2-16,0 0-1 0,0 0-6 0,0 0 5 16,0 0 0-16,0 0 1 0,0 0 2 15,22 1-2-15,-16-1-1 0,3 0 2 0,0 3-1 16,1-1-4-16,3 0 3 0,1 1-2 0,-1-3 3 15,1 2-1-15,2 2-5 0,1 4 3 0,0-4 2 16,1 1-3-16,1 2 3 0,-5 1 0 0,3 0 0 0,-2 3 0 16,-2-6 0-16,1 7 0 0,-1-1-3 15,1-1-2-15,-5-1-3 0,3 0 7 0,-4-1 4 16,-3 1-5-16,2 0 4 0,-3 2-1 0,0-5-3 0,-1 5 1 16,-2-2 1-16,-2 1 3 0,-4 0 3 15,-3 1 4-15,1 1 4 0,-4-2-3 0,-5 3 0 16,2-4-1-16,-3 3 6 0,2-4-2 0,-2 1 2 15,6-2 0-15,-6-1-4 0,7-2 0 0,-3-1 4 16,7 1-4-16,-1-3 5 0,2 1-2 0,0 0 3 16,0 1 0-16,5-3 6 0,-9 2 3 0,5 1 6 0,4-3 10 15,0 0 10-15,-4 0-2 0,4 0 0 0,-4 2-1 16,4-2-2-16,0 0 0 0,0 0-4 16,0 0-2-16,0 0-4 0,0 0-8 0,0 0-1 15,0 0-4-15,0 0 1 0,0 0-7 0,0 0-1 0,0 0 0 16,-6 2-3-16,6-2-2 0,0 0-1 15,0 0-3-15,0 0-3 0,0 0-1 0,0 0 0 0,0 0-4 16,0 0 13-16,0 0-9 0,-5 2-4 16,5-2-1-16,0 0-1 0,0 0-1 0,0 0-1 0,0 0-5 15,0 0 2-15,0 0 2 0,0 0-1 0,0 0 0 16,0 0 3-16,0 0 1 0,0 0-4 0,0 0 2 16,0 0 2-16,0 0 9 0,0 0-11 15,0 0-2-15,0 0 2 0,0 0 1 0,0 0 0 16,0 0-1-16,0 0 0 0,0 0 2 0,0 0-2 0,0 0 3 15,0 0-2-15,0 0 1 0,0 0 3 0,0 0-6 16,0 0 5-16,0 0-6 0,0 0-6 0,0 0-4 16,0 0-3-16,0 0-2 0,0 0-2 15,0 0-10-15,0 0-3 0,0 0-6 0,0 0-10 0,0 0-4 16,0 0-4-16,0 0-12 0,0 0-2 0,0 0-9 16,0 0-5-16,0 0-7 0,0 0-2 0,0 0 4 15,0 0-13-15,0 0 18 0,0 0 2 0,0 0-12 16,0 6-17-16,0-6-42 0,-8 1-122 15,8-1-300-15,-5 1 133 0</inkml:trace>
  <inkml:trace contextRef="#ctx0" brushRef="#br0" timeOffset="81688.23">21247 6227 83 0,'0'-5'260'0,"0"5"-13"0,0-2-21 16,0 2-24-16,0-7-20 0,3 3-17 0,2 0-18 15,0 2-17-15,5-6-13 0,2 4-8 0,2 1-18 16,1-2-9-16,3 3-9 0,-5 2-7 0,6 0-5 15,-2 2-10-15,-3-1-5 0,-2 1-4 0,2 3-9 16,-2 0-11-16,-3 2-8 0,1-2-10 0,-5 4-2 16,-1 1 1-16,-4 0-3 0,0 0 2 0,-5 6-4 15,-4-2-4-15,-4 0 6 0,-4 4 1 0,-3-1-4 16,1-5 3-16,-4 3 2 0,8-5-2 0,-3-2 0 16,4 3-4-16,1-5 4 0,0 0-1 0,4-3 0 15,-2 3 1-15,3-3 0 0,4 1 2 0,-1-3-1 16,1 2 0-16,-2-3 0 0,6 0-3 0,0 0 5 15,18 6-3-15,-5-5 1 0,10 3 4 0,5-2-7 16,1 2-1-16,1-2 2 0,-4 5-2 0,2-2 3 16,-1 2-2-16,-6 0-2 0,-3 0 1 0,-2 1-1 15,0 1 3-15,-1 1-4 0,-6-3 1 0,-1 2-3 0,-3 2 2 16,-4-4 5-16,0 2 5 0,-5 1 4 16,-3 0-2-16,-6 1 2 0,-6 0-5 0,-7 1 0 15,-3 0 4-15,-2-2 3 0,0-1-6 0,0-2-1 16,-1 1 3-16,0-3-10 0,1-1-14 0,0 0-18 0,3-3-25 15,9-1-29-15,4-2-37 0,4-1-58 16,3-4-146-16,4 3-356 0,4-4 159 0</inkml:trace>
  <inkml:trace contextRef="#ctx0" brushRef="#br0" timeOffset="82552.97">22682 5216 167 0,'0'-5'218'16,"0"1"-4"-16,2 0-1 0,-2 4-3 0,1-4-27 0,-1 4-17 16,0-5-15-16,0 5-22 0,1-3-15 15,-1 3-21-15,0 0-16 0,0 0-6 0,-4 15-14 16,-2 2-4-16,-2 14-3 0,-6 18-5 0,-3 4-4 15,-9 27-5-15,0 0-2 0,10-22-3 0,-5 27-4 0,7-28-2 16,5 2-2-16,-3-2-3 0,6-3 1 0,1 4-4 16,1-4 1-16,4 1 0 0,0-5-4 0,0-1 1 15,2-2-3-15,0-14 3 0,2 1-4 16,-3 0 1-16,2-2 3 0,-1-2-7 0,-1-3-4 0,2-2-2 16,-3-6 4-16,0-2 0 0,0-1 0 0,0-5 1 15,0 0-4-15,0-4-3 0,0 1 8 0,0-2-3 16,0 0-1-16,0-1 1 0,0-1 1 15,0-1 2-15,0-3 1 0,0 5 8 0,0-5 7 0,0 5 0 16,0-5 2-16,1 4-6 0,-1-4-1 0,0 0 1 16,0 0-5-16,0 0-3 0,0 4 6 15,0-4-7-15,0 0 1 0,0 0-6 0,3 4 5 0,-3-4-4 16,0 0-1-16,0 0 1 0,0 0 0 0,0 0-1 16,0 0-1-16,0 0-2 0,0 0 2 0,0 0-2 15,0 0 3-15,0 0-4 0,0 0 1 0,0 0-3 16,0 0 0-16,0 0 3 0,0 0-1 15,0 0-1-15,0 0 0 0,0 0-2 0,0 0 3 0,0 0-1 16,0 0 1-16,0 0-1 0,0 0-1 0,0 0 2 16,0 0-1-16,0 0-4 0,0 0 5 0,0 0-3 15,0 0 2-15,0 0-5 0,0 0 4 0,0 0-3 16,0 0 2-16,0 0 2 0,0 0 6 0,0 0-9 16,0 0-3-16,0 0-2 0,0 0 2 0,0 0-8 15,-8 4 3-15,2-3 2 0,-7 3 1 0,-5 1 0 16,0-3 1-16,-11 1 0 0,-3 0-4 0,-1-1-21 15,-7-1-32-15,-14-2-53 0,0-1-69 0,-9-5-238 16,8-1-456-16,5-3 202 0</inkml:trace>
  <inkml:trace contextRef="#ctx0" brushRef="#br0" timeOffset="83079.53">22598 5096 117 0,'0'0'147'0,"0"0"-27"16,0 0-4-16,0 0-12 0,0 0-13 0,-13 11-1 15,3-4-16-15,-8 3-7 0,-6 4-1 0,-7-2-2 16,-1 3-9-16,-5-1-2 0,-10 6-29 0,11-5-41 16,4-1-49-16,-4 0-119 0,2-2-199 0,4-5 89 15</inkml:trace>
  <inkml:trace contextRef="#ctx0" brushRef="#br0" timeOffset="84104.63">20134 5274 51 0,'0'0'227'0,"0"0"-16"15,-1-3-26-15,1 3-15 0,0 0-23 0,-4-4-18 16,4 4-20-16,0 0-43 0,0 0 4 0,0 0-14 0,0 21-4 16,0-5-6-16,-4 12-8 0,-1 6-3 15,-3 19 3-15,-7 29-8 0,-5 3 2 0,-2 0-6 16,-4 2-7-16,1-4 3 0,-3 3-3 0,1 2 4 15,4-4-3-15,1-1-1 0,8-26 10 0,0 3 5 16,1-4 5-16,4 0 2 0,2-5-4 0,-3-4-5 16,6-13 0-16,0 0-1 0,1-4 2 0,1 1-5 15,0-4-1-15,0-3 0 0,1-4-6 0,1-1-2 16,-2-2-2-16,1-1-9 0,0-3 8 0,1-3-1 0,0 1-1 16,-2-2-5-16,1-1 1 0,1-3 1 0,0 3-3 15,0-4 0-15,0 1-6 0,0 0 6 16,0-1-3-16,0-4 1 0,-1 7 2 0,1-4-2 15,0-3 1-15,0 0-3 0,0 0-3 0,0 5 7 0,0-5-1 16,0 0 2-16,0 0 1 0,0 0 6 16,10 1-4-16,1-2 2 0,8-4 0 0,11-2-16 0,2-1-27 15,4-1-54-15,18-8-75 0,-5-1-218 0,-2 1-406 16,-13-4 180-16</inkml:trace>
  <inkml:trace contextRef="#ctx0" brushRef="#br0" timeOffset="84554.02">20051 5296 227 0,'0'0'213'0,"-2"-5"-23"0,2 5-18 0,0 0-20 0,3-3-18 16,5 1-18-16,6-1-22 0,5-2-21 0,13 1-35 15,4 1-33-15,16-5-52 0,2 8-87 0,-17-2-72 16,4 0-223-16,-5 4 99 0</inkml:trace>
  <inkml:trace contextRef="#ctx0" brushRef="#br0" timeOffset="85404.19">22865 6676 78 0,'0'0'195'16,"0"0"-24"-16,0 0-15 0,0 0-22 0,0 0-10 15,-15-5-16-15,15 5-15 0,0 0-9 0,-10 8-11 16,2-1-5-16,-3 0-3 0,0 3-12 0,-2 2-5 16,2-2-7-16,-3 4-3 0,2 1-2 0,2 2-2 15,1-5-3-15,4 0-3 0,-2 4-6 0,4-6 1 16,1 3 0-16,2-4-4 0,0 1 2 0,4-2 6 15,0 2 20-15,5-4 8 0,0-1 7 0,5-2-2 16,5-1 2-16,-1-6-6 0,4 1-8 0,3-5 10 16,-5 2 11-16,-3-5 5 0,-1 2 2 0,0-5-2 15,-3 2-9-15,-1-4-1 0,-5 1-8 0,-3 3-5 16,0-4 1-16,-4 0-2 0,-4 1-8 0,-1 2-9 16,-7-1-10-16,-3 0-14 0,-2 3-20 0,-8-5-18 15,-2 4-23-15,-1 0-21 0,-1 2-34 0,-1 1-35 16,6-3-49-16,2 4-205 0,6-1-429 0,0-1 190 15</inkml:trace>
  <inkml:trace contextRef="#ctx0" brushRef="#br0" timeOffset="86579.79">23192 4911 62 0,'4'-3'160'0,"-3"-1"-19"0,3 2-15 0,1 0-15 0,3-2-7 16,1 2-13-16,0-2-8 0,2 3-11 0,2 1-6 15,0 0-10-15,-2 1-8 0,1 1-1 0,-1 2-4 16,0 1-8-16,-4 0-3 0,3 0-12 16,-5 3 2-16,1-2-4 0,-4 5-3 0,-2-1 0 15,-4 1-3-15,-1 0-1 0,-4-1-2 0,-1 3 1 0,-5-2 0 16,-3 0 0-16,0-4-1 0,0 2-2 0,0-1-1 15,0 0 1-15,7-3-4 0,2-2 0 0,-1 2 0 16,-1 0 7-16,6-2-6 0,0 1-3 16,3 0-1-16,-2 0-2 0,4 0 0 0,2 4 7 0,2-3-1 15,5 3-7-15,1 0 5 0,7 2 1 16,-2 3 5-16,2-2-5 0,6 4 4 0,-1 1 3 0,-8-5-2 16,2 4 5-16,-3-1-2 0,-3-2-3 15,0 5-1-15,-4-5 7 0,-4-2-4 0,-1 1-3 0,-1-1 5 16,-5 2 4-16,-4 1-5 0,-7 0 3 0,-5-3 1 15,-3 0-4-15,-4 0 3 0,-3 0-5 0,-1-5-3 16,0-1 2-16,2 2-27 0,2-4-18 0,-1 2-17 16,9-3-25-16,2-1-17 0,4 0-142 15,0-2-257-15,5 1 113 0</inkml:trace>
  <inkml:trace contextRef="#ctx0" brushRef="#br0" timeOffset="86875.14">23979 5876 36 0,'-2'2'239'16,"2"-2"-16"-16,-4 3-15 0,4-3-20 0,0 0-18 15,0 0-17-15,0 0-19 0,11 2-12 0,3-3-15 16,8 0-28-16,6-1-37 0,4 2-40 0,0-1-50 16,0-3-49-16,0-1-163 0,-2 0-282 0,-8 3 126 15</inkml:trace>
  <inkml:trace contextRef="#ctx0" brushRef="#br0" timeOffset="87029.9">24009 6055 47 0,'-2'4'130'0,"0"0"21"0,2-4 11 16,10 4-11-16,5-4-15 0,3-4-15 0,14 3-11 15,3-1-2-15,6-1-27 0,13-4-40 0,0-2-35 0,5 1-70 16,-3-1-133-16,-2-3-214 0,2 4 96 0</inkml:trace>
  <inkml:trace contextRef="#ctx0" brushRef="#br0" timeOffset="87353.97">25367 5613 154 0,'0'-5'259'0,"-3"-3"-2"0,3 5-18 0,-1-2-11 0,1 4-31 16,0 1-22-16,0-7-20 0,0 7-20 15,-4-5-20-15,4 5-12 0,0 0-10 0,0 0-13 0,0 21-7 16,-1-4-3-16,1 3-10 0,-4 11-7 0,0-1-5 16,1 1-2-16,-4 0 0 0,-2 5-8 0,4-4-4 15,-1 1-3-15,-3 1-4 0,2 0 1 0,0-2-5 16,0-2 0-16,1-2-1 0,-2-1-4 0,4-8-1 15,-1-2 0-15,0 0-7 0,3-5-16 0,-1-1-9 16,1-2-5-16,-1-3 2 0,2-1 6 0,-2 0 6 16,0-4-21-16,3-1-44 0,-7-7-31 15,4 2-23-15,1-4-34 0,-1-4-25 0,1-5-172 0,2-1-383 16,1-1 169-16</inkml:trace>
  <inkml:trace contextRef="#ctx0" brushRef="#br0" timeOffset="87543.18">25281 5574 143 0,'0'-5'251'15,"0"-2"3"-15,0 2-14 0,0 1-16 0,0 0-24 16,0 0-22-16,0 4-21 0,0-5-14 0,0 5-22 16,0 0-16-16,0 0-6 0,0 0-14 0,-15 9-6 15,2 1-10-15,-7 12-9 0,-3 1-24 0,-3 2-29 16,-7 12-37-16,-4-1-30 0,1-2-50 0,9-7-52 15,-8 7-187-15,9-7-376 0,3-6 166 0</inkml:trace>
  <inkml:trace contextRef="#ctx0" brushRef="#br0" timeOffset="87785.4">24971 6165 168 0,'-4'2'284'0,"4"-2"-19"16,0 0-12-16,-2 3-29 0,2-3-25 0,20 1-21 0,7-2-18 15,9-3-8-15,18 3-39 0,5-3-65 0,-3 0-96 16,-3 1-123-16,1-4-134 0,-2 0-329 15,-15-5 146-15</inkml:trace>
  <inkml:trace contextRef="#ctx0" brushRef="#br0" timeOffset="88926.25">20317 8006 213 0,'-4'0'276'0,"4"0"-26"16,0 0-24-16,-8 0-26 0,8 0-20 0,0 0-17 15,0 0-19-15,0 0-17 0,0 0-19 0,0 0-27 16,32 0-32-16,-16 0-51 0,4 0-46 0,-1 0-55 15,4 0-79-15,-3 0-99 0,0 2-303 0,-7-2 134 16</inkml:trace>
  <inkml:trace contextRef="#ctx0" brushRef="#br0" timeOffset="89080.4">20189 8272 15 0,'-5'3'229'0,"1"2"-22"0,2-2-19 16,-1 0-17-16,2 0-15 0,-3 0-7 0,4-3-14 15,0 0-11-15,0 0-15 0,13 1-10 16,0-4-9-16,7-1-14 0,8-2-30 0,2 0-56 16,1-3-57-16,0 1-74 0,-3-2-122 0,0 1-285 0,-1-1 127 15</inkml:trace>
  <inkml:trace contextRef="#ctx0" brushRef="#br0" timeOffset="89419.93">20440 7908 25 0,'-5'-6'295'0,"-1"3"-14"0,4-1-27 16,-2-1-25-16,3 1-25 0,-2 3-21 0,3 1-21 15,0 0-24-15,-4-3-17 0,4 3-14 0,0 0-11 16,2 10-11-16,0 0-7 0,5-1-5 0,-1 8-10 16,4 0-8-16,4 3-3 0,0 4-7 0,2-5-4 15,-3 0-2-15,4 3-4 0,-4 2-5 0,1-1-8 16,0 3 1-16,-4-2-1 0,-1-2-2 0,-1 4-7 15,-4 0 1-15,-3-1-3 0,-1-6-3 0,-4 0-1 16,-1 1 2-16,-3 5-2 0,1-7 3 0,-5-1-2 16,2-1-3-16,-4 0 4 0,1-4-4 0,-2 1 1 15,2-2 4-15,-1-1 1 0,4-3-2 0,1 1 1 16,-2-1-2-16,3 0 0 0,-1-2-2 0,5 0-2 16,-2-3-1-16,2 2 1 0,0 0-1 0,0-2-10 15,4-2-10-15,-5 3-21 0,5-3-6 0,0 0-21 16,0 0-38-16,0 0-63 0,24-5-255 0,-12-3-457 15,7 0 202-15</inkml:trace>
  <inkml:trace contextRef="#ctx0" brushRef="#br0" timeOffset="90110.2">21518 8028 179 0,'0'0'192'15,"0"0"-17"-15,0 0-15 0,0 0-15 0,0 0-11 16,0 0-10-16,0 0-11 0,0 0-15 0,0 0-13 15,0 0-4-15,0 0-10 0,0 0-9 0,0 0-2 16,4-1-7-16,-4 1-7 0,0 0 0 0,6-2-4 16,1 0-6-16,0 1-3 0,4-3-5 0,-2 0 3 15,1 0-7-15,0 0-1 0,0-3-2 0,0 1 6 16,-1-1 6-16,-1 1 10 0,1-2 12 0,-4 3 5 16,0 0 13-16,-1 0 6 0,0 1 2 0,-3 0-7 15,-1 0-8-15,0-1-12 0,0 5-5 0,-5-8-7 16,-3 7-4-16,-4-1-6 0,-4 4-6 0,-7 1-4 15,-5 6-4-15,-2 1-3 0,-4 2-2 0,1 5-3 16,-13 7-1-16,14-7-6 0,-1 4 5 0,1-1-5 16,0 0-2-16,9 0 2 0,1 1-4 0,3 1 4 15,6 1-3-15,3-6 3 0,5 0 0 0,5 3 1 16,1-4 2-16,8 1 0 0,9 3 0 0,5-3 6 16,4-3-7-16,2 1 3 0,5-6 2 0,1 0-4 0,4-4 1 15,-1 0 3-15,0-2-2 0,-1 0 0 0,-6-2-1 16,-12 2 0-16,-6-3 1 0,1 2 12 0,-4-2 14 15,-1 1 12-15,-4-1 7 0,1 1 2 16,1-1-4-16,-7 0-3 0,7 3-3 0,-7-3-10 16,6 0 11-16,-6 0-18 0,0 0-19 0,0 0-24 0,0 0-31 15,0 0-29-15,0 0-36 0,0 0-33 0,0 0-34 16,0 0-49-16,0 0-240 0,0 0-505 16,0 0 224-16</inkml:trace>
  <inkml:trace contextRef="#ctx0" brushRef="#br0" timeOffset="90368.69">22442 8201 104 0,'-6'0'328'0,"6"0"-24"0,0 0-25 0,-7-2-27 16,7 2-26-16,0 0-21 0,-2-2-26 0,2 2-14 15,0 0-39-15,15-3-30 0,-2 0-39 0,4 2-53 16,2-2-61-16,2 1-83 0,1-1-215 0,0-1-384 16,-2 4 169-16</inkml:trace>
  <inkml:trace contextRef="#ctx0" brushRef="#br0" timeOffset="90503.59">22420 8322 126 0,'-5'2'251'15,"1"1"-3"-15,2-2-13 0,2-1-16 0,0 0-19 16,0 0-18-16,0 0-18 0,27 0-17 0,1-4-25 16,8 0-65-16,2-1-94 0,14-4-135 0,-11 4-119 0,-5-4-315 15,-2 2 141-15</inkml:trace>
  <inkml:trace contextRef="#ctx0" brushRef="#br0" timeOffset="91850.17">23838 7775 50 0,'-3'-8'279'0,"3"-1"-3"0,0 0-10 16,0 2-7-16,0 0-2 0,1 0-11 0,-1 2-15 15,0 0-16-15,0-1-21 0,0 2-27 0,0 4-19 16,0-2-16-16,0 2-25 0,0 0-40 0,0 0-5 15,0 0-7-15,0 12-5 0,-1-2-9 0,-2 8-3 16,-1 2-14-16,2 9-15 0,-1-2-20 0,-2 7-27 16,0-4-22-16,1 3-28 0,1 2-33 0,-4 11-25 15,-2-14-35-15,0 0-64 0,-4-3-136 0,3-4-412 16,-6-2 182-16</inkml:trace>
  <inkml:trace contextRef="#ctx0" brushRef="#br0" timeOffset="92150.63">23492 8293 157 0,'-6'0'282'16,"6"0"-15"-16,-10 0-16 0,10 0-18 0,-8 0-19 0,8 0-19 15,0 0-19-15,0 0-15 0,-9 0-18 0,9 0-11 16,0 0-15-16,0 0-12 0,0 0-9 0,0 0-10 15,0 0-9-15,41-1-9 0,-11-1 1 16,3 1-14-16,5-2-5 0,13 0-5 0,4 0-3 0,1-1-3 16,-1 2-5-16,-18-2-9 0,2 4 2 0,-6-2-4 15,-1 1 0-15,-3-2-6 0,-8 2 0 0,-8 1-1 16,-1-1-3-16,-2 0-10 0,-2 1-3 0,-2 0-15 16,-6 0-16-16,8 0-28 0,-8 0-34 0,0 0-18 15,0 0-31-15,-19 6-50 0,2-1-245 0,-4-2-471 16,0 2 209-16</inkml:trace>
  <inkml:trace contextRef="#ctx0" brushRef="#br0" timeOffset="92583.4">23913 8520 230 0,'-4'-6'322'0,"3"0"-21"0,-3 0-26 0,3 3-25 0,-2-1-25 16,-1-1-24-16,-1 0-20 0,4 2-24 0,-3-1-13 16,-1 3-17-16,1-2-15 0,-5 1-18 0,9 2-8 15,-13 0-8-15,4 3-10 0,-2 2-14 0,-1 0-13 16,-2 1-9-16,4 0-9 0,2 3-7 0,-2-1-13 15,1 1-4-15,3-1-3 0,1 1-1 0,1-2 6 16,1 1-5-16,3-1 0 0,-2-1 5 0,4 0 1 16,0-3-1-16,0 2 2 0,2-1 1 0,6-1 2 15,-3-1 3-15,1-2 4 0,0 0 11 0,1 0 9 16,-4 0-4-16,4-1 4 0,-1 0-1 0,-8 1-1 16,6 0-3-16,-6 0-2 0,8 2-7 0,-8-2-5 15,6 2-9-15,-3-1-1 0,-3-1-6 0,2 7 0 16,1 0 1-16,-2 3 3 0,-1 2-4 0,0 5 0 15,-1 9 2-15,-3 1 5 0,3 2 0 0,-2-2-18 16,1 3-45-16,-4 0-49 0,6-1-62 0,0 0-73 16,-2-10-214-16,4-3-494 0,0-6 219 0</inkml:trace>
  <inkml:trace contextRef="#ctx0" brushRef="#br0" timeOffset="94786.14">24571 7634 104 0,'-3'-6'154'0,"-2"-2"-12"0,4 1-2 0,-2 1-8 16,1-1-10-16,-1 2-10 0,-2-7 1 16,1 7-7-16,-2 0-16 0,1-1-11 0,-3-3-5 0,2 4-12 15,-6 0-1-15,2-3-8 0,1 4-12 0,-5-5 6 16,-3 3-9-16,-2-1-6 0,-4 3-4 0,3-2-5 15,-8-1-2-15,-2 2 0 0,-2 1 3 0,3 1-8 16,-4-1 4-16,1 1-9 0,0-2 2 0,-1 3 0 16,-2-1-6-16,3 1 0 0,-1 0-1 15,1 1 2-15,-1-1-7 0,-2-1-3 0,2 1 0 0,-3 0-1 16,-1 1 0-16,2-2 3 0,-1 2-5 0,-3-2-3 16,0 2-6-16,-1-3 3 0,3 2 0 0,-1-2 2 15,1 1-1-15,2 0 4 0,1-1-4 0,-1 1 3 16,3-2 3-16,-2 0-5 0,2 1 2 0,0 2 2 15,1-5-1-15,-1 1-1 0,3 2 5 0,-2 1-2 16,4-2 3-16,-1 1-4 0,-1 1-1 0,1 0 4 16,5 3-1-16,-5-1-2 0,-2 0 3 0,2 0-2 15,1 0 4-15,-1 1-3 0,6 0 0 0,-4 0 3 16,3 0-2-16,-4 1 2 0,1 0-1 0,3 0 0 0,0 0 1 16,0 0-1-16,3 1 0 0,-10 2-3 15,7 0 2-15,2-1 0 0,-7 1 0 0,5-2 4 16,-3 1-4-16,-1 6 3 0,0-5-2 0,3 0 2 15,-3-3 0-15,0 2-3 0,1 2 3 0,5-3-1 0,-2 0 0 16,0 1 0-16,3-1 2 0,-3-2-1 16,2 3 1-16,-7-2 3 0,6-1 5 0,3 2-7 0,-1-1 4 15,-2 0-1-15,0 2-2 0,3-2 4 0,-4-1 2 16,5 3-5-16,-2-1 1 0,1-2-5 0,1 0 1 16,-1 0 0-16,1 3 6 0,-1-3-8 15,1 1 1-15,1 1 4 0,2-1-7 0,2-1 2 0,0 1-1 16,-1-1 7-16,2 1-6 0,1 0 3 0,1-1-4 15,0 2 2-15,-1 1-1 0,1-3 2 16,-1 3-2-16,1-2-2 0,-2 0 3 0,-1 3 1 0,2-2-2 16,-1-1 0-16,1 1-3 0,-1 2 0 0,-3-1 3 15,2-1-2-15,-5 2 3 0,4 0-2 0,-4 0 3 16,2 0-7-16,-2 0 3 0,0 2 3 0,1-3-2 16,3 2 0-16,-2-2 0 0,-3 0 2 0,2 4 0 15,0-2 0-15,3-2 1 0,0 1-1 0,1 1 0 16,-4 3-1-16,0-6 0 0,3 3-1 0,-3 0 2 15,3-1-1-15,-1 1-3 0,-1-3 2 0,5 2 2 16,-2-1 4-16,-1 1-5 0,1 0 6 0,2-2-5 16,-1 1 1-16,-2-2-2 0,8 2 0 0,-4 0 1 15,3-1-5-15,-3 1 3 0,2 0-1 0,3 0 2 16,-4 2 0-16,-2-2 0 0,3 3-2 0,0-1 0 0,-2 4 4 16,1-4-1-16,2 2 0 0,-2-1-4 15,-1 2-2-15,-1 1 2 0,0 2 1 0,-1 1 1 16,2-3-1-16,-3 4-1 0,-1 1 5 0,4-3-1 0,-3 2-1 15,0 2-2-15,-1-3 0 0,4 2 1 0,-2 3 0 16,1-3-4-16,1 3 2 0,-3-1 0 0,3 1 2 16,1 0-6-16,0-1 3 0,0 2 2 0,1 0 2 15,-2 6 0-15,4-5 4 0,-2-1-5 0,3 2 3 16,-1-1 1-16,2 0-4 0,-4 1 3 0,6-2 0 16,-1 0-2-16,-1 0 2 0,4 0-2 0,0-1 2 15,0 3 1-15,3-2 1 0,-2 0-1 0,3-2-3 16,1 4 0-16,1-4 3 0,1 4-6 0,3 5 3 15,0 1 3-15,0 0-3 0,2-2-1 0,-1 1 8 16,0 2-4-16,0-4-4 0,2 2-2 0,0-1 9 16,3-1-6-16,-5-1 5 0,5-1-2 0,-2 1 0 15,1 2 3-15,2-6-3 0,2 4-2 0,-1-2-3 16,1-3 9-16,3 2-6 0,-3-1 3 0,6 2-5 16,0-4 3-16,-2 1-2 0,1-3 2 0,1-2-5 15,-1 2 7-15,1-1-3 0,2 0 2 0,0-2 0 16,1-1 3-16,-4 3-8 0,2-2 1 0,2-1 2 15,-1-1-2-15,4 1 6 0,-2 1-2 0,-1 2 8 16,4-1-14-16,-2 1 1 0,3 0 5 0,-1 0-2 16,0 2 3-16,-2-1-1 0,4-1-4 0,-4 2 8 15,3-2-2-15,-1 2-4 0,0-4-1 0,-4 4 3 16,2-2-4-16,-1-1 11 0,-2-1-13 0,1-1 10 0,0 0-6 16,-1-2 1-16,1 1-2 0,2-2 6 15,-2 1-3-15,1 0-2 0,0 0 3 0,2-1-4 16,0-2 2-16,1 0-2 0,-2-1 0 0,2 0-1 15,2 0 0-15,0 1 7 0,-2 0-3 0,-1-3-1 0,1 1 0 16,-2 4 2-16,2-3-1 0,1 0 0 0,-1-3-3 16,-1 5 0-16,0-2 1 0,-1-1-9 15,2 1 12-15,2-1-3 0,-2 0 6 0,-1-3 0 16,4 2 6-16,-2-2 3 0,2-2 2 0,1 2 3 0,-1-1 5 16,0 0-3-16,-1-2 3 0,-2 2 5 15,3-3 2-15,-1 1 2 0,0-3-2 0,0 3 1 16,3 0 1-16,-4-1-2 0,3-4-5 0,-1 4-3 15,-3-1 0-15,-1-2-2 0,4 1-2 0,-2-1-4 16,-1 0 2-16,4 4-5 0,-2-5 2 0,-2 1 0 0,0 1-6 16,0-3 6-16,-1 3-4 0,-2 0-1 15,1 0 10-15,-4-3-1 0,1 1 4 0,-7-1-2 16,1 1 0-16,0 3 2 0,-1-4 3 0,6 1 6 0,-6-1-1 16,-2 3-2-16,2-3-1 0,1 1-1 0,-3-1-5 15,2 0-2-15,1 1-1 0,4-3 1 0,-7 2 10 16,1 1 5-16,-1 0 2 0,1-3 3 15,-2 3 3-15,-3-1 2 0,-1 0 6 0,3 0-8 0,-1-3-5 16,-2 2-6-16,-2 3 2 0,5-5-6 0,-3 2-1 16,-3 1-3-16,1 1-6 0,4-3 1 0,-4 1 1 15,-2 2-5-15,0-1-2 0,5-2-4 0,-3 2 2 16,-2 0-1-16,3-5 5 0,-3 5 2 0,4-2 2 16,0-1 1-16,-4 0-1 0,2-5-4 0,-2 5 0 15,0-3-2-15,4 3 2 0,-5 1-3 0,1-4-7 16,-1 2 4-16,3-1-2 0,-4-1 1 0,1-1 1 15,2 1-6-15,-2 1 2 0,-6 1 0 16,6-4-6-16,1 3 5 0,-4-1-4 0,-1 3 13 0,-3 1-8 16,7-5-2-16,-4 0-3 0,2 6 3 0,-2-3-3 15,-1 2 2-15,-1-6-1 0,3 0-3 0,-2 2 15 16,1-2-12-16,-2 1-1 0,1 2-1 0,2-2 13 16,-3 0-16-16,1 4 2 0,2-4-1 0,-1-2 1 15,0 1 0-15,0 0-2 0,0 0 0 0,2 2 3 16,-2-2-6-16,-2 0 1 0,2-2 1 0,-1 4 3 15,-2-2 0-15,0 3 1 0,0-1 0 0,1 3-1 0,-2-4-1 16,0 1 3-16,0-1-5 0,-2 5 10 16,1-6-4-16,0 2 2 0,-2 2-1 0,2-4 2 15,-2 2 0-15,1-2 3 0,-2 0-4 0,-2 0 2 16,-1 0-1-16,1-8-2 0,-1 7 1 0,-3-9 3 0,0 1-5 16,0-3 0-16,-5 0-6 0,-2-4-8 0,-9-8-23 15,-2 1-25-15,-8 2-35 0,-6 2-40 16,-5 6-60-16,-9-2-73 0,-34-6-259 0,0 10-570 15,3-3 252-15</inkml:trace>
  <inkml:trace contextRef="#ctx0" brushRef="#br0" timeOffset="97620.18">2034 10413 87 0,'0'0'102'0,"0"0"3"0,0 0-8 0,0 0-1 0,0 0-8 15,0 0-10-15,0 0-5 0,0 0 2 0,0 0-6 16,0 0 5-16,0 0 6 0,0 0 9 0,0 0 16 16,0 0 13-16,0 0 10 0,0 0-1 0,0-3 4 15,0 3-12-15,6-12-12 0,-1 5-11 0,3-3-9 16,-2-2-8-16,5-2-9 0,0-5-4 0,3-6-9 15,4 1-7-15,-4-3-3 0,0-1-5 0,-1 1-2 16,0-2-6-16,-2 0-2 0,-1 2-5 16,-1-2 6-16,-1 3-2 0,2 1 1 0,-5 0 7 0,-1 7-6 15,-1 2-4-15,-2 3 4 0,0 1-1 0,2 1 4 16,-3 2 4-16,2 1 2 0,-2 2-4 0,0-1-3 16,0 2-4-16,2 2-5 0,-2 3-13 0,-2-5-25 15,2 5-26-15,-1-4-9 0,1 4 3 0,-7 9 5 16,3 3 4-16,-4 3 3 0,-2 9 3 0,0 5 1 15,-2 1-2-15,3 2 7 0,-1 5 4 0,1-3-2 16,1 1 6-16,3 0 0 0,0-1 2 0,0-2 2 16,5-1 0-16,-3-4 0 0,3-2 3 0,3-7 7 15,2-1-7-15,-2-6-1 0,0 0 3 0,0-2-2 16,1-2 3-16,-3-1 3 0,3-1 1 0,0 0 6 16,0-3 17-16,1 0 19 0,1-2 3 0,3-3 8 15,-1 2 10-15,-3-2 6 0,5-4 7 0,-4 3 1 16,0 0 3-16,-1 1-1 0,-1-1-6 0,-2 0-5 15,3 1-11-15,-4 1-4 0,-1 2-5 0,3-3-11 16,-3 3-17-16,0 0-11 0,0 0-22 0,-10-2-13 16,10 2-14-16,-18 5-14 0,4-3-18 0,-3 3-14 15,3 1-17-15,-1-1-20 0,2 1-20 0,0-2-26 16,3 1-23-16,1-3-24 0,0-1-182 0,4-1-430 16,5 0 190-16</inkml:trace>
  <inkml:trace contextRef="#ctx0" brushRef="#br0" timeOffset="98152.35">2210 9771 137 0,'-5'-4'131'0,"0"-1"-9"0,0 3-13 16,1-1-9-16,-1 0-12 0,-3 3-5 0,3-1-14 15,-5 1-7-15,1 0-3 0,-3 1-9 0,-2-1-8 16,-1 3 1-16,1 0-5 0,-4 2-10 0,0-1-4 0,-1 3 10 16,1 3-6-16,-6 4-11 0,0-1-7 15,-2 4-1-15,3 2-3 0,-3 3 0 0,1 0 2 16,1 6-2-16,1 0 7 0,-5 11-12 0,10-6-4 15,0 1 2-15,0 6 0 0,4-6-1 0,2 1-1 16,1 12 2-16,2-14-5 0,2 2 10 0,6-3-2 16,-4 0-5-16,5-3 3 0,0 3-5 0,5-3 13 0,-1-2-6 15,4-2-2-15,-2-5 3 0,8 1 3 16,-1-4 1-16,1-3-5 0,10 3 34 0,-2-2 31 16,5-4 7-16,2-1 7 0,3-3 18 0,5-2 8 0,4-3 8 15,10-2 1-15,2-3 4 0,-1-1-7 0,3-4 3 16,-3-4-1-16,2 0-5 0,-3-3 1 15,0-4-3-15,-2 1 11 0,-2-3-1 0,-14 2 3 16,11-7-6-16,-5-4-1 0,-3-4 2 0,-4-3-16 16,-5-3 0-16,-4-3-13 0,-4-4-8 0,-9-4 1 15,-1-1-30-15,-9-2-15 0,-5 3 1 0,-9 5-10 16,-1 13-19-16,-11-9-22 0,-7 8-25 0,1 11-26 16,-15-1-20-16,-7 8-25 0,-6 7-20 0,-32 7-18 15,26 4-23-15,-28 12-18 0,32-3-59 0,-33 10-237 0,36-3-526 16,3 3 233-16</inkml:trace>
  <inkml:trace contextRef="#ctx0" brushRef="#br0" timeOffset="99204.35">4492 10131 135 0,'-1'-8'232'0,"1"3"-5"0,-3-2-13 0,3 4-11 15,-1-2-22-15,1 5-16 0,-1-9-19 0,1 6-21 16,0 3-12-16,-1-2-36 0,1 2-19 0,0 0-3 16,-2 12-13-16,1-1-5 0,-2 8-4 0,-1 9-4 15,0 3-14-15,-5 16 4 0,2-1-2 0,-2-11-3 16,-1 12 0-16,1-1 1 0,1-10-11 0,1-2 8 16,1 1-4-16,-1-3 3 0,2 0-4 0,0-3 2 15,-1-2 0-15,3-6-1 0,-1-4 1 0,-1-2-3 16,2-1 3-16,1-3-7 0,1 2 6 0,-3-5 1 15,1-1-6-15,2-2-8 0,-4 3-1 0,5-2-7 16,-4 0-2-16,4-4-6 0,-4 1-23 0,-1-1-35 16,5-2-37-16,-9-2-44 0,-1-2-144 0,1-3-329 15,4-5 146-15</inkml:trace>
  <inkml:trace contextRef="#ctx0" brushRef="#br0" timeOffset="99550.99">4352 10014 19 0,'0'-9'214'0,"0"1"-9"15,-1 3-13-15,1 0-14 0,-3 0-20 0,3-1-21 16,0 3-13-16,0 3-15 0,4-6-11 16,5 4-8-16,-2 2-11 0,8 2-5 0,2 2-15 15,4 0-2-15,8 6-6 0,-1-1-11 0,-2 7-1 0,2 2-7 16,-2 2-3-16,-4 4-3 0,-2 0-1 0,-5 2-8 15,-3 1 0-15,-4 0 0 0,-1 2-2 0,-7-5-2 16,-4 3-2-16,-4 0 0 0,-6-1 2 0,-6-5 0 16,-5 1-3-16,-4-2 3 0,-4-1-3 0,-3-2 2 15,3-3 3-15,1-1-3 0,-1-2 1 0,2-1 4 16,2-2-3-16,2 0 0 0,6-4 4 0,2 0 6 16,4-1-1-16,3-1-1 0,5-1 0 15,-2 2-4-15,3-3 0 0,-1 1-2 0,7-1-9 0,-8 3-18 16,7-3-11-16,1 0-7 0,0 0-21 0,13 2-21 15,0 0-38-15,5-2-42 0,-1 0-186 0,5 0-363 16,-4-2 161-16</inkml:trace>
  <inkml:trace contextRef="#ctx0" brushRef="#br0" timeOffset="104321.96">5305 10118 238 0,'3'-8'270'15,"-2"-1"-1"-15,0-1-4 0,-1 5 1 0,3-4-1 0,-2 4-4 16,2-2-3-16,-3 2-8 0,2 1-22 0,-2-2-17 16,0 6-22-16,1-6-20 0,1 5-25 15,-2 1-23-15,0 0-39 0,0 0-49 0,0 0-3 16,0 0-4-16,-5 19-3 0,-2 0-3 0,-2 8-2 0,-3 3-2 15,-3 3-2-15,-2 12-1 0,1 0-12 0,5-12 0 16,-2-1-2-16,-1 2 3 0,5-5-2 16,0 0-2-16,-1-3 4 0,2-2-1 0,3-6 3 15,-1 1-1-15,3-2-4 0,0-6 4 0,2-1-1 0,-2-2-2 16,1 1 2-16,2-4-4 0,0 1 5 0,-2 0 2 16,2-4 4-16,0-2 4 0,-3 6 22 15,3-6 5-15,0 4 3 0,0-4-4 0,0 0 7 16,0 5-4-16,0-5-5 0,-3 3-15 0,3-3 15 0,0 0-11 15,0 0-55-15,0 0-42 0,0 0-22 0,0 0-26 16,-1-12-29-16,1 12-31 0,1-6-35 0,-1 1-34 16,3-4-251-16,-3 5-540 0,3-2 240 0</inkml:trace>
  <inkml:trace contextRef="#ctx0" brushRef="#br0" timeOffset="104832.93">6256 10014 59 0,'1'-4'251'0,"0"-1"-24"16,2 2-22-16,-3 3-27 0,1-2-25 0,-1 2-12 15,0 0-16-15,0 0-6 0,-17 11-18 16,2-1-10-16,-9 7-10 0,0 1-11 0,-7 3-8 0,-10 8-5 16,0 4-2-16,0-3-7 0,-1 4-5 0,5-1-6 15,1-1-5-15,9-7-1 0,2-1-4 0,2-1-4 16,-3-1-2-16,5-1 0 0,-2-5-4 0,10-2-3 16,0 0-3-16,5-6 0 0,2-1 0 0,1-2-2 15,0 0 1-15,1 0-1 0,1-1 3 0,0-1 2 16,0 1-6-16,0-1 6 0,3-3-7 0,3 7 2 15,0-5 9-15,0 3-3 0,9 0 0 0,-1-1-2 16,1 4-3-16,4 0-2 0,1 0-1 0,2 0 1 16,7 6 2-16,-8-4-6 0,5 3 2 0,-3-1 2 15,4 1-2-15,-3 1-3 0,-3-4 5 0,0 0-5 16,-3-2-1-16,0 2-1 0,-1 0 3 0,-5-3-3 16,1-3 2-16,-2 2 6 0,0-1-8 0,-3-3 1 15,-1 1-2-15,1-1 4 0,-4 1 1 0,3-2 0 16,-4-1 3-16,5 3 0 0,-5-3 1 0,0 0 4 15,3 3 2-15,-3-3-3 0,0 0-3 0,0 0 2 16,5 0-2-16,-5 0-15 0,0 0-19 0,0 0-76 16,0 0-103-16,8-8-189 0,-3 3-424 0,0-3 189 15</inkml:trace>
  <inkml:trace contextRef="#ctx0" brushRef="#br0" timeOffset="105284.28">6518 10260 61 0,'1'-4'209'0,"3"2"-21"16,-4 2-21-16,8-1-18 0,-8 1-15 0,10 3-15 15,-4 1-9-15,-1-1-14 0,0 6-10 0,2 0-15 16,4 6-3-16,-4 0-11 0,-4 2-1 0,3-1-9 15,-6 2-4-15,-4 2-8 0,-3-1-1 0,0 7-3 16,-4-9-4-16,0 6 0 0,-3-2-6 0,4-4 3 16,-8 2-7-16,5-4 0 0,4-3 0 0,-1-2-5 15,1-1 2-15,1-1-2 0,3-6 13 0,0 5 25 16,0-4 28-16,1 3 34 0,2-5 37 0,-1 2 39 16,3-3 37-16,0 0-7 0,0 0-25 0,-4-8-22 15,7 1-17-15,3-3-17 0,8-4-13 0,0-7-12 16,5 0-16-16,2-3-17 0,2 5-4 0,2-2-7 15,0 3-5-15,-3-1-13 0,-6 6-4 0,-1 2-5 16,-1 1-2-16,-5 3-5 0,0 2-11 0,-1 0-18 16,-3 3-11-16,-1-1-38 0,1 1-18 0,-5 2-7 0,0 0 9 15,10 5 6-15,-9 2 5 0,2-1 3 16,1 5 4-16,-3-1-6 0,2 3-5 0,-2 4-2 0,3 0 1 16,1 1 0-16,1-1-10 0,2 0-2 0,-3-1-11 15,4-1-19-15,2 0-24 0,2-1-40 16,1-5-58-16,2 1-284 0,1-7-542 0,2-1 240 15</inkml:trace>
  <inkml:trace contextRef="#ctx0" brushRef="#br0" timeOffset="105734.63">7522 10129 12 0,'1'-4'283'0,"1"0"-20"16,0 1-19-16,-2 3-25 0,4-3-22 0,-4 3-28 15,0-4-21-15,0 4-12 0,0 0-20 0,0 0-7 16,-9 11-17-16,-1-2-8 0,-2 4-6 0,-8 7-10 16,-3 4-6-16,-4-1-5 0,-8 10-7 0,-4 0-4 15,16-9-7-15,-4 1 0 0,4 0-8 0,0-2-3 16,0-1-2-16,5 0-3 0,2-2-1 0,5-6-4 0,4-2 3 15,-2-2-10-15,4 0 4 0,0-1-2 16,2 1-2-16,2-1 2 0,2 1-3 0,3 0 2 16,1 0-1-16,5-1 3 0,6 4 1 0,-1 0-2 15,2-5-1-15,2 4 1 0,-4-3-3 0,4 2-2 16,4 1 0-16,-5-3-3 0,1 1 2 0,-5 2 0 16,3-3-2-16,-7-2-1 0,4 3 1 0,-2-4-2 15,-6-4-2-15,2 2 4 0,-3-1-1 0,0 2 0 0,-1-1 7 16,0-3 19-16,-2 1 9 0,1 0 7 15,-1 1 4-15,-2-3 5 0,0 0-2 0,7 4-3 16,-7-4-1-16,0 0-6 0,3 1-7 0,-3-1-2 16,0 0-3-16,0 0 0 0,0 0-22 0,0 0-13 0,0 0-26 15,0 0-24-15,8-5-76 0,-8 5-94 0,5-6-284 16,-1 4-549-16,1-5 242 0</inkml:trace>
  <inkml:trace contextRef="#ctx0" brushRef="#br0" timeOffset="106738.68">8031 10182 212 0,'2'-4'224'0,"1"0"-16"0,1 1-16 0,-2 0-18 0,1-1-16 16,1 1-14-16,1-1-18 0,1 3-10 0,0-1-15 15,1 2-8-15,1 0-15 0,-1 2-7 0,3 2-11 16,-2 0-7-16,1 3-5 0,0 0-6 0,-1 1-4 16,-3 3-3-16,-1 2-7 0,-2 3 0 0,-2 1-5 15,-4 2-1-15,-1 0-3 0,-3 5 2 0,-4-1-3 16,0 0-3-16,-6-2 0 0,3-4-1 0,0 1-3 15,-3 0-2-15,4-4 1 0,-2-3-3 0,5 0 2 16,-1-3-2-16,3-1 0 0,1 0 3 0,2-2-8 16,3 0 4-16,0-1 3 0,-1-1-5 0,-1 0 4 15,4-1 0-15,-2 0 8 0,3-2 15 0,0 0 15 16,9 7 7-16,4-6 3 0,6-1-8 0,0 1-5 16,11 1 1-16,-1-1-9 0,3 2-3 0,-3-3 0 15,2-3 2-15,2 6-3 0,-2-3 1 0,-3 0 4 16,-7 0 6-16,-2-3 3 0,-4 3 3 0,-2 0 5 15,-3 0 3-15,-2 0 7 0,-1 0 3 0,-7 0-2 0,9 0-3 16,-9 0 1-16,7-1-14 0,-7 1-5 16,6-2-3-16,-6 2-4 0,0 0-23 0,0 0-26 15,0 0-32-15,0 0-29 0,0 0-28 0,0 0-33 16,0 0-32-16,-24-2-34 0,18 2-36 0,-1-2-233 0,7 2-509 16,-8-5 225-16</inkml:trace>
  <inkml:trace contextRef="#ctx0" brushRef="#br0" timeOffset="106999.21">8589 10022 140 0,'1'-4'268'0,"-1"4"-29"16,3-4-26-16,-3 4-28 0,0 0-18 0,0 0-21 15,5 12-14-15,-1 1-12 0,6 10-16 0,-4 6-10 16,2 5-9-16,1 14-8 0,-3 1-9 0,-3 4-3 16,-3-2-9-16,-4 1 0 0,-9 0-2 0,-5 2-11 15,-6-4-2-15,-8 4 0 0,0-3-2 0,-7-4-12 16,-1-3-35-16,-5-1-32 0,-2-6-35 0,-6-3-55 16,-5-4-239-16,-24 2-398 0,21-14 177 0</inkml:trace>
  <inkml:trace contextRef="#ctx0" brushRef="#br0" timeOffset="107834.31">5332 9767 50 0,'0'0'162'0,"0"0"-19"16,1-6-11-16,-1 6-18 0,0 0-17 0,0 0-9 0,0 0-7 16,-27 11-11-16,8 1-8 0,-6 5-3 0,-7 4-20 15,-5 14 5-15,-7 10 0 0,-16 20-5 0,4-4-2 16,-3 6 2-16,8 2 4 0,16-19 5 15,5 3-9-15,-2-1 0 0,5 1-2 0,7-5-9 16,3-1 3-16,3-2-5 0,10-12-1 0,0 14-8 0,8-13 8 16,1-3 0-16,7 4-5 0,3-3 1 15,-1-4-1-15,5-1 1 0,3-4 13 0,4-1 19 0,0-3 9 16,2-2 3-16,1-3-5 0,1-3-2 0,-3 0-5 16,-9-6-6-16,4 3 0 0,-6-3-8 15,-3-2-2-15,-3 1 1 0,0-2 8 0,-3 1 12 16,-2-1-7-16,0-1 6 0,0 0 2 0,-1 0-2 0,-4-1-3 15,8 2-4-15,-6-1-8 0,-2-1-3 0,0 0-7 16,0 0-21-16,7 1-32 0,-7-1-41 0,0 0-52 16,0 0-67-16,0 0-242 0,4-6-458 15,-2 3 203-15</inkml:trace>
  <inkml:trace contextRef="#ctx0" brushRef="#br0" timeOffset="108681.04">9523 10279 104 0,'-9'0'178'0,"9"0"-7"0,0 0 1 0,0 0-5 0,0 0-4 15,0 0-7-15,0 0-8 0,-2-2-11 0,2 2-10 16,0 0-13-16,0 0-10 0,0 0-9 0,0 0-8 16,0 0-11-16,0 0-9 0,0 0-6 0,0 0-10 15,0 0-2-15,19 0-8 0,-6-4-1 0,7 3-4 16,11-1-1-16,1-1-16 0,-2-1-19 0,4 3-24 15,0-1-36-15,-2 0-39 0,-1 0-30 0,-1-1-219 16,0 1-377-16,-3 0 167 0</inkml:trace>
  <inkml:trace contextRef="#ctx0" brushRef="#br0" timeOffset="109116.73">9559 10484 9 0,'0'0'136'0,"0"0"-12"15,-8 1-9-15,8-1-14 0,0 0-7 16,0 0-5-16,0 0-12 0,-6 1-5 0,6-1-4 0,0 0 3 16,0 0-1-16,0 0-5 0,0 0 0 0,0 0 3 15,0 0 1-15,0 0 2 0,0 0-4 0,0 0 3 16,41-2 1-16,-18 1-10 0,9-2-2 15,3 1-6-15,5 0-3 0,-3 2-6 0,17-4-3 0,-18 3-4 16,0-2-2-16,-1 2-6 0,-6 1-1 0,-3-3-5 16,-3 3-3-16,-9 0-1 0,-2 0-17 15,-3 0-28-15,-1 0-22 0,-2 0-23 0,-4 3-8 16,-2-3-38-16,0 0-172 0,0 0-313 0,-18 4 139 0</inkml:trace>
  <inkml:trace contextRef="#ctx0" brushRef="#br0" timeOffset="112633.15">1923 12305 59 0,'0'0'161'15,"0"0"-28"-15,0 0-17 0,0 0-3 0,0 0-13 16,0 0-17-16,0 0 1 0,0 0-9 0,0 0-27 15,0 0 4-15,0 0 0 0,0 0-10 0,0 0-5 16,0 0-1-16,0 0 0 0,0 0-5 0,0 0-2 16,0 0-9-16,0 0-5 0,0 0 4 0,0 0-2 15,0 0-2-15,0 0-9 0,0 0 8 0,0 0 0 0,16 3 0 16,-8-3 1-16,1 0-5 0,1-3-2 0,2 3 1 16,2 0-4-16,-2-4-1 0,0-1 2 15,1 2 2-15,-2-1-2 0,1 2 3 0,-6 1-9 16,0-2 2-16,1 1 9 0,-2-3 3 0,-1 4 1 15,-4 1-5-15,6 0 2 0,-6 0-10 0,0 0 5 16,0 0 0-16,0 0-14 0,-16 12 9 0,3-2 7 0,-5 3-11 16,-5 3 6-16,1 4-1 0,-2-1-4 15,1 1 5-15,1-1-1 0,3-1-2 0,0 1-1 16,7-5 3-16,2 3-1 0,0 0 3 0,5-2-4 0,0-3 1 16,2-1 1-16,3 0 0 0,1 1-2 15,3-2 4-15,3-1-2 0,-1-2 1 0,5 0 5 16,5-1 11-16,3 1 11 0,-2-5 9 0,2 0 1 15,-1-2 5-15,-3 1-4 0,2-1-2 0,-6 0 0 0,1 2-5 16,-1-2 4-16,-3 0 2 0,-2 0 7 0,-1 0 8 16,-5 0 2-16,12 0 5 0,-12 0 2 0,6-2-1 15,-6 2-4-15,5-1-5 0,-5 1-4 16,0 0-4-16,6-1-4 0,-6 1-9 0,0 0-35 16,0 0-50-16,2-6-46 0,-2 6-53 0,0-7-84 0,-2 2-127 15,0-2-391-15,2-1 173 0</inkml:trace>
  <inkml:trace contextRef="#ctx0" brushRef="#br0" timeOffset="113139.06">2025 12003 11 0,'-12'2'97'0,"-2"1"-11"0,-4 2-8 16,-1 3-3-16,3 0-4 0,-6-2-6 16,5 3 6-16,-7 3-19 0,1 3-2 0,-2 0-9 15,4 2-1-15,-1 1-7 0,-1 2-5 0,4-1-3 0,0 7-7 16,1 1 8-16,4 1-9 0,-1 1 0 0,-1 4-3 15,6-2-9-15,-3 3 7 0,4-1 2 0,0-1-13 16,3 5 0-16,4-6 7 0,-1 3-4 0,2-2 6 16,2 0 1-16,5-2-2 0,2 0-4 15,-2-3 2-15,5 1 4 0,0-1-6 0,3-5 5 16,0-6-10-16,3 2 11 0,-2-5 25 0,6-2 23 16,6-2 17-16,2-1 0 0,4-4 13 0,4-4-2 0,4-2-1 15,14-5 7-15,-3-3 0 0,3-4-1 0,4-6 7 16,4-3-5-16,-7-2 3 0,1-2-3 15,-2-9-4-15,1 1-6 0,-6 1-7 0,0-5-2 16,-5-1-10-16,-3-3-4 0,-6-3-5 0,-4-5-5 16,-10 0-7-16,-8 3 3 0,-7 4-10 0,-9 7 2 0,-10-8-11 15,-4 14-7-15,-12-11 1 0,-7 8-8 16,-10 3 0-16,-4 9-4 0,-9 3-3 0,-3 5-16 0,-30 6-23 16,27 9-29-16,-2 4-30 0,-24 9-48 15,28-2-60-15,-1 4-222 0,9 1-454 0,8 2 201 16</inkml:trace>
  <inkml:trace contextRef="#ctx0" brushRef="#br0" timeOffset="114184.01">4316 12346 1 0,'0'0'111'0,"0"0"-29"0,0 0 10 0,-5-3-13 15,5 3-8-15,0 0-3 0,0 0-9 0,0 0-14 16,0 0 1-16,0 0-7 0,0 0 2 16,0 0-3-16,9 8-6 0,-4-5-8 0,4-3 5 0,0-1 0 15,2-1-4-15,3 2-5 0,-1-3-6 0,6 1 4 16,-1-2-4-16,-1-1-6 0,-1-1 9 0,-4 0-6 15,0 1 1-15,0-5 2 0,-4 5 10 16,1-1 9-16,-4-2 19 0,-3 3-5 0,1-6-10 0,-6 3 3 16,1 1 2-16,-7 1-8 0,-3 0-13 0,-5 2 7 15,-4 1-9-15,-10 2-4 0,-1 4 1 0,-3-1 0 16,-1 5-17-16,0 5 11 0,-1 0-3 0,-10 5 0 16,12 0 3-16,-8 8-11 0,11-5 1 0,1 5 5 15,4-2-6-15,-1 4-2 0,4-2-4 0,4 4 1 16,3-2-12-16,3-2 17 0,5 3 1 0,4-4-5 15,5-4 6-15,5 3-1 0,2-3 7 0,5-6 0 16,10 3-2-16,5-4 8 0,6-1 9 0,5-5 5 16,16-1 3-16,-2-2-5 0,-12-4 3 0,11-3-4 15,-15 1-1-15,1-1-1 0,-4 1-1 0,-7-3-4 16,-6 3 5-16,-2-2 23 0,-5 1 22 0,-3 3 16 16,-1-2 13-16,-3 1 6 0,0 1-3 0,-3-2-8 15,1 1-13-15,-4 1-7 0,0 0-13 0,5-4-19 16,-5 4-15-16,0 0-11 0,0 0-17 0,-18-1-16 15,18 1-24-15,-10 0-24 0,10 0-29 0,-10 0-54 16,10 0-49-16,-8 1-140 0,8-1-367 0,-4 2 163 16</inkml:trace>
  <inkml:trace contextRef="#ctx0" brushRef="#br0" timeOffset="114833.96">4927 12351 97 0,'0'-9'235'16,"1"1"-14"-16,0 0-7 0,-1 3-16 0,3-1-17 15,-3-1-18-15,0 4-16 0,0-1-17 0,0 0-13 16,0 4-16-16,0 0-17 0,0-6-22 0,0 6-8 16,0 0-9-16,0 0-7 0,-4 17 0 0,2-5-7 15,-5 2-5-15,-1 3-4 0,-3 8 4 0,2-1-7 16,0 2-5-16,0 1 4 0,2-4-2 0,0 5 2 15,-2-4-13-15,3-5-9 0,-2-2-12 0,3 0-7 16,0 0-15-16,0-6-11 0,3 2-12 0,-4-4-21 16,2 1-14-16,1-5-13 0,-1 0-30 0,0-2-146 15,0-2-307-15,4-1 137 0</inkml:trace>
  <inkml:trace contextRef="#ctx0" brushRef="#br0" timeOffset="115152.58">4790 12259 116 0,'0'-2'197'0,"0"2"-18"0,-1-7-28 16,1 4-10-16,0 3-14 0,0 0-16 0,0 0-16 15,0 0-10-15,13 7-9 0,-3-1-3 16,4 6-12-16,4 2 0 0,4 3-12 0,-1 0-7 16,3 4 1-16,-1-1-13 0,-1 1 3 0,1 0 0 15,0 2-8-15,-6-1 1 0,1 1-7 0,-5-2 4 0,-1 1-6 16,-5-3-1-16,-5-2-6 0,-2 2 2 15,-4-1-2-15,-3 0 1 0,-7-1-3 0,-4 2 6 16,-4-2 0-16,-5 0 1 0,3-3 2 0,-4-1 11 16,2-1 0-16,1-6 2 0,3 2-1 0,2-2 4 15,2-2-7-15,0 1-1 0,6-2-5 0,1 0 0 16,-1-1-5-16,7 1 2 0,-4-2-1 0,4-1 1 16,5 0 0-16,-8 3-3 0,8-3-3 0,0 0-3 15,0 0-32-15,17-5-22 0,-3 0-42 0,5-2-38 0,2 2-67 16,8-7-111-16,2 2-327 0,0-1 145 0</inkml:trace>
  <inkml:trace contextRef="#ctx0" brushRef="#br0" timeOffset="115563.92">5546 12397 249 0,'2'-9'315'15,"0"4"-22"-15,1-2-7 0,-3 2-16 0,1 2-19 16,-1-2-16-16,2 1-17 0,-2 4-12 0,2-6-35 15,-2 6-21-15,0-5-22 0,0 5-19 0,0 0-30 16,0 0-20-16,0 0-9 0,0 0-4 0,-6 15-3 16,0-7-11-16,1 7-2 0,-2 4-4 0,0 0-3 15,-2 7 0-15,-1-1-4 0,1 1 0 0,0 0-4 16,0-1 3-16,1 1 4 0,2-8-9 0,0 1-1 16,2-5-6-16,-1 1-1 0,0-4-5 15,1-1-2-15,2-3 6 0,-1-1-1 0,2-1 5 0,-2 0 5 16,3-3 8-16,0-2 35 0,0 0-9 0,0 0 0 15,0 0-7-15,-9-10 1 0,4-2-4 16,3-5-12-16,-2-3-1 0,1-6-9 0,2-4-1 0,1-3-11 16,1-15-5-16,3 3 0 0,1-2-2 0,0 14 3 15,-1 1-1-15,1 0 2 0,-2 3 0 0,-2 10 2 16,3 2 10-16,-3 0-2 0,2 5-1 0,-2 2 0 16,-1 1 0-16,4 3-3 0,-2 1-2 0,-1-1-4 15,2 2 3-15,1-2-7 0,1 3-2 0,3 1 0 16,3 0-13-16,2 2-15 0,6 2-23 0,-1 0-24 15,1 3-26-15,2 0-26 0,-2 3-28 0,0 1-30 16,0 0-34-16,-6-1-250 0,5 1-514 0,-5 1 228 16</inkml:trace>
  <inkml:trace contextRef="#ctx0" brushRef="#br0" timeOffset="115747.21">5516 12404 108 0,'-4'3'213'16,"0"0"-16"-16,4-3-13 0,-5 2-14 0,4 0-14 15,1-2-17-15,0 0-12 0,11 1-11 0,3-1-13 16,17-3-12-16,-2-2-20 0,6 1-67 0,6-2-81 16,-7 1-190-16,-2-2-290 0,0 2 128 0</inkml:trace>
  <inkml:trace contextRef="#ctx0" brushRef="#br0" timeOffset="116482.59">3948 13111 45 0,'-5'2'186'0,"5"-2"-20"16,0 0-15-16,0 0-15 0,0 0-10 0,0 0-19 15,0 0-7-15,-8 0-14 0,8 0-4 0,0 0-5 16,0 0-15-16,0 0-5 0,0 0-4 0,0 0-11 16,0 0 2-16,-6 1-5 0,6-1-6 0,0 0 7 15,0 0-6-15,0 0 3 0,0 0-6 0,0 0-3 16,0 0-5-16,0 0-2 0,0 0 0 0,0 0 0 15,0 0-3-15,0 0-5 0,0 0 0 0,0 0-2 16,-4 4-7-16,4-4 6 0,0 0-4 0,0 0-9 16,0 0 8-16,0 0 0 0,0 0-2 0,27-5 2 15,1 2 0-15,10-2 8 0,25-4 3 16,36-4-2-16,9-2 1 0,7-2 10 0,5 2 2 0,8-1 12 16,5 1 7-16,-2 3 5 0,4-1-2 0,-8 1-2 15,-9 3-7-15,-11 1-3 0,-16 1-3 0,-28 4-5 16,-1 1 1-16,-7-4-7 0,-17 3 0 0,0 0-5 15,-3 1 2-15,-16 2 1 0,2-3-4 0,-8 3 5 16,-2-1 17-16,-3 0 14 0,-3-1 9 0,0 2-5 16,2 2-10-16,-7-2-15 0,3-4-55 0,-3 4-61 15,0 0-72-15,0 0-105 0,-23 0-134 0,4-3-427 16,2-1 190-16</inkml:trace>
  <inkml:trace contextRef="#ctx0" brushRef="#br0" timeOffset="163969.63">7546 12789 11 0,'-6'-2'56'0,"6"2"-10"16,0 0-3-16,0 0 2 0,0 0-4 0,0 0-11 0,0 0 3 16,0 0-6-16,0 0 1 0,0 0-20 15,0 0-8-15,0 0-22 0,0 0-36 0,0-5-62 16,0 5 27-16</inkml:trace>
  <inkml:trace contextRef="#ctx0" brushRef="#br0" timeOffset="164422.1">7518 12741 5 0,'0'0'94'0,"0"-7"-5"0,-2 4 11 0,2 3 8 15,0-7 3-15,0 3-7 0,2 0 8 16,-2 4 2-16,0-7-3 0,-2 2 9 0,2-1-3 0,0 2 9 16,2-2 2-16,-4 1 0 0,4-2-5 0,-1 2 0 15,2-5-11-15,-3 4-7 0,1 0-3 0,-2 0-2 16,1 2-12-16,0-1-5 0,0 1-12 16,0 4-7-16,1-8-12 0,-1 8-8 0,2 0-9 0,-2 0-26 15,0 0-17-15,0 0-2 0,0 0-4 0,0 15 3 16,0-3 3-16,-2 7-1 0,1 5 0 0,-3 3 0 15,-3 0-1-15,0 2 4 0,2 4 1 0,-3-3-1 16,4 1 0-16,-4-1 2 0,0-2 1 0,0 4-1 16,3-4 4-16,-2-3-1 0,1-1 1 0,3-6-2 15,-1-1-1-15,1-5 1 0,1-3 2 0,0 0 3 16,0-1-1-16,-1-4 15 0,2 1 31 0,0 0 35 16,-2-2 40-16,3-3 36 0,-1 4 12 0,1-4-1 15,0 0-28-15,-4-14-7 0,3 4-11 0,-3-4-21 16,1-3-1-16,2-12-22 0,0 3-4 0,2-4-29 15,3-5-19-15,1 1-11 0,3-11-6 0,-1 9 3 16,4 1-8-16,0 0 2 0,-2 1 1 0,3 0-3 16,-2 3 2-16,-1-1-2 0,1 3-6 0,1 5 9 15,-3 4 8-15,1 4-15 0,-2-1 1 0,1 2 0 16,4 1 2-16,-2-1-8 0,4 1-2 0,3 2 1 16,1 2 0-16,6-4-2 0,5 5-8 0,1-1-29 15,4 4-17-15,-2 2-15 0,4-1-37 0,0 3-24 16,-2 2-35-16,0 2-38 0,-1 1-40 0,-6 3-284 15,-7-3-576-15,-1 5 255 0</inkml:trace>
  <inkml:trace contextRef="#ctx0" brushRef="#br0" timeOffset="164888.6">7487 12899 197 0,'0'0'191'0,"0"0"-13"0,-6 1-10 16,6-1-14-16,0 0-16 0,0 0-14 0,0 0-13 15,0 0-10-15,0 0-10 0,0 0-4 0,0 0-10 16,0 0-5-16,31-1 0 0,-12 0-3 0,9-1-2 15,4-1-5-15,0-1-6 0,0 3-4 0,-3-1-11 16,0-1-2-16,-8 3 1 0,2-1-3 0,-1 0-6 16,-4 1-1-16,-1-2-5 0,-6 2-1 0,-1 0-4 15,-3 0 0-15,0 0 3 0,-3 0 1 0,-4 0 1 16,9 0-6-16,-4-1-4 0,-5 1-10 0,0 0-22 16,0 0-30-16,0 0-35 0,0 0-34 0,0 0-34 15,-21 4-196-15,13-3-375 0,0-1 167 0</inkml:trace>
  <inkml:trace contextRef="#ctx0" brushRef="#br0" timeOffset="166640.64">8492 12675 124 0,'4'-3'171'0,"0"2"-21"0,1-4-10 0,0 2-14 15,5 1-17-15,0 0-12 0,2 2-16 0,3-1-2 16,1 3-8-16,-1-1-6 0,-2 4-4 16,4 0-15-16,-1 2 2 0,-5 0-11 0,5 3-3 15,-5-2-6-15,-3 3-4 0,0 3-4 0,-3-3 2 0,0 1-1 16,-4 4-1-16,-6 1-1 0,4 0-16 0,-8 0 14 15,0-2 0-15,-4-1-4 0,0-2-1 0,-1 1-1 16,0-1 5-16,-2 0 0 0,4-5 7 16,0-1-3-16,2 0 14 0,1 0 1 0,2-2 11 0,0-2 25 15,1 3 26-15,1-4 30 0,5-1 6 0,-8-1-6 16,8 1-11-16,-1-10-16 0,1 1-13 0,5-1-8 16,6-5-7-16,6-6 1 0,2 1-18 15,0 1-7-15,7 0-6 0,-3 2-4 0,0 0 0 0,-6 4-7 16,-1 2-2-16,3 1-5 0,-3 1-4 0,-5 3-3 15,0 0 3-15,0 1-7 0,-5 2-2 0,1 0-3 16,-1-1-10-16,-1 3 1 0,-5 1-3 16,8 0-2-16,-8 0-7 0,6 5-4 0,-6 0 1 0,2 1-1 15,-2 0 0-15,2 4-3 0,-4 0-4 0,4 2-9 16,-4-2-7-16,2 1-8 0,2 1-7 0,-2-2-19 16,0 0-24-16,1 1-18 0,3-1-11 0,-1-3-42 15,3-1-41-15,-3-1-162 0,4-3-401 0,1-1 179 16</inkml:trace>
  <inkml:trace contextRef="#ctx0" brushRef="#br0" timeOffset="166848.87">9132 12586 163 0,'3'-3'216'15,"-2"1"-29"-15,-1 2-19 0,8-2-18 0,-8 2-21 16,0 0-14-16,14 7-9 0,-7-2-11 0,-1 7-14 0,-1 5-7 15,0 0-10-15,0 7-2 0,-4 4-9 0,-4-1-2 16,-1 1-10-16,-3 3 1 0,-1-1-4 16,-3-2-12-16,-7 0-18 0,0-2-13 0,-1 0-31 15,-7-2-23-15,2-1-27 0,-5-6-33 0,-3 0-142 0,-1-2-283 16,-3-4 125-16</inkml:trace>
  <inkml:trace contextRef="#ctx0" brushRef="#br0" timeOffset="167191.31">8574 12321 76 0,'-8'-1'135'0,"-2"2"-18"16,-3 0-7-16,-2 4-11 0,-3 7-14 0,-5 4-12 15,0 5 4-15,-4 3-19 0,-8 13 1 0,3 1 5 16,2 2-10-16,2 2-5 0,1 0-2 0,3 1-7 16,2 0-9-16,9-9 1 0,-1-4-3 0,4 1-1 15,6-1-2-15,2-1 1 0,4-4 0 0,2 0-5 16,10-3 0-16,0 1 2 0,12-3 0 0,2-1 10 15,5-4-20-15,20-1 9 0,0-2-28 16,5-7-42-16,3 0-72 0,-2-3-104 0,1 0-241 0,0-4 107 16</inkml:trace>
  <inkml:trace contextRef="#ctx0" brushRef="#br0" timeOffset="167444.76">9590 12852 163 0,'0'0'293'0,"-3"-4"-26"0,3 4-28 0,6-4-27 16,0 0-26-16,5 1-16 0,1 0-19 0,8-1-12 15,2 1-21-15,7 1-40 0,2-1-46 0,-3 3-47 0,4 0-51 16,-3 1-43-16,-1-1-201 0,-7 0-335 0,-8 2 147 16</inkml:trace>
  <inkml:trace contextRef="#ctx0" brushRef="#br0" timeOffset="167578.96">9693 12955 28 0,'-18'6'178'0,"-1"1"-19"0,7-2-14 16,2 0-14-16,1-3-5 0,4 3-5 0,0-3 1 15,1 0-7-15,4-2 19 0,3 5-3 0,6-4-7 16,10 1-11-16,10 1-13 0,7-1-14 0,14-4-63 16,-9 4-89-16,10-6-229 0,0-2-321 0,-15 1 142 15</inkml:trace>
  <inkml:trace contextRef="#ctx0" brushRef="#br0" timeOffset="168357.33">11239 12499 228 0,'3'-7'230'0,"-3"2"-13"0,0-2-16 0,0 2-13 16,1 2-13-16,-1 3-19 0,3-8-16 0,-3 6-18 16,0 2-15-16,0 0-20 0,0 0-9 0,0 0-9 15,0 0-10-15,0 15-6 0,-4-1-6 0,1 5-7 16,-2 9-4-16,0 4-4 0,-1 3-8 0,0 2-8 16,-4 9 3-16,4-13-3 0,-2 13 0 0,3-13-2 0,0 0-3 15,1-2 1-15,0-4 1 0,2 2-6 16,-3-3-2-16,2-9 5 0,-1 9 0 0,2-9-4 15,-2 0 2-15,2-6 0 0,-1 1 0 0,2-3 1 16,-3 1 0-16,1-3-2 0,3-1-7 0,-1-1 4 0,0-1-1 16,1-4 8-16,-2 5-9 0,2-5-45 0,0 0-39 15,0 0-43-15,-7-13-53 0,4 4-170 16,2-3-376-16,1-3 166 0</inkml:trace>
  <inkml:trace contextRef="#ctx0" brushRef="#br0" timeOffset="168666.48">11210 12432 195 0,'-3'-7'234'0,"2"1"-2"0,-1 1-16 0,-1 2-23 16,2-1-22-16,1-1-19 0,-2 1-18 0,2 4-13 15,0 0-14-15,0 0-13 0,13 2-8 0,-1 1-5 16,7 5-13-16,8 3-7 0,0 3-7 0,2 4-4 15,0 0-11-15,-1 2-2 0,3 3-3 0,-3 0-3 16,-5 3-6-16,-2-3-3 0,-5 2-3 0,-4-3-3 16,-2-2 1-16,-6-3-6 0,-3 1-3 0,-1-2 2 15,-6-1-3-15,-4 1 2 0,-3-3-1 0,-13 4 1 16,3-3-3-16,-5-2-1 0,-3 0 3 0,1-2-3 16,-1-1-2-16,-1 0 1 0,4-2 3 0,-3-1-6 15,5-1 5-15,6 0-14 0,0-1-19 0,6-2-20 16,1 1-24-16,5-3-22 0,1 0-25 0,7 0-56 15,-4-3-169-15,4 3-373 0,19-5 165 0</inkml:trace>
  <inkml:trace contextRef="#ctx0" brushRef="#br0" timeOffset="169030.51">12519 12580 101 0,'0'0'208'0,"2"-4"-14"0,-2 4-20 0,0 0-16 16,0 0-18-16,0 0-17 0,0 0-17 0,0 0-8 16,0 0-10-16,-13 7-12 0,5-1-11 15,-5 6-1-15,-2 0-7 0,-6 5-7 0,-1 4-3 16,-2-1-9-16,-2 1-3 0,2-1-2 0,-3 2-2 0,2-1-4 16,-1 0-3-16,4 1-8 0,0-2-25 0,2-1-19 15,1-3-21-15,4-3-16 0,-1 0-23 16,2-3-28-16,0 0-151 0,5-4-289 0,0-3 129 15</inkml:trace>
  <inkml:trace contextRef="#ctx0" brushRef="#br0" timeOffset="169246.14">12167 12571 266 0,'0'-6'257'0,"-1"3"-31"0,-2-2-24 0,3 5-26 15,3-5-19-15,-3 5-17 0,0 0-15 0,0 0-13 16,9 13-14-16,-4 0-10 0,5 2-4 0,7 7-11 16,2 4-7-16,0-1-8 0,5 2 1 0,3-1-12 15,0 1-7-15,9 6-20 0,-11-7-19 0,2-1-31 16,0-2-31-16,-3-2-30 0,-1-2-42 0,1-4-197 16,-1-3-358-16,-1-3 158 0</inkml:trace>
  <inkml:trace contextRef="#ctx0" brushRef="#br0" timeOffset="169905.45">13262 12479 24 0,'4'-2'185'0,"-1"0"-9"0,-3 2-13 0,3-3-21 16,-3 3-10-16,3-2-18 0,-3 2-14 0,0 0-13 16,0-6-14-16,0 6-8 0,0 0-7 0,0 0 1 15,-13 15-13-15,3-3-2 0,-7 1-9 0,-2 6 1 0,-3-2-12 16,-1 3 2-16,0 0-4 0,-2 1-4 16,2 0 0-16,1 0-2 0,-3 2-2 0,-1-1-4 15,3-1 5-15,2-4-16 0,5-5 16 0,3 1-8 16,-1-1-3-16,5-3-1 0,0 1-1 0,2-3 5 0,2-2-4 15,-1 1-11-15,2-1 11 0,2 0 4 0,-2-2-1 16,0-1-2-16,3 1 1 0,0 1 7 16,1-4 4-16,0 6 9 0,0-6-2 0,1 5 1 15,0-1-1-15,3-2-5 0,0 3 4 0,2-2-3 0,2 3 3 16,2 2-3-16,3 0-5 0,2 2 1 0,2 0-5 16,2 2-1-16,-2-1 1 0,6 3-1 15,0 2 0-15,-7-4-4 0,2 0 5 0,0 2-6 16,-4-4 3-16,1 0-2 0,-4-1-3 0,-2-4 2 0,2 0-4 15,-6 2 5-15,-1-4 0 0,1-1 2 0,-1 0 22 16,0 1 16-16,-1-1 18 0,-3-2 15 0,7 5 10 16,-7-4 3-16,0-1-4 0,5 2-4 0,-5-2-9 15,0 0-7-15,0 0-4 0,0 0-5 0,4 2-8 16,-4-2-5-16,0 0-4 0,0 0-9 0,0 0-10 16,0 0-21-16,0 0-25 0,4 3-32 0,-4-3-39 15,0 0-45-15,0 0-33 0,1 7-19 0,-1-5-217 16,0-2-441-16,4 2 195 0</inkml:trace>
  <inkml:trace contextRef="#ctx0" brushRef="#br0" timeOffset="170428.81">12907 13116 120 0,'0'0'223'0,"0"0"-23"0,0 0-24 0,0 0-17 0,0 0-18 16,0 0-13-16,11 7-8 0,2 0-18 15,4 2-7-15,7 0-12 0,4 4-9 0,4 0-5 16,-1 2-8-16,2-3-5 0,-1 3-43 0,2-1-58 15,1-1-39-15,-3-1-80 0,-2-1-91 0,-1-1-275 0,-3-6 121 16</inkml:trace>
  <inkml:trace contextRef="#ctx0" brushRef="#br0" timeOffset="171038.17">13585 12748 91 0,'4'-4'182'0,"-1"1"-19"0,3 0-14 0,-2 2-20 15,2 0-7-15,3 1-18 0,-1-2-13 0,-8 2-6 16,14 5-14-16,-5-1-11 0,0 2-1 0,-4 0-5 15,3 2-1-15,-2 1-12 0,-1 3-3 0,-2 1-2 16,-2 3-4-16,-1 1-6 0,-1 0-2 0,-3 0-1 16,-5 0-2-16,5 0-6 0,-5-2 1 0,-1-1-4 15,0 1 5-15,2-3 0 0,0-3-5 0,3 1-1 16,-1-5-2-16,0-1 15 0,3 3 21 0,-1-3 27 16,0 0 23-16,2-1 26 0,-1-3 35 0,3 0 3 15,0 0-13-15,0 0-17 0,0 0-13 0,10-16-8 16,-1 3-14-16,5 0-11 0,3-6-9 0,5-2-6 15,2 2-5-15,-1-1-15 0,0 2 0 0,1 1-8 16,1 1 2-16,-9 3-9 0,0 3-2 0,-5 2-1 16,-1 3-6-16,-1 0-2 0,-4 0-5 0,3 0-6 15,-3 3-6-15,-1-1-4 0,1 3-4 0,-5 0-5 16,0 0-3-16,9 3-3 0,-5 2-5 0,-3 4-2 0,3-2-11 16,2 5 4-16,-3-2-3 0,1 2-8 15,0 1-2-15,-2 3-12 0,6-3-20 0,-2 2-24 16,-1-4-24-16,0-1-37 0,2 2-22 0,-2-5-51 15,1 0-187-15,1-2-454 0,-2-3 201 0</inkml:trace>
  <inkml:trace contextRef="#ctx0" brushRef="#br0" timeOffset="171296.49">14225 12441 160 0,'0'0'224'0,"-1"-5"-28"0,1 5-22 0,0 0-18 0,0 0-19 16,0 0-12-16,5 19-17 0,1-2-7 0,1 10-11 15,0 4-2-15,1 3-6 0,4 11-12 0,2 6 1 16,-5 0-3-16,-5-3-13 0,0 1-2 0,-4 0 1 16,-3 2-5-16,-6-3-4 0,-3 0-4 15,1-15 0-15,-8 13-5 0,-3-3-4 0,1-14 3 0,-17 3-18 16,-2-3-19-16,-5-3-21 0,-5-5-30 0,-6-4-42 15,-3-5-51-15,-6-7-186 0,0-4-359 0,-27-2 159 16</inkml:trace>
  <inkml:trace contextRef="#ctx0" brushRef="#br0" timeOffset="171772.31">11973 12257 101 0,'0'0'160'0,"-18"7"-16"0,4 2-23 16,-8 9-4-16,-1 4-14 0,-9 16-7 0,-1-1-12 16,-7 8-2-16,5 2-9 0,3 5-10 15,6-3-6-15,4 0-6 0,7 1-5 0,9-6-10 0,3 2-1 16,6-12 6-16,7 1-12 0,6 8 2 16,10-3-1-16,10-1-4 0,3-3 5 0,9-4 5 15,2-3-51-15,6-4-94 0,-1-7-137 0,-3-3-265 0,-2-4 119 16</inkml:trace>
  <inkml:trace contextRef="#ctx0" brushRef="#br0" timeOffset="173103.8">15300 12714 38 0,'0'0'235'0,"-2"-5"-13"15,2 5-15-15,0 0-16 0,0 0-13 0,0 0-25 16,-2-5-7-16,2 5-14 0,0 0-18 0,0 0-7 16,11-4-15-16,0 2-8 0,1 1-25 0,4-2-38 15,3 2-40-15,3-2-47 0,1 1-52 0,-2 0-178 16,0 0-321-16,0 2 141 0</inkml:trace>
  <inkml:trace contextRef="#ctx0" brushRef="#br0" timeOffset="173247.27">15261 12879 122 0,'-6'3'147'0,"2"1"-15"0,1-2 7 15,2 1 11-15,1-3 3 0,12 3-14 0,6-1-14 16,18-4-13-16,15 2-13 0,9-1-47 0,5-4-66 16,26-2-78-16,-31 2-119 0,-2-4-228 0,-6 1 100 15</inkml:trace>
  <inkml:trace contextRef="#ctx0" brushRef="#br0" timeOffset="173971.73">17243 12078 132 0,'-2'-12'155'0,"4"1"-8"0,-2 0-6 0,1 2-6 16,-2 1-11-16,2 3-13 0,-1-2-7 0,0 4-19 15,0-1-11-15,0 4-17 0,0 0-6 0,0 0-7 0,0 0-5 16,0 0-2-16,-12 24-9 0,3-5-5 0,-2 10-4 15,-9 17 0-15,-2 10-1 0,-10 22 1 16,1 3 1-16,-2-1 2 0,1 0-2 0,3-3 0 0,5-21 0 16,2 2-5-16,-1-4 1 0,3 4 0 15,0-9-2-15,2 3-2 0,4-6 0 0,-3 0-2 16,8-14 0-16,-1-3-3 0,0-3-1 0,0 1 4 16,3-8-1-16,-3-2 3 0,1-2 7 0,-2-1 6 0,-2-4 15 15,3-3 8-15,-7-2 5 0,-1-3-7 0,-5-3-3 16,-5-2-5-16,0 0 1 0,-3-3-4 0,1-2-7 15,0-2 2-15,5 3-3 0,4 0-3 16,2-1-7-16,2 3 3 0,6 1-5 0,-1-2-9 0,2 4-29 16,3 0-26-16,0 1-24 0,1 1-23 0,6 0-23 15,-10 3-35-15,7 4-155 0,2-4-335 0,2 4 148 16</inkml:trace>
  <inkml:trace contextRef="#ctx0" brushRef="#br0" timeOffset="174327.71">16201 13629 152 0,'-4'0'148'0,"4"0"-2"0,-9 2 4 0,9-2-3 0,-3 1-10 16,3-1 0-16,0 0-7 0,0 0-9 15,0 0-17-15,0 0-9 0,34-8-11 0,-6 2-6 16,7 0-5-16,16 0-10 0,4-3-4 0,0 0-2 16,-3 1-1-16,-12 5-6 0,-3-2-5 0,-2 1-7 0,-4 2 0 15,-8-1-4-15,-5 2-5 0,-4 1-4 0,-1-3-2 16,-3 2 0-16,-2-1-6 0,-3 1 5 15,0 1-6-15,-5 0-7 0,6 0-5 0,-6 0-8 16,0 0-20-16,0 0-24 0,0 0-30 0,-15 9-31 0,7-7-43 16,-3-2-165-16,2 2-341 0,1 1 152 0</inkml:trace>
  <inkml:trace contextRef="#ctx0" brushRef="#br0" timeOffset="174957.54">17389 13689 55 0,'0'0'212'0,"0"0"-15"16,0 0-9-16,0 0-13 0,0 0-3 0,0 0-17 15,0 0-16-15,0 0-11 0,0 0-15 0,6-11-12 16,-6 6-8-16,1-1-11 0,-1-1-10 0,0-5-5 16,0 2-7-16,0-2-6 0,0-5 1 0,0 2-1 15,-1 0-8-15,-2-2-1 0,2 5-4 0,-1 1-8 16,1 0-1-16,-1 1-8 0,-6 2-4 0,4 1-6 16,-5 0-1-16,0 5-2 0,-6-1-4 0,-2 5-4 15,-11 5-1-15,-4 1 2 0,0 4 0 0,-2 2-2 16,-3 3-3-16,-8 4 2 0,-1 7-2 0,1-2 0 15,1-2-2-15,-2 4-1 0,2-2 3 0,12-7 0 16,2 2 0-16,2-1 0 0,4-3-4 0,1-2 1 16,8-3 3-16,1 0-1 0,6-4 0 0,-2-2 5 15,4-1 5-15,-1-2 23 0,5 1 25 0,-2-4 32 16,4 0 2-16,0 0 3 0,0 0-19 0,10-17-8 16,4 5-6-16,2 0-9 0,5-8-5 0,1 2-5 15,2 1-2-15,-1 0-9 0,2 2 0 0,-7 3-5 16,-1 5-5-16,2-1-6 0,-2 1 0 0,0 6 6 15,-2 2-12-15,6-1-4 0,-1 3-1 0,-1 4-10 16,7 4-14-16,1 5-9 0,-1 1-14 0,1 4-23 16,5-3-40-16,6 13-59 0,5-5-67 0,-14-9-215 15,1 0-485-15,0-5 215 0</inkml:trace>
  <inkml:trace contextRef="#ctx0" brushRef="#br0" timeOffset="175926.65">17643 11618 126 0,'1'-5'203'0,"0"-2"-17"0,-1 2-10 0,3 2-25 0,-2-1-17 16,3 0-14-16,2 3-11 0,0-2-10 0,2 3-10 15,-8 0-13-15,19 4-5 0,-8 2-9 0,3 1-8 16,2 4-7-16,-2 0-2 0,-1 3-6 16,-3 2-5-16,3 8-1 0,1 0-7 0,-5 2-5 0,-4-1-5 15,-2 3 1-15,-3-2 2 0,0 0-5 0,-3-2 2 16,-7 2-2-16,1-9-2 0,-1 0-3 0,-2-2-3 16,6-5 4-16,-2 0-2 0,0-3 3 0,2 2 10 15,2-5 12-15,1 2 26 0,0-2 21 0,-1-1 31 16,2-1 24-16,2-2-10 0,0 0-11 0,0 0-16 15,0-18-4-15,7 8-7 0,1-7-16 0,7-4 0 16,4-3-16-16,1-2-1 0,3 1-8 0,-1-3-6 16,0 3-2-16,1 2-7 0,-2 3-3 0,-5 1-1 15,-3 6-1-15,-4 6-7 0,-2 0-2 0,0 0-5 16,-4 5-7-16,0-4-14 0,0 4-8 0,-3 2 1 16,0 0-1-16,4 13 0 0,-8-2 2 0,0 3 2 15,-1 7 1-15,0 4 1 0,1 3 3 0,0 1-2 16,3 0-16-16,1 2-14 0,1-2-24 0,3-3-21 15,6 3-27-15,3-1-46 0,5-7-69 0,3 1-223 16,4-5-486-16,3-5 216 0</inkml:trace>
  <inkml:trace contextRef="#ctx0" brushRef="#br0" timeOffset="176574.6">18630 12359 125 0,'8'-17'189'0,"-3"0"1"0,-1 5-5 16,-3 3-5-16,3-2-11 0,1 4-15 0,-4 1-17 15,2 2-19-15,-2 0-14 0,-1 4-14 0,0 0-11 16,0 0-9-16,0 0-8 0,-6 24-5 0,-3-5-9 15,-4 7-4-15,0 4-5 0,-1 3-4 0,-5 13-3 16,0 2-1-16,0 1-1 0,3 0-11 0,-3-3 0 16,0 0 2-16,2-2-4 0,5-10 2 0,0-2-5 15,3 2-1-15,-1-4 1 0,2-1-3 0,3-4 2 16,0-7-1-16,0 2-2 0,0-3 1 0,1-8-2 16,0 0 3-16,3-3 8 0,-3-1 12 0,0 0 4 15,-1-4-1-15,1 0-4 0,4-1-5 0,-19-3 0 16,10-4-3-16,-5 3-2 0,0-5-1 0,-1 0-6 15,-1-1-8-15,0 1-14 0,0 0-16 0,1 1-18 16,0-4-17-16,-2 6-17 0,3 0-21 0,4-1-20 16,-3 2-49-16,4-2-182 0,2 2-376 0,4-2 167 0</inkml:trace>
  <inkml:trace contextRef="#ctx0" brushRef="#br0" timeOffset="176891.18">18274 12680 189 0,'0'0'215'0,"-5"-2"-21"0,5 2-13 0,0 0-20 16,-7-1-20-16,7 1-11 0,0 0-12 0,22-4-15 15,-3 2-5-15,11 2-12 0,4-3-13 0,3-2-3 16,14 2-10-16,-11 2-10 0,-4 0 1 0,1-1-6 16,-3 1-7-16,-5 1-2 0,-4 0-2 0,-6 0-7 15,-1 0-9-15,-7 1-21 0,1-1-14 0,-6 0-5 16,1 2-14-16,-5-1 6 0,-2-1-9 0,0 0-15 16,0 0-25-16,-14 4-17 0,4-2-16 0,0-2-31 15,-2 0-106-15,1 0-268 0,-1-2 120 0</inkml:trace>
  <inkml:trace contextRef="#ctx0" brushRef="#br0" timeOffset="177356.56">19037 12533 98 0,'2'-5'194'0,"0"3"-19"16,4 1-23-16,-6 1-11 0,11 0-17 0,-3 2-12 15,2 1-8-15,4 2-15 0,-3 0-10 0,0 2-9 16,-1 3-7-16,2 0-6 0,-2 4-5 0,-2-2-5 16,-2 4-15-16,-2 1 3 0,0 0 0 0,-4 1-5 15,0-1-5-15,-3 0 0 0,-2 0-4 0,-1-5 0 16,-2 1-6-16,-3 0 2 0,0-1 0 0,1-2 0 15,0-3-6-15,1 1 0 0,1-3 0 0,-1-1 12 16,4-2 18-16,0 1 19 0,1 0 11 0,4-3-5 0,0 0-6 16,-9-10-7-16,10 5-7 0,2-1-3 15,1-5-4-15,5-3-6 0,2-1-4 0,9-6-2 16,1 1-1-16,0 2-4 0,2 2-5 0,-2-1-1 16,-4 5-1-16,-3 0 0 0,-4 7-5 0,2-2 1 0,-2 0-5 15,-1 4 3-15,-1-2-14 0,-1 3 7 16,-3 0-6-16,4 2 1 0,-8 0 2 0,0 0-2 15,14 3-2-15,-13 3 2 0,2-3 0 0,-1 6 0 16,1 0 0-16,-3 4 0 0,1-3-2 0,-1 2-7 0,0 0-10 16,0 4 1-16,0-3-14 0,-1-1-13 15,1 0-16-15,0-1-30 0,0 0-26 0,1-1-38 16,-1-3-177-16,0 0-362 0,5-4 161 0</inkml:trace>
  <inkml:trace contextRef="#ctx0" brushRef="#br0" timeOffset="177576.94">19631 12504 243 0,'2'-3'236'16,"1"-2"-21"-16,-1 2-25 0,-2 3-22 0,6-1-17 16,-6 1-15-16,7 7-19 0,1 0-9 0,-2 3-18 15,3 4 2-15,-1 3-4 0,-2 0-16 0,-1 8-5 16,-1 3-8-16,-4-2-9 0,-1 3-6 0,-7-1-7 15,-2 1-5-15,-3-3-22 0,-6-1-13 0,1 3-28 16,-5-6-30-16,-2-2-24 0,-2-5-45 0,-5-1-187 16,0-2-341-16,-4-2 152 0</inkml:trace>
  <inkml:trace contextRef="#ctx0" brushRef="#br0" timeOffset="177892.48">18962 12327 101 0,'-10'5'128'0,"0"2"-7"16,-4 5-17-16,-4 2-9 0,-1 4-11 0,1 6-6 16,-4 2-7-16,5 4-6 0,-1 3-11 0,-3 9 2 15,8-8-10-15,5-1 5 0,2-1-12 0,5-1-9 16,5 1 6-16,7-3-8 0,3-3 0 0,9 3 2 0,18 1 3 16,7-1-4-16,5-8-5 0,0-1 1 15,8-6-29-15,0-3-45 0,4-2-169 0,-1-5-235 16,0 0 105-16</inkml:trace>
  <inkml:trace contextRef="#ctx0" brushRef="#br0" timeOffset="178539.1">20405 12644 76 0,'-6'-3'136'15,"-6"-1"-11"-15,-6-3-7 0,-2 2-18 0,3 2-6 16,-6 2-8-16,-5-3-5 0,0 4-11 0,1 4 1 16,4-3-12-16,-5 4-8 0,6 1-3 0,-4 0-6 15,9 1 0-15,-2 2-1 0,-2-1-6 0,6 4-10 16,1-2-1-16,1 2-2 0,4-4 5 0,3 3-10 15,2 2-2-15,2-3-2 0,2 1-1 0,2 1 3 16,3-2 1-16,4-2-7 0,3 4 8 0,1-3-1 16,2 0 6-16,-2-5 4 0,0 0 12 0,4-1-3 15,1-2 5-15,-4-2 11 0,0-2 4 0,-2-2 9 16,-1 0-6-16,3-6-4 0,-2 1 0 0,2-7-7 16,-5 0-5-16,2-8-7 0,-3-3 0 0,0-1-6 15,-1-3-3-15,5-16-1 0,-7 12-3 0,4-9 1 16,-5 7 14-16,3-8 10 0,-3 15 26 0,-1 1 8 15,-1 4 12-15,1 8-3 0,-2 2 1 0,0 2 0 16,1 4-4-16,-2 2-8 0,2 2-12 0,-2 1-6 16,0 0-34-16,0 5-28 0,0-4-2 0,0 4 10 15,0 0-11-15,-5 18 4 0,2-1-1 0,2 3 1 16,-5 9 1-16,2 3-2 0,0 2 4 0,-2 2 0 16,1 12-5-16,0-14-10 0,-1-1-16 0,2 4-10 15,1-6-11-15,-1 3-17 0,3-2-28 0,-3-6-19 16,0-1-23-16,3-6-21 0,-1-5-40 0,0 1-190 15,-1-8-419-15,2 3 185 0</inkml:trace>
  <inkml:trace contextRef="#ctx0" brushRef="#br0" timeOffset="178969.95">20478 12511 183 0,'4'-2'196'0,"0"-1"-24"0,0 2-16 0,1 0-14 16,-5 1-20-16,12 2-11 0,-3 3-8 0,-1 2-15 16,0 0-10-16,3 1-7 0,-2 6-9 0,1 0-8 15,-1 3-3-15,-5 1-5 0,1 1-3 0,-2 0-5 16,-2 1-5-16,-2-1-9 0,-2 1 4 0,-2-1-1 16,-3-1-3-16,-2 0-4 0,1-3 0 0,0 1-1 15,-3-2 0-15,-1-1-7 0,1-1 5 0,3-3 6 16,0-3 7-16,-1 1 9 0,5-3 6 15,1-1 23-15,-1 0 21 0,1 0 18 0,0-1 28 0,4-2-2 16,0 0-16-16,0 0-12 0,-2-12-16 0,7 3-7 16,1-2-9-16,6-4-8 0,7-6-9 0,1-3-16 15,2 0-7-15,5 1 1 0,-4 1-6 16,0 0-1-16,-5 1-3 0,4 1-2 0,-8 9-2 0,-3-1 0 16,-2 4-2-16,0 1 0 0,-4 2-3 0,0 0-6 15,0 2-2-15,-2 1-7 0,0-1-8 0,-3 3 4 16,0 0-4-16,0 0 6 0,-4 16-4 0,0-7 0 15,0 3 1-15,-1 5-2 0,-3 1 4 0,6 1-1 16,-1 1-5-16,3-1-14 0,4 2-10 0,6 2-12 16,6 0-43-16,8-3-69 0,5-1-96 0,3-5-226 15,7-2-518-15,0-6 230 0</inkml:trace>
  <inkml:trace contextRef="#ctx0" brushRef="#br0" timeOffset="182590.99">25179 12508 16 0,'-5'-4'186'0,"0"1"-14"0,1 1-6 0,-1-1-16 0,1 1-15 16,4 2-14-16,-9-2-14 0,9 2-11 0,-4-3-15 16,4 3-4-16,0 0-6 0,0 0-11 0,0 0-4 15,0 0-6-15,0 0-6 0,0 0-5 0,31 12 0 16,-4-9-2-16,4 2-3 0,6-1-7 0,2-1-1 16,17-1 0-16,-4 1-3 0,-13-1 4 0,-1-2-5 15,-2 3-2-15,-8-1-7 0,-5-2 2 0,-5 2 1 16,-4-2-2-16,-1 0 1 0,-4 2-1 0,-1-2 1 15,-3 0-11-15,1-2 14 0,-6 2-3 0,9 0-4 16,-9 0-1-16,0 0 0 0,0 0-8 0,0 0-14 16,0 0-27-16,0 0-17 0,0 0-31 0,0 0-39 15,-23 0-48-15,23 0-91 0,-10 3-286 0,10-3 127 16</inkml:trace>
  <inkml:trace contextRef="#ctx0" brushRef="#br0" timeOffset="183271.37">26558 12555 52 0,'0'0'169'0,"0"-5"-19"0,0 5-17 0,1-7-5 16,-1 2-6-16,1 2-16 0,1-2-9 0,-1-2-10 16,3-2-9-16,-1 0-19 0,-2-3 0 15,3 3 6-15,1-3-17 0,-3-5-5 0,1 1-4 0,-1-1 2 16,1-1-3-16,-2 1-7 0,-1 1-3 0,1-1 2 16,-1 5-1-16,-1-1-3 0,0 2 1 0,0 1-6 15,-1 1-1-15,-2 1-4 0,2 3 1 0,-4-1-3 16,1 2-5-16,-5 3-2 0,-2-1 0 0,-6 8-17 15,-10 1 12-15,-2 3 3 0,-2 4 2 16,-1 3 0-16,-15 10-4 0,0 4-4 0,1-2 5 0,-3-2 1 16,-2 4 3-16,1 1-10 0,5-6 2 15,-3 4-5-15,8-6 4 0,12-3 1 0,-1-5-8 0,5-3 8 16,1 2 7-16,8-8-6 0,6-2 4 0,1 2 24 16,3-4 28-16,-1-1 35 0,1 0 36 0,2-1 3 15,4-1-9-15,-4-5-14 0,7-5-8 0,3 0-7 16,7-4-19-16,4-10-5 0,4 4-8 0,5-3-4 15,2-2-12-15,1 2-2 0,-1 2-5 0,-1 2-2 16,-5 3-7-16,-4 5-3 0,-4 2 0 0,-4 2-9 16,-2 4-5-16,1-2 0 0,2 4-5 0,0 3 2 15,-2 3-13-15,2 1 7 0,2 9-3 0,3-1 0 16,-2 7 3-16,4 5-3 0,0 0 2 0,1-1 0 16,3 3-26-16,-4 0-13 0,6 0-19 0,2 0-28 15,-2-5-27-15,3 1-48 0,-3-4-53 0,3-3-217 16,-3-4-463-16,3-1 206 0</inkml:trace>
  <inkml:trace contextRef="#ctx0" brushRef="#br0" timeOffset="183804.76">27570 12201 28 0,'3'-3'242'16,"-2"-1"-20"-16,0 2-25 0,-1 2-21 0,5-3-22 16,-5 3-20-16,0 0-15 0,0 0-9 0,0 0-15 15,0 0-11-15,-23 12-9 0,3 5-5 0,-6 0-7 16,1 2-8-16,-5 3-4 0,-3-1-5 0,-8 8-4 16,0 3-6-16,13-10-1 0,-6-2-2 0,3 0-6 15,3 1-4-15,2-2 0 0,2 0-4 0,1-4-3 16,10-1-6-16,4-4-2 0,-2-5-2 0,3 4 2 15,0-4-3-15,4 1 4 0,2-2-7 0,-2 3 4 16,7-1 2-16,0-1-3 0,8 2 2 0,3 2-1 16,4 1 5-16,1-1-5 0,8 3-1 0,1-2-1 15,1 5 2-15,-2-5 0 0,1 3-5 0,-1-1 2 16,0 0-2-16,-3-1 7 0,-3-2-3 0,-5 1-3 16,2-5-4-16,-5 5 6 0,-1-5-4 0,-4 0-4 15,1 0 6-15,0-1 3 0,-5-1-3 0,2 0 1 16,-2-2-2-16,0 2 0 0,-1-2-6 0,-1 3-6 15,-2-4-9-15,0 0-1 0,0 0-71 0,0 0-77 16,5-8-166-16,-2 2-362 0,-2 1 160 0</inkml:trace>
  <inkml:trace contextRef="#ctx0" brushRef="#br0" timeOffset="184270.69">27949 12296 181 0,'3'-3'198'16,"-3"3"-25"-16,0 0-19 0,0 0-12 0,13 3-17 0,-7 2-15 15,3 2-9-15,0 5-15 0,0 0-5 0,4 4-11 16,-4 2-13-16,-1 6-4 0,-1 0-6 0,-3 1-5 15,-8-1-2-15,-2 4-5 0,1-4-10 0,-2-6 0 16,-4 6 0-16,-1-6-3 0,2-2-4 0,-3-2-4 16,4 2 0-16,-5-7-2 0,5 0-2 0,4-2 7 15,-3-2 19-15,3 0 22 0,3-1 29 0,-1-3 37 16,-2 1 14-16,5-2-3 0,0 0-16 16,0-12-13-16,5 3-11 0,4-8-13 0,8-3-5 0,-1-1-8 15,7 1-15-15,-2-6 12 0,3 3-14 0,2 0-11 16,-2 2-5-16,-1 0-1 0,-4 4 6 0,-5 5-14 15,0 2 5-15,-6 3-7 0,-2 1-7 0,-1 2-2 16,-1 2-10-16,1-3-30 0,-1 4-16 0,-4 1 4 16,0 0 0-16,10 6 5 0,-10 0 3 0,0 4 5 15,0 2-2-15,3 4-8 0,-3 2-2 0,1 0-3 16,-1 2-7-16,0 4-2 0,3 2-4 0,2-7 5 16,1 0-20-16,1-1-20 0,0-3-29 0,4 1-33 15,0-3-44-15,-1-4-193 0,4-2-417 0,-1-4 186 16</inkml:trace>
  <inkml:trace contextRef="#ctx0" brushRef="#br0" timeOffset="184670.41">29057 12129 30 0,'3'-3'151'0,"-3"3"-23"0,0 0-5 0,0 0-11 16,0 0-17-16,-13 8-6 0,9-5-15 0,-8 3 1 16,1 4-10-16,-3-3-11 0,-11 9-11 0,0 0 0 15,-1 3-3-15,-1 0-5 0,-1-1-6 0,-2 1 2 0,2 1-3 16,0-2-4-16,2 2-4 0,0-3 8 0,4-1-8 15,5-3-11-15,3-1 3 0,4-3-8 16,0-1 0-16,2-1 11 0,3 1-8 0,-3 1 3 16,3-2-8-16,4-1 8 0,1 0-4 0,1 5 10 0,3-2 21 15,1 3 16-15,4 2 10 0,4-2-3 0,2 3 0 16,7 2 2-16,0 0-3 0,-1-1-1 16,4 2-10-16,-4-2-7 0,1 0 4 0,-4-5-6 15,5 5-6-15,-9-4-2 0,3-1-1 0,-5 1-17 0,5-2-12 16,-8-3-27-16,3 0-31 0,-4 0-37 0,1-1-39 15,-5-4-177-15,3 1-334 0,-3-2 148 0</inkml:trace>
  <inkml:trace contextRef="#ctx0" brushRef="#br0" timeOffset="185508.41">29546 12591 163 0,'0'0'193'0,"0"0"-12"0,0 0-12 15,0 0-14-15,0 0-16 0,-3-11-15 0,3 11-9 16,1-4-17-16,-1 4-5 0,2-6-11 0,-1 1-9 15,0 0-6-15,3-3-5 0,-3-2-8 0,2-2-4 16,0 0-7-16,1-5-5 0,-1 1-1 0,1 1 3 16,1-5-1-16,-2 3-6 0,0-1-1 0,1 3 2 15,-1-2 1-15,-1 0 0 0,-1 2-3 0,-1 3 1 16,0-2 2-16,-1 2-1 0,2 4-1 0,-3-4-2 16,1 7 2-16,-1-2-13 0,0 2 0 0,-3 0-5 15,1 1-3-15,-4 1-1 0,-3 3-1 0,-7 0-5 16,-4 1-1-16,-6 4-1 0,-4 5 2 0,-2 1-3 15,-4 2-6-15,-11 4 8 0,1-1-4 0,1 3 3 16,2 0 3-16,9-7-4 0,1 3-1 0,2 0 1 16,-2 0-2-16,3-1 1 0,5-2 1 0,7-4 1 15,3-2-2-15,4-2 3 0,3 2 1 0,3-3 2 16,0-1 26-16,1 0 25 0,1 0 21 0,5-2-1 16,0 0-10-16,0 0-9 0,9-16-2 0,0 11-10 15,2-7-2-15,4 0-5 0,0 0-4 0,2 0-5 16,-2 2-5-16,1 0-2 0,-2 1-3 0,-2 2-3 15,-2 3-1-15,-1 0-5 0,-2-1-4 0,0 3-1 16,-1 2-5-16,1 4-2 0,0 1-3 0,2 5-3 16,1 4 3-16,3 3 0 0,0 5-2 0,0 7 2 15,2-3-1-15,-1 2 2 0,3 0 3 0,4 0-10 16,-4-2-8-16,4 0-3 0,0-2-13 0,1-5-21 16,0-2-27-16,1-2-43 0,-5-4-32 0,3-5-65 0,-2-1-210 15,1-5-466-15,0-2 206 0</inkml:trace>
  <inkml:trace contextRef="#ctx0" brushRef="#br0" timeOffset="201602.02">3641 15242 187 0,'0'-6'253'0,"-1"2"-13"15,2-3-11-15,-1 1-9 0,0 0-6 0,0 0-14 16,3 1-17-16,-3 1-10 0,0-1-25 0,0 2-14 16,0 3-15-16,1-8-14 0,-1 8-15 0,-1-3-26 15,1 3-38-15,0 0-32 0,0 0-22 0,0 0 5 16,0 0 4-16,-3 16-4 0,2 1 0 0,-3 9 10 16,-1 1-3-16,-5 3 3 0,2 5 2 0,-3 10 0 15,1-11 5-15,1-2-3 0,1 0 3 16,-2-1 0-16,2 1-1 0,2-3 1 0,-2-6 4 15,3-3 0-15,0-3 5 0,1 1-5 0,0-7 0 0,-1 1-1 16,5-1 1-16,-1-5-2 0,-2-1 1 0,2 2 6 16,-1-4-2-16,2-3-16 0,0 0-50 0,0 0-50 15,-12-11-41-15,8 2-43 0,-2-7-101 16,-1-3-324-16,-3-6 144 0</inkml:trace>
  <inkml:trace contextRef="#ctx0" brushRef="#br0" timeOffset="201740.84">3361 15075 91 0,'2'-17'191'0,"2"1"-17"0,1 1-14 16,2 2-22-16,6 0-11 0,0 3-9 0,6-2-20 15,0 5-19-15,8 0-25 0,4 4-23 16,0 3-41-16,-2 4-42 0,0 2-35 0,-10 2-99 16,-2 3-201-16,-2 3 89 0</inkml:trace>
  <inkml:trace contextRef="#ctx0" brushRef="#br0" timeOffset="201900.15">3326 15751 115 0,'-4'3'240'0,"4"1"-4"16,0-4-18-16,0 0-22 0,10 0-24 0,5-7-15 16,14-3-17-16,6 1-19 0,15-6-33 0,4 1-32 15,-3-3-45-15,4 2-68 0,0-2-59 0,-19 6-148 16,12-7-284-16,-15 5 127 0</inkml:trace>
  <inkml:trace contextRef="#ctx0" brushRef="#br0" timeOffset="202433.76">4439 15019 42 0,'0'-6'170'0,"-2"2"-19"0,1 0-18 16,1 4-11-16,0 0-18 0,-8 10-12 0,-1 2-5 16,-1 7-6-16,-4 8-8 0,-2 0-11 0,3 5 0 15,-6 12-11-15,2 4 5 0,3 0-5 0,1 5-5 16,3-4 5-16,5 1-7 0,-1-1-8 0,-1-2 1 15,1-12 0-15,3-2-11 0,-2 4 3 0,3-6-5 16,-2 0-2-16,1-3-7 0,-2-10 7 0,1 0-8 16,0-2 6-16,-1-6 3 0,2 0 5 15,-1-4 10-15,-3-1-6 0,-2-1 4 0,-3-2-8 0,0-4 0 16,0 2-3-16,-4-7 1 0,-2 0-4 0,3-1-3 16,-2-4-2-16,3 0-2 0,-3-1 1 0,5 2-4 15,0-1 0-15,3 1 0 0,1 4-5 0,1 0 2 16,0-1-13-16,1 1-12 0,2 4-18 0,0-3-32 15,3 1-43-15,0 2-59 0,-1-1-127 0,2-1-319 16,2 0 140-16</inkml:trace>
  <inkml:trace contextRef="#ctx0" brushRef="#br0" timeOffset="202748.64">4003 15495 121 0,'0'0'170'0,"-5"4"-10"0,5-4-12 16,-3 3-20-16,3-3-10 0,0 0-9 0,0 0-8 15,21 0 2-15,12-4-3 0,4-1-7 16,18-5-4-16,11-1-5 0,26-6 2 0,-29 3-10 0,1 6 1 15,-4-1-6-15,-9 1-10 0,-14 4-5 0,-1-1-5 16,-7 2-6-16,-9-1-4 0,-3 4-4 0,-5-2-6 16,-2 2-1-16,-4-3-4 0,1 3-5 0,-2 0 1 15,-5 0-5-15,0 0 1 0,0 0-11 16,-28 7-15-16,10-2-32 0,-4 0-25 0,-3 3-42 0,7-3-53 16,-3-1-160-16,7-3-346 0,3 2 153 0</inkml:trace>
  <inkml:trace contextRef="#ctx0" brushRef="#br0" timeOffset="203750.4">6187 15276 51 0,'10'-5'160'0,"3"-1"-13"16,6 3-17-16,0 0-11 0,-1 1-6 0,10 2-17 0,-6 1-6 16,-2 3-14-16,0-1-4 0,0 3-11 0,-1 2-14 15,-1 1 2-15,-2 4-2 0,-3 0-7 0,0 2-4 16,-4 1 8-16,0 4-12 0,-9 1-7 16,1 2 2-16,-2 4 3 0,-8-1-2 0,0-1-2 15,-9 0 5-15,0 4-10 0,-1-8 5 0,-1 3 2 0,-2-6-15 16,4 0 3-16,-1-7 1 0,4 1-9 0,-2 1 10 15,0-5 0-15,6-1 4 0,2-2 13 0,2-3 27 16,2 4 33-16,-1-4 29 0,2-2 22 16,4 0-10-16,0 0-15 0,-4-10-14 0,8-2-8 15,6-2-17-15,2-2-8 0,7-7-9 0,2 1-6 0,-1 0-8 16,4-4-6-16,-1 6-2 0,2-4-3 0,-2 4-7 16,-1-1-1-16,-6 9-7 0,3-5 0 0,-6 3-1 15,1 3-3-15,-5 2-3 0,-4 4 3 16,0 1-4-16,0-2-8 0,-1 4-5 0,-4 2-12 15,5-3-22-15,-5 3 5 0,0 0 0 0,0 0 3 16,-2 20 3-16,-5-10 1 0,-3 6 0 0,1 1 3 0,0 0 4 16,0 3-5-16,3-2 2 0,-2 0 1 0,4 0 2 15,-1-2 3-15,5 1 10 0,0-4-11 16,4 3 2-16,1-4 2 0,4-1-3 0,10 0-31 16,8-2-48-16,4-3-86 0,3-4-294 0,6-7-505 15,-2 1 223-15</inkml:trace>
  <inkml:trace contextRef="#ctx0" brushRef="#br0" timeOffset="204369">7486 15199 121 0,'0'0'151'15,"3"-1"-18"-15,-3 1-32 0,0 0 3 0,0 0-8 16,0 0-9-16,-5 14-5 0,-3-3-6 0,-3 3-3 16,-10 8-7-16,-4 2-8 0,-7 11 1 0,-4-3-2 15,9-7-9-15,-1-2-6 0,6 0-2 0,-3-3 8 16,-1 1-7-16,2-1-7 0,2-2-3 0,3-2 1 15,4-2-5-15,2-1-1 0,2-3-5 0,4-4-6 16,-2 2 5-16,5-1-6 0,-1-2-4 0,1-1 3 16,4 1-3-16,0 1 5 0,3-2 9 0,1 3 30 15,7-1-9-15,3 3-1 0,4-3-4 0,5 1-2 16,4 4-2-16,0-1-5 0,-8-2 3 16,9 1-6-16,-2 1-4 0,0 3-4 0,-4-5-2 0,2 2-4 15,-4-1 1-15,-4-1-1 0,0 0-3 0,-4-2 0 16,-2-3 0-16,-1 2-5 0,-1-2 5 0,-3-1-2 15,-2 0-1-15,1 1 9 0,-1-2 17 0,1 1 3 16,-4-2 7-16,5 3 2 0,-5-3 5 0,4 1-11 16,-4-1 1-16,0 0-7 0,0 0-1 0,5 2-2 15,-5-2-5-15,0 0-8 0,0 0-16 0,4 2-17 16,-4-2-16-16,0 0-24 0,0 0-109 0,3-8-251 16,-2 3-449-16,3-1 199 0</inkml:trace>
  <inkml:trace contextRef="#ctx0" brushRef="#br0" timeOffset="204800.29">8086 15296 109 0,'-7'-2'138'0,"3"-1"-7"0,-2 3-10 16,6 0-9-16,-18 2-7 0,8 0-8 0,-4 3-7 16,-3 0 0-16,-2 2-13 0,5 6-6 0,-4-4-1 15,-6 6-6-15,5 5-5 0,0-2-7 0,0 3-2 16,3 0-7-16,2-2-5 0,2-1-4 0,6 0 1 15,0 2-5-15,2-1-2 0,0-1-5 0,8 0-1 16,1-1 8-16,4 0 30 0,5-2 18 0,1-3 8 16,11-1 6-16,3-2-7 0,4-4-4 15,3-2-5-15,0-4-6 0,-1-2-10 0,-1-4 0 0,-3-1-8 16,-2-5-1-16,-5 1-9 0,2-5-3 0,-7-3-2 16,-7 5-5-16,-2-9-5 0,-9 5-13 0,-1-7-13 15,-9 1-14-15,-5 3-17 0,-5-1-17 0,-7 3-21 16,-4 5-19-16,-18-1-31 0,-4 4-33 15,1 6-224-15,-2 2-406 0,15 1 180 0</inkml:trace>
  <inkml:trace contextRef="#ctx0" brushRef="#br0" timeOffset="206872.25">10585 15183 152 0,'0'-8'271'15,"1"-4"-21"-15,2 4-15 0,-2 3-25 0,-1-1-22 16,1 3-24-16,-1-1-26 0,0 4-35 0,0 0-10 16,0 0-8-16,8 11-7 0,-8 3-13 0,0 4-5 15,-1 11-9-15,1 0-4 0,-4 3-4 0,4 0-4 16,-4 3-3-16,4 2-3 0,-5-2-6 0,5-1 1 15,-3-1-5-15,2-2-3 0,-2-5-1 0,1 0-1 16,1-6-1-16,-3-3 0 0,4-1-23 0,-4-3 5 16,4-5 2-16,-2 1 2 0,0-4 1 0,1 0 2 15,1 1 5-15,0-6-3 0,-4 1-16 0,4-1-28 16,-10-9-38-16,5 4-44 0,-1-6-44 0,-2-3-195 16,-4-11-386-16,3 1 171 0</inkml:trace>
  <inkml:trace contextRef="#ctx0" brushRef="#br0" timeOffset="207149.77">10607 15008 90 0,'-7'-3'178'0,"7"3"-14"0,0 0-18 0,-2-2-12 15,2 2-15-15,0 0-9 0,0 0 2 0,24 1-8 16,-1-1-5-16,9 1-7 0,9-1-5 0,15 0-8 15,4 0-8-15,-1 0-7 0,1 0-3 0,-6 3-6 16,-15-3-8-16,-4 1-4 0,-4-1-4 0,-10 2-13 16,-4 0-15-16,-4 0-7 0,-6-1-3 0,0 3-6 15,-5-2-6-15,-3 1 6 0,1-3-4 0,-15 9 1 16,-3-2 2-16,-9-1-8 0,0 1-3 0,-1 1-16 16,1-1-10-16,5 0-16 0,2 0-19 0,1-2-19 15,-8 4-27-15,8-3-115 0,-2 0-256 0,10 0 113 16</inkml:trace>
  <inkml:trace contextRef="#ctx0" brushRef="#br0" timeOffset="207431.03">10498 15438 15 0,'-4'3'198'16,"4"-3"-10"-16,-4 3-12 0,4-3-19 0,-3 2-10 16,3-2-6-16,0 0-5 0,25 0-7 0,3-1-10 15,8-3-10-15,18 0-20 0,-1-4 1 0,5 1-11 16,2 2-4-16,-1-3-4 0,-4 3-11 16,-17 3-4-16,0 2-11 0,-3-4-3 0,-4 1-5 0,-11 0-8 15,-1 2-7-15,-7 1-9 0,-2-3-16 0,-4 2-11 16,-6 1-23-16,0 0-7 0,0 0-23 0,0 0-18 15,0 0-24-15,-34-1-24 0,17 1-27 0,-2 0-103 16,2 0-282-16,6 0 124 0</inkml:trace>
  <inkml:trace contextRef="#ctx0" brushRef="#br0" timeOffset="207917.53">11628 15276 98 0,'8'-2'176'0,"4"0"-23"0,-3 0-14 0,4 1-7 16,-2 1-20-16,1 1-8 0,2 1-17 0,-4 2-4 0,3 0-8 15,1 3-4-15,-2 0-13 0,-2 1 1 0,-1 2-16 16,-3 1 5-16,1 2-14 0,-4 0-14 16,0 0 11-16,-6 3-8 0,0-1 8 0,-5 4-7 15,-1-5-2-15,-5 4 7 0,1-4-4 0,-3 0-4 16,0-2 3-16,1-1 0 0,-1 1 3 0,6-7-6 0,1 2 5 16,2-2-4-16,4 0 5 0,-5-2 20 0,6 1 28 15,-2-3 28-15,0 2 29 0,4-3-17 0,0 0-12 16,0 0-15-16,10-21-7 0,3 10-11 15,1-4-3-15,9-3-9 0,0-2-6 0,1 2-7 16,2-3-2-16,-3 5-4 0,0-1-5 0,-1 3-3 16,-6 2 1-16,1 2-1 0,-7 5-7 0,0-1-7 0,-1 0-3 15,-1 3-1-15,0 1-6 0,-3 2-2 0,0 0-6 16,-5 0-1-16,8 0-3 0,-8 0-1 16,6 4-5-16,-2-1 0 0,-1 5-1 0,0 0-10 15,-3 5-8-15,4-1-2 0,-4 1-25 0,3-1-15 16,-2 2-24-16,-1-1-32 0,0-1-17 0,1-1-26 0,-1-1-228 15,0-4-433-15,3-1 191 0</inkml:trace>
  <inkml:trace contextRef="#ctx0" brushRef="#br0" timeOffset="208128.36">12211 15204 3 0,'3'-2'233'15,"0"1"-25"-15,3-1-23 0,-6 2-22 0,9 2-13 16,-4 1-13-16,3 4-17 0,2 1-5 0,0 5-9 16,-1 0-14-16,3 5-3 0,-2 7-12 0,-3 3-5 0,-4 4-6 15,-3 0-9-15,-5 3 0 0,-2-2-20 0,-4 0-21 16,-8-1-16-16,-3 0-18 0,-9 5-29 16,-5-4-30-16,4-11-42 0,-2 0-168 0,-13-1-312 15,13-7 139-15</inkml:trace>
  <inkml:trace contextRef="#ctx0" brushRef="#br0" timeOffset="208449.78">11583 15095 140 0,'-27'10'160'0,"2"5"-13"0,-5 3-16 0,2 6-9 16,-9 7-11-16,1 8-7 0,1 3-10 0,3-2-12 16,5 3-6-16,6 0-10 0,-2 0-6 15,13-11-5-15,0 2-9 0,6-3-2 0,4 0-6 16,0-2-3-16,8-3 2 0,6 0-18 0,1-1 1 15,11-4 3-15,7-4-5 0,19-1 4 0,4-3-17 0,7-6-43 16,29-3-47-16,0-1-171 0,-31-7-276 16,5-4 122-16</inkml:trace>
  <inkml:trace contextRef="#ctx0" brushRef="#br0" timeOffset="208854.57">12715 15441 149 0,'0'0'256'0,"0"0"-24"0,-5 0-15 15,5 0-22-15,0 0-18 0,0 0-18 16,0 0-18-16,18-5-16 0,-4 3-5 0,4 0-20 0,5-1-12 16,8 0-18-16,1 2-30 0,2-2-27 0,1 3-34 15,0-2-41-15,-3-1-48 0,-4 1-67 0,-2 0-109 16,-4 1-309-16,-5 1 137 0</inkml:trace>
  <inkml:trace contextRef="#ctx0" brushRef="#br0" timeOffset="209020.59">12791 15588 105 0,'-3'3'220'0,"-1"-3"-4"0,4 0-11 0,0 0-19 0,0 0-18 16,27-3-17-16,5 1-12 0,5-1-12 0,18-1-17 16,1 0-22-16,7-2-39 0,-1-1-40 0,2 0-37 15,3 2-50-15,-4-4-74 0,-3-2-101 0,-3 4-274 16,-6-4 122-16</inkml:trace>
  <inkml:trace contextRef="#ctx0" brushRef="#br0" timeOffset="209514.81">14254 15219 54 0,'-7'-3'157'0,"7"3"-11"0,0 0-14 0,-7 0-16 15,7 0-6-15,-11 0-12 0,11 0-10 16,-16 3-1-16,7-1-6 0,-1 1-6 0,-3 2-4 0,-3 2-9 16,-1 0-2-16,-2 2-5 0,-1 1-6 0,-3 4 4 15,0-2-10-15,-1 5-3 0,7-6-4 0,-4 14 1 16,3-7-6-16,-3 3-3 0,4 1-6 0,1-2-2 16,0 1 2-16,7-5-6 0,1 0 4 0,-1 2-7 15,5-2 0-15,3-1-1 0,1 1 4 0,1-3 23 16,9 0 24-16,-2 0 21 0,7 1 14 0,11-2-11 15,2-2 6-15,4 0 1 0,7-5-2 0,14-2 3 16,2-3 5-16,-17-3-5 0,13-5 2 0,-13-2 5 16,-4 1-9-16,-2-6-10 0,0-3-3 0,-5-2-13 15,-3-6 4-15,-6-3-14 0,-3 0-12 0,-7 0-9 16,-6-1-31-16,-4-1-26 0,-12 4-23 0,-7 3-32 16,-11 3-40-16,-21 3-44 0,-9-1-76 0,-33 2-245 15,0 8-522-15,0 1 231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33:04.99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3014 2888 70 0,'0'0'102'0,"0"0"-7"0,0 0 19 0,1-11 16 0,-1 11 5 16,4-6 5-16,-4 1 24 0,4 1 13 0,-3-3 12 16,-1 1 2-16,0-1-7 0,3 1 3 0,-2 0 1 15,-1-1-4-15,1-1-9 0,-1 3-7 0,3 0-12 16,-6 0-12-16,3 1-5 0,3-1-23 0,-3 5-11 16,0-7-11-16,1 5-21 0,-1 2-18 0,0 0-32 15,0-6-49-15,0 6-42 0,0 0 8 0,0 0 1 16,0 20 4-16,0-3 8 0,-1 2 1 15,-2 9 10-15,2 2 4 0,0 4 8 0,-3 1 0 16,-4 12 7-16,6-15-2 0,-2 2-7 0,-3-2-8 0,5 1-21 16,-6-4-10-16,2 0-12 0,-2-2-10 15,3-7-15-15,1-3-8 0,-1-1-9 0,-4-3-18 16,4-5-29-16,-1-3-169 0,-3-2-362 0,0-3 160 16</inkml:trace>
  <inkml:trace contextRef="#ctx0" brushRef="#br0" timeOffset="150.35">2789 2844 220 0,'1'-13'264'0,"3"2"-28"15,-1 0-22-15,-1 0-25 0,6 1-14 0,2 2-26 16,7-3-12-16,2 0-23 0,1 3-37 0,10-1-38 16,-11 6-35-16,1 3-57 0,2 0-42 0,0 5-52 15,-6 2-108-15,0 2-274 0,-5 6 121 0</inkml:trace>
  <inkml:trace contextRef="#ctx0" brushRef="#br0" timeOffset="295.05">2829 3399 243 0,'-3'6'299'16,"3"-2"-18"-16,0-4-23 0,4 1-33 0,-4-1-25 0,22-10-14 15,-2 3-31-15,9-6-40 0,5 0-47 0,0-1-60 16,11-8-90-16,-7 7-98 0,8-9-116 0,1 4-321 15,-16 1 141-15</inkml:trace>
  <inkml:trace contextRef="#ctx0" brushRef="#br0" timeOffset="736.82">3608 2714 99 0,'3'-15'272'0,"1"0"-3"16,-1 4-1-16,0 1-16 0,-2 3-2 0,1 2-20 15,0-2-17-15,-2 4-25 0,0-2-24 0,1 0-22 16,-1 5-38-16,4-2-34 0,-4 2-17 0,0 0-5 15,-10 17-6-15,1 6-5 0,-1 6-2 0,-8 14-4 16,-5 9-2-16,-8 24-3 0,1 1 1 0,-1 3-1 16,14-25 0-16,2 6 1 0,-2-6-4 0,7-1-2 15,1-1-3-15,1-7-1 0,3-12 2 0,4-1-3 16,0-4 0-16,1-4-3 0,-3-8 2 0,3-2-4 16,-1-4 1-16,0 1 0 0,1-7 5 15,1 1 30-15,-2 2 27 0,1-8 64 0,0 0-8 0,0 0-14 16,0 0-14-16,0 0-21 0,-25-18-4 0,11 3-10 15,1 1-19-15,1-3-18 0,0 0-11 0,-3-4-18 16,3 5-4-16,2 2 1 0,3-3-8 0,-1 5-17 16,4 2-13-16,-4 0-14 0,3 3-34 0,-1 2-28 15,5 1-30-15,-3-1-49 0,1-1-64 16,2 2-263-16,1 4-565 0,0 0 250 0</inkml:trace>
  <inkml:trace contextRef="#ctx0" brushRef="#br0" timeOffset="1022.57">3295 3159 82 0,'0'0'295'0,"-6"1"-29"15,6-1-24-15,0 0-27 0,-8 2-18 0,8-2-22 16,0 0-12-16,0 0 1 0,27-3 1 0,6 0-15 0,21-2 3 15,12-2-19-15,30-5-23 0,-7 2-1 16,-26 1-13-16,-3 4-4 0,-4-7-8 0,-16 9-12 16,-3-1-16-16,-6 2 4 0,-12-1-6 0,-1-1-5 15,-5 3-12-15,-3-1-11 0,-3 1-11 0,-2 0-10 16,-5 1-9-16,0 0-17 0,0 0-19 0,0 0-29 16,-48 5-27-16,19 2-31 0,-2-3-57 0,3-1-80 15,-3-3-152-15,11 0-447 0,1 2 198 0</inkml:trace>
  <inkml:trace contextRef="#ctx0" brushRef="#br0" timeOffset="3465.73">5266 2880 61 0,'2'-6'177'0,"-1"1"-13"0,-1 1 8 15,0-1-5-15,0 5-5 0,0-6-6 16,0 6-6-16,0-6-10 0,0 6-9 0,-1-4-9 16,1 4 16-16,0 0-14 0,-5-5-15 0,5 5-13 15,-9 3-14-15,9-3-8 0,-19 7-8 0,5 3-8 16,-4 1-5-16,-3 6-6 0,1 1-5 0,-3 2-11 0,1 5 3 16,2 0-6-16,1 3-2 0,3-3 2 15,2 2-3-15,1-6-8 0,3 4 6 0,-1-6-6 16,6-1-1-16,1 0-1 0,1 1 1 0,3-2-3 15,0-2 2-15,3-1 1 0,-2-3 1 0,4 1 1 16,-1-1-4-16,6-3 1 0,-2 1 1 0,0-1 1 16,2-6-3-16,4 3 4 0,-1-4 7 0,1-2 6 15,4-2 3-15,-1-1 5 0,0-4 7 0,1-1 6 16,0-1 6-16,-4-1 10 0,0-5 12 0,-4 3 4 16,2-3-11-16,2-8-6 0,-5 6-13 0,-3-7 14 15,-3 8 5-15,-1-2-10 0,-2 1 5 0,0 1-1 16,-5-1-1-16,4 3-5 0,-6 1-11 0,1 1-11 15,1 3-19-15,-7 2-11 0,1-1-23 0,-3 4-24 16,-4 1-25-16,-4 1-34 0,1 3-31 0,0 4-35 16,-5 4-47-16,7 0-63 0,1-3-269 0,2 4-587 15,6-1 260-15</inkml:trace>
  <inkml:trace contextRef="#ctx0" brushRef="#br0" timeOffset="4431.96">5216 2839 96 0,'0'0'103'0,"-7"0"-16"0,7 0 5 0,-6-3 3 16,6 3-22-16,-5-1-6 0,5 1 2 0,-9-1-18 15,9 1 7-15,-12 1-13 0,6 0-2 0,-2 2-6 16,-1 2-2-16,-1 2-4 0,-1 1 3 0,-4 2-2 0,1 1-11 15,2 1 1-15,-2 3-4 0,1 0 2 16,0 7-2-16,3-3 1 0,1-2-4 0,-1 6 1 16,1-5-2-16,1 6 7 0,4-5-13 0,-1 6 10 15,5-6-2-15,-5-2-2 0,9 0-2 0,-3 3 5 16,-1-4-12-16,5 0 10 0,-1 0 1 0,1-1 5 16,-1-1 3-16,4-2 3 0,1 0 5 0,-2-2 3 15,2-2 1-15,3 0 11 0,-1 0 8 0,1-3 2 16,6 2 10-16,-2-3 0 0,2-2 1 0,1-2-3 15,-1 0 5-15,3-3 6 0,-1-3 11 0,-2-1 1 16,8-3-4-16,-7 1 2 0,-3-3-6 0,6-3 1 16,-2-4-4-16,-3-2-2 0,1-1-8 0,-8-4-5 15,3 0-7-15,-4-3 1 0,-4 0-14 0,3-2-2 16,-4 2-4-16,-4 5-4 0,-3-1-2 0,-1 9-10 16,-1 2-10-16,-4-2-9 0,-1 4-20 0,-6 5-24 15,0 0-14-15,-5 5-22 0,-5 2-20 0,4 2-34 16,-5 3-33-16,-1 0-27 0,5 7-211 0,5-5-436 15,8 1 193-15</inkml:trace>
  <inkml:trace contextRef="#ctx0" brushRef="#br0" timeOffset="5372.72">6340 2738 203 0,'1'-3'256'0,"1"-1"-12"0,-2 4-13 15,1-6-19-15,-1 6-17 0,0-4-21 0,0 4-22 16,4-1-17-16,-4 1-20 0,0 0-20 0,0 0-12 16,0 0-11-16,0 0-9 0,-4 18-6 0,-3-4-6 15,-3 3-2-15,-5 3-8 0,-5 4 0 0,-6 2-5 16,3 3 1-16,-14 5-3 0,11-7-5 0,1-1 0 15,1-1-3-15,1-1-1 0,2-1-3 0,3-5-5 16,3-2 4-16,2-3-6 0,5-3-3 0,2-2 2 16,-2 0-2-16,3-3-3 0,4 0 2 0,-3-1 2 15,0 0 8-15,4-4 17 0,-5 5-2 0,5-5-2 16,-2 4-1-16,2-4-4 0,0 0-10 0,-5 3 3 16,5-3-6-16,0 0 4 0,7 9-8 0,-3-4 3 15,1 0-6-15,2 2-1 0,4 1-5 0,-2 1 1 16,5 2 5-16,3 3-4 0,3 1 3 0,2 3-1 15,3-1 2-15,0 1-1 0,0-2-2 0,1 1 1 16,-2-1-1-16,3 0 3 0,-4-2 2 0,-4-2-4 16,4 1 3-16,-6-3-18 0,-7-2-23 0,1-1-22 15,-2-3-28-15,-2 2-20 0,-2-2-36 0,-1 0-21 16,-1 0-23-16,-3-4-39 0,0 0-161 0,0 0-412 16,0 0 183-16</inkml:trace>
  <inkml:trace contextRef="#ctx0" brushRef="#br0" timeOffset="5610.38">5889 3571 129 0,'-4'4'241'0,"4"-4"-29"15,-5 10-20-15,5-6-19 0,0-4-17 0,9 15-15 16,-1-7-12-16,10 1-8 0,7 3-7 0,10-1-8 0,0 0-10 16,18 4-9-16,-2-6-23 0,1 0-57 15,-15-1-71-15,4-4-88 0,-5 0-140 0,-1 1-317 16,-3-5 140-16</inkml:trace>
  <inkml:trace contextRef="#ctx0" brushRef="#br0" timeOffset="6869.31">6757 2882 111 0,'1'-4'169'0,"-1"4"-11"0,5-5-16 0,0 3-13 15,-5 2-13-15,10-1-18 0,-2 2-10 0,0 1-7 16,1 1-11-16,0 3 0 0,-1 2-7 0,4 4-5 16,-3 3-2-16,1 2-5 0,-3 0-5 15,0 9-4-15,-3-2-2 0,-3 3-5 0,-1 2 3 16,-3-2-4-16,-3-1-5 0,-1 2-2 0,-3-3 2 16,-1-3-7-16,0 1 6 0,1-5 2 0,-1-2 7 0,1-2 2 15,-1-2 5-15,4-3 3 0,1 1 16 0,-1-3 6 16,0-2 13-16,6 1 25 0,-2-5 29 15,-2 3 32-15,4-2 41 0,1-2 10 0,0 0-28 16,0 0-16-16,1-14-17 0,3 4-14 0,6-8-15 16,4-8-21-16,3-1-11 0,2 1-12 0,10-13-7 0,-6 12-13 15,0 1-4-15,-1 1-6 0,1-1-3 16,-4 4-11-16,-6 8-4 0,1 0-4 0,-6 4-5 16,-1 2 1-16,-2 1 2 0,0 2-26 0,0 0-28 15,-2 2-29-15,0 2-37 0,-3 1 4 0,0 0 6 16,4 8 10-16,-3 2 10 0,-4 5 5 0,2 3 6 15,0 2 12-15,-1-1-8 0,1 6 13 0,0 0 3 16,1-7 4-16,2 2-1 0,0-2 14 0,3-3-5 16,1 0-5-16,4 0-14 0,2-3-20 0,4 0-48 15,1-5-45-15,4 3-60 0,9-8-62 0,-7-1-242 16,5-4-554-16,2 0 245 0</inkml:trace>
  <inkml:trace contextRef="#ctx0" brushRef="#br0" timeOffset="7321.06">7732 2832 142 0,'2'-2'252'0,"-2"-1"-21"0,0 3-14 16,4-6-26-16,-4 6-23 0,0-3-18 0,0 3-20 15,0 0-12-15,0 0-19 0,0 0-6 0,0 0-11 16,-4 12-2-16,-1-3-8 0,-4 4-10 0,-2 4-4 16,-7 4-3-16,-1 6-6 0,-12 11-4 0,7-11-5 15,-8 10 1-15,2-11-9 0,10 1 2 0,-4 0-6 16,3-3-1-16,2-5-4 0,6-2 0 0,0-3-5 16,3-2-2-16,2-2-1 0,2-3-2 0,1 1-1 15,3-5 6-15,-2 1 8 0,1 1-3 0,-2-1 2 16,1-1-1-16,4 2 4 0,4-1 13 0,1 1 3 15,3 0 0-15,3 3-1 0,1-1-8 16,6 2 0-16,1-1-4 0,5 6-4 0,0-2-4 0,3 1 0 16,0 0-5-16,-4 2 0 0,3-1-3 15,-1 2 1-15,-1 0 0 0,-7-5-4 0,6 2 2 0,-4-3-3 16,-5-2 2-16,-1-1-3 0,-3-1-2 0,-1 0-2 16,0-4 0-16,-4 2-1 0,2 0 4 0,-5-2-1 15,5 0 3-15,-6 1-1 0,-1-3 3 0,5 2-1 16,-5-2-3-16,5 0-8 0,-5 0-44 0,0 0-31 15,3-7-23-15,-3 7-29 0,1-10-36 16,0 5-59-16,0-4-217 0,1-3-474 0,3 2 210 0</inkml:trace>
  <inkml:trace contextRef="#ctx0" brushRef="#br0" timeOffset="8234.16">8369 2832 64 0,'0'0'211'0,"0"-2"-12"0,0 2-14 16,3-5-17-16,-3 5-19 0,5-2-20 0,1 2-14 15,2-1-7-15,-2 1-14 0,2 1-7 0,2-2-9 16,3 4-5-16,1-1-10 0,4 1-3 0,-4 2-2 16,4-1-7-16,-1 4-1 0,-2-1-7 0,-4 1-4 15,1-2-4-15,-2 2-5 0,-1 0-7 0,-1 0-4 16,-2 0-4-16,-1 2-5 0,-5 2-6 0,0-2 5 15,-6 4-3-15,-3-2-2 0,0 3-5 0,-3-4 8 16,-2-1-4-16,5-1 0 0,-1-2 3 16,-1-1-4-16,0-1 0 0,4 1 4 0,-2-1-4 0,4-3 4 15,1 2-6-15,0-2 2 0,0-1-4 0,4-1 11 16,-2 6-4-16,2-6-4 0,6 6 4 0,-2-2-6 16,5 0 2-16,5 1-1 0,0 3 5 0,4-2-8 15,-3 3-1-15,3-2 2 0,-4 2 7 0,1 0 3 16,1 0 2-16,-1 3-3 0,-2-3 0 15,-2 3-4-15,-3-2-1 0,-3-1 0 0,2 1 0 16,-6 0 2-16,-1 0 5 0,-1-1 1 0,-3 1 12 0,-5-3 1 16,-4 3 2-16,-1-3 6 0,-2 3 2 0,-3-5 5 15,0 3 7-15,-1-4 5 0,1 1 4 0,-2-4 5 16,8 2 6-16,-4 1 0 0,5-3 2 0,3 2-1 16,-1-3-4-16,6 2-4 0,-2-2-9 15,-2 0 1-15,8 0-7 0,-9 2-5 0,9-2-1 0,-5 0-1 16,5 0 5-16,0 0 0 0,-5 1-7 0,5-1-2 15,0 0-5-15,0 0-3 0,0 0 0 0,0 0 1 16,0 0-5-16,0 0-13 0,0 0-3 0,0 0-24 16,0 0-39-16,0 0-47 0,0 0-46 15,2-9-63-15,5 6-79 0,-6-1-165 0,3 0-496 16,1-1 220-16</inkml:trace>
  <inkml:trace contextRef="#ctx0" brushRef="#br0" timeOffset="15466.84">11528 2805 69 0,'3'-5'206'15,"-2"1"-16"-15,-1-1-15 0,1 1-23 0,-1 4-16 16,1-6-18-16,-1 6-15 0,0 0-8 0,0 0-19 16,0 0-6-16,-1 23-3 0,0-6-6 0,-3 9-8 15,-1 1-3-15,0 6-5 0,1 3-4 0,-1-2-3 16,0 12-4-16,1-14-4 0,0 2 2 16,0-1-1-16,-1 0-2 0,4-5-7 0,-3 0 0 0,3-2-2 15,-2-9-5-15,2-1 2 0,1-6-5 0,-3-1 4 16,3-1 7-16,0 0 38 0,0-4 37 0,-1 1 38 15,0-2 46-15,1-3 44 0,0 0-21 0,0 0-21 16,-4-15-27-16,1 0-13 0,3-4-23 16,-1-7-17-16,0-5-16 0,-2-5-16 0,3-14-18 0,0-3-18 15,5-1-5-15,3 1-3 0,0 2-9 0,-3 1-9 16,8 6 6-16,-7 10 1 0,-2 3-3 0,1-1 2 16,-1 5 5-16,2 0 1 0,-3 9-5 0,-2 1-7 15,4 5 6-15,-2-1 1 0,-1 5-1 0,1-1-3 16,0 4-7-16,0-4 5 0,4 4-5 0,3 1-11 15,1-1-11-15,10 1-29 0,-2 4-19 0,10 5-25 16,-3 1-23-16,2 3-24 0,-1 1-32 0,-2 2-29 16,0 2-31-16,-6-4-40 0,-5 1-215 0,4-2-523 15,-3 1 233-15</inkml:trace>
  <inkml:trace contextRef="#ctx0" brushRef="#br0" timeOffset="15798.31">11570 2944 42 0,'-2'4'203'0,"0"-2"-18"0,2-2-12 0,-3 3-7 15,0-1-20-15,3-2 0 0,0 0-5 0,0 0-6 16,-3 4-10-16,3-4-3 0,0 0-4 15,17-3-7-15,0 1-8 0,4-1-11 0,15 0 0 16,1-3-16-16,17-2-12 0,-4 0-6 0,-11 6-2 16,-3-2-6-16,-4 1 4 0,-4-4-18 0,-8 5 0 15,-8 1-4-15,0-1-2 0,0 0-5 0,-5 2-3 0,-1 0-5 16,-6 0-15-16,11 0-1 0,-11 0-10 16,0 0-3-16,0 0-11 0,-22 2-12 0,8 0-13 0,-3-1-13 15,-3 3-9-15,2-2-23 0,1 1-19 16,1 0-23-16,4-1-24 0,-1 1-158 0,0-2-344 15,7-1 152-15</inkml:trace>
  <inkml:trace contextRef="#ctx0" brushRef="#br0" timeOffset="16317.15">12369 2800 134 0,'6'-4'190'0,"-2"1"-14"0,0 2-17 15,1 0-22-15,2-1-14 0,3 2-11 0,0 2-8 16,0 0-12-16,3 3-16 0,-3-2-2 0,7 6-8 15,-6-4-7-15,1 7-6 0,-1 0-3 0,-1 2-7 16,-2 1-3-16,-2 1-6 0,-2 0 1 0,-2 3-8 16,0-1 0-16,-2 0 6 0,-5-2-6 0,-4 1-8 15,1-1 5-15,-1 0 1 0,-2-3 0 0,1 1 1 16,1-6 2-16,1 0 8 0,1 0 4 0,1-3 17 16,1-1 17-16,0 3 22 0,0-6 34 0,1 2 29 15,4-3-17-15,0 0-14 0,-5-11-13 0,5 5-2 16,4-7-20-16,2-1-14 0,5-3-2 0,1-7-14 15,6 2-3-15,0-2-9 0,0 5-6 0,1-2-2 16,-1 3-4-16,-3 4-5 0,1 2-6 0,-6 4-3 16,-1-1-6-16,-1 3 4 0,-3 0-6 0,1 3-4 15,-3-2-6-15,0 2 4 0,0 1-17 16,-3 2-15-16,8-2 4 0,-8 2-3 0,5 5 2 16,-3 0-5-16,1 5 7 0,-1-3-1 0,0 4 3 0,-1 0 2 15,2-1-9-15,-1 2-13 0,-1-1-23 0,3 1-19 16,0-1-20-16,-1 0-26 0,-1-1-26 0,2-4-21 15,0 0-18-15,-2-1-43 0,0 0-193 16,-2-5-456-16,7 0 202 0</inkml:trace>
  <inkml:trace contextRef="#ctx0" brushRef="#br0" timeOffset="16526.68">12820 2707 95 0,'6'-1'188'0,"-6"1"-18"0,11 1-15 0,-5 2-6 16,4 2-6-16,0 1-10 0,3 8-4 0,1-4-22 16,-1 5 4-16,2 7-8 0,-4 1-8 0,-2 3-9 15,-3 2-6-15,-6 3-6 0,-3 3-3 0,-2 0-6 0,-5 0-20 16,-4-5-11-16,-9 12-23 0,3-11-14 16,-6-6-11-16,0-1-40 0,-3-3-33 0,-3-3-31 15,0-1-55-15,-1-6-94 0,-4-2-287 0,1-4 127 16</inkml:trace>
  <inkml:trace contextRef="#ctx0" brushRef="#br0" timeOffset="16833.53">12437 2601 70 0,'-4'-3'307'16,"-1"-3"-31"-16,2 2-19 0,1 3-26 0,2 1-24 15,-4-2-25-15,4 2-20 0,-12 3-19 0,1 4-11 16,-6 7-19-16,-6 8-8 0,-5 5-13 0,-6 9-6 16,0 5-9-16,1-1-8 0,2 0-8 0,5 5 3 15,0-2-12-15,3-2-2 0,14-5-5 0,4-4-5 16,-3-1 1-16,9 1-8 0,3-2 1 0,5-4 1 15,9-1-5-15,0-1 0 0,9-5-11 0,8-4-14 16,13 2-40-16,6-4-42 0,2-3-73 0,5-6-75 16,-2-3-203-16,6-4-461 0,-4 0 204 0</inkml:trace>
  <inkml:trace contextRef="#ctx0" brushRef="#br0" timeOffset="17295.25">13389 2937 81 0,'0'0'217'0,"0"0"3"15,0 0-4-15,0 0-5 0,0 0-8 16,0 0-11-16,0 0-10 0,0 0-24 0,0 0-14 0,10-8-16 16,0 6-13-16,4 1-9 0,5 0-13 0,4-3-11 15,7 2-3-15,0-3-9 0,1 3-12 0,0-1-3 16,-1 3 2-16,-9-2-19 0,-1 2-10 16,2 0-19-16,-5 0-14 0,-3 0-24 0,-3 0-24 15,-4-2-26-15,1 2-20 0,-3 0-32 0,-5 0 5 16,0 0-27-16,0 0-20 0,0 0-143 0,-17 3-342 0,6-3 152 15</inkml:trace>
  <inkml:trace contextRef="#ctx0" brushRef="#br0" timeOffset="17471.99">13529 3096 144 0,'-1'5'243'16,"1"-5"3"-16,0 0-2 0,4 4-5 15,2-4-21-15,6-2-21 0,8 0-17 0,9 1-22 16,2-5-10-16,4 4-37 0,-2-3-48 0,-2-2-63 16,1 3-75-16,-2-3-89 0,-2 0-162 0,-1 0-352 15,-9 0 156-15</inkml:trace>
  <inkml:trace contextRef="#ctx0" brushRef="#br0" timeOffset="20031.2">14771 2509 32 0,'0'0'133'16,"0"-6"-17"-16,0 6-6 0,0 0-10 0,-1-2-12 15,1 2-9-15,0 0-5 0,0 0-15 0,0 0-8 16,-13 12-1-16,7 2 1 0,-8 10-9 0,1 5-3 16,-10 12 1-16,2 5 1 0,0 2-8 0,-3 7-6 15,-6 22 5-15,10-19-3 0,-3 26-5 0,2-4 6 16,7-24-4-16,-4 26 10 0,8-26-18 0,1 0 1 16,1-3 4-16,2 0-4 0,0-3 0 15,-2-4 0-15,4-9-5 0,-2-3 3 0,3-2 0 0,-3 0-4 16,-4-4-1-16,1 0 1 0,0-3 4 0,0-8 0 15,-1-3 5-15,2 1 4 0,-2-3 6 0,0-2 9 16,-1-5 7-16,2 1 8 0,-2-2 6 0,-2-4 2 16,-1 0 7-16,1-3-14 0,4 2 1 0,-5-3 1 15,5-1-3-15,0 0-10 0,-1 1 0 16,1-1-3-16,3 3 0 0,0-4-10 0,-1 6-9 0,7 0-23 16,-9-5-33-16,9 5-32 0,-10-2-27 0,10 2-40 15,-9 4-39-15,5-1-161 0,4-3-356 0,-3 11 158 16</inkml:trace>
  <inkml:trace contextRef="#ctx0" brushRef="#br0" timeOffset="20431.93">14425 4071 99 0,'0'0'179'16,"-6"10"-7"-16,2-6-18 0,-1 2-11 0,-3 2-13 16,2 2-9-16,-2 4-9 0,-2 1-15 0,1 0-10 15,1 0-7-15,-1 0-7 0,4 3-6 0,-4-2-10 16,5 0-3-16,2-5-5 0,2 1-3 0,0-1 2 15,0 0 6-15,2-1-1 0,1-2 7 0,2 0 12 16,4-1 6-16,1-1 2 0,3-3 6 0,6 0-1 16,1-5-6-16,8-3 13 0,1-3-3 0,-3-1-5 15,-4-4 1-15,-4 0-4 0,0-5-7 0,-7 1-1 16,1-5-3-16,-5 2-5 0,-4 2 0 0,-3-3-1 16,-5 2-6-16,0 2-3 0,-4 1-19 0,-5-1 4 15,-8 0-6-15,3 10-20 0,-8 0-22 0,-1 1-26 16,-2 5-39-16,-2 1-46 0,2 1-68 0,2 2-105 15,10-5-172-15,3 2-502 0,2-1 222 0</inkml:trace>
  <inkml:trace contextRef="#ctx0" brushRef="#br0" timeOffset="22182.26">14959 2099 10 0,'0'0'212'0,"-1"-7"-21"0,1 7-12 16,0 0-11-16,1-5-21 0,-1 5-10 0,0 0-19 15,0 0-12-15,1-2-13 0,-1 2-7 0,11 1-13 16,-6 2-7-16,2 2-8 0,4 2-5 0,-2 1-5 15,4 3-3-15,-2 4-6 0,2-2-4 0,-1 10 1 16,-3-5-8-16,3 6 2 0,-5-1-4 0,2 0-1 16,-1 3-6-16,-5-4 0 0,-2 0-3 0,-1 1 6 15,-1-5-6-15,-1 1-3 0,-3-2 2 0,0-2-4 16,1 1 3-16,-2-7-3 0,1 2 1 0,0-4 0 16,-2 1 19-16,5-3 14 0,-1-1 32 0,1-1 21 15,2-3-15-15,0 0 1 0,-7-10-2 0,5 3-6 16,3-5-6-16,1-5-5 0,4-8-9 15,5-2-5-15,4-3-15 0,2 0 0 0,6 0 0 16,-3 3-15-16,2 0 2 0,0 3 2 0,-4 4-3 0,-8 7 0 16,-1 4-9-16,0 2 6 0,-1 0-10 0,-3 2-1 15,-1 0-13-15,0 1-16 0,-4 4 5 0,0 0-3 16,0 0 0-16,0 19 0 0,-2-2 5 0,-2 0 0 16,-1 12 5-16,0-3-1 0,-1 3 9 15,-1-1-4-15,2 2 3 0,4-1-4 0,5 2-17 16,2-6-21-16,4 2-31 0,3-2-54 0,6-7-79 15,2-1-232-15,9-5-477 0,4-4 212 0</inkml:trace>
  <inkml:trace contextRef="#ctx0" brushRef="#br0" timeOffset="23366.56">15621 2939 14 0,'1'-5'151'0,"-1"0"-2"0,4 1-6 0,-4-1-6 16,0 2-2-16,3-2-2 0,-2 0-13 0,-1 5-6 15,1-4-16-15,-1 4-9 0,0-5-12 0,0 5-19 16,0 0-16-16,0 0-2 0,0 0-1 0,-5 14-4 15,0 3-14-15,-8 13 8 0,-1 3 0 0,-5 16 0 16,-3 4-5-16,-1 4 0 0,-5 21-3 0,6-23 3 16,2 0-3-16,2-2-5 0,3-2 5 0,3-3-8 15,2-12 7-15,6-3-5 0,-1-4-2 0,5-2 4 16,-1-1-3-16,-2-7-2 0,3-2 1 0,0-4-1 16,-1-1 1-16,1-2-9 0,0-2 4 0,0-2 5 15,0 0 42-15,0 0 37 0,0-6 29 0,1 6 16 16,-1-6-15-16,0 0-36 0,-9-12-12 15,4 6-11-15,-1-3-14 0,-3 3-9 0,1-5-16 0,-1 5-5 16,-3-5-15-16,-1 1-4 0,1 3-9 0,-2-3-12 16,4 3-9-16,-3 3-12 0,4 0-18 0,-5 0-23 15,4-1-18-15,0 0-23 0,-2 1-23 0,3 1-22 16,3 0-181-16,-2-1-380 0,6-1 169 0</inkml:trace>
  <inkml:trace contextRef="#ctx0" brushRef="#br0" timeOffset="23686.7">15194 3416 47 0,'-6'1'151'0,"6"-1"-19"15,0 0-10-15,0 0-9 0,0 0-11 0,0 0-2 16,14 3-8-16,3-2 0 0,3-2-12 0,13-2-11 16,8 2-3-16,14-5-7 0,5 5-4 15,3-3-14-15,-6 2 5 0,-1-3-6 0,-16 3-1 16,-1 1-13-16,-7 1 2 0,-1-3-4 0,-12 3 0 0,-1 0 0 16,-5 0-6-16,-3-1-4 0,-2 1-10 0,-3 0 1 15,-5 0-11-15,0 0-8 0,0 0-14 0,0 0-11 16,0 0-16-16,-25 1-3 0,13 0-18 15,-6-1-6-15,4 2-15 0,0-2-96 0,1 0-210 16,2-3 93-16</inkml:trace>
  <inkml:trace contextRef="#ctx0" brushRef="#br0" timeOffset="24380.94">16132 3185 125 0,'-1'-3'226'0,"1"3"-18"0,0 0-18 16,0 0-22-16,0 0-18 0,1-5-16 0,-1 5-21 16,0 0-9-16,0 0-12 0,0 0-11 0,0 0-8 15,-2 16-9-15,2-7-6 0,1 5-6 0,-2 2-3 16,-1 6-5-16,0 4-2 0,-1-2-8 0,2 2 0 16,0-1-6-16,-1-3 3 0,2 0-6 0,-2-3 1 15,2 0-2-15,2-4-5 0,0-3 0 0,-1-1 4 16,0-2-8-16,0 0-3 0,1-3 2 0,-1 0 6 15,-1-1 16-15,4-2 24 0,0-2 5 0,3-2-1 16,4-2-2-16,0-5-2 0,4 0-5 0,3-4-3 16,-5 1-6-16,4-4-5 0,-1-4-1 15,5-5-7-15,-6 4-3 0,-1-1-4 0,-2 2-3 16,-3 4 2-16,-1 0 10 0,0 1 4 0,-1 2 8 0,-2 4 10 16,-3 0-10-16,5 0 0 0,-5 5-12 0,-1-4-3 15,2 4-5-15,-2 1-7 0,-1 2-20 0,3-4-14 16,-3 4 0-16,0 0-2 0,0 0 1 0,1 9 0 15,0 3 2-15,-1-3 3 0,0 3 3 16,0 1 3-16,0-2-2 0,3 4 2 0,-2 0 4 16,3-2-4-16,-1 1 0 0,3-4-5 0,-1-1-21 15,0 3-15-15,2-3-21 0,-1-1-24 0,0-3-26 0,-1 0-22 16,3-1-25-16,-1-1-37 0,-1-3-203 0,-6 0-438 16,10-7 194-16</inkml:trace>
  <inkml:trace contextRef="#ctx0" brushRef="#br0" timeOffset="24593.12">16544 3106 141 0,'0'0'225'0,"1"-5"-26"0,-1 5-24 0,0 0-18 0,0 0-15 16,0 0-13-16,13 8-11 0,-6 0-8 15,1 2-5-15,1 5-8 0,2 2-6 0,3 5-7 16,-3 4-7-16,0-1-4 0,-4 3-5 0,-1 0-10 15,-1-1 0-15,0 1-8 0,-5-1-9 0,-4-1-20 0,-2 1-16 16,-3-1-18-16,-7-2-19 0,-1-4-29 16,-6-1-47-16,-3-2-59 0,-7-1-141 0,1-5-333 15,0-1 148-15</inkml:trace>
  <inkml:trace contextRef="#ctx0" brushRef="#br0" timeOffset="24913.62">16035 3072 3 0,'-4'-3'161'0,"0"1"-5"0,-1 1-15 15,5 1-16-15,-12 5-18 0,1 0-4 0,2 6-15 16,-7-2-10-16,2 8-4 0,-2 4-7 0,0 4-8 16,0 3-4-16,2 2-13 0,2 4 7 0,-1 0-2 15,5 1-4-15,0-3-1 0,6 4-5 0,2-4 2 16,5-1-4-16,5-1-4 0,3-1 5 0,9-2-5 16,3-2-3-16,17 0 3 0,3 0-1 0,4-6-20 15,3-5-55-15,6-4-63 0,-1-8-159 0,3 1-287 16,0-6 127-16</inkml:trace>
  <inkml:trace contextRef="#ctx0" brushRef="#br0" timeOffset="25464.94">17273 3273 59 0,'0'-3'222'0,"-2"-4"-26"0,-1 4-22 15,0 1-10-15,-2-1-17 0,-1 1-14 0,-4 0-13 16,0 1-15-16,-8 4-12 0,0-1-9 15,-4 3-7-15,-5 2-7 0,8 1-8 0,-9 2-9 0,4 3-4 16,-1 1-5-16,2 0-6 0,8-2-2 0,-5 5 0 16,3-2-5-16,6-1-3 0,-1 0-9 0,2 1-1 15,6-1 1-15,0-2-1 0,3 1 0 0,2-2 3 16,2-1-2-16,2-1-3 0,0 0 4 16,5-2-3-16,2-3 4 0,-2 1-1 0,9-3 1 0,-1-1 2 15,-5-2 0-15,7-3 3 0,-2-2 6 16,-1-2 5-16,-1-2-2 0,1-5 7 0,-3 0-1 0,1-6-3 15,1-4 2-15,-5-5-6 0,1-2-1 0,-2-2-6 16,1-15-1-16,-3 1-4 0,1 0-2 16,-4 15 8-16,-1-4 21 0,-2 4 28 0,0 4 13 15,-4 3 1-15,1 7 5 0,1 3-4 0,-1 5 1 0,1 2-11 16,-1 2-14-16,1 0-10 0,-2 2-37 0,2 0-38 16,0 5-7-16,0 0 2 0,0 0 4 0,-10 19 1 15,8 5 2-15,-4 3 3 0,1 2 0 16,1 0 4-16,2 5 5 0,1 0-4 0,1 2 4 15,2-2-7-15,-1 1-5 0,5-3-10 0,-3 0-15 16,3-3-23-16,-3-1-22 0,2-2-30 0,1-8-28 0,-3-1-34 16,0-5-32-16,0-1-220 0,-2-5-465 0,3 2 206 15</inkml:trace>
  <inkml:trace contextRef="#ctx0" brushRef="#br0" timeOffset="25980.09">17517 3130 284 0,'0'-3'288'16,"0"3"-31"-16,0 0-27 0,2-6-24 0,-2 6-24 15,2-3-23-15,-2 3-18 0,0 0-22 0,0 0-11 16,0 0-10-16,1 16-13 0,2-6-5 0,-3 2-11 0,0 5-2 15,0 2-8-15,0 6-5 0,0 1-9 16,-3 1-1-16,2-3 2 0,-3 2-13 0,3-5-1 16,1-2-1-16,-3 0-1 0,6-2-9 0,-3 0 2 15,1-3-2-15,1-2-2 0,-2-4-1 0,2 1 2 16,-2-2 1-16,0-3 23 0,1 0 34 0,-1-4 17 16,4 2-10-16,-4-2-8 0,17-10-4 0,-7 2-4 15,0-5 0-15,3-2 12 0,0-2-24 0,2-6-6 16,1-2-7-16,0 1-4 0,-2-5 1 0,-1 1 2 15,1 1-19-15,1-1 3 0,-4 2-5 0,-5 10 21 16,2 1 11-16,-3 5 18 0,-1-1-1 0,-1 2-8 16,1 4-19-16,-2 1 4 0,0-1-17 0,-2 1-3 15,1 1-41-15,-1 3-12 0,0 0-5 0,0 0 4 16,3 17 4-16,-7-6 0 0,2 6 7 0,0 3 11 16,1 5-7-16,-3 4-2 0,2 0 3 0,-2-1 4 15,2-1-3-15,2 0 5 0,-1-3-7 0,2-5 6 16,1-1 2-16,2-2 4 0,-2-4 1 0,3-2 3 15,3 2-1-15,7-4 8 0,4 0 10 0,11-5-13 16,2 0-7-16,2-7-18 0,16-2-39 0,1-6-51 16,-15 2-67-16,15-6-88 0,-18 0-80 0,12-6-199 15,-11 4-585-15,-3-2 258 0</inkml:trace>
  <inkml:trace contextRef="#ctx0" brushRef="#br0" timeOffset="30472.2">19333 3175 28 0,'0'0'236'16,"0"0"-12"-16,0 0-16 0,0 0-20 0,0 0-14 15,0 0-8-15,0 0-19 0,0 0-10 0,0 0-15 16,0 0-12-16,0 0-10 0,0 0-10 0,0 0-11 15,0 0-4-15,0 0-16 0,28-2-13 0,-11-1-25 16,5 1-27-16,-1-1-33 0,0 1-50 0,9-2-36 16,-8 1-58-16,1 1-112 0,5-1-319 0,-7 3 140 15</inkml:trace>
  <inkml:trace contextRef="#ctx0" brushRef="#br0" timeOffset="30632.14">19536 3325 216 0,'-5'2'226'0,"4"2"-10"0,0-2-13 0,1-2-12 16,0 0-18-16,-3 4-12 0,3-4-16 0,0 0-13 15,0 0-13-15,22 1-7 0,-1-2-18 0,16-3-25 16,20-1-34-16,4 2-44 0,4-1-61 0,25-2-60 16,-28 3-185-16,1-3-339 0,0 4 150 15</inkml:trace>
  <inkml:trace contextRef="#ctx0" brushRef="#br0" timeOffset="30986.3">21191 2748 14 0,'0'-5'288'0,"5"3"-24"0,-5-1-20 15,0 3-32-15,2-3-22 0,-2 3-26 0,0-5-28 16,0 5-15-16,0 0-14 0,-6 11-11 15,5 1-7-15,-5 1-15 0,0 5-2 0,-2 8-8 0,1 1-5 16,1 2-4-16,-1 4-4 0,1 0-12 0,7 2-26 16,-3-1-31-16,-3-2-32 0,1-1-48 0,1-1-26 15,-1 1-41-15,-2-5-152 0,-2-8-342 0,0-2 152 16</inkml:trace>
  <inkml:trace contextRef="#ctx0" brushRef="#br0" timeOffset="31246.67">20847 3359 17 0,'-5'2'231'0,"5"-2"-12"0,-6 2-8 16,2-1-5-16,4-1-12 0,0 0-13 0,0 0-16 15,0 0-13-15,17 0-17 0,3-3-12 0,16-1-14 16,14-5-14-16,12 3-12 0,7-4-4 15,26-5-4-15,-6 4-12 0,-22 3-7 0,23-5-9 16,-27 5-6-16,-7 2-15 0,-3-2-14 0,-18 8-18 16,-3-4-18-16,-2 1-16 0,-12 2-27 0,-4 0-42 15,-4 1-32-15,-6 1-6 0,-4-1-16 0,0 0-142 0,0 0-328 16,-36 5 146-16</inkml:trace>
  <inkml:trace contextRef="#ctx0" brushRef="#br0" timeOffset="31681.21">21388 3496 171 0,'-8'-4'223'0,"-3"-3"-19"16,-1 5-25-16,-3 1-12 0,2 0-17 0,-7 0-14 16,-10 3-10-16,10 1-15 0,-10 5-10 0,2-1-7 15,3 4-18-15,4-2-1 0,3 0-9 0,3 5-8 16,-1-3-5-16,3 2-3 0,0 0-9 0,4 0-3 16,4-2-8-16,2-2 0 0,2 1 1 0,2-3-3 15,3 1-4-15,1-3 0 0,9 0 4 0,3-3-3 16,5 0-4-16,6-4 1 0,2 1 4 0,-3-4-7 15,1-1-4-15,-1-2 2 0,-9 1-1 0,2 2 11 16,-3-3 11-16,-4 7 1 0,-2-4 14 0,-3 2-3 16,0 1 3-16,-2 0-11 0,-2 0-9 0,-4 2-8 15,10-2-8-15,-10 2-6 0,0 0-2 0,5 9-1 16,-5-1 3-16,-1 5-2 0,-1 2-1 0,0 3 0 16,-4 10 2-16,2 1-3 0,0 3 6 0,0-2-1 15,2 1 0-15,0-3 2 0,1 1-17 0,2-4-32 16,3-7-30-16,0 0-39 0,0-1-52 0,0-6-89 15,2-4-151-15,-1-4-429 0,4-2 189 0</inkml:trace>
  <inkml:trace contextRef="#ctx0" brushRef="#br0" timeOffset="32212.24">22139 3021 101 0,'0'0'248'0,"0"-2"-27"0,0 2-28 0,0 0-22 16,0 0-18-16,0 0-13 0,-2 12-19 0,-2-3-12 15,-4 8-7-15,3-2-12 0,-8 7-8 0,7 4-7 16,-4-2-9-16,2 0-4 0,2-5-9 0,0 5-1 16,3-5-8-16,0 1-4 0,3 1-3 0,1-3-1 15,-1-2-1-15,4-2-2 0,0-3-5 0,-3-2 1 16,3-1 0-16,0-3 12 0,2 0 14 0,-1-5 9 15,4 0 6-15,4-2 9 0,0-3 3 0,1-3 9 16,4-3-15-16,-3-4-5 0,6-3-3 0,-3-3-9 16,1 0-5-16,-1-4-7 0,-1 1-5 0,0 2-1 15,-3 1 6-15,-5 6 3 0,0 3 20 0,-4 2 17 16,3 1-4-16,-7 4-11 0,3 1-7 0,0-1-10 16,-3 1-17-16,0 0-26 0,3 2-34 0,-4 2-2 15,0 0 2-15,3 12 2 0,-3-4 6 0,-3 3 0 16,3 3 3-16,0 2 1 0,0 2 6 0,3 1-11 15,-2-1-18-15,3 1-18 0,-3-2-23 0,4 0-26 16,-1-3-34-16,-1-2-40 0,-1-3-48 0,5 2-266 16,-4-8-528-16,0-1 234 0</inkml:trace>
  <inkml:trace contextRef="#ctx0" brushRef="#br0" timeOffset="32512.68">22584 2724 289 0,'0'-3'282'0,"0"3"-29"0,1-3-29 0,-1 3-25 16,0 0-23-16,0 0-17 0,8 6-17 0,-3 0-16 15,3 2-11-15,1 6-10 0,1 1-10 0,-3 2-8 16,1 2-11-16,1 5-6 0,-6-4-4 15,-2 4-8-15,-1 3-5 0,-3-1-6 0,-1-8-5 16,-3 4-1-16,2-4-4 0,-2-1-8 0,1-1-1 0,2-4 0 16,0-1-4-16,-1-2-3 0,3-1-4 0,-1-4 1 15,-2 1-3-15,5 1 3 0,0-6 0 0,0 0-1 16,13 6-2-16,0-6-24 0,8 0-38 0,9-2-53 16,2-6-74-16,2 4-270 0,-2-1-480 15,3 3 213-15</inkml:trace>
  <inkml:trace contextRef="#ctx0" brushRef="#br0" timeOffset="33045.35">23469 3147 52 0,'-2'-10'221'0,"-1"3"-19"15,-2 0-15-15,0 0-16 0,-4 1-16 0,0-1-15 16,-4 4-15-16,-6-3-16 0,0 6-7 0,-3 0-14 16,-6-1-6-16,-1 4-7 0,-2 2-16 0,3 3 2 15,0 0-8-15,1 2-9 0,8 0-3 0,-5 1-4 16,6 1-2-16,1 1-8 0,3 2 4 0,1-1-8 15,2 1 0-15,3 0-1 0,3 1 1 0,2-4-1 16,5 1-5-16,0 3 2 0,5-6 4 0,6 1 10 16,2-1-5-16,4-3 4 0,0-1 2 0,9-4-4 15,0 0-3-15,3-5 2 0,-4-1 12 0,1-5 2 16,-1-2 0-16,-2-5 1 0,-1 2 0 0,-2-7 1 16,0 0-3-16,-5-6-7 0,-1-3 3 0,-3-4-12 15,5-17 2-15,-3 8 6 0,-4 8 5 0,-4-1 18 16,-2 3 29-16,-1 1 25 0,-2 2 20 0,-1 2 15 15,-1 8-4-15,-3 3 2 0,2 5-15 0,0 0-6 16,-1 2-10-16,1 4-16 0,1-1-18 0,-2 2-18 16,2 2-69-16,0 3 19 0,0 0-4 0,0 0 4 15,-20 17-1-15,10-3 0 0,-1 8-1 0,-2 5 0 16,1-1-3-16,3 6-28 0,-1 4-1 0,5-2-13 16,-3 1-17-16,3-2-15 0,1 1-7 0,-1-1-22 15,4-4-16-15,1-2-24 0,0-8-19 0,0 1-24 16,1-4-39-16,3-3-34 0,-3-3-253 15,2-4-549-15,0-1 243 0</inkml:trace>
  <inkml:trace contextRef="#ctx0" brushRef="#br0" timeOffset="33446.11">23716 2968 269 0,'0'0'352'0,"1"-5"-38"0,-1 5-29 16,3-3-36-16,-3 3-25 0,1-2-28 0,-1 2-24 16,0 0-20-16,0 0-16 0,0 0-13 0,0 12-12 15,0-2-11-15,0 2-5 0,0 5-10 0,-1 0-11 16,-2 1-8-16,5 0-6 0,-5 1 2 16,4 0-11-16,-1-1-3 0,0-2-7 0,2-1-1 15,-1-2-18-15,0-2 14 0,2-2-5 0,-2 1-4 0,0-4 1 16,0-1-2-16,1 0-7 0,-2-1 63 0,4-3-1 15,-4-1-12-15,14-6-10 0,-5-1-7 0,2 2 3 16,3-6 3-16,0 0-6 0,-1-3 4 16,2-1-10-16,2-6-7 0,2 1 2 0,-7 5 5 15,-1 2 15-15,-2 2 7 0,-2 4 7 0,-2 0-1 16,0 2-13-16,-2 3-8 0,1-3-10 0,-1 2-23 0,-1 2-26 16,-2 1-11-16,0 0 6 0,6 11-11 0,-5-1 9 15,0 2 1-15,1 5 2 0,-1 2-10 0,3 8-7 16,3-3-12-16,0-1-48 0,2 2-52 15,1-1-57-15,-1-6-86 0,-2-3-352 0,7-3-688 16,-5-6 305-16</inkml:trace>
  <inkml:trace contextRef="#ctx0" brushRef="#br0" timeOffset="34446.08">20764 2531 101 0,'0'0'113'0,"-5"-4"-7"0,5 4-11 0,0 0-8 0,-13 10-13 16,4 1-9-16,0 4-5 0,-7 10-3 15,-2 6 3-15,-6 14-5 0,-1 6-2 0,-9 26-8 16,-1-1 0-16,3 6-3 0,2 6-2 0,-1 1-2 15,7 1-3-15,1-1 0 0,6-8-4 0,6-23 3 16,3 24-6-16,-1-26-1 0,4 3 7 0,0-5-6 16,1 5 2-16,7-7-4 0,-6 0-1 0,3-6-5 0,-1-12 1 15,-3-1-2-15,-4-4 3 0,1 0-2 16,-5-2-1-16,3-10-5 0,-5 0 3 0,-1-3-1 16,-2-3-3-16,-2-2-2 0,-9-2-1 0,0-5 1 15,-3-2-1-15,-1-2 2 0,-4-1-4 0,-1-2-2 16,2-2 0-16,0 1-7 0,-1 0-15 0,3 1-22 15,2 1-32-15,5 1-49 0,4 2-128 0,5 0-267 16,5 2 117-16</inkml:trace>
  <inkml:trace contextRef="#ctx0" brushRef="#br0" timeOffset="34912.68">20151 4671 179 0,'-18'17'172'0,"5"0"-16"0,1-5-10 15,3 3-9-15,2-4-10 0,1-1-14 0,-1 0-8 16,5 1-9-16,1-1 8 0,3-2 7 0,4 0-5 15,3-3 2-15,10-3-7 0,12 0-7 0,1-7-11 16,4-4-8-16,0-3-5 0,-2-2-6 0,0-3-8 16,-6-1-7-16,-3-5-9 0,-6 0 2 0,-6 1-8 15,-4-2-2-15,0 5-6 0,-12-8-5 0,-4 8 2 16,-10-2-9-16,-6 1 4 0,-4 5-7 0,-3 3 0 16,-4 4 0-16,-4 2-7 0,-12-1-20 0,-1 6-26 15,12 2-48-15,0-1-46 0,3 3-80 0,2-3-125 16,12 0-367-16,3-3 163 0</inkml:trace>
  <inkml:trace contextRef="#ctx0" brushRef="#br0" timeOffset="35880">20851 1991 67 0,'0'-3'172'0,"0"3"-17"0,9-4-15 0,-5 4-13 16,3 0-22-16,0 3-8 0,1-2-16 0,1 4 0 16,2 3-10-16,-1 4-10 0,2 0-6 0,-2 6 0 15,0-1-22-15,-1 9 7 0,-3-3-6 0,0 6-3 16,-3-3 4-16,-4 3 0 0,-3-3-13 0,-1 1 7 15,-4-3-7-15,0 3-1 0,0-10 1 0,-3 7 8 16,0-9-3-16,0 0 8 0,1-2 9 0,3-3 14 16,1-3 2-16,2-1 15 0,0-3 23 0,1 1 30 15,1 1 34-15,1-2 26 0,2-3-19 0,0 0-22 16,0 0-14-16,6-21-15 0,3 4-7 0,8-4-7 16,2-5-18-16,-1-3-12 0,11-8-9 0,3-1-3 15,-9 9-4-15,-3 3-11 0,1 1-4 0,-2 3-10 16,-5 6 5-16,-2 3 7 0,-6 3-8 0,1 2-2 15,-4 2 1-15,4 3-34 0,-5-1-25 0,1 1-29 16,-3 3 3-16,0 0 8 0,0 0 3 0,-2 21 9 16,-5-6-1-16,1 10 4 0,0-5 6 0,2 8 2 15,3-1 3-15,0 2-13 0,5 0-8 0,4 0-12 16,5-3-44-16,3 2-46 0,9-7-80 0,7 1-289 16,4-6-549-16,15-4 244 0</inkml:trace>
  <inkml:trace contextRef="#ctx0" brushRef="#br0" timeOffset="36870.24">24945 3121 44 0,'0'0'212'0,"0"0"-11"0,-5-3-7 16,5 3-4-16,0 0-12 0,0 0-4 15,0 0-9-15,-5-2-1 0,5 2-6 0,0 0-11 16,0 0-9-16,0 0-11 0,0 0-13 0,9-6-14 0,0 2-11 15,3 1-8-15,5-4-9 0,4 3-5 0,8-4-11 16,2 1-4-16,3 4-6 0,-2-4-8 0,0 3-7 16,-1 2-28-16,-3-4-23 0,-9 4-30 15,0-1-23-15,-5 3-27 0,-1 3-29 0,-1-3-34 16,-5-3-23-16,-2 3-168 0,-5 0-383 0,0 0 170 0</inkml:trace>
  <inkml:trace contextRef="#ctx0" brushRef="#br0" timeOffset="37065.9">24971 3350 57 0,'0'0'227'0,"-4"5"-14"0,3-3-15 16,1-2-22-16,0 0-14 0,18 0-16 0,1 0-16 15,11-2-3-15,5 0-44 0,5-1-59 0,13 0-77 0,-13-1-196 16,-3 0-269-16,-1-1 119 0</inkml:trace>
  <inkml:trace contextRef="#ctx0" brushRef="#br0" timeOffset="39430.11">26914 2707 98 0,'2'-3'151'0,"-2"3"-1"0,2-6-13 0,3 4-15 0,-2 0-10 16,2-3-15-16,-1 3-8 0,1 0-9 15,4 1-7-15,1-1-14 0,1 4 0 0,0-2-10 0,0 2-8 16,2 4 4-16,-3 0-11 0,3 3-1 0,-3 4-4 16,-1 2-1-16,0 2-2 0,0 6-6 0,-4 2-3 15,-1 0 1-15,-4 3-4 0,-4 1 2 0,-1 3-1 16,-4-2 0-16,-2 1-1 0,-3-3 2 0,-2 1 2 15,-3-3-7-15,0 3 3 0,-4-7-3 0,4 0 2 16,-2-1-3-16,1-5 3 0,2-4 3 0,0-1 4 16,4-3 13-16,3 0 6 0,4-3 3 15,-2 0 18-15,4-1 27 0,0-1 23 0,1-1 38 0,0-2-7 16,4 0-15-16,0 0-10 0,-1-13-17 16,6 2-9-16,4-6-10 0,6-5 1 0,2-2-20 15,6-2-7-15,0 0-3 0,10-17-6 0,-6 17-6 0,0 0-5 16,-2-1-5-16,-1 3-3 0,1 0 0 15,-4 1-6-15,-2 3-2 0,-5 6-1 0,-4 1 8 0,0 3 3 16,-2 3 10-16,-3 2-6 0,0 0-6 16,-1-1-4-16,1 2-15 0,0 3-19 0,-5-3-30 0,0 4 1 15,0 0-3-15,0 0 8 0,-2 17 4 16,-10-4-1-16,3 1 14 0,-6 8-5 0,2 5 5 0,1-1-3 16,2 0 5-16,5 1 2 0,0-3 7 0,1 1-4 15,6-7 4-15,1-1-1 0,5 1 1 0,3-3-15 16,9 4-33-16,5-5-51 0,7-2-56 15,5-5-77-15,0-5-201 0,17-2-477 0,-16-2 211 16</inkml:trace>
  <inkml:trace contextRef="#ctx0" brushRef="#br0" timeOffset="40014.86">27493 2398 123 0,'5'-1'128'0,"3"-2"-11"0,1 3-4 15,0-2-20-15,1 2-11 0,-1 2-5 0,4 0-16 16,-4 3-2-16,0-2-6 0,1 2-13 0,-2 4 7 16,-1-4-6-16,-1 5-10 0,0-1-1 0,-4 2 9 15,1 0-15-15,-4 1 1 0,-2 0-4 0,-2 1-1 16,0-4-1-16,-1 7 8 0,-2-6-4 0,0 0 4 16,1-2-8-16,-1 1-2 0,0-1-2 0,3-1 2 15,-1 2-1-15,-1-6-5 0,6 5-8 0,-3-3 3 16,3-1 9-16,1 3-21 0,1-1 17 0,3 0-4 15,1-1 18-15,5 3 1 0,2 1 6 0,2 1-5 16,0-1 1-16,0 1-4 0,1 0-2 0,-6-1 3 16,3 0-10-16,-5 0 1 0,0 0 0 0,-1 3-3 15,-4-5 2-15,-2 4 1 0,-2-2 1 0,-4 1 2 16,-3 4-4-16,-8-4-5 0,-2 2-18 0,-5 1-17 16,-2-2-43-16,1 1-44 0,-2-3-155 0,6-3-288 15,2 0 127-15</inkml:trace>
  <inkml:trace contextRef="#ctx0" brushRef="#br0" timeOffset="40495.94">26570 3435 112 0,'-11'2'206'0,"5"-1"-4"0,-2 0-16 15,3-1-14-15,1 3-14 0,4-3-15 0,-6 0-12 16,6 0-6-16,-5 1-15 0,5-1-16 16,0 0-5-16,-6 2-12 0,6-2-4 0,0 0-11 0,0 0-1 15,-6 1-6-15,6-1-14 0,0 0 3 0,0 0-9 16,0 0-4-16,-5 1-8 0,5-1-1 0,0 0 0 15,0 0-5-15,0 0-2 0,0 0 1 16,0 0-4-16,0 0-1 0,0 0 0 0,0 0-2 16,0 0-5-16,0 0-2 0,0 0 6 0,0 0 0 0,0 0-3 15,0 0 2-15,0 0 2 0,0 0 19 0,15 4 15 16,5-6 4-16,12 1 0 0,25-4-3 0,11 1 8 16,33-1-10-16,5-2 3 0,0 3-3 0,1-1 7 15,8 0 7-15,0 1 8 0,0-1-7 0,-7-3 0 16,-8 8-6-16,-36 0-7 0,-1-1-6 15,-6 1 2-15,-18 0-5 0,-5 0-2 0,-6-2-5 0,-5 4-4 16,-10-4-1-16,0 2-2 0,-3-1-16 0,-2 1-15 16,-4-1-11-16,-4 1-24 0,0 0-25 0,0 0-18 15,-36-3-30-15,9 3-22 0,-3 3-30 0,0 1-29 16,-2-3-26-16,-1-1-165 0,1 3-422 0,1 2 187 16</inkml:trace>
  <inkml:trace contextRef="#ctx0" brushRef="#br0" timeOffset="40962.4">26713 3704 219 0,'0'0'268'0,"-8"-1"-19"0,8 1-24 16,0 0-23-16,0 0-22 0,0 0-20 0,10-8-18 15,-3 6-14-15,5 0-14 0,0-2-5 0,6 4-20 16,-6-3-12-16,6 3-4 0,-4 0-11 0,0 3-6 0,3 2-5 16,-3-1-6-16,-4 1-5 0,2 4-7 15,2 3-4-15,-5 0-4 0,-3 5-2 0,-2 0-3 16,-4 3 3-16,0-2-8 0,-6 8-1 0,-5 2-7 15,-4 1-5-15,-5-1-2 0,-5-1 5 0,-7 10-8 16,6-11 4-16,-3-3 1 0,0-3 2 0,6-2-3 16,-4-3 4-16,12-5-2 0,-3 0 1 0,9-4 1 15,-3-2 19-15,6 0 21 0,0 0 36 0,1-2 23 16,5-2-15-16,0 0-20 0,-3-9-10 0,8 2-9 16,2 0-4-16,5-1-7 0,3-1-2 0,5 0-4 15,-1 1-4-15,-1 1-11 0,1 0 3 0,-1 2-4 16,2 3-1-16,0 2-3 0,-4 0 1 0,3 1-4 15,-1 2 1-15,0 0-10 0,1 4-23 0,2 1-29 16,-5-1-29-16,5-2-37 0,-3 1-38 0,1-2-53 16,-1 1-74-16,0-4-155 0,-4 0-472 0,0-3 209 15</inkml:trace>
  <inkml:trace contextRef="#ctx0" brushRef="#br0" timeOffset="41378.11">27323 3657 212 0,'0'0'270'0,"-2"-4"-26"0,2 4-27 15,0 0-28-15,0 0-33 0,0-4-31 0,0 4-10 16,0 0-13-16,0 0-8 0,-7 10-11 0,7-6-6 16,0 3-3-16,4 0-13 0,-1-3-2 0,3 2-6 15,4 2-14-15,-1-2-2 0,7 5-11 0,2-7-7 16,-3 2-6-16,3-3-4 0,-3-1-4 0,2-2-1 15,-3 0 1-15,-1-2-1 0,-2 0 0 0,3 0 1 16,-5-2 13-16,-2 3 16 0,1-2 24 0,-3 3 13 16,2-3 0-16,-3 2-8 0,-2-2-5 0,-2 3-11 15,8-2-10-15,-8 2-16 0,0 0-15 0,6 6 0 16,-12 0-1-16,2 3-3 0,-5 8 3 0,-4 7-1 16,-6 2-2-16,1 4-1 0,0-1 5 0,-5 13-1 15,1 0-3-15,-2-2-1 0,7-7 8 0,-1-2-5 16,2-2 0-16,1 1-3 0,2-3 5 15,4-2 1-15,-1-7-2 0,2-1 1 0,3-1 0 0,0-4 4 16,1-2-3-16,-1-5 1 0,5 2 5 0,-4-3-1 16,4 1 14-16,0-5 20 0,-3 6-6 0,3-6-45 15,0 0-55-15,0 0-39 0,0 0-37 0,-2-22-60 16,2 12-227-16,0-1-459 0,2-1 203 0</inkml:trace>
  <inkml:trace contextRef="#ctx0" brushRef="#br0" timeOffset="41628.25">27237 3971 262 0,'-8'2'331'0,"8"-2"-8"0,0 0-15 16,-9 2-18-16,9-2-11 0,0 0-24 0,0 0-31 15,38-9-21-15,-1 4-24 0,26-1-18 0,33-3-10 16,3 2-20-16,-2 3-15 0,-6 2-13 0,-28 0-10 15,1 2 0-15,-11-1-22 0,-13 1-6 0,-4 0-10 16,-3 1-10-16,-6-1-10 0,-11 0-16 16,-4 0-12-16,-1 0-8 0,-4 0-8 0,-7 0-12 15,9 0-8-15,-9 0-20 0,0 0-28 0,0 0-30 0,-27-5-35 16,10 2-44-16,2 1-61 0,-2-1-242 0,3 2-529 16,3-4 234-16</inkml:trace>
  <inkml:trace contextRef="#ctx0" brushRef="#br0" timeOffset="50061.03">3980 7449 112 0,'0'-3'221'0,"0"3"-7"0,-3-6 1 15,3 1-16-15,0-1-5 0,-1 2-5 0,1 4-2 16,-1-10-10-16,1 6-7 0,1-1-11 0,0-1-16 16,2 0-14-16,1 1-15 0,0 1-10 0,1-3-14 0,0 3-10 15,4-1-8-15,-3-2-12 0,6 5-7 0,-5-1-7 16,4 2-2-16,0 1-9 0,3 1-2 16,-5 2-7-16,5 4-5 0,-5-2-6 0,5 6-9 15,-2 0-5-15,-2 3-3 0,0 3-3 0,-1 2-2 0,-4-2 2 16,-2 8-2-16,-2 2 3 0,-5 0-1 15,-4 5 2-15,-3-4 1 0,1 1 2 0,-4-1-1 16,-3 0-1-16,-1-5-1 0,4 1 2 0,-4-4 0 16,8-5 1-16,-3-1-2 0,3-3 1 0,2-3 3 0,3-2 3 15,0 0-1-15,1-1 3 0,-1-1 27 0,3-1 31 16,-1 0 37-16,3-3 26 0,0 0-10 0,0 0-26 16,4-17-11-16,6 2-6 0,-1-2-2 15,8-11-8-15,1 3-5 0,2-7-9 0,3 4-3 16,-4 2-8-16,4 0 1 0,-2 2-8 0,-5 0-4 0,3 3 0 15,-7 6-9-15,1 2 1 0,-4 3-5 0,-3 1 0 16,-1 2-7-16,0 1 7 0,0 1-10 0,-1 0-8 16,-1 3-3-16,1 0-32 0,-4 2-26 0,0 0 10 15,0 0 2-15,7 8 0 0,-5-1 6 0,0 4 0 16,-2 4-3-16,1 2 3 0,3 5 6 0,-4 5 0 16,3-1 5-16,-1-7-6 0,3 6 0 0,-1-7-10 15,0 3-1-15,5-1-4 0,1-6-12 0,-2 2-22 16,2-3-24-16,4-1-33 0,2-2-34 0,0-3-52 15,-2-3-222-15,5-3-493 0,-1-2 218 0</inkml:trace>
  <inkml:trace contextRef="#ctx0" brushRef="#br0" timeOffset="50560.9">4545 7415 106 0,'-3'-4'293'16,"3"0"-8"-16,-1 0-13 0,1 4-16 0,0-4-26 15,0 4-29-15,-5-6-20 0,5 6-19 0,0 0-23 16,0-3-12-16,0 3-23 0,0 0-8 0,0 0-14 0,14 12-8 16,-6-7-6-16,1 3-7 0,2 4-3 15,3-2-11-15,1 3-12 0,3 4-8 0,-2-3-8 16,6 2-9-16,-7-3-6 0,2-1-9 0,0 2-4 15,1-2 0-15,-1-2-5 0,-2 0 0 0,-3-3 2 16,0 0 2-16,-2 0 2 0,1-4 0 0,-5 1 4 16,0-1 6-16,1-2 12 0,-1 1 26 0,-2-1 13 15,-4-1 12-15,0 0 14 0,14 0 1 0,-14 0-5 16,7 1-11-16,-7-1-13 0,0 0 9 0,0 0-22 16,7 2-20-16,-7-2-12 0,0 0-2 0,-5 9-3 0,-3 1-1 15,-3 5 3-15,-6 5-3 0,0 6-3 0,-4-2 4 16,-2 5-2-16,0-1-1 0,0 2 3 0,-1 9-3 15,5-10-1-15,-1 0 3 0,4-2 2 0,2-3 0 16,1-1 0-16,4-6-2 0,0-3-1 0,3-2 1 16,0-1 10-16,3-4-10 0,-1 3 4 0,1-5-1 15,0 0 2-15,0-1 3 0,-1 0 14 0,4 0 24 16,0-4 6-16,-1 4 15 0,1-4 9 16,-4 2 1-16,4-2 10 0,0 0-19 0,0 0-10 15,0 0-12-15,0 0-14 0,0 0-25 0,5-10-29 0,-2 5-31 16,-3 0-26-16,1 0-26 0,-1 2-35 0,0-4-30 15,0 3-41-15,0-2-44 0,0-1-266 0,0 0-565 16,3 2 249-16</inkml:trace>
  <inkml:trace contextRef="#ctx0" brushRef="#br0" timeOffset="50907.27">5015 7831 218 0,'3'-2'325'0,"-3"2"-26"0,1-5-21 0,-1 5-21 16,4-2-18-16,-4 2-24 0,0 0-27 0,0 0-20 15,0 0-21-15,0 0-13 0,-11 8-20 0,1 1-11 16,-5 4-8-16,-3 3-12 0,-5 2-8 0,0 3-10 16,0 0-5-16,1 1-4 0,2 0-8 0,1-3-5 15,6-2-2-15,0-3-6 0,3 0 8 0,3-1-16 16,0-1 0-16,-2 2-5 0,4-7-2 0,1-1-2 15,0-1-1-15,0-1-3 0,3 0 4 0,0-1-1 16,-2 1-1-16,2-1 11 0,1-3 2 0,-3 3 11 16,3-3 7-16,0 0 12 0,-1 4 1 0,1-4 2 15,0 0-12-15,0 0 2 0,0 0-3 0,-5 2 0 16,5-2-7-16,0 0-2 0,0 0-26 0,0 0-30 16,0 0-24-16,0 0-37 0,0 0-53 0,0 0-69 15,0 0-45-15,0 0-42 0,0 0-240 0,0 0-570 16,5-12 253-16</inkml:trace>
  <inkml:trace contextRef="#ctx0" brushRef="#br0" timeOffset="52860.02">5497 7396 60 0,'-2'-6'218'16,"4"5"-13"-16,-1-5-22 0,3 1-15 0,1 1-19 15,3 0-12-15,1 0-14 0,1-2-8 0,4 2-12 16,3 0-10-16,4 3-11 0,2-3-8 0,-5 4-8 16,12 0-7-16,-10 2-10 0,2 1-1 0,-3 2-7 15,-1 0-6-15,-7 2-1 0,7-2-5 0,-5 7-2 16,-2-8-5-16,-3 8-3 0,1-6-4 0,-5 6-7 0,-2-3-2 15,2 3-1-15,-9-1 4 0,0 0-6 16,-7 1 2-16,-4 2 2 0,0-1-1 0,-3-4-6 16,-4 7 4-16,7-7 3 0,3-4-4 0,3 3 2 15,-1-1-3-15,1-3 1 0,0 3-15 0,5-1 7 0,1-1-6 16,0-1-1-16,3 4 2 0,1-2 1 16,4 5 2-16,1-2 2 0,4 3 2 0,5 0-3 15,0 1 4-15,8 5-2 0,1 0 2 0,-1 1 0 16,-2 1-6-16,2-2 6 0,-3 2 0 0,0-1 2 0,-4-3 4 15,-3 0-2-15,-2-1 0 0,-3 0-1 16,-4-4 9-16,0 3-7 0,-6-1 4 0,-7 1 2 0,-5-2 2 16,-12 5-3-16,-9-3 0 0,-16 0-8 15,-3-2-20-15,-8-1-47 0,-1-5-51 0,-32-2-214 0,31-2-357 16,1-3 158-16</inkml:trace>
  <inkml:trace contextRef="#ctx0" brushRef="#br0" timeOffset="56040.17">9123 7631 193 0,'0'-11'217'0,"-2"-1"-6"15,4 3-5-15,1 0-11 0,-2-2-4 0,-1 5-3 0,3-2-8 16,-3 1-13-16,0 2-13 0,1 1-15 0,-1-2-15 16,0 3-14-16,0 3-16 0,0-4-21 0,0 4-29 15,0 0-15-15,0 0-3 0,0 0-5 0,1 16-3 16,-1-1-2-16,-1 4 1 0,-3 10-3 0,0 2-3 15,-1 4 0-15,5-1 2 0,-5-4-2 0,1 3 2 16,2-1-2-16,-1-1-3 0,2-2-2 0,-2 0 3 16,-1-5-2-16,3-5-9 0,1-1 0 0,0-6 2 15,-1-2 2-15,2 1-2 0,-2-5 2 0,1 2 2 16,0-4 11-16,0 0 35 0,0 3 34 0,0-4 43 16,0-3 41-16,0 0 9 0,0 0-18 0,0 0-22 15,-8-13-3-15,7 0-20 0,-3-5-12 0,0-7-5 16,3-6-22-16,-3-3-14 0,5-17-8 0,3 1-21 15,0-3-9-15,0-4-8 0,1 0 17 0,4 4-20 16,-1 2-3-16,3 3-4 0,-3 12-2 0,-2 4-1 16,-2 1-4-16,4 6 2 0,-3 6 1 0,-3 2 1 15,5 2-7-15,-4 1 1 0,1 4-2 0,2 0-12 16,1 1-25-16,3 0-26 0,1 3-23 0,5 0-18 16,2 2-22-16,5 4-23 0,5 4-21 0,3 3-23 15,-3 4-17-15,-1 2-24 0,-4 2-33 0,-5-2-174 16,-3 0-484-16,-3 1 214 0</inkml:trace>
  <inkml:trace contextRef="#ctx0" brushRef="#br0" timeOffset="56416.44">8988 7779 165 0,'0'0'161'0,"0"0"-12"0,0 0-1 15,-4 3-2-15,4-3-7 0,0 0-14 0,0 0-6 0,0 0-10 16,0 0-14-16,0 0-10 0,0 0-9 0,0 0-3 15,0 0-5-15,23-1-9 0,-4-2-2 0,8 0-8 16,5-1-3-16,4-1 5 0,1 0-6 0,0 0-3 16,-3 1-3-16,0-2-10 0,-4 4 1 0,-3-3-7 15,-8 3 1-15,-3 0-2 0,-5-1-3 0,-1 3-2 16,-1 0-12-16,-4-3-12 0,3 3-14 0,-8 0-12 16,9 0-12-16,-7 3 8 0,-2-3-5 0,0 0-19 15,-6 9-16-15,0-5-31 0,-4 0-38 0,-2-1-127 16,1 1-296-16,2-2 131 0</inkml:trace>
  <inkml:trace contextRef="#ctx0" brushRef="#br0" timeOffset="57145.39">9854 7528 150 0,'0'0'205'0,"0"-6"-20"0,0 6-17 16,4-3-18-16,0-2-18 0,0 2-13 0,1 2-12 16,1-2-14-16,2 3-7 0,2-1-11 0,0 2-10 15,3-1-5-15,-3 3-8 0,2 1-5 0,-1 3-8 16,-2-1-8-16,0 3-5 0,0 3-3 0,3-2-3 16,-6 9 0-16,-2-1-3 0,2 1-2 0,-6 6-3 15,0-7-2-15,-6 2 2 0,-2 5-1 0,2-7-5 16,-3-2 4-16,0 1 0 0,-4-2-3 0,4 0 1 15,-4-3 1-15,7-3-2 0,-3 0 1 0,0-1-5 16,1-5 3-16,3 3 7 0,1-3 23 0,1 0 24 16,0 1 30-16,0-4 23 0,3 0-1 0,0 0-11 15,0 0-9-15,-4-10-11 0,8 1-11 0,0-5-4 16,4 0-7-16,1-4-9 0,5-4-4 0,0-3-4 16,4 3-6-16,-4-2-2 0,3 4-3 0,1-2-5 15,-7 7 0-15,2 1-3 0,1-1 1 0,-3 4 1 16,-3 1-7-16,1 3 3 0,-4-1-7 0,0 4-3 0,0 0-4 15,-1 0-4-15,-1-1-1 0,1 2-3 0,-1 2-25 16,-3 1-13-16,0 0-2 0,0 0 3 16,9 2 7-16,-5 2-3 0,-4 4 4 0,4 4 2 0,1 0-2 15,-4 0-2-15,3-2-8 0,1 6-4 0,-1 0-1 16,-1-1-14-16,-1 1-5 0,3 0-13 0,-2-4-15 16,2 1-14-16,-4-1-22 0,2-3-19 15,3-1-51-15,-5-1-137 0,3-1-362 0,3-2 160 0</inkml:trace>
  <inkml:trace contextRef="#ctx0" brushRef="#br0" timeOffset="57371.65">10351 7446 176 0,'1'-2'252'15,"2"-2"-24"-15,-2 1-30 0,-1 3-22 0,4-4-23 16,-4 4-19-16,0 0-13 0,0 0-15 0,14 8-12 15,-9 0-7-15,3 1-13 0,1 6-7 0,1 1-6 16,2 8-4-16,-6 3-9 0,4 3-1 0,-3-1-6 0,-3 0-6 16,-3 0-4-16,-2 4-9 0,-3-1-20 15,-4-2-12-15,-3 0-26 0,-5-1-22 0,-3-1-19 16,-4-2-35-16,-1 0-57 0,-6-6-123 0,0 0-315 16,-1-5 139-16</inkml:trace>
  <inkml:trace contextRef="#ctx0" brushRef="#br0" timeOffset="57692.6">9915 7343 140 0,'-5'-3'183'0,"4"1"-19"0,1 2-21 0,-8-3-13 0,8 3-15 16,-12 5-11-16,2 4-10 0,-5 2-10 0,-4 10-12 15,0 4-4-15,-4 1-9 0,-5 14-7 0,0 6-5 16,1-3-5-16,0 4-6 0,9 1 7 0,-2-4-12 16,8-9-9-16,5-2-1 0,0 0 5 0,5-1-5 15,2-3 2-15,5 0-9 0,4-4 9 0,5-1-4 16,6-3 4-16,7-3 0 0,6-4-6 0,16 1-27 15,8-11-41-15,6-1-49 0,2-4-180 0,3-3-303 16,-7-4 134-16</inkml:trace>
  <inkml:trace contextRef="#ctx0" brushRef="#br0" timeOffset="58109.32">10985 7708 263 0,'0'0'260'0,"0"0"-14"0,-3-2-13 16,3 2-17-16,0 0-17 0,0 0-17 0,0 0-21 15,0 0-16-15,0 0-11 0,-1-3-17 0,1 3-7 16,0 0-14-16,0 0-7 0,0 0-6 0,0 0-13 16,0 0-7-16,0 0-4 0,0 0-6 0,13-1 1 15,-7-1-5-15,12-2-3 0,0 2-9 0,13-2-3 16,-2 3-2-16,3-3-2 0,0-1-2 0,-1-1-6 15,-2 4-7-15,-7 1-16 0,-3 0-13 0,-6-1-14 16,1 1-15-16,-4-1-22 0,-1 4-26 0,0-2-20 16,-4 1-24-16,-5-1-26 0,7-1 9 0,-7 1-8 15,0 0-40-15,-11 10-128 0,0-7-355 0,-2 3 157 16</inkml:trace>
  <inkml:trace contextRef="#ctx0" brushRef="#br0" timeOffset="58395.18">11003 7891 112 0,'0'0'257'15,"-4"1"-15"-15,4-1-16 0,0 0-19 0,0 0-18 0,0 0-16 16,0 0-21-16,0 0-10 0,31-3-17 0,-3-1-22 15,6-2-11-15,3 4-6 0,17-3-18 0,-1 1 3 16,-1-4-10-16,-12 6-8 0,-3 0-3 0,-1 2-6 16,-1-3-4-16,-7-1-5 0,-10 3-4 0,-1 2-5 15,-7-2-12-15,-1 1-17 0,0-1-19 0,-4 1-16 16,-5 0-21-16,6 0-3 0,-6 0-10 0,0 0-22 16,-11 9-33-16,-3-7-227 0,-3 1-383 0,-5 1 169 15</inkml:trace>
  <inkml:trace contextRef="#ctx0" brushRef="#br0" timeOffset="93004.07">12690 7429 13 0,'0'0'147'0,"0"-5"2"0,0 1-10 0,0 4-2 16,1-5 4-16,0-2-6 0,1 2-2 0,-1 0 4 16,0-2 6-16,-1 2 2 0,-1 0-4 0,2-2-4 15,0 3 3-15,-1-4-6 0,0 3-7 0,2 1 2 16,-1 2-9-16,-1-4-12 0,1 1-7 0,-1 5-13 16,2-4-11-16,-2 4-9 0,0-3-19 0,0 3-31 15,0 0-23-15,0 0-1 0,0 0 1 0,-2 18-3 16,0-8 3-16,-2 7-1 0,0 4 0 0,-1 5 2 15,-2 2-2-15,0 2 3 0,2 1 0 0,-2 3 2 16,1 0 1-16,-1-1-1 0,0-1 2 0,3-1 0 16,-1-1 1-16,0 1-2 0,0-6 0 0,-1-5 2 15,3-1-1-15,0-1 3 0,2-3-1 0,0-4-1 16,1-1 1-16,-3-4 0 0,3 1-1 0,-1-2 5 16,2-1 2-16,-2 2 10 0,0-4 27 0,-1 2 16 15,2-4 17-15,0 5 7 0,0-5 11 0,-1 4 9 16,1-4 8-16,0 0-2 0,0 0-1 0,0 0-7 15,0 0-17-15,0 0-8 0,0 0-3 0,0 0-11 16,0 0-9-16,0 0-10 0,0 0-6 0,0 0-19 16,5-13-13-16,-5 8-22 0,0 1-20 0,0 0-27 15,0-2-17-15,0-2-29 0,0 1-19 0,0-3-24 0,-4-2-18 16,3 0-29-16,0 0-24 0,-2-5-42 16,-1 1-209-16,3-2-512 0,-3-2 227 0</inkml:trace>
  <inkml:trace contextRef="#ctx0" brushRef="#br0" timeOffset="93235.14">12757 7224 278 0,'3'-3'280'15,"-3"3"-16"-15,0-3-17 0,0 3-22 0,1-7-26 16,-1 7-22-16,0-4-20 0,0 4-17 0,0 0-19 15,0 0-19-15,0 0-11 0,0 0-10 0,-13 15-5 16,3-1-8-16,-9 6-6 0,-1 1-8 0,-4 1-21 16,-2 1-25-16,-5 1-25 0,-6 8-33 0,10-7-37 15,0 1-24-15,-10 8-43 0,13-11-220 0,0-2-406 16,3 1 180-16</inkml:trace>
  <inkml:trace contextRef="#ctx0" brushRef="#br0" timeOffset="93635.2">12474 7960 163 0,'-4'3'247'0,"4"-3"-1"0,0 0 2 16,-3 2-7-16,3-2-15 0,0 0-14 0,0 0-20 16,0 0-13-16,0 0-21 0,0 0-14 15,0 0-12-15,27-1-17 0,5-3-11 0,22-5-17 16,7 0-37-16,31-5-46 0,-1 3-43 0,-27 5-67 0,26-3-93 16,-37 3-202-16,-14 0-435 0,-3 1 193 15</inkml:trace>
  <inkml:trace contextRef="#ctx0" brushRef="#br0" timeOffset="97093.58">14212 7932 98 0,'0'0'259'0,"0"0"-10"0,0 0-26 0,0 0-21 15,0 0-23-15,0 0-18 0,0 0-16 0,0 0-17 16,0 0-20-16,0 0-24 0,0 0-24 0,0 0-16 15,0 0-5-15,-7 8-2 0,5-3-7 0,-1 1-17 16,-2 4-8-16,-1-1-11 0,-1 2-33 0,-2 4-30 16,-1-1-34-16,-3 1-72 0,-1-5-104 0,-1 1-302 15,-2-1 134-15</inkml:trace>
  <inkml:trace contextRef="#ctx0" brushRef="#br0" timeOffset="98134.87">15745 7535 36 0,'0'0'271'0,"-3"-8"-12"15,3 8-6-15,2-5-15 0,-4 2-12 0,4-3-8 16,-4 3-9-16,2 3-11 0,0-8-20 0,0 5-13 16,0 3-13-16,0-4-15 0,0 4-18 0,0-5-14 15,0 5-26-15,0 0-31 0,0 0-39 0,0 0-18 16,0 0 3-16,0 0-2 0,0 20 4 0,-2-9 0 16,-3 9-5-16,2 7 9 0,1 1-2 0,-1 1 0 15,3 0 0-15,-3 2 1 0,1-4 1 0,-1 1-7 16,3-1 2-16,-1-1-2 0,0-7 1 0,-1-1 0 15,4-1 4-15,-4-6-3 0,1 1 4 0,1-4 0 16,0-1 3-16,0 0 4 0,0-2 37 0,0 0 53 16,1-1 49-16,-1-4 55 0,0 0-17 0,0 0-14 15,-5-12-25-15,0 0-12 0,3-9-17 0,-3-5-18 0,2-7-22 16,1-13-16-16,2-7-20 0,2-1-9 0,2 0-17 16,1-2-10-16,5-1-7 0,-1 3 2 15,-2-3 7-15,3 7-8 0,-3 2 0 0,-1 11 4 16,-1 3-6-16,-1 4 7 0,-1 4 1 0,4 8 0 0,-5 2 7 15,2 4 0-15,-4 1-2 0,1 3 4 0,2 1-11 16,-2 2-5-16,1 1-14 0,0 0-32 0,5 0-3 16,0 4-10-16,7 4-8 0,4-1-13 15,0 4-19-15,10 3-16 0,-2 4-21 0,-1 2-18 0,-2 2-31 16,0 2-22-16,0-3-45 0,-8-1-225 0,2-3-521 16,-3 2 232-16</inkml:trace>
  <inkml:trace contextRef="#ctx0" brushRef="#br0" timeOffset="98519.96">15687 7640 83 0,'-5'0'177'0,"-1"0"-2"16,6 0-5-16,-9 0 4 0,9 0-7 0,-5 5-4 15,5-5-6-15,0 0-10 0,-5 0-10 0,5 0-7 16,0 0-10-16,0 0-11 0,0 0-11 0,0 0-8 16,0 0-10-16,15-5-8 0,3 0-10 0,4 2-4 15,8-4-7-15,6 0-5 0,14-3-5 0,5 4-4 16,-3-4-3-16,1 4-5 0,-15 2-2 0,-2-1-5 15,-2 1-1-15,-3 1-1 0,-9 0-5 0,-1 1 1 16,-6 0-4-16,-3 0-1 0,-2 1-3 0,-2 1-2 16,-3-2-1-16,-5 2-11 0,13 0-16 0,-9 0-3 15,-4 0 2-15,0 0 4 0,0 0-15 0,-14 5-18 16,6-3-16-16,-3 3-15 0,-2-2-23 0,1 1-23 16,1-3-41-16,-1 0-170 0,5-1-366 0,2 0 162 15</inkml:trace>
  <inkml:trace contextRef="#ctx0" brushRef="#br0" timeOffset="99083.82">16689 7412 232 0,'3'-4'216'0,"-2"2"-19"0,0-2-18 0,3 1-21 15,0-2-17-15,1 2-12 0,5 2-16 0,-3 0-14 16,2 1-13-16,2 0-6 0,-3 0-10 0,2 0-8 15,1 1-10-15,0 5-2 0,3 1-6 0,-4 2-2 16,-1-1-3-16,0 5-8 0,-1-1-4 0,-3-1-1 16,-1 5-3-16,-2 0-5 0,-2 2 2 0,-2 0-4 15,0-2 1-15,-3 2-7 0,-4 2 5 0,3-3-1 16,-3-4 0-16,2 0 1 0,0-2 0 0,2-4 4 16,-2 1 6-16,3-2 12 0,1-2 12 0,-1 3 26 15,0-3 28-15,3-1 31 0,-2 0 45 0,3-3-12 16,0 0-23-16,0 0-12 0,0-17-10 0,4 7-9 15,2-6-15-15,3-2-6 0,6-3-6 0,-2-1-17 16,4 1-10-16,-2 0-5 0,-2 6-5 0,1 2-8 16,-3-1-1-16,-4 6-5 0,2 0-5 0,-4 3-5 15,-1-2-8-15,1 4-7 0,2 0-2 0,-4 0-5 16,0 0-34-16,-3 3-12 0,0 0 2 0,0 0 1 16,10 4 8-16,-6 2-3 0,-1 2-2 0,-1 0-2 15,2 2 0-15,1-2 9 0,-1 9-9 0,-3-4-7 0,4 3-11 16,0 0-7-16,1-1-13 0,-4-3-16 15,1 0-14-15,-1-1-17 0,4-2-19 0,-3 1-12 16,1-3-10-16,-2-3-19 0,2-1-58 0,-1-2-159 16,-3-1-433-16,0 0 191 0</inkml:trace>
  <inkml:trace contextRef="#ctx0" brushRef="#br0" timeOffset="99289.87">17133 7320 216 0,'1'-4'208'0,"-1"4"-20"0,4-3-25 16,-4 3-17-16,0 0-14 0,0 0-15 0,11 7-10 16,-2-2-5-16,0 4-14 0,3 4-2 0,-3 1-9 15,3 2-1-15,0 7-12 0,-1 1-6 0,1 1-3 16,-4 1-2-16,-3 3-4 0,-1 2-5 0,-6-1-3 16,-2 1-5-16,-2 1-21 0,-6-3-8 0,-4 0-10 15,-6 0-9-15,-1-3-13 0,-4-2-29 0,-15 3-35 16,8-12-57-16,-3 0-155 0,-17 2-324 0,16-12 144 15</inkml:trace>
  <inkml:trace contextRef="#ctx0" brushRef="#br0" timeOffset="99600.52">16678 7235 156 0,'-4'-3'190'0,"0"0"-21"0,4 3-20 16,0 0-15-16,-17 4-17 0,9 3-13 15,-5 6-9-15,-4 8-14 0,0 4-9 0,-3-1-6 16,2 5-3-16,2 5-7 0,-5 9-9 0,3 0-7 0,7 4 0 15,7-10 4-15,0 9-15 0,9-12 4 0,4 1-3 16,6 0 0-16,3-5 1 0,14 7-3 16,-2-13-5-16,13 3-20 0,3-3-37 0,1-9-67 15,-11-5-182-15,17-5-306 0,0-5 135 0</inkml:trace>
  <inkml:trace contextRef="#ctx0" brushRef="#br0" timeOffset="100501.43">17893 7548 53 0,'0'0'179'0,"0"0"-6"15,0 0-10-15,0 0-6 0,0 0-7 0,0 0-6 0,0 0-10 16,0 0-7-16,0 0-10 0,0 0-9 15,0 0-6-15,0 0-15 0,0 0-5 0,4-5-11 16,-4 5-7-16,0 0-7 0,7-2-5 0,1 1-3 16,2 1-4-16,4-1-8 0,4 1-4 0,4 0-24 0,6-3-21 15,-5 3-35-15,-1-1-25 0,0-3-28 0,-1 2-19 16,0 0-38-16,-5 2-124 0,-3 0-305 0,-1 0 134 16</inkml:trace>
  <inkml:trace contextRef="#ctx0" brushRef="#br0" timeOffset="100645.9">17954 7668 114 0,'0'0'172'16,"7"3"6"-16,0-2-13 0,6 1-20 0,17-2-10 16,3 0-25-16,5 0-45 0,13-3-56 0,-10 2-95 15,-4-5-83-15,-5-1-181 0,-1 1 81 0</inkml:trace>
  <inkml:trace contextRef="#ctx0" brushRef="#br0" timeOffset="102018.01">20994 6715 109 0,'0'0'230'0,"-2"-5"-12"15,2 5-18-15,-3-5-11 0,3 5-15 0,0 0-12 16,0-3-13-16,0 3-18 0,0 0-13 0,0 0-15 16,-4-3-8-16,4 3-16 0,0 0-17 0,0 0-13 15,-9 6 2-15,4-2-8 0,-4 3-4 0,-2 0-3 16,-3 7-7-16,0-2-1 0,1-1-7 0,-4 3-2 15,4 1-2-15,0 1 0 0,-3 6-3 0,6-7-5 16,-3 3-1-16,4-1 4 0,1 1-4 0,1-1-4 16,1 0 2-16,3 0-3 0,-1-3 2 0,4-2 0 15,0 0 6-15,0 0-9 0,5 0 3 0,-1-2 5 16,1 0 1-16,8-1-1 0,1-3 7 0,4 3 6 16,1-7-5-16,8 1 10 0,0-6 1 0,0 1 2 15,3-7 1-15,-3 0-1 0,4-2 0 0,-6-2 11 16,1-1 12-16,-6-4-3 0,-2-4 4 0,1 0 4 15,-5-2-7-15,0-1-2 0,-5 1-6 0,-4 0 2 16,-5 4-3-16,-1 1-2 0,-3-1-9 0,-5 2-4 16,-3 1 0-16,-9-3-11 0,-2 6 1 0,-4 1-8 15,-3 5-12-15,-1 4-5 0,-4 2-15 0,2 2-16 16,-1 4-31-16,2 2-43 0,3 1-35 0,4 4-48 16,6-1-68-16,4 0-162 0,7-2-459 0,8-1 203 15</inkml:trace>
  <inkml:trace contextRef="#ctx0" brushRef="#br0" timeOffset="103117.1">24153 6529 41 0,'0'0'67'0,"0"0"5"0,0 0 6 0,0 0 7 15,0 0 8-15,-1-4 14 0,1 4-4 0,0 0 2 16,0 0 6-16,0 0 1 0,0-5 6 0,0 5 9 16,1-5-14-16,-1 5 5 0,0 0-8 0,0-7-9 15,0 7-11-15,0-5-8 0,3 2-1 0,-3 3-10 16,1-5-7-16,-1 5-9 0,4-4-9 0,-2 1-1 15,2 1-8-15,-4 2 0 0,7-4-14 0,-5 1 5 16,4 2-4-16,-1 0-3 0,-5 1-5 0,11-1-4 16,-5 2-1-16,2 0 1 0,-1 3-4 0,2 0 4 15,1 5-5-15,-2-1-6 0,1 2 2 0,0 3 1 16,0 3-4-16,-4 0 1 0,-2 0 1 0,-2 3-1 16,-1-1-1-16,-4 2 0 0,0-2 0 0,-3 0 0 15,-1-1 2-15,-3 1 1 0,1-3-2 0,-3 0 1 16,2 0-1-16,1-6 2 0,1 1-1 0,-1-2 6 15,1-3 1-15,1 2 11 0,3-4 13 0,1 1 29 16,1-2 33-16,-1 2 35 0,4-4 25 0,0 0-22 0,-8-8-15 16,10 3-16-16,4-4-9 0,3-6-14 15,2-2-7-15,10-5-11 0,2-1-12 0,2-1-4 16,4 1-10-16,2-2-11 0,-1 1-1 0,-5 3 1 16,-2 2-4-16,-1 4 1 0,-9 4-2 0,-3 2-5 0,-2 4-1 15,1-2-4-15,-4 3-9 0,2 2-24 0,-3 0-21 16,-4 2 12-16,0 0-9 0,5 6 4 0,-7 0 4 15,-1 5 3-15,1-1 8 0,-3 6-2 0,-1 0 3 16,1 2-8-16,0 0 5 0,1 0-5 0,4 0-4 16,-2-1 0-16,4-1-16 0,-2-3-13 0,3-1-18 15,1-1-30-15,3-1-35 0,6 2-44 0,3-4-55 16,1-3-186-16,1-3-464 0,0-2 205 0</inkml:trace>
  <inkml:trace contextRef="#ctx0" brushRef="#br0" timeOffset="103718.42">25152 6384 203 0,'5'-2'188'0,"-5"2"-11"16,0 0-22-16,4-3-13 0,-4 3-17 0,0 0-14 0,0 0-7 15,0 0-18-15,0 0-7 0,0 0-8 16,0 0-9-16,-1 9-9 0,-4-1 1 0,-3 4 0 16,-1 1-7-16,-9 8-9 0,-1 1 0 0,-8 0-4 15,-2 1-3-15,-8 7-3 0,-4 2 2 0,14-8-7 0,-1 0-4 16,-3-3-2-16,7 0 7 0,1 0-9 15,4-3-6-15,5-3 2 0,2-2-2 0,1-1-2 16,3-2 2-16,2-3-1 0,-1 1-3 0,1-3 1 16,4-1 3-16,-2 1 4 0,1-1 10 0,3-1 21 15,4 1 13-15,-1-1 5 0,2 2 1 0,4-3-7 16,1 3-6-16,4 0-4 0,-4 0-4 0,3 0-3 16,3 2-9-16,-3-2-1 0,4 0-5 0,0 4 0 15,0-1-3-15,-2 3-3 0,1-2-1 0,-2 2-1 0,4 2-2 16,-5-1-4-16,1-1 1 0,-4-1-2 0,0-2 0 15,-1-1-1-15,-1 0-1 0,-3-2-1 0,0 0-1 16,0-1 0-16,-1-1-1 0,0-1-3 16,-3 3 2-16,-1-5 0 0,5 2 2 0,-2 3 2 0,-3-5-3 15,2 2 6-15,-2-2-1 0,0 0-1 0,3 2 0 16,-3-2 2-16,0 0-4 0,0 0-1 0,3 3 0 16,-3-3 1-16,0 0 0 0,0 0 1 15,0 0-5-15,0 0 3 0,0 0 0 0,0 0-3 0,0 0 4 16,0 0-1-16,4 3 0 0,-4-3-5 0,0 0 1 15,0 0-8-15,0 0-6 0,0 0-10 0,0 0-8 16,0 0-17-16,0 0-20 0,0 0-53 0,0 0-46 16,4-8-55-16,-4 4-158 0,0 4-411 0,3-7 182 15</inkml:trace>
  <inkml:trace contextRef="#ctx0" brushRef="#br0" timeOffset="104399.89">25652 6593 7 0,'0'-4'204'0,"0"4"0"0,-4-4-10 0,4 4-18 15,0-4-13-15,0 4-16 0,0 0-17 0,0 0-17 0,-1-3-12 16,1 3-13-16,0 0-6 0,0 0-8 0,-13 5-13 16,4 2-3-16,-1 1-12 0,-3 1-2 0,0 3-8 15,-2 1-2-15,-3 0-8 0,4 2 1 0,-1 0-1 16,1 1-9-16,1-1 0 0,3 1 1 0,-2 0-7 16,5 0 2-16,1-4 1 0,5 0-2 0,-2 4 0 15,3-5 6-15,6 1 5 0,0-1 25 0,4-1 8 16,7 1 12-16,3-5 7 0,8 0-4 0,-6-2 3 15,6-8 7-15,-1 1-2 0,1-5 9 0,-4-3-2 16,-4 1-1-16,-4 1 4 0,1-6-5 0,-4-1-9 16,-4 1 6-16,-2-5-25 0,-2 3-10 0,-5-2-6 15,-4 1-15-15,-2 0-9 0,-7 3-11 0,-6-3-13 16,-6 5-21-16,-5 1-23 0,-4 5-32 0,-3 4-46 16,-16 3-39-16,16 2-75 0,0 2-224 0,5 0-507 15,2 3 224-15</inkml:trace>
  <inkml:trace contextRef="#ctx0" brushRef="#br0" timeOffset="107132.98">20722 8037 36 0,'-1'-5'181'0,"-1"1"-5"0,2 4-18 15,0 0-19-15,3-4-10 0,-3 4-19 0,5-4-9 16,0-1-11-16,-1 5-3 0,3-1-14 0,3 1-11 16,1 0-3-16,-2 1-6 0,1 4-7 0,2-2-9 15,-2 2 0-15,4 3-9 0,-1 5-5 0,1-1 1 16,-4 2-5-16,-1 1-4 0,-1 2 5 0,-3 1-4 16,-1 1-1-16,-2 1-6 0,0-2-1 0,-2 4 3 15,-3-3 0-15,-2 5-6 0,0-6-1 0,-3 2 2 0,-1-4-1 16,3 1-3-16,-3-4 2 0,0 3 3 15,1-5-9-15,3-4 7 0,-3 4-2 0,5-4 5 16,-1 0-1-16,0-2 14 0,0 0 14 0,4-3 27 16,-5 3 20-16,5-2 28 0,0-3 16 0,-4 1-12 0,4-1-4 15,0-11-21-15,4 3-8 0,0-3-4 16,5-5-10-16,2 0-12 0,2-6-1 0,5 2-14 16,-1-1 3-16,-3 9-7 0,-1-4-3 0,-2 3-2 15,0 0-7-15,-2 5 1 0,-1-1-5 0,-2 2 2 0,-2 3-5 16,0-3-6-16,1 5-4 0,-2-2-6 15,-1 0-21-15,2 3-7 0,-4 1 2 0,0 0 2 0,12 8 1 16,-10-5 0-16,-1 6 10 0,3 0-10 16,0 2-7-16,0 1 4 0,-3 3-5 0,3 1-7 0,1 0-8 15,-1 0-9-15,-3 1-20 0,4-3-18 0,2 3-16 16,-6-5-32-16,3 0-41 0,2-4-191 0,-2-2-403 16,1-1 178-16</inkml:trace>
  <inkml:trace contextRef="#ctx0" brushRef="#br0" timeOffset="107618.6">21159 7870 105 0,'1'-2'213'15,"-1"2"-25"-15,4-7-16 0,-2 4-24 0,0 2-17 16,-2 1-9-16,13 0-17 0,-3 0-10 0,0 3-9 15,4 0-11-15,-5 4-15 0,5 0-6 0,-5 1-5 16,-1-1-8-16,3 7-4 0,-4-4-7 0,-1 5-2 16,-2-3 1-16,0-1-7 0,-3 3-2 0,-1-2-3 0,0-2-3 15,-1 3-7-15,0-2 10 0,-2-1-7 0,-1-2 3 16,3 1-4-16,-3-1 2 0,3-3-4 16,-2-1 3-16,3 2-4 0,-1-3-6 0,-2 1-4 15,3-4-3-15,-1 7-2 0,2-4 6 0,-1-3 1 0,3 5 1 16,1-1-6-16,0-1-4 0,1 0 16 0,1 1-4 15,-2 0-8-15,5 0 9 0,-4 2-5 16,-1-1 2-16,2 4-3 0,-2-2 7 0,-1 1-5 16,-2 0 1-16,-1 2 4 0,-3 1-8 0,-2-2-5 0,-4 5 1 15,-6-2-20-15,1-1-28 0,-5 0-49 0,-8 2-173 16,9-7-300-16,-9 3 133 0</inkml:trace>
  <inkml:trace contextRef="#ctx0" brushRef="#br0" timeOffset="108001.15">20400 8610 84 0,'-4'1'217'16,"4"-1"-25"-16,0 0-18 0,-5 3-19 0,5-3-19 15,0 0-10-15,0 0-13 0,18 0-12 0,-3-1-8 16,13-3-9-16,6 1-13 0,19-2-4 0,7-5-3 16,32-2-2-16,3-3-2 0,1 5-2 0,-7 1 2 15,3-1-2-15,-24 6-5 0,24 1-7 0,-33 3 3 16,0 0-9-16,-6 1-8 0,-16 3 0 0,0-1-2 15,-2-2-6-15,-6 2-2 0,-1 0-3 0,-10-1-2 16,-5-1-11-16,-2 1-3 0,-2-2 2 0,-1 2-5 0,-3 0 3 16,1-2-7-16,-6 0 5 0,3 2-2 0,-3-2-10 15,-14 3-15-15,3 0-20 0,-3-3-26 16,-4 1-39-16,-4 2-46 0,-6 4-165 0,8-4-349 16,-4-3 156-16</inkml:trace>
  <inkml:trace contextRef="#ctx0" brushRef="#br0" timeOffset="108415.03">20709 8842 53 0,'0'0'217'0,"0"0"-21"16,17-9-20-16,-4 7-19 0,1 2-17 0,5-5-13 15,0 4-12-15,4 2-13 0,-2 1-11 0,-2 1-12 16,1-1-5-16,1 3-22 0,-2 1-15 0,-1 3-9 16,-2 1-10-16,-2 1-8 0,-1 3-4 0,-4-1 3 15,-4 4-7-15,0 1 3 0,-5 7-4 0,-5 0-1 16,-4 1 3-16,-4 0-2 0,-2 1-3 0,-3 1 2 15,-4-3 2-15,2 0 2 0,-1-3 0 0,0-3 6 16,-1 0 8-16,5-9 6 0,4 0 2 0,2-1-3 16,6-3 5-16,-4 0-6 0,4-3 13 0,1-1 10 15,0 0 17-15,1 1 10 0,3-3-5 0,-2 5 3 0,2-5-9 16,0 0-4-16,13 0-6 0,2 0-5 0,2-3-7 16,6 0-2-16,0 2-4 0,-2-2-21 0,0 3-37 15,7-2-43-15,0-1-41 0,0-1-58 0,-6-1-196 16,6 0-393-16,1-2 174 0</inkml:trace>
  <inkml:trace contextRef="#ctx0" brushRef="#br0" timeOffset="108788.21">21224 8910 322 0,'0'0'302'0,"-5"-4"-30"0,5 4-26 16,-4-2-29-16,4 2-25 0,0 0-27 0,0 0-29 15,-5-1-29-15,5 1-15 0,0 0-9 0,0 0-6 16,9 10-8-16,-1-5-7 0,3 0-4 0,2 4-10 16,5-1-9-16,-1 1-21 0,0-2-11 0,3 2 0 15,0-3-4-15,-2 1 0 0,-1 0 0 0,-1-4 1 16,-3 2-2-16,0-3 6 0,-3 1-6 0,0-2 2 16,-5 2 2-16,4-3 0 0,-5 1 13 0,1-1 15 15,0 2 2-15,-5-2 8 0,7 2-2 0,-7-2-5 0,6 0-6 16,-6 0-6-16,4 1-10 0,-4-1-6 15,-3 6-4-15,3-1 0 0,-2 2-1 0,-3 5-3 16,-3 4 2-16,-1 1-2 0,0 9-2 0,-4-2 2 16,1 5 0-16,0-2 1 0,1 0-3 0,0 1 6 15,1-1-5-15,-1-1 3 0,2-4 4 0,-1 2-4 16,3-7 7-16,1 0-6 0,1-1 1 0,-1 0-18 16,3-4-18-16,-1-2-20 0,0-1-20 0,1-1-13 15,2-4-3-15,-1 4 5 0,-1-4-1 0,3-4-54 0,-4 0-82 16,4 0-123-16,-4-12-371 0,3 7 164 0</inkml:trace>
  <inkml:trace contextRef="#ctx0" brushRef="#br0" timeOffset="109066.34">21300 9276 73 0,'0'0'212'0,"-8"0"-12"0,8 0-17 16,0 0-21-16,0 0-11 0,0 0-11 0,0 0-11 15,0 0-9-15,-1 5-8 0,1-5-7 0,0 0 2 16,21-3 5-16,8-1-6 0,8-2-7 0,20-2-9 16,7-5-1-16,29 4-7 0,-34-2-8 0,0 5-10 15,-7 0-2-15,-1 6-8 0,-18-1-4 0,-2 0-6 16,-3-1-1-16,-11 1-9 0,-3 2-3 0,-2-2-8 16,-5 1-3-16,1-1-8 0,-2 2-5 0,-1-2-4 0,-5 1-6 15,8 1 0-15,-8-1-2 0,0 0 2 16,0 0-13-16,0 0-18 0,0 0-37 0,-23 5-52 15,14-5-72-15,-1 0-195 0,1-1-423 0,3-3 187 16</inkml:trace>
  <inkml:trace contextRef="#ctx0" brushRef="#br0" timeOffset="112250.15">24140 8292 50 0,'0'-3'190'0,"0"3"-6"0,0 0-9 16,-1-7-14-16,1 7-15 0,0 0-16 15,-1-3-20-15,1 3-6 0,0 0-15 0,0 0-7 16,-3-3-13-16,3 3-7 0,0 0-10 0,0 0-4 0,-11 9-7 16,7-5-8-16,-5 4-5 0,0 2-1 15,-3 3-4-15,-3-1 0 0,2 10-5 0,-5-1-2 16,4 0-2-16,-1 1-3 0,2-1-1 0,-1 1 0 0,3-1-1 15,2-4-3-15,1 2 2 0,3-2 0 0,0-4 0 16,4 0-2-16,-2 0 2 0,0-5-4 16,2 3 0-16,1-3 1 0,0 0 4 0,1-2 8 15,2-1 19-15,2-1 15 0,4 0 6 0,4-4 7 0,5-1-3 16,2-3-3-16,3-1-2 0,1-5-3 0,1-1 10 16,-1-1 2-16,-6 1 0 0,0-8-1 0,2 0-4 15,-3-4-8-15,-4 1-3 0,-2 5-3 0,1-6-5 16,-3-3-7-16,-6 8 0 0,3-2 4 0,-4 2-5 15,-2-2 1-15,-4 3-4 0,2 3-6 0,-5 3-3 16,-2-2 1-16,-5 2-10 0,1 2-7 0,-4 3-9 16,0 1-23-16,-2 3-3 0,-1-1-13 0,0 3-17 15,1 2-15-15,-3 1-24 0,4 1-16 0,1 3-27 16,1-4-20-16,5 3-25 0,1 0-194 0,2 1-412 16,4-2 183-16</inkml:trace>
  <inkml:trace contextRef="#ctx0" brushRef="#br0" timeOffset="112792.93">24797 8084 73 0,'1'-2'209'0,"-1"2"-18"0,0 0-20 0,3-4-23 15,-3 4-15-15,0 0-16 0,0 0-12 0,0 0-11 16,0 0-12-16,0 0-12 0,0 0-14 0,-7 15 1 16,-5-4-1-16,0 4-8 0,-7 2-8 15,-3 3-4-15,-2 1-5 0,-3-2 3 0,0 0-4 0,3 0-3 16,2-1-2-16,2 2-2 0,1-3-7 0,5-3 0 15,-3-2-2-15,4 1-1 0,4-6-2 16,-1 4-3-16,5-6 0 0,0 2-4 0,1-2 1 0,0 0 3 16,-1-2 2-16,1 0-6 0,4-3 8 0,-3 4-1 15,1-1 9-15,2-3 11 0,2 5 6 0,0-3 4 16,-2-2-2-16,10 4-4 0,-5-3-4 0,-1 1-6 16,5 0 0-16,1 3-5 0,-1 1-3 0,2 0-8 15,0 2 4-15,4 3-1 0,1 0-2 0,0 1 0 16,5 6-1-16,-2 0 3 0,-4-3-5 0,4 4 2 15,-2 0-4-15,-2-3 4 0,-1 3-6 0,-2-3 3 16,3-1-3-16,-4 1 1 0,-1-4-1 0,-4-2 2 16,3 2 1-16,-4-5 2 0,3 3-2 0,-4-5-3 15,-2 0 1-15,1 0 3 0,-1-2-4 0,1 1 3 16,-2-1 0-16,2-1 2 0,-3-2 1 0,2 5 2 16,-2-5-4-16,3 2 2 0,-3-2 3 0,0 0-7 15,0 0-5-15,4 1-28 0,-4-1-42 0,0 0-25 16,0 0-39-16,0 0-56 0,0 0-151 0,0 0-367 15,0 0 163-15</inkml:trace>
  <inkml:trace contextRef="#ctx0" brushRef="#br0" timeOffset="113006.88">24444 8765 108 0,'-5'5'193'0,"3"-3"-21"0,2-2-20 0,2 6-12 16,0-2-9-16,7 0-8 0,3 4-8 0,10-3-11 0,2 7-9 15,7-2-12-15,1 2-5 0,1-2-12 0,2 1-33 16,-1-2-42-16,-1 0-48 0,-1-1-65 16,2-2-113-16,-5-1-253 0,-1-2 112 0</inkml:trace>
  <inkml:trace contextRef="#ctx0" brushRef="#br0" timeOffset="113553.6">25101 8233 86 0,'0'-5'228'0,"5"1"-21"0,-1-1-19 16,1 1-18-16,5 0-18 0,-2 1-15 0,1 3-22 15,1-1-10-15,2 2-9 0,-2 2-11 0,5 0-10 16,-2 2-5-16,2 4-8 0,1 1-9 0,-1 3 1 15,-3 1-9-15,0 3-7 0,-3 0-1 0,2 7-5 16,-4 0-1-16,-2-6-6 0,-1 7 0 0,-6 0-3 16,0-1 1-16,-4-4 1 0,2-1-8 0,-4 0 5 15,3-1-7-15,-6-2 1 0,3-1-1 0,1-4-3 16,-1-3 0-16,3 1 7 0,0-3 2 0,1 0 17 16,0-1 21-16,3-2 28 0,-2 0 28 0,3-3 28 15,-2 4 11-15,2-4-11 0,0 0-23 0,6-15-10 0,0 6-8 16,6-6-16-16,6-9-12 0,2 0-9 15,4-5-1-15,11-8-8 0,1 2-8 0,-11 12-8 16,2-2-8-16,-1 5 4 0,-3 2-13 0,-7 5 3 16,-1 2-8-16,-5 2 12 0,-3 4-8 0,2-2-12 0,-4 2 0 15,0 2-21-15,-1-1-23 0,0 2-22 0,0 1-12 16,-4 1 4-16,0 0 5 0,5 7 9 0,-5-2 5 16,0 2 2-16,0 5-8 0,0 0 5 15,0 6 4-15,0-1-5 0,4 1-5 0,0 1-11 0,-1 0-10 16,6 4-26-16,-1-6-23 0,1 1-44 0,5-5-48 15,-5-4-217-15,4 0-466 0,-3-4 207 16</inkml:trace>
  <inkml:trace contextRef="#ctx0" brushRef="#br0" timeOffset="114017.8">26367 8036 225 0,'4'-4'266'0,"-1"1"-26"15,-2 2-25-15,4-2-22 0,-5 3-21 0,2-3-24 16,-2 3-17-16,0 0-14 0,0 0-9 0,-8 13-12 16,-5-3-11-16,-1 3-7 0,-5 8-6 0,-3 1-9 15,-3 1-4-15,-5 0-7 0,2 2-6 0,1-1-8 16,-3 0-2-16,2 1-1 0,1-3-7 0,1 0 0 15,4-1-6-15,2-1 0 0,5-6 4 0,3-2-9 16,3-3-4-16,0 0 1 0,4 0-4 0,0-4 0 16,1 2 3-16,0-5-1 0,0 3-7 0,3-2 1 15,-3-1 1-15,4-2-1 0,2 8 1 0,0-4-2 16,-1 1 4-16,7-2-3 0,-3 2 3 0,4 2-3 16,4 2 0-16,1 2-2 0,4 0 0 0,4 4-1 15,1 1 0-15,-2 1 5 0,2 1-7 0,-6-7 1 0,5 6 2 16,-2-1 0-16,-4-4-1 0,0-1-2 15,-3 1 1-15,-3 0 1 0,-1-7-2 0,0 2-1 16,-4 1 3-16,0-6-1 0,0 2-2 0,-1 1 5 16,0-2-4-16,-3 0 4 0,2-2 3 0,-3-1-3 15,4 4 6-15,-2-2-1 0,-2-2 0 0,0 0-1 0,3 3 0 16,-3-3-1-16,0 0-3 0,0 0-13 16,6 1-20-16,-6-1-42 0,0 0-79 0,4-9-63 15,-1 7-194-15,0-4-438 0,3-3 194 0</inkml:trace>
  <inkml:trace contextRef="#ctx0" brushRef="#br0" timeOffset="114465.56">26718 8228 185 0,'2'-4'292'0,"3"-1"-22"0,2 0-20 15,-2-1-23-15,1 2-24 0,3-1-20 0,1 3-22 16,1 0-17-16,-1 1-15 0,1 1-17 0,1 0-12 16,-2 2-10-16,1 1-10 0,1 2-19 0,-3 2-14 15,-1 1-16-15,-1 1-12 0,-3 1-7 0,0 2-3 16,-4 0-1-16,-4 5-6 0,0 0-3 0,-5 0-2 15,-3 0-1-15,-4 2 2 0,-4 1 2 0,6-6-2 16,-3-2 2-16,4-2-5 0,2-3 8 0,1 1-3 16,3-1-3-16,0-2-7 0,2-1-2 0,1 1 2 15,1 0 0-15,1-2 7 0,3 1-1 0,4 2-2 16,3-1 1-16,3 1 1 0,6 2 2 0,1-1-3 16,1 3 0-16,-4-4 2 0,4 4 0 0,-1 0-3 15,-3 0 2-15,2 2-1 0,-3 0 2 0,-1 1 0 16,-2 0 0-16,-4-1 0 0,-3-2-3 0,-3 2 4 15,-2 3 2-15,-6 0-2 0,-3 1 6 0,-9 1-9 16,-12 0-9-16,-1-2-35 0,-20 0-72 0,-2-5-262 16,4-3-414-16,10-7 183 0</inkml:trace>
  <inkml:trace contextRef="#ctx0" brushRef="#br0" timeOffset="116431.92">21076 10236 66 0,'0'-7'238'0,"0"2"-5"0,0 0-11 0,0 1-10 0,0 4-16 15,0-8-18-15,0 8-21 0,-1-2-15 0,1 2-19 16,1-5-21-16,-1 5-33 0,0 0-13 0,0 0-7 16,0 0-4-16,-6 22-2 0,2-5-6 15,0 0-6-15,-1 8-3 0,-1 0-1 0,-1 0-3 0,3 4-2 16,-1-5-2-16,0 3-2 0,0 0 0 0,-3-1-4 16,4 0 0-16,2 2 1 0,-2-4-3 0,0-5 1 15,0 0-1-15,0 1-12 0,3-2-23 0,-1-2-22 16,-1-5-26-16,3 5-25 0,0-3-22 0,0-4-24 15,-1 0-34-15,1-5-119 0,0 1-318 0,0-5 141 16</inkml:trace>
  <inkml:trace contextRef="#ctx0" brushRef="#br0" timeOffset="116930.93">21063 10224 114 0,'0'0'167'0,"0"-2"-9"16,0 2-1-16,-1-7-2 0,1 7 1 0,1-4-11 16,-1 4-7-16,0 0-8 0,0-4-9 0,0 4-17 15,0 0-8-15,0 0-12 0,0-4-11 0,0 4-6 16,0 0-11-16,0 0-8 0,0 0-7 0,0 0-4 16,0 0-6-16,-12 19-3 0,1-8 0 0,1 5-1 15,-8 6-3-15,0 3-3 0,-1-2-11 0,-5 2-22 16,1 3-25-16,1-4-30 0,-4 1-44 0,4 1-56 15,0-5-137-15,1 1-329 0,1-5 146 0</inkml:trace>
  <inkml:trace contextRef="#ctx0" brushRef="#br0" timeOffset="117354.36">20851 10819 84 0,'0'0'221'0,"-6"0"-14"15,6 0-16-15,0 0-22 0,0 0-14 0,-8-4-22 0,8 4-14 16,0 0-10-16,0 0-12 0,23-1-9 0,-1 1-16 16,8-2-18-16,4 2-37 0,4-1-39 15,18 0-59-15,-16-2-189 0,12 1-291 0,3-1 130 16</inkml:trace>
  <inkml:trace contextRef="#ctx0" brushRef="#br0" timeOffset="119363.86">24212 10131 159 0,'0'-4'173'0,"0"4"4"0,2-7-14 0,-2 4-13 16,2-2-10-16,-2 5-11 0,2-4-11 0,-2 0-10 16,0 4-11-16,3-3-11 0,-3 3-12 0,4-5-7 15,-4 5-8-15,7-1-7 0,-1 1-5 0,-6 0-8 16,12 5-3-16,-7-2-5 0,4 4-6 0,1 0-4 15,-2 3 1-15,4 3-6 0,-1 1-1 0,-3 3-3 16,1 1 0-16,0 4-3 0,-4-2 0 0,0 5-1 0,-1 0 4 16,-3-6-4-16,-1 7-2 0,-3-7 3 15,0 5-6-15,-4-4 7 0,1-2-6 0,-3 0 1 16,0-1-2-16,-4-2 1 0,-1 1 0 0,0-3 2 0,1-1-3 16,-1 0 3-16,3-4-4 0,2-2 1 0,0 1 2 15,1-2-3-15,2 1 13 0,1-4 21 0,1 0 29 16,0 0 21-16,4-2 2 0,0 0-3 15,0 0-10-15,-8-6-6 0,12-2-5 0,0-2-5 0,1-2-9 16,5-3-8-16,8-6-2 0,0-1-2 0,3 0-7 16,3 0-1-16,-1-4-3 0,-1 4-7 0,2 3-1 15,-2-1 1-15,-4 2 0 0,-1 6-4 0,-6 1-2 16,-3 2 6-16,1 4 5 0,-1-3 2 0,-3 4-5 16,0 1-6-16,-1 1-4 0,-1-3-2 0,-1 3-15 15,-2 2-14-15,4-1-3 0,-4 1 3 0,5 6-1 16,-5 1 2-16,0-1 1 0,2 5 6 0,-2 1-2 15,0 4-9-15,2 1-4 0,-2 0 5 0,-2 0-1 16,4 0 0-16,-1 3-7 0,3-5 6 0,0 1-10 16,1-1-15-16,0 1-10 0,-1 0-22 0,4-7-28 0,3 4-32 15,-2-5-35-15,0 0-216 0,5-3-421 16,-1 0 187-16</inkml:trace>
  <inkml:trace contextRef="#ctx0" brushRef="#br0" timeOffset="119914.63">24662 10176 128 0,'-2'-5'229'16,"1"0"-12"-16,1 5-17 0,1-6-19 0,-1 3-18 0,0 3-19 15,0 0-15-15,0-5-16 0,0 5-16 0,0 0-7 16,0 0-13-16,0 0-7 0,0 0-8 0,13 9-3 16,-10-3-11-16,3 1-3 0,3 4-2 0,2-1-4 15,1 5-3-15,2-1-2 0,-4 1-5 0,3-1-2 16,1 1-3-16,3-1-3 0,-2 1-5 0,1-2-1 16,-1-1-9-16,-1-1-2 0,0-1 1 0,-4-2-3 15,0-2 1-15,3 1 0 0,-4-4-2 0,-4 2 4 16,4-3-2-16,-4 1 2 0,0-2 2 0,0-1 6 15,-5 0 19-15,12 0 2 0,-12 0 7 16,6 0 1-16,-6 0 0 0,0 0-2 0,8-1-4 0,-8 1-7 16,0 0-9-16,0 0-1 0,0 0-5 0,0 0-5 15,-4 7 0-15,-4 0 0 0,-3 5-2 0,-4 0-2 16,-6 8-1-16,-2-1-2 0,1 3 0 0,-2 3 0 16,0-2 0-16,0 4-2 0,1-3 0 0,1 1 6 15,0-2-4-15,1 1-3 0,5-2 1 0,2-2 2 16,1-6 0-16,4 1-2 0,3-3-1 0,0-1 2 15,-1-5 5-15,3 1-2 0,2-1-1 0,-1-2 3 16,1 0 6-16,-3 0 10 0,3 0 10 0,0-2 13 16,1 1 10-16,1-3 8 0,-3 3 16 0,3-3 3 15,-3 4 3-15,3-4-7 0,0 0-12 0,0 0-5 16,0 0 0-16,0 0-16 0,0 0-8 0,0 0-24 0,3-12-24 16,-3 12-23-16,1-8-31 0,-1 4-33 0,2 0-44 15,-1 0-30-15,-1-1-31 0,1 1-51 16,-1-2-193-16,3 2-484 0,2-3 214 0</inkml:trace>
  <inkml:trace contextRef="#ctx0" brushRef="#br0" timeOffset="120160.77">25117 10534 213 0,'0'-5'226'0,"0"5"-24"0,0 0-24 16,0 0-20-16,0 0-18 0,0 0-14 0,-20 13-15 15,5-4-10-15,-2 4-12 0,-4 3-9 0,-4 8-7 16,0 0-5-16,3 0-9 0,-1 2-3 0,4-1-4 16,1 1-5-16,0-1-16 0,5-1-25 0,-1-1-21 15,5-5-33-15,2-1-31 0,-1-3-35 0,-1 0-180 16,7-3-318-16,-1-6 141 0</inkml:trace>
  <inkml:trace contextRef="#ctx0" brushRef="#br0" timeOffset="121613.88">25800 10193 35 0,'5'-3'152'0,"-1"1"-15"0,1 0-7 0,4 0-16 15,3 0-10-15,-1 2-11 0,3 0-6 16,3 2-13-16,2 0-12 0,1 2 0 0,0 0-6 0,0 4-7 16,3 0-6-16,-5-1-8 0,1 4 3 0,-1 1-3 15,-4 1-4-15,-5 1-8 0,1 0 5 0,-2 1-3 16,-6 0-5-16,0 2-1 0,-6-2-2 15,-4 2 1-15,-2-3-3 0,-3 2 0 0,-6 2-4 0,-3-4 3 16,3-3 0-16,0 0-2 0,2-1-1 0,0-2-2 16,2-1 5-16,4 0-6 0,1-2 1 0,1 0-3 15,2-2-1-15,1 1 3 0,2-2-4 0,0 3 3 16,3 0-6-16,4-3 6 0,1 2-3 0,2 1 3 16,7 1 1-16,1 0 3 0,4 2 8 0,-2 0 3 15,2-1-8-15,1 2 3 0,-1-1 3 0,0 3-1 16,-4-1 0-16,3 1-5 0,-6-1 1 0,1-2-2 15,-3 3 1-15,-3-1-2 0,-1-1-1 0,-1 0 4 16,-3 2-6-16,-3-2 11 0,-3 0 2 0,-8 4 2 16,-10-1-6-16,-12-1 6 0,-14-1-9 0,-6 5-26 0,-2-6-48 15,-2-3-90-15,-1 1-155 0,0-4-330 16,4-4 146-16</inkml:trace>
  <inkml:trace contextRef="#ctx0" brushRef="#br0" timeOffset="123280.33">19875 6700 50 0,'0'-5'118'0,"0"5"-1"0,0-4-6 0,0 4-6 16,0 0 3-16,-1-5-11 0,1 5-6 0,0 0 1 16,1-4-15-16,-1 4-3 0,0 0-8 0,0 0-4 15,0 0-4-15,1-3-8 0,-1 3-6 0,0 0-2 16,0 0-6-16,0 0-1 0,0 0-4 0,0 0-5 15,0 0 2-15,0 0-4 0,1-3-1 0,-1 3-4 16,0 0-1-16,0 0-7 0,0 0 4 0,0 0-4 0,0 0-17 16,0 0-9-16,0 0 1 0,0 0 3 15,0 0-3-15,0 0 1 0,-5 16 8 0,0-12-8 16,1 5 7-16,1 1-2 0,-3 0 4 0,-1 4-6 16,-1 4 4-16,-3 8 6 0,0 6 0 0,-6 12 9 15,1 7-4-15,-4 4 2 0,-7 32 3 0,-4-1 5 0,3 0-3 16,0 3 1-16,-4 0-4 0,1 4 4 15,-2 7 4-15,-4-2 3 0,-3 2-7 0,2-6-4 0,0-7 2 16,2-3-2-16,10-30 0 0,-3 2-3 0,-7 18 0 16,12-27 1-16,-5 4 2 0,2-1-1 0,0-4 3 15,-2 0-6-15,-2-3-1 0,0-4 3 0,4 0-1 16,3-11 2-16,1 0 1 0,1-4-3 0,3 1-3 16,0-4 6-16,0-3-6 0,6-5 1 0,7-5-5 15,-2 2 9-15,-1-3 2 0,7-5 39 0,-1 2 32 16,-1 2 24-16,0-6 8 0,4 0-7 0,0 0-11 15,0 0-10-15,0 0-8 0,0 0-14 0,4-15-10 16,5 8-3-16,-1-3-5 0,3 1-9 0,-2 1 5 16,2 0-8-16,1 0-6 0,0 2-4 0,-1 1-3 15,-1-1-6-15,-1 4-15 0,3 0-15 0,-2 4-5 16,0 2-1-16,4 4-5 0,-1 6 9 0,1 6-2 16,-4 6 4-16,1 7-9 0,-4 16 14 0,-3 3-3 15,-4 5 2-15,-10 28 4 0,-3 8 1 0,-8 0 1 16,-4 1 1-16,-2 0 0 0,-3-3 0 0,-6-3 0 15,0-5 1-15,-1 1-1 0,-3-6 4 0,2 2 15 16,2-5 3-16,11-20-2 0,-1-4 7 0,-1 2-1 16,0-4 3-16,11-3-4 0,-1 0 2 0,8-16-2 15,2 3 1-15,5 0-2 0,5-4-8 0,2 1-1 0,9-1 3 16,5-3 1-16,12-2-1 0,24 3-17 0,33 0-31 16,13-3-45-16,10-10-68 0,8-11-109 15,10-11-150-15,3-13-440 0,-2-13 195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49:40.94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2789 13130 245 0,'1'-3'283'0,"-1"-2"-10"15,0-1-7-15,0 1-4 0,0 3-33 0,3-3-23 16,-3 1-24-16,0 4-22 0,0 0-17 0,1-6-25 15,-1 6-36-15,0 0-25 0,0 0-9 0,0 0-5 16,0 16-7-16,0-4-3 0,0 4 16 0,0 5-7 16,0 4-4-16,-1 2-4 0,-3 5-3 0,4 0 1 15,-4-1-8-15,0 2-1 0,3-4-1 0,-7-1-25 16,3 3 0-16,1-7 1 0,3-4 2 0,0-2 3 16,1-6-3-16,-4-1 3 0,4 2-3 0,-4-4 2 15,4-2-3-15,0-1 3 0,-2 1 2 0,0-2-1 0,2-1-1 16,-1 1 0-16,1-5 5 0,0 4-5 15,0-4-11-15,0 5-8 0,-5-2-25 0,5-3-51 16,0 0-54-16,-14-7-59 0,5 2-206 0,-1-1-445 16,1-5 196-16</inkml:trace>
  <inkml:trace contextRef="#ctx0" brushRef="#br0" timeOffset="174.35">2554 13058 200 0,'0'-15'313'15,"0"-2"-26"-15,4 3-22 0,1-1-18 0,1-2-24 16,2 5-18-16,1-2-23 0,2 1-11 0,5-1-26 16,1 4-15-16,2 1-15 0,-2 1-12 0,4 1-21 15,-2 2-38-15,3 1-44 0,-2 3-46 0,-1 5-40 16,0 2-32-16,7 6-36 0,-13 1-76 0,-3 3-117 16,0 9-375-16,-3 5 166 0</inkml:trace>
  <inkml:trace contextRef="#ctx0" brushRef="#br0" timeOffset="337.01">2503 13687 107 0,'-5'5'318'15,"2"0"-21"-15,1-1-15 0,-1 0-11 0,0-1-4 16,3-3-21-16,0 0-23 0,6 4-16 0,3-5-13 16,5 1-32-16,7-3-14 0,6-1-13 0,9 1-21 15,-3-2-50-15,3 0-61 0,1 4-77 0,0-5-96 16,1 2-296-16,-2-1-504 0,0-2 222 0</inkml:trace>
  <inkml:trace contextRef="#ctx0" brushRef="#br0" timeOffset="1032.8">3561 12964 137 0,'1'-4'307'0,"-1"-1"-1"0,0 0-6 0,0-1-31 0,1 4-26 16,-1 2-23-16,0-8-27 0,2 7-37 0,-2 1-32 15,0 0-41-15,0 0-10 0,0 0-7 0,-4 14-9 16,-1 2-7-16,-2 10-7 0,0 4-1 16,-6 14-3-16,1 4-3 0,0 0-3 0,-2 1-4 15,1-3 0-15,3 0-8 0,2-10 0 0,0-1-3 0,-2-2-2 16,2-3 1-16,2 0-3 0,-1-4 0 0,2-8-2 16,-1-1-1-16,1-5-3 0,1 0 6 15,-2-3 8-15,0 1 7 0,3-5 16 0,-2 2 6 16,-2-4 7-16,2-1-4 0,-1 0 0 0,-2-2-5 15,-1-3-4-15,-1-1-1 0,1 1-7 0,-1-3-4 0,1-2-5 16,0 0 0-16,0 0-5 0,0 0-4 0,0-1 0 16,4 1-28-16,-4-1-30 0,4 1-30 15,1 2-45-15,-1 0-55 0,1-1-74 0,0 2-257 0,4 0-540 16,-1 0 239-16</inkml:trace>
  <inkml:trace contextRef="#ctx0" brushRef="#br0" timeOffset="1365.41">3240 13309 138 0,'-5'0'266'0,"5"0"-14"0,0 0-9 15,0 0-12-15,-9 0-13 0,9 0-18 0,0 0-19 16,0 0-18-16,0 0-21 0,0 0-15 0,0 0-11 16,0 0-9-16,26-4-12 0,-7 1-7 0,11-1-8 15,4 3-10-15,5-4-9 0,15-3-7 0,-3 4-4 16,-10 4-1-16,-3-2-9 0,-1 1-1 0,-1 0-7 16,-4 1-2-16,-11 0-2 0,-1 0-3 0,-1 0-6 15,-7-1 0-15,-2 1-1 0,-1 0-2 0,-3 0-4 16,-6 0-2-16,9 0-8 0,-9 0-24 0,7 1-11 15,-7-1-31-15,0 0-34 0,0 0-57 0,-13 7-69 16,5-7-214-16,4 2-474 0,-1 1 210 0</inkml:trace>
  <inkml:trace contextRef="#ctx0" brushRef="#br0" timeOffset="2104.29">4830 13060 198 0,'4'-11'309'0,"-2"1"-5"0,1 2-12 15,-2 1-8-15,-1 0-24 0,4 2-22 0,-4 2-23 16,1-1-22-16,2-1-28 0,-2 2-24 0,-1 3-24 15,1-3-37-15,-1 3-9 0,0 0-6 0,0 11-9 16,0-1-8-16,-1 7-4 0,-7 9-1 16,2 5-17-16,-2 1-2 0,-1 3-5 0,-6 8-3 0,5-9 6 15,1-1-11-15,-1-1 5 0,-1-1-8 0,2-2 4 16,2-5-6-16,0-6 5 0,3-4-5 0,2-2 3 16,-2-5-4-16,1 2 3 0,2-4 5 15,-3-1 31-15,7 1 57 0,-7-2 45 0,4-3 45 0,0 0 10 16,0 0-16-16,0 0-18 0,-8-17-18 0,8 1-14 15,-1-5-8-15,5-9-18 0,-4-4-18 0,9-14-24 16,-4-3-13-16,5-4-19 0,3 5-7 0,0 0-7 16,-3 6 0-16,0 10-5 0,-2 1 1 0,1 1-6 15,1 8 6-15,-1 5-2 0,-3 4-2 0,0-1 4 16,0 7-7-16,-1-2-3 0,0 1-3 0,2 3-1 16,2 0-3-16,1 2-2 0,2-1-3 0,6 2 3 15,0 4-2-15,4 2-8 0,6 3-34 0,4 0-39 16,1 2-36-16,-2 1-39 0,-2 2-38 0,-1 1-46 15,-1 1-40-15,-6-4-55 0,-6 1-301 0,-2-1-692 16,-3 0 306-16</inkml:trace>
  <inkml:trace contextRef="#ctx0" brushRef="#br0" timeOffset="2455.42">4754 13249 199 0,'0'0'228'0,"-6"2"-1"16,6-2 2-16,-4 0-2 0,4 0-2 15,0 0-12-15,-4 3-14 0,4-3-17 0,0 0-17 16,0 0-18-16,0 0-9 0,0 0-17 0,17 0-11 15,0-3-11-15,3 2-12 0,13-2-7 0,2-1-10 0,3 3-7 16,0-2-2-16,2 3-5 0,-3-2-7 0,0-1-9 16,-5 3 2-16,2 0 6 0,-13-1-15 15,2 1-4-15,-5 0-4 0,-8 0-1 0,2-1-3 16,-5 1-5-16,1-2-3 0,-3 2-9 0,-5 0-17 0,9 0-24 16,-9 0-25-16,0 0-27 0,0 0-30 0,0 0-44 15,0 0-40-15,-13 7-49 0,7-2-170 0,-2-5-458 16,7 4 203-16</inkml:trace>
  <inkml:trace contextRef="#ctx0" brushRef="#br0" timeOffset="2953.89">5753 13130 90 0,'0'0'250'0,"8"-3"-30"16,-8 3-14-16,7-1-13 0,-1 0-17 0,-6 1-15 16,14 2-18-16,-8-1-14 0,6 1-15 0,-1 0-20 15,-2 4-13-15,2-1-3 0,-1 0-7 0,0 4-9 16,-2 0-7-16,-3 3-3 0,1 3-8 0,-2 0-1 15,-1-1-6-15,-6 3-2 0,-1 2-4 0,-2-2 0 16,0-2-6-16,-5 1 0 0,2 0-4 0,-5-4 1 16,4 0-4-16,0-1 0 0,1-3 4 0,-1-1-1 15,0 0 9-15,4-2 9 0,1-2 20 0,0 1 27 16,1-1 32-16,0-2 22 0,4-1 15 0,0 0-15 16,-4-8-9-16,6 3-5 0,0-5-16 0,3-2-21 15,3-4-10-15,7-4 4 0,-3 2-14 0,7 0-6 16,-1-4-4-16,-1 10-3 0,-2-3-17 0,3 3-4 15,-3 2 10-15,1 1-14 0,-5 4-11 0,3 0-1 0,-4 0-4 16,1 3 0-16,0 0-11 0,-3 0-10 16,-1 1 12-16,4 2-3 0,-4 2-6 0,-2 1-14 15,3 1-9-15,-4 4-4 0,3 1 5 0,-3 1-5 16,0 5-3-16,-1 0-12 0,-2 1-11 0,0 2-10 0,-1-4-15 16,0-1-22-16,3-2-21 0,-3-1-23 15,0-2-24-15,0 3-22 0,0-5-26 0,0-1-58 16,4-2-187-16,-3-4-501 0,-1 0 221 0</inkml:trace>
  <inkml:trace contextRef="#ctx0" brushRef="#br0" timeOffset="3168.58">6308 13087 127 0,'3'-3'270'0,"-2"2"-31"15,-1 1-23-15,8-1-25 0,-8 1-10 0,10 5-6 16,-3 0-13-16,0 2-11 0,1 3-6 0,-1-1-11 15,5 5-5-15,-3 4-9 0,0 8-12 0,-2-3-8 16,-2 3-6-16,-2 0-9 0,-4 3-3 16,-4-2-11-16,-1 2-16 0,-5-3-16 0,-2-1-13 0,-5 0-17 15,0-4-20-15,-6 1-17 0,-4-4-30 0,-3-3-41 16,-4-4-53-16,-1 0-89 0,-15-4-146 0,14-4-419 16,0-5 185-16</inkml:trace>
  <inkml:trace contextRef="#ctx0" brushRef="#br0" timeOffset="3449.03">5765 12894 156 0,'-18'7'190'0,"2"4"-14"16,-9 7-5-16,-2 2-20 0,-8 15-7 0,0 3-15 16,3 1-11-16,-1 7-14 0,5 0-8 0,4-2-14 15,5 0-3-15,7-8-8 0,9 0-4 0,2-2-7 16,5 0-1-16,8-3-3 0,5 0-2 0,8-4-4 16,14 0 0-16,7-2-3 0,12-7-60 0,8-8-111 15,-2-3-206-15,4-9-356 0,-2-3 159 0</inkml:trace>
  <inkml:trace contextRef="#ctx0" brushRef="#br0" timeOffset="4120.92">7585 13261 216 0,'-3'-2'350'0,"3"-3"-15"0,0 1-10 0,0 4-11 0,0-7-13 15,0 3-22-15,0 4-32 0,0 0-24 16,-1-5-32-16,1 5-20 0,0 0-24 0,0 0-16 0,0 0-16 16,0 0-13-16,0 0-12 0,0 0-10 0,0 20-11 15,0-8-5-15,-4 2-8 0,4 4-8 16,0 10 0-16,-5-4-11 0,1-3-3 0,3-3-1 16,-2 3-2-16,2-1 0 0,1-3-4 0,-3-2-3 0,2-1 1 15,1-4-4-15,-4 0-1 0,3-1-1 0,-2-3-3 16,2 0-2-16,0 0 0 0,1-2 7 15,-3-2-2-15,3 2 1 0,0-4-30 0,0 0-75 16,0 0-76-16,-6-13-76 0,6 0-86 0,1-6-259 0,4-8-631 16,-1-4 279-16</inkml:trace>
  <inkml:trace contextRef="#ctx0" brushRef="#br0" timeOffset="4286.38">7637 13033 146 0,'0'-5'335'0,"0"-1"-8"0,0 0 1 15,3 1-37-15,-3-1-18 0,1-1-25 0,1 3-26 16,-2 0-27-16,3-1-18 0,0 2-22 0,-1 1-33 16,2 0-40-16,1 1-39 0,-5 1-39 0,10 0-48 15,-10 0-45-15,12 1-46 0,-6 1-51 0,2 2-230 16,-3-1-451-16,1-1 200 0</inkml:trace>
  <inkml:trace contextRef="#ctx0" brushRef="#br0" timeOffset="4648.64">8050 13093 35 0,'5'0'383'0,"-5"0"-26"16,0 0-27-16,6 1 1 0,-6-1-33 0,0 0 4 16,0 0-45-16,0 0-29 0,0 0-18 0,7 0-27 15,-7 0-20-15,0 0-19 0,0 0-22 0,0 0-15 16,1 5-21-16,-1-5-12 0,0 0 4 0,-4 6-20 15,0-1-2-15,-3 1-3 0,-1 3-12 0,3-1-3 16,-3 4-3-16,2 0-4 0,-2 3-5 0,3-4-6 16,1 6 18-16,0 0-20 0,3 0-1 0,1 0-3 15,4 4-6-15,0-3-2 0,1 1 1 0,0-2-3 16,9 5 7-16,-2-4 6 0,0-2-8 0,1-1-6 16,-1 0 1-16,0 0-5 0,-1-2 0 0,-5-3-2 15,2-3 1-15,-2 0-8 0,-2-2 2 0,-2 0 5 16,1-2-4-16,-2 2 15 0,-1-1-9 0,0-4 6 0,-4 5-1 15,-2-3 0-15,-2-1 1 0,-4 1-3 0,1-2 19 16,0 2-27-16,-1-2 6 0,1 0-41 16,-2 0-46-16,-1 0-58 0,0 0-66 0,5 0-95 15,-4-2-265-15,7 2-616 0,1-2 273 0</inkml:trace>
  <inkml:trace contextRef="#ctx0" brushRef="#br0" timeOffset="9529.99">9793 13167 80 0,'0'0'210'0,"1"-3"-16"0,3 1-14 16,-4 2-11-16,2-3-7 0,-2 3-11 0,0 0-11 16,3-4-14-16,-3 4-16 0,3-5-8 15,-3 5-10-15,0 0-9 0,1-3-10 0,-1 3-6 16,0 0-12-16,0 0-4 0,0 0-3 0,2-2-4 0,-2 2-9 16,0 0 0-16,0 0-5 0,0 0-5 0,0 0-1 15,0 0-1-15,0 0-4 0,0 0 0 0,0 0-4 16,0 0-1-16,0 0-3 0,0 0 1 15,0 0-1-15,0 0 0 0,0 0-2 0,0 0-1 0,0 0 4 16,0 0-10-16,0-5 4 0,0 5-1 0,0 0 5 16,0 0-6-16,2-3 1 0,-2 3-1 0,0 0-2 15,0 0 2-15,0 0 0 0,10-2 0 0,-9-1-1 16,-1 3-3-16,3-2 1 0,-3 2 1 0,1-5 2 16,2 2-2-16,-2-1 10 0,0 0-2 0,-1 4 3 15,1-6 10-15,1 2 7 0,-2 4 0 0,1-7-2 16,0 3 3-16,-1 0 5 0,0 4-7 0,-2-6-2 15,0 3 2-15,2 3-7 0,-5-5-4 0,1 2 0 16,-2 2-6-16,-2 0-5 0,-1-2 0 0,-4 4-2 16,-3 2-1-16,-4 1-2 0,-1 1-2 0,-4 4 0 15,-2 1 3-15,-1 2 0 0,1 3-2 16,1-1-1-16,1 3-3 0,3 0-1 0,-1 0 3 0,1 0 0 16,6 3-1-16,2-5 2 0,3 2-2 0,0 0-1 15,7 0 1-15,-2 0 0 0,3 0 1 0,4-1-1 16,3 2 1-16,5-2 7 0,9 3-3 0,6-3-2 15,7-2 0-15,6-6-3 0,21 4-8 0,2-4-5 16,2-6 1-16,34 0-6 0,-6-2-7 0,-25-3-10 16,28 2-13-16,-29-3-12 0,2 3-12 0,-2-4-5 15,3-1-3-15,-2-3 6 0,-5 5 8 0,-7-4 6 16,-13 3 14-16,-3-2-3 0,-3 1 7 0,-4 1 7 16,-4-3 12-16,-8 3 25 0,-7-2 22 0,-1 3 11 15,-2-4 7-15,-4 3 0 0,-3-2-3 0,-2 2 1 16,-3 0-6-16,-5-2-3 0,-4 2 0 0,-7-1 0 15,-2-1-3-15,-5 0 4 0,-5 4-7 0,-1-1-7 0,-4 4 6 16,0 2-3-16,0 0-2 0,1 1 0 16,-1 3-4-16,1 2-4 0,4-2 0 0,2 5 0 15,0-1-1-15,7 1-3 0,0 0 0 0,4 1-1 16,4-1 0-16,-2-1-1 0,7 3-3 0,2-3 0 0,-2-1 0 16,5 1 3-16,1 0 0 0,4-2-2 0,0 1 3 15,1-2-1-15,7 1 2 0,2-3 0 16,3 0 4-16,6-1-6 0,2-2 0 0,7-2-2 0,0-4 3 15,0-1 3-15,3-1-1 0,-1-5-2 0,2-3 2 16,-1-1 1-16,0-5 6 0,-2-4 4 0,-1 2 6 16,0-4 4-16,-5-3 2 0,0 2 16 0,-4 0 13 15,-1-3 17-15,-2 3 18 0,-2 2 11 0,-4-2 19 16,-2 1-1-16,-2 0 5 0,-2 6 2 0,-3 1-7 16,2-1-7-16,-2 6 0 0,-1 2-12 0,0-2-2 15,1 3 1-15,-1 0-11 0,0 2-6 0,-1 3-12 16,2-1-8-16,-1 1-3 0,0 2-7 0,0 1-8 15,0-1-3-15,0 4-11 0,-1-5-18 0,1 5-18 16,0-6-26-16,0 6-23 0,0 0-28 0,0 0-1 16,0 0 7-16,0 0 7 0,-4 18 5 0,0-6 3 15,-6 7 14-15,1 8 4 0,-1 3 3 0,-3 3 5 16,0 1 9-16,3-2-6 0,-4 14-1 0,2-15 9 16,1-2-7-16,2 2 9 0,1-2 4 0,0-2-3 15,2-8 4-15,4-1-1 0,-3-1 4 0,1 0 17 16,2-7-16-16,1 1 1 0,1-2 4 0,-2-1 0 15,2-3 1-15,0-1-5 0,0 1 7 0,2 0 5 16,-2-1 3-16,3-1 3 0,1 0 1 0,2-1-2 16,3-4-3-16,5 2-29 0,5-5-59 0,-1-2-93 15,14-5-131-15,-1-8-254 0,2 1-608 0,15-15 270 16</inkml:trace>
  <inkml:trace contextRef="#ctx0" brushRef="#br0" timeOffset="10031.08">11280 12886 83 0,'0'-10'294'0,"3"-1"-15"0,-3 2-18 15,-3 1-8-15,3 3-21 0,0-1-13 0,0 2-27 16,0 1-19-16,0 3-22 0,-5-7-39 0,5 7-8 15,0 0-16-15,-6 9-9 0,-1 3-7 0,-3 5-8 0,-3 6-7 16,-1 9-6-16,-5 12-7 0,-3 10-1 16,4-3-5-16,-1 2-1 0,5-2-7 0,-2-2 1 15,5-1-6-15,1-2 0 0,0-14-5 0,1-1-2 16,5-2 4-16,-2-3-6 0,-2-6-1 0,6-6-5 16,-2-2 9-16,0 0-7 0,0-4-2 0,0 1 6 0,0-6 4 15,3 2 13-15,-4-1 7 0,0-1-9 16,-3-3 1-16,0-2-2 0,-2 0-5 0,1-2 1 15,-1 0-1-15,-1-1-3 0,0 0-8 0,0-2 0 0,1 2-1 16,0 0-2-16,-1 0-11 0,1-4-10 0,1 4-24 16,3 2-30-16,-1-1-37 0,0-1-51 0,4 2-58 15,-3-5-284-15,3 2-534 0,3 3 236 16</inkml:trace>
  <inkml:trace contextRef="#ctx0" brushRef="#br0" timeOffset="10321.84">10979 13218 91 0,'-8'2'270'16,"4"-2"-22"-16,4 0-24 0,-10 0-17 0,10 0-14 15,-8 1-10-15,8-1-21 0,0 0-13 0,-1 1-15 16,1-1-13-16,0 0-11 0,20 3-7 0,0-3-9 15,9 0-10-15,4 0-3 0,8-3-12 0,13 2-8 16,1-2-5-16,1 0-1 0,-16 1-9 0,-2 1-8 16,0 0-2-16,-1 0-4 0,-4-1-2 0,-2-1-3 15,-12 3-7-15,1-1-8 0,-7 2-10 0,-2-2-18 16,-2 1-14-16,-2 0-7 0,-2 0-9 0,-5 0-14 16,0 0-26-16,0 0-21 0,0 0-23 0,-15 4-31 15,7-2-217-15,1 0-409 0,-2-1 182 0</inkml:trace>
  <inkml:trace contextRef="#ctx0" brushRef="#br0" timeOffset="10767.29">12761 13245 33 0,'-4'-3'150'16,"4"3"-9"-16,-6 0-4 0,-2-3-12 0,8 3-13 15,-12 0-11-15,1 3-13 0,2 1 0 0,-1 1-15 16,1-1-9-16,0 4-6 0,-1 0-5 0,0 1-9 0,-2 3 1 15,2-2 1-15,0 2-8 0,1 2-9 0,1 1 1 16,2-4-3-16,2 1-2 0,0 0 1 16,4-1 7-16,0 1 7 0,3-1 13 0,3-5 9 15,2 6 11-15,-1-7 6 0,4 3 5 0,0-4 0 0,2-1 3 16,5-3 3-16,-1 0 0 0,0-3-5 0,1-4-3 16,0 0-5-16,-4-4-5 0,4 1-5 15,-5-5-6-15,-3 1-4 0,2-3-14 0,0-6-6 16,-8 6-7-16,0-2-7 0,1 2-6 0,-5-2-8 0,-1 2-9 15,-4 0-10-15,-4 0-16 0,-4 2-12 0,0 3-15 16,-5 0-12-16,2 3-10 0,-3 1-9 0,-1 1-23 16,4-2-11-16,3 8-33 0,3-2-54 15,-3 1-135-15,3-1-367 0,5 2 162 0</inkml:trace>
  <inkml:trace contextRef="#ctx0" brushRef="#br0" timeOffset="11131.25">13102 13016 230 0,'2'-2'273'0,"0"0"-31"0,-2 2-30 15,0 0-23-15,0 0-18 0,0 0-18 0,0 0-21 16,-11 14-11-16,-1 8-12 0,-2 2-13 0,-2 4-8 16,-5 2-9-16,-2 12-6 0,4-10-6 0,1-2-8 15,4 4-7-15,0-4-5 0,1 1-5 0,4-2-2 16,0-3-6-16,6 2-1 0,0-10-5 0,2-1 2 15,-1-5-2-15,4 0-2 0,-1-2-2 0,2-1 11 16,0-1 15-16,2-3 4 0,2 0 13 0,-1-2 7 16,1-1 5-16,-1-2 0 0,4-1-2 0,-1-3-7 15,0-3-4-15,1-1-8 0,-5-6-18 0,3 0-14 16,-3-4-22-16,-5-2-7 0,-1-6-11 0,-4 8-3 0,-3-2 4 16,-8 0 1-16,5 5 0 0,0 2 4 15,-1 4 11-15,5 0 1 0,-1 2-4 0,5 0-1 16,-4 4-2-16,3 1-1 0,4 2-3 0,0 0 5 15,0 0-2-15,0 0 1 0,37 5 1 0,0 2-16 16,13 0-46-16,6 0-72 0,-1-2-60 0,0-5-296 16,1 2-531-16,-3-4 236 0</inkml:trace>
  <inkml:trace contextRef="#ctx0" brushRef="#br0" timeOffset="16649.21">14964 13016 135 0,'-4'-4'217'16,"4"4"-2"-16,-2-6-8 0,-1 4-11 0,-1-2-13 16,4 4-10-16,-5-3-11 0,5 3-15 0,-2-2-9 15,2 2-15-15,0 0-13 0,0 0-14 0,-3-3-11 16,3 3-6-16,0 0-9 0,-4-3-9 0,4 3-17 15,0 0-10-15,0 0-10 0,0 0-3 0,0 0-5 16,0 0 0-16,0 0-3 0,0 0-3 0,0 0-2 16,0 0 2-16,0 0 1 0,0 0-2 0,0 0 1 15,18 1-1-15,-18-1-2 0,17-1 0 0,-6-4-2 16,2 3 1-16,-1-2-2 0,0-1 4 0,1 3-5 16,0-5 0-16,-3 2 0 0,0 1 2 0,2-2-4 15,-6 1 5-15,-1 3-2 0,1-3 2 0,-1 0 1 16,2 0 5-16,-7 3 0 0,4-1-4 0,-4 1-2 15,0 2 0-15,-10-3-1 0,2 3-4 0,-1 0-8 16,-7 3 5-16,-2-1-1 0,-3 5 2 0,-5 1-4 16,-1 2 0-16,2 3-3 0,-2 0 4 0,1-1 4 15,-1 3-2-15,4 5-1 0,0-1-1 0,2 3-1 16,4 0 0-16,1 0 1 0,2 0 2 0,8-4 0 16,2 1 1-16,4-4 1 0,1 4 0 0,8-4-3 15,12 5 2-15,4-4 7 0,8-4-3 0,4-5-8 16,21 3-3-16,2-8-2 0,4-2-6 0,29-4-1 0,-26-4-1 15,25-1-3-15,-27-1-3 0,1-5-11 16,21-7-7-16,-28 9-4 0,-3-5-1 0,-1-2 5 16,-5-3 0-16,-7-2 19 0,-11 6-8 0,-2 3 1 15,-7-1 6-15,-8 5 0 0,-2 1 15 0,-8 2 6 0,-2 3 2 16,-5-2-6-16,-2 2 7 0,-5-1 2 0,-8 2 7 16,-3 1-7-16,-9 1 1 0,-3 5 2 0,-2 1 4 15,-2 4-2-15,0 3 3 0,1 1-4 0,2 4 2 16,1 2-4-16,0 0 3 0,2 0 1 15,5 0-1-15,9-5-6 0,3 5 3 0,2-4 2 0,4 3-6 16,3-4 6-16,4-2 2 0,4-2 0 0,4 1 1 16,7-2-1-16,4 0-2 0,8-3-3 15,1-4 6-15,3-1-4 0,1-3 0 0,1-4 0 0,-5-2-4 16,3 1-1-16,-2-6-11 0,-4 0 4 0,-2-2-9 16,-3-2 3-16,-7 5-4 0,-3-3 8 0,0 0 0 15,-1 3-1-15,-6 2 0 0,-2 0 2 0,-5 1 3 16,-1-1-1-16,-3 3 0 0,-2 1 1 0,-4-1 2 15,-4 1-4-15,0 4 1 0,-3 0 1 0,2 3-1 16,-1 1 7-16,1 0-3 0,0 1-9 0,1 4-10 16,0 0-26-16,3 3-29 0,2-3-19 0,5 0-42 15,2 4-163-15,-1-1-325 0,7 1 144 0</inkml:trace>
  <inkml:trace contextRef="#ctx0" brushRef="#br0" timeOffset="17248.72">16063 12998 32 0,'0'-3'311'0,"4"2"-23"16,-4 1-27-16,3-5-25 0,-3 5-27 0,1-5-26 16,-1 5-16-16,1-4-22 0,-1 4-15 0,0 0-16 15,0 0-9-15,0 0-13 0,-5 17-6 0,4-5-13 16,-4 3-5-16,-2 2-7 0,2 0-4 0,-4 7-5 15,3 0-8-15,-1-4-3 0,2-3-4 0,1-1-7 16,0-1-1-16,0-5-3 0,2-1-1 0,1-4-1 0,-2 1 0 16,2-2 2-16,1 0 1 0,0 0 27 15,0-4 11-15,0 0 5 0,0 0-10 0,0 0-7 16,19-15-4-16,-7 3 6 0,2-3-15 0,0 0-8 16,4-7-5-16,-2 1 0 0,0 5-4 0,-5 0 0 15,2 3-3-15,-4 3 0 0,0 3 1 0,-3-1 0 0,-2 3 3 16,2 1-9-16,-2 0-9 0,1 0-9 0,-1 3 3 15,0-1-10-15,-4 2-3 0,0 0-3 16,11 7 8-16,-3 3-10 0,-3-2 1 0,3 3 2 0,2 2 3 16,-1 4-5-16,0-3-5 0,5 1 1 15,0-1-8-15,0-1-1 0,9 3-9 0,-5-6-7 0,1-3-4 16,2-1-6-16,4 0 0 0,3-6 0 16,-1-3-4-16,-4-3 7 0,4-2 5 0,-1-4 5 0,-2-4-2 15,-4-2 10-15,-2-2 0 0,1-3 5 0,-3-6 5 16,-1 3 3-16,-1-6 2 0,-1 4 12 15,0-3 17-15,-3 1 25 0,-4 5 14 0,2 1 22 0,-5 6 26 16,-1 2-10-16,3 6 7 0,-2-2 6 0,-2 4 5 16,2 2-22-16,-1 3-14 0,-2-3-10 0,0 0-16 15,3 4-33-15,-3 2-10 0,0 0-2 0,0 0-1 16,0 0 4-16,-4 18-4 0,0-1 1 16,-2 1 2-16,1 7 3 0,-3 4-2 0,-1 1-1 0,-4 1 0 15,8 2 9-15,-3-3-16 0,3 0-6 0,0-4-7 16,-2-1-10-16,4-7-12 0,-1 0-16 0,0-2-11 15,0-7-15-15,1 4-10 0,1-3-15 0,-2-5 1 16,0-2-29-16,0 0-26 0,0-3-47 0,4 0-203 16,-8-4-448-16,4-3 198 0</inkml:trace>
  <inkml:trace contextRef="#ctx0" brushRef="#br0" timeOffset="17747.36">16458 12939 71 0,'-8'0'190'0,"1"2"-20"0,0-2-19 0,2 1-5 16,5-1-19-16,-5 0-3 0,5 0 7 0,0 0 6 15,0 0-5-15,23 2-10 0,5-3-9 0,4 0-9 16,8 0-10-16,15-6-12 0,2 6-5 0,1-5-12 16,-6 4-4-16,4-1-7 0,-5-1-6 0,-11 3-3 15,-2-1-9-15,-2 0 4 0,-3 1-9 0,-3-2-4 0,-1 5-1 16,-15-2-2-16,0 0 0 0,-5-2-9 15,3 2 5-15,-5 0-4 0,0 0 3 0,-7 0 1 16,6-1 9-16,-6 1-7 0,7 0-4 0,-7 0 0 16,0 0-4-16,0 0-1 0,0 0 0 0,0 0-2 0,0 0-2 15,0 0-5-15,0 0 4 0,0 0-2 16,0 0-1-16,0 0 2 0,0 0-1 0,0 0-1 16,0 0 4-16,0 0-2 0,0 0 0 0,0 0-1 15,0 0 12-15,0 0 15 0,0 0 8 0,0 0 13 0,0 0 10 16,0 0 4-16,0 0 8 0,0 0 4 15,0 0 1-15,7 0-9 0,-7 0 0 0,0 0-12 16,0 0-2-16,0 0-6 0,0 0-11 0,0 0-5 16,0 0 7-16,0 0-17 0,0 0-21 0,0 0 0 0,-2 8-1 15,-1-3-2-15,2 0-3 0,-2 3 5 0,1 2-4 16,-5 6 6-16,5 1-8 0,-5 1 3 0,1 6-1 16,1-6 3-16,0 0-2 0,-2-1 1 0,2 3 1 15,1-2-6-15,3-6-20 0,-4-2-8 0,1 2-12 16,0-4-6-16,3-1-18 0,-3-2-7 0,0-2 4 15,3 3 4-15,-2-5-16 0,3-1-58 0,0 0-56 16,-11-8-47-16,5-2-204 0,1-6-484 0,3 1 214 16</inkml:trace>
  <inkml:trace contextRef="#ctx0" brushRef="#br0" timeOffset="17892.84">17085 12821 208 0,'2'-10'281'0,"0"4"-3"0,-1-1-23 0,2 1-18 0,1 3-11 16,-3-3-28-16,-1 2-23 0,2 0-15 15,0 1-21-15,-2-1-13 0,0 4-11 0,6-2-21 16,-2 1-25-16,-4 1-33 0,9 0-30 0,-9 0-35 16,9 5-37-16,-5 0-32 0,2-3-49 0,-3 8-231 15,-2-8-408-15,4 2 180 0</inkml:trace>
  <inkml:trace contextRef="#ctx0" brushRef="#br0" timeOffset="18268.08">17382 12884 201 0,'7'-3'323'0,"-7"3"-28"0,0 0-19 0,0 0-34 0,6-2-26 16,-6 2-29-16,0 0-15 0,0 0-21 0,0 0-16 16,0 0-16-16,3 8-11 0,-4-2-11 0,2 0-10 15,-2 3-9-15,0 3-8 0,-3 2-6 16,1 2-7-16,0 0-3 0,-5 5-2 0,6-2-10 15,-2-1-3-15,-3-1-5 0,6-5-6 0,-3 0 0 0,0-2-2 16,3-1 0-16,1-2-8 0,-3-2 3 16,2-1 5-16,1 1 11 0,0-2 43 0,0-3 43 15,-1 5 22-15,1-5-7 0,0 0-16 0,6-9-14 0,2-1-11 16,1-4-6-16,4 2-10 0,-3-1-10 0,0 1 4 16,-1 1-18-16,-1 3-12 0,-1 0 4 0,0 3-6 15,-1-1-8-15,-1 1 0 0,-2 2-15 0,1 0-2 16,-2 1 1-16,2 0-13 0,-4 2 2 0,5-3-2 15,-5 3-12-15,0 0-5 0,15 6-20 0,-9-4-27 16,1 5-11-16,3 0-25 0,-1 1-28 16,-1 3-31-16,3 2-32 0,1 0-30 0,-3-4-44 0,1 0-60 15,-2 1-225-15,2-5-588 0,-1 0 260 0</inkml:trace>
  <inkml:trace contextRef="#ctx0" brushRef="#br0" timeOffset="18916.72">17717 13023 2 0,'-2'-6'254'0,"2"6"-23"0,0 0-17 16,-3-5-17-16,3 5-12 0,-2-3-10 0,2 3-14 16,0 0-12-16,0 0-14 0,5-4-14 0,-5 4-12 15,0 0-15-15,0 0-4 0,5-3-8 0,1 1-9 16,1 2-5-16,6-3-8 0,-3 0-8 0,3 1-4 16,6-3-6-16,0-2-3 0,-1 2-2 0,0-2-8 15,4 0 0-15,-3 0-4 0,1-3-1 0,7-1-3 16,-9 0-2-16,1 4-3 0,-2-3 1 0,-2 1-4 15,-2-1 1-15,-3 2-3 0,1 0 4 0,-4 2 6 16,-2-1 5-16,-1 2-2 0,0-2 1 0,-4 4-3 16,-1-2-4-16,-2 0 0 0,-3 3-6 0,-2-1 0 15,-1 2 0-15,-5 1-6 0,-4 1-1 0,0 2 4 16,-1 4-5-16,1 0 1 0,-10 2-2 0,9 2 1 16,1-3-1-16,-5 8 4 0,1 0-8 0,8-3 1 15,-5 7 0-15,10-6-7 0,0 3-1 0,5-1 5 16,7 2-2-16,2-1 0 0,8 0 1 0,9 1 0 0,4-5-7 15,6-2-1-15,3 0-7 0,15-4-2 16,7-3 1-16,4-3-1 0,3-3 3 0,0-5-1 16,0 2 0-16,-2-7 1 0,-4-1 0 0,-3-1-4 15,-18 0-3-15,-1-1-3 0,1 1 9 0,-7-2-1 0,-4 0 3 16,-8 4 11-16,-4 0 17 0,-2 2 13 0,-6 0-3 16,1 1-1-16,-6-2-3 0,-2 5-2 0,-6-1-2 15,1-1-3-15,-7 2 0 0,0 2 0 16,-1 2-1-16,-4 0-1 0,-1 4-2 0,-2 1-1 0,1 4-3 15,0 0 2-15,-6 4-3 0,10 1 0 0,-5 4 1 16,6-4 0-16,2 4 0 0,4-1 0 16,-1 2 0-16,2 0-2 0,7 0 2 0,1-2 1 15,1-1 0-15,4-1 0 0,4-2 1 0,0-3 0 0,7 1-1 16,-1 0 2-16,2-5 1 0,3 0 0 0,0-4-4 16,0-2 2-16,7-3 3 0,-6 0-3 0,-2-4-2 15,-1 0 0-15,5-8 8 0,-6 2-7 0,-4 1 1 16,-2 0-2-16,-2-3 0 0,-3 1 0 0,-2 1 3 15,-2 1 0-15,-2-1-2 0,-4 3-1 0,0 0 0 16,-4 2-5-16,-2 1 3 0,1 0-1 0,-5 1 1 16,1 3 0-16,0 0-3 0,2 1-14 0,-2 4-14 15,0 0-20-15,3 4-20 0,-3-1-18 0,3 1-30 16,0 4-24-16,5 0-49 0,0 1-191 0,3-1-414 16,5 1 183-16</inkml:trace>
  <inkml:trace contextRef="#ctx0" brushRef="#br0" timeOffset="19329.16">18961 12818 134 0,'0'-4'319'0,"1"0"-19"0,1 2-41 0,-1-2-25 15,-1 4-27-15,1-4-23 0,-1 4-19 16,0 0-22-16,0 0-16 0,0 0-10 0,0 0-12 15,0 0-12-15,-5 21-8 0,0-10-10 0,0 0-5 0,-1 7-9 16,-1 0-4-16,-1-1-8 0,1 2-3 0,-1-1-1 16,3 0-6-16,1-3-8 0,-1 1-1 0,4-4-4 15,-3-1 0-15,3-2-5 0,1-1 4 16,1-2-1-16,1-2 3 0,1 0 8 0,4-4 5 16,-7 0 9-16,20-5 5 0,-7 0 5 0,2-4-2 0,3 1-4 15,6-6 4-15,-6 3-6 0,5-2-9 0,-1-4 2 16,1 2-12-16,-9 2 0 0,1 3-4 0,-6 2 6 15,2 1 9-15,-1 0 3 0,-1 2 4 16,-4 0-10-16,-1 2-8 0,-1 1-2 0,1-1-15 0,1 1-8 16,-5 2-10-16,7-3-3 0,-7 3-10 0,10 5 3 15,-5-2-7-15,1 0-10 0,3 3-11 0,0 0-24 16,5 1-24-16,-5 1-30 0,2 1-48 0,5 0-49 16,1-2-64-16,-6 0-219 0,2-5-539 0,0 1 239 15</inkml:trace>
  <inkml:trace contextRef="#ctx0" brushRef="#br0" timeOffset="19644.58">19578 12758 225 0,'0'0'297'0,"2"-5"-23"16,-2 5-25-16,-2-5-21 0,2 5-25 0,0 0-21 15,3-4-22-15,-3 4-19 0,0 0-16 0,0 0-10 16,0 0-14-16,0 0-11 0,0 0 0 0,-9 10-18 15,4-5-6-15,-4 3-11 0,3-3-3 0,-2 3-6 16,0 1-6-16,-2-1-5 0,1 1-5 0,1-1 1 16,-2 3-5-16,5-3-3 0,0 2-4 0,1-1-1 15,0 1-2-15,4-1-1 0,0-1-1 0,4 4 0 16,4-3-3-16,-2 2 0 0,8 0-2 0,-2 0-6 16,3 0 2-16,-2 3 1 0,1-6-1 0,-4 1-7 15,-1 0-1-15,-1-1 0 0,-1 0-4 0,0-2-4 16,-3 0 1-16,-2-2 4 0,1 2 3 0,-3-2-4 15,-4-1 9-15,-1 2 2 0,-4 4 0 0,-6-3-1 16,-2-1-4-16,-5 1 3 0,-5 0-6 0,-6-2-25 16,1-2-45-16,-2 1-59 0,2-3-82 0,-2-3-221 0,6 3-470 15,8-5 208-15</inkml:trace>
  <inkml:trace contextRef="#ctx0" brushRef="#br0" timeOffset="20930.87">20859 12649 59 0,'1'-5'242'0,"2"3"-15"0,-1-1-21 0,1 1-20 16,-3 2-16-16,9-6-24 0,-4 5-12 0,1 0-14 16,-6 1-16-16,17 4-9 0,-6 0-12 15,1 1 0-15,4 4-11 0,2 0-6 0,-5 4-1 16,7 6-6-16,-2-2-9 0,0 5-1 0,-2 0-7 0,-5-5 0 16,2 6-8-16,-3 2 1 0,-2-6-5 0,-4 0-1 15,1 6-2-15,-5-7-2 0,0-1-5 16,-2 0 0-16,0 0-1 0,-1-6 4 0,-2 3 5 15,-1-2 9-15,1-2 4 0,-3-1 7 0,3-1 4 16,0-3 7-16,-1-1 12 0,-1 1 15 0,2-4 23 0,0-1 7 16,5 0 33-16,-12-3 0 0,6-4 7 0,2 0-1 15,0-5-13-15,3-4-12 0,2-4-14 16,7-5-14-16,6-6-6 0,0 1-16 0,4-1-7 0,4-1-7 16,-3 1-6-16,4 2-7 0,-2 3-2 0,1 1-10 15,0 3-7-15,-2 1-1 0,-7 9-7 0,1 0 5 16,-5 0-5-16,0 7-4 0,1-5-2 15,-3 5-1-15,-1 0-5 0,-2 1-3 0,1 1-5 0,-1-1-5 16,0 2 1-16,-2-1 0 0,-2 3-10 0,4-3-29 16,-4 3-27-16,3-2-25 0,-3 2-22 0,0 0-26 15,0 0 7-15,0 0 3 0,0 0-11 0,0 0-15 16,2 12-15-16,-4-7-17 0,0 0-25 0,0 2-28 16,1 0-69-16,-1 0-189 0,1-3-537 0,2 3 238 15</inkml:trace>
  <inkml:trace contextRef="#ctx0" brushRef="#br0" timeOffset="21152.1">21499 12959 245 0,'-4'1'386'16,"4"-1"-19"-16,0 0-25 0,0 0-34 0,0 0-19 15,0 0-30-15,0 0-28 0,0 0-26 0,0 0-15 16,0 0-42-16,0 0-30 0,0 0-44 0,0 0-37 16,13-9-41-16,-9 8-45 0,-4 1-46 0,9-1-47 15,-4-1-56-15,-5 2-255 0,6-4-489 0,-3 3 218 16</inkml:trace>
  <inkml:trace contextRef="#ctx0" brushRef="#br0" timeOffset="21665.85">21833 12743 251 0,'2'-4'291'0,"-2"4"-4"0,3-5-16 0,-1 3-14 16,-2 2-12-16,0 0-37 0,3-3-17 15,-3 3-22-15,0 0-25 0,0 0-11 0,0 0-15 16,0 0-14-16,0 0-13 0,0 0-12 0,9 5-8 0,-7 0-8 16,0 2-7-16,1 2-4 0,1 1-5 0,0 0-5 15,-3 4-4-15,4-2-6 0,-3 2-1 16,1 4 1-16,1-3-2 0,0 2-7 0,-3-3-3 15,-1 0-2-15,3-2-3 0,-3 0-2 0,0 0 3 16,1-2-5-16,-1-2 0 0,0 0 2 0,0-4 2 16,3 0 0-16,-3-1-3 0,0 2 34 0,0-5 40 15,1 5 51-15,-1-5 45 0,0 0 32 0,0 0-17 16,0 0-20-16,14-17-17 0,-5 2-17 0,10-4-10 16,-3-3-21-16,4-2-13 0,-1-3-13 0,0 1-4 0,1-3-17 15,-2 2-4-15,-1 3-5 0,0 2-9 0,-3 5-3 16,-5 2-4-16,0 3-5 0,0-2-10 15,-4 6 2-15,0-1-1 0,-2 2-5 0,-1 2-3 16,2-1-26-16,0 1-32 0,-3 4-42 0,0-2-49 0,-1 3-36 16,0 0-9-16,0 0-8 0,0 0-10 0,4 11-24 15,-4-2-25-15,-2 3-28 0,-2-5-38 0,-1 5-327 16,0-3-688-16,2 1 305 0</inkml:trace>
  <inkml:trace contextRef="#ctx0" brushRef="#br0" timeOffset="21869.08">22254 12946 382 0,'0'4'440'15,"0"-4"-24"-15,2 4-23 0,-2-4-33 0,0 0-34 16,0 4-31-16,0-4-38 0,0 0-33 0,0 0-48 15,0 0-73-15,0 0-78 0,0 0-85 0,0 0-136 16,0 0-328-16,0 0-567 0,0 0 251 0</inkml:trace>
  <inkml:trace contextRef="#ctx0" brushRef="#br0" timeOffset="24188.79">23607 12637 16 0,'12'-4'92'0,"-2"1"-2"16,4 0-27-16,-2 2-19 0,-1 0-23 0,-2-2-27 15,3 2-48-15,-5 0-58 0,1-4 26 0</inkml:trace>
  <inkml:trace contextRef="#ctx0" brushRef="#br0" timeOffset="24830.76">23775 12569 78 0,'4'-5'248'0,"-2"-2"-2"0,3 0-5 0,-2 4-9 15,-1-1-8-15,0-2-10 0,0 4-14 0,0-1-22 16,-2 3-18-16,2-4-15 0,-2 4-21 0,0-3-22 15,0 3-14-15,0 0-6 0,-9 8-14 0,-2 1-4 16,-5 2-5-16,-5 6-11 0,-1 2 4 0,-1 2-10 16,-3 2-3-16,-2-1-6 0,4 1-3 0,-3-1-5 15,2-1-1-15,0 1-2 0,2-3 6 0,2 1-12 16,0-2 0-16,7-5-6 0,-1 0-21 0,2-1-19 16,0 0-27-16,4-5-24 0,0 0-24 0,4-2-18 15,0-2-1-15,2 1-32 0,3-4-68 0,0 0-148 16,-6-10-402-16,11 1 179 0</inkml:trace>
  <inkml:trace contextRef="#ctx0" brushRef="#br0">23491 12576 47 0,'4'-17'292'0,"-1"0"27"15,-1 5 3-15,-1 0 12 0,2 2-4 0,0 3 0 16,-2 0-20-16,0 2-32 0,0 3-33 0,-1-5-26 16,3 3-23-16,-3 4-28 0,1-4-28 0,-1 4-29 15,0 0-20-15</inkml:trace>
  <inkml:trace contextRef="#ctx0" brushRef="#br0" timeOffset="31714.97">25966 12180 129 0,'0'0'158'0,"0"-5"-22"0,0 5-21 15,0 0-10-15,-3 14-6 0,-1-5-7 0,-3 11-3 16,-2 6-3-16,-3 5-3 0,1 4-5 0,-1 11-3 15,-5 0 0-15,2 0-2 0,0-2-2 0,8-9-7 16,-6 0-4-16,7-1-7 0,-3-4-3 0,2 2-10 16,0-6 7-16,-1-3-5 0,3-4-2 0,1-2-2 15,0-5-8-15,2 0-1 0,-1-3-4 0,2-1 1 16,-3 0 1-16,4-3-3 0,-2 2-4 0,0-5-2 16,2 3 1-16,-1-2-10 0,1-3 13 0,-3 7-4 15,3-6-2-15,0-1-7 0,0 0-32 0,0 0-65 16,-9-9-70-16,8 2-163 0,-3-1-346 0,4-1 153 15</inkml:trace>
  <inkml:trace contextRef="#ctx0" brushRef="#br0" timeOffset="32007.46">25524 12580 167 0,'-6'-1'247'0,"6"1"-17"15,-8-1-11-15,8 1-13 0,-8-2-15 0,8 2-17 0,0 0-17 16,0 0-13-16,0 0-14 0,21-5-16 16,8 1-12-16,3 1-10 0,20-4-7 0,4 2-9 15,1 0-10-15,6 0-4 0,-3 0-7 0,-5 1-6 16,-17 1-5-16,0 1-7 0,-3 0-2 0,-6 1-4 0,-7 1-2 16,-3 0-6-16,-5 0-5 0,-2 0-8 0,-3 0-10 15,-3 0-6-15,2 0-3 0,-8 0-2 0,0 0-3 16,0 0 1-16,0 0-10 0,0 0-6 15,-22 1-4-15,9 0-9 0,-1 0-9 0,-1 1-4 0,1-2-11 16,0 2-17-16,0 1-23 0,2-3-26 0,-2 0-28 16,5 0-167-16,0 0-354 0,4 0 157 0</inkml:trace>
  <inkml:trace contextRef="#ctx0" brushRef="#br0" timeOffset="32644.76">26314 12322 188 0,'5'-10'233'0,"-1"3"-8"0,-2 5-16 0,2-4-16 0,0 2-20 15,0 0-16-15,0 3-21 0,-4 1-15 0,5-1-14 16,-5 1-8-16,5 6-13 0,-5 2-10 0,-1 1-9 15,-2 8-3-15,0 10-10 0,-4 2-4 0,-3 2-2 16,-7 10-7-16,3-5-3 0,-3 10-4 0,-2-2 0 16,6-12-7-16,-2-1-3 0,2 1 2 0,1-5-4 15,1-2-3-15,2-3-1 0,3-7-1 0,2-8 4 16,0 3 0-16,4-3 13 0,-4-3 23 0,4 0 32 16,0-1 17-16,0-3-5 0,0 0-13 0,14-3-9 15,-3-2-6-15,0-3 3 0,5-4-17 0,0 0-13 16,3-5 2-16,2 0 8 0,-2 0-24 0,-2 5-4 15,-3 0 1-15,-4 4-6 0,-3 2-1 0,1 0 0 16,0 0 5-16,-2 2-8 0,-1 0-11 0,0 0 0 16,-1 3-16-16,0-2-3 0,-4 3 6 0,0 0-5 15,13 6-3-15,-11-1 4 0,4 0-5 0,-1 2 3 16,-1 2 2-16,3 0-3 0,-2 1-1 0,3-1 1 16,-2 2 0-16,1-3 2 0,-1 1 2 0,4-1-1 15,-1 1 3-15,2-3-3 0,-1-2 1 0,1 1 3 0,3-2-5 16,4-3 2-16,1 0-4 0,1-3-9 15,1-2 0-15,6-2 1 0,-8 0 2 0,1-1 4 16,4-6 1-16,0 1 1 0,-4-3 0 0,2 0 3 16,-5 2 3-16,-3 2 1 0,0-2 0 0,-3-1 6 0,-3 5 7 15,2-1 3-15,-3 1 7 0,-3 0-2 0,-1 4 12 16,1 0-8-16,-4 1 1 0,0 0-4 0,-5-1-6 16,-3 3-1-16,-6 3-3 0,-5 3-3 15,-3 3-2-15,-6 2 8 0,-2 5-8 0,0 0-5 0,6 2 1 16,0 2-1-16,1 0 1 0,2 2 0 15,5 2-5-15,6-3 7 0,3-1-3 0,4 4 6 16,7-1 2-16,8 1 1 0,8 0-2 0,8-3-10 16,22 1-39-16,1-4-55 0,7-6-69 0,7-6-74 15,-1-3-257-15,0-5-541 0,-2-1 240 0</inkml:trace>
  <inkml:trace contextRef="#ctx0" brushRef="#br0" timeOffset="33646.1">28340 12348 90 0,'2'-6'188'0,"0"-1"-5"0,2-3-3 16,-4 2-5-16,3-4-5 0,1 4 1 0,-2 2-3 16,1-4-11-16,-1 1-5 0,0 4-7 0,0 2-13 15,-2-1-11-15,1 1-5 0,-1 3-23 0,4-5-14 0,-4 5-20 16,0 0-11-16,0 0-6 0,0 0-5 16,-5 20-4-16,1-1-5 0,-3 11-4 0,-2 3 1 15,-5 13-6-15,3 4-1 0,-8 1 1 0,5-2-5 16,0 0 1-16,1-4-5 0,4-9 0 0,1-2 2 0,2-2-3 15,0-3 2-15,1-4-1 0,-2 0 0 16,6-8-1-16,0 0-1 0,-3-7-25 0,3 0-17 16,-2-3-4-16,3 0 0 0,0-4-8 0,-1-1-61 15,1-2-52-15,0 0-234 0,0 0-424 0,1-16 189 0</inkml:trace>
  <inkml:trace contextRef="#ctx0" brushRef="#br0" timeOffset="33929.08">28332 12425 153 0,'0'0'170'0,"0"0"-17"15,0 0-16-15,0 0-20 0,0 0-4 0,8 8-16 16,0 0-5-16,-3 4-6 0,8-1-5 0,1 5-15 16,-4-2 0-16,4 2-2 0,-1 0-9 0,6 3-7 15,-7-2 2-15,-2-1-6 0,0-3-3 0,-1 1-5 16,-4 1 3-16,-1-6-13 0,0 1 3 0,-3-2 1 15,-1 0-10-15,-3 0 10 0,-1 0 1 0,-4-1-5 16,-1 0-1-16,-4 0-2 0,-5-2-6 0,2 0 3 16,-4-2-11-16,1 1 4 0,0-2-2 0,1 1 2 15,-5-3 1-15,4 0-4 0,1-2-11 0,4 1-23 16,0-1-26-16,3-4-23 0,2 3-27 0,5-2-24 16,-1 0-157-16,5-1-304 0,1 0 135 0</inkml:trace>
  <inkml:trace contextRef="#ctx0" brushRef="#br0" timeOffset="34509.85">28583 12510 1 0,'5'-5'271'0,"0"4"-7"0,3-4-4 0,-4 2-10 16,2-1-18-16,-2 3-17 0,0-1-18 0,0 0-18 16,-2 0-22-16,-2 2-5 0,11-3-29 0,-5 3-10 15,-6 0-16-15,13 2-7 0,-5 1-10 0,-1 1-2 16,2 1-19-16,0 3-8 0,-1 1-4 0,1 0-9 15,0 4-4-15,-4-1-4 0,0 5-4 0,0-2-4 16,-1-3-1-16,-3 2-6 0,-1 2-2 0,0-7-1 0,-1 3-6 16,-2-3-1-16,2-1-1 0,0-2 4 15,1 0-2-15,0-1-3 0,-2-1 2 0,4-1 6 16,-1 0 21-16,-1-3 11 0,0 0-5 0,0 0-2 16,10-9-5-16,-2 0-4 0,3-3-2 0,3-2-3 0,6-6-8 15,0 3 0-15,3-1-8 0,0 0 2 16,-2-1 1-16,3 5-5 0,-8 4 0 0,0 2 3 15,-2-2-3-15,-3 3-3 0,0-1 3 0,-3 7-2 16,-3-4 1-16,1 3-5 0,-2-1 0 0,-1 0-1 0,1 0-1 16,1 2-11-16,-5 1 0 0,0 0-1 0,0 0-4 15,0 0 0-15,5 7 4 0,-5 0 4 16,-2-3-8-16,-1 4 7 0,-2 1 1 0,1 0 4 16,-1 2-1-16,-3 1 2 0,3-2 4 0,-5 4-6 15,3 1 1-15,1-5 3 0,-1 0 1 0,0 1-2 0,2-1 1 16,1-3-1-16,2 1 1 0,-1-3 0 15,1 2 4-15,2-1 3 0,1-1 1 0,3-2-1 16,0 2 1-16,2-2 0 0,7-3 4 0,-2 0-3 16,3-3 3-16,-1 0 6 0,4-4-1 0,-2 0 5 0,3-3-2 15,-4 0 0-15,1 0 2 0,-3-3 4 0,-3 4 8 16,-3-2 4-16,3 3 1 0,-4-2 1 0,0 2 1 16,-2 0-2-16,-2 1-9 0,-1 0 1 0,-1 2-4 15,-3-2-8-15,0 2 0 0,-5 0 3 0,-1 1-16 16,0 4-1-16,-3 0-6 0,-1 2-14 0,-3 0-19 15,2 2-21-15,2 1-21 0,-1 3-25 0,-2 0-33 16,2 1-24-16,5 1-36 0,4-2-60 0,2 0-183 16,2-3-477-16,3 1 211 0</inkml:trace>
  <inkml:trace contextRef="#ctx0" brushRef="#br0" timeOffset="35362.44">29332 12610 124 0,'0'0'202'16,"0"0"-19"-16,0 0-15 0,0 0-19 0,0 0-13 16,0 0-13-16,0 0-12 0,0 0 2 0,0 0 6 15,0 0 12-15,0 0 9 0,0 0 3 0,0 0 5 16,21-5 2-16,-16 3-1 0,1-2-6 0,2-2-5 15,-1-4-8-15,2 1-3 0,4-4-12 0,-3-3-6 16,1-1-9-16,3-5-13 0,-2-2-7 0,2-3-9 16,-1-2-4-16,-1 0-11 0,-2 0-4 0,-1-2-4 15,-3 2-5-15,-2 2-1 0,4 3-3 0,-6 7 6 16,2 2 9-16,-3 4 6 0,1 1-8 0,-1 3-6 16,-1-1 0-16,0 4-11 0,1-1-14 0,-1 0-25 15,0 5-6-15,0 0 3 0,0 0-2 0,-11 14-2 16,2 1 6-16,-3 9-3 0,3 5 1 0,-5 3 2 15,1 1 0-15,2 0 3 0,2 13 0 0,3-14-1 16,4 3 4-16,2-4-1 0,4 0 15 0,1-2-16 16,3-6 1-16,0-4 1 0,2 0 1 0,0-6 0 15,0-2 3-15,2-1-4 0,6-3 0 0,-5-3 6 16,-1-1-4-16,4-3 7 0,-1-5 0 0,3 1-5 0,-2-4 0 16,-1-2-1-16,-3 0 4 0,2 0-8 0,-5-6 0 15,1 2 4-15,-2 2-2 0,-4-1 2 16,-3 2 0-16,2 1-6 0,-3 0-2 0,-3 0-1 15,-2 1-3-15,0 1 9 0,-4 1-1 0,0-1-5 0,0 6 0 16,-5-2 0-16,5 1-5 0,-4 1-11 16,3 0-12-16,0 4-18 0,2 1-19 0,0-1-13 0,1 2-16 15,3-1 1-15,3 4 3 0,2 0-5 16,7-1-12-16,5 1-8 0,6-2 9 0,10 4 10 16,5-1 5-16,6-4-14 0,13 2-2 0,0-2 3 0,0-1 10 15,0-3 4-15,0-3 12 0,-12 1 3 0,-2-1 6 16,-3-2 23-16,0-4 9 0,-3 1 19 0,-10 1 33 15,-2 0 35-15,-10 1 35 0,2 0 20 16,-4 0 6-16,-3 0-4 0,-3-1-12 0,-1-1-9 0,-3 3-1 16,-1-3-16-16,-2 2-5 0,-3 3-9 0,0-2-3 15,-5 1-4-15,1 1-8 0,-1 1-2 0,-1 2-6 16,2 2 4-16,-3 3-7 0,-2 2-7 16,5-2 0-16,-4 7-6 0,-1 0 3 0,2 0-2 0,1 2-1 15,-4 6 2-15,6-3-7 0,0 0 0 0,2-3 7 16,4-3-7-16,1 0 2 0,3-2-5 0,-1 3 4 15,4-8 9-15,-1 2-13 0,4 0 3 0,0-2 7 16,3-4 7-16,2-2-3 0,3 0 1 0,-2-5-2 16,7 2 1-16,-4-4-1 0,4-2 3 0,-3 2 0 15,1-4-5-15,-1 1-3 0,-5 2 3 0,2 2 7 16,-2 0 3-16,-5 1 4 0,2 4 3 0,-1-2-8 16,-2 3-2-16,-2-1-3 0,3-1-4 0,-2 1-7 15,1 3-1-15,-4 0-2 0,0 0-9 0,13 5-13 16,-9 2-17-16,4-1-25 0,-1 2-26 0,-2 2-38 15,4 3-56-15,2 1-92 0,-6-4-209 0,4-1-522 16,-1-4 231-16</inkml:trace>
  <inkml:trace contextRef="#ctx0" brushRef="#br0" timeOffset="36093.74">30468 12656 44 0,'-4'2'237'0,"4"-2"-15"0,0 0-11 16,0 0-18-16,0 0-14 0,0 0-19 0,0 0-16 15,0 0-15-15,0 0-4 0,10-14-4 0,-3 12 0 0,1-6 6 16,2-1-3-16,1-3 2 0,0-1 17 0,1-1-14 16,2-8-13-16,-5 5-8 0,4-5-16 15,0-4-3-15,2-1-9 0,-2-2-12 0,0 0-8 16,-3-2-1-16,4 4-2 0,-5-3-4 0,-1 7-3 0,-4 3 12 15,-1 4 18-15,-1 4-6 0,1 1-5 0,-1 0-5 16,-1 4-4-16,-1 0-8 0,1 2-6 16,0 0-24-16,1 1 8 0,-2 4-16 0,0 0-7 15,0 0 2-15,-19 14-2 0,10 0 2 0,0 1-3 0,-3 10-3 16,1 3-1-16,-6 2 2 0,7 0 0 0,1 3-4 16,1-2 1-16,3-1-1 0,0 2 6 15,2-1-1-15,7-6-2 0,0-2 3 0,1-3 0 16,4-6-3-16,3 1 5 0,-1-4-7 0,7 0 6 0,2-5 0 15,1-2 0-15,-1-2-4 0,3-4 20 0,-5-1-18 16,5-2 0-16,-4-1-1 0,-1-5 1 0,0 2 2 16,-2-4-4-16,-1 1 10 0,-5-1 4 0,0 0 6 15,-2-1 7-15,-3 3-7 0,0 2 2 16,-2-1 5-16,-2 1-12 0,-1 1-1 0,0 0-7 0,-2 4-4 16,-4-1-9-16,3-2 4 0,-4 5 2 0,-2-1-3 15,0 3-10-15,-1 0-9 0,-1 3-4 0,2-2-11 16,-2 7-10-16,1-3-5 0,4 2-11 15,-2 1-8-15,3-1-2 0,-1 1-1 0,4 1 4 0,2-1 6 16,2 1 9-16,5-2 10 0,1 0-15 0,6-2-2 16,5 0-7-16,2-3-6 0,9-1 2 0,1-1 21 15,2-5 10-15,-1 2-4 0,-4-4 5 0,3-3 3 16,-3-1 8-16,-1 1 10 0,-2-3 23 0,-3 1 27 16,-3 0 31-16,-6 0 22 0,1 1 17 0,-5 3 11 15,-2 3 1-15,0-5 0 0,-2 5 21 0,0-1-11 16,-1 0-5-16,-2 5-8 0,1-3-15 0,1 2-10 15,0-3-9-15,-4 5-10 0,1-2-23 0,-1 2-15 16,0 0-23-16,0 0 0 0,0 0-9 0,0 0-1 16,0 0 10-16,-5 14-12 0,0-3-2 0,1-2-2 15,0 3 5-15,-1 2 2 0,0 1 0 0,-2-1-6 16,1 1-4-16,1 1-13 0,1-4-14 0,1-1-8 16,-1-1-25-16,2 0-7 0,-1-1-22 0,0-2-14 15,-1-2-7-15,4 2-2 0,-2-2 6 0,0-4 7 16,2-1-27-16,0 0-100 0,0 0-304 0,-5-13-587 15,3 3 260-15</inkml:trace>
  <inkml:trace contextRef="#ctx0" brushRef="#br0" timeOffset="36238.89">31148 12172 224 0,'0'-10'370'16,"1"2"-7"-16,0-3-17 0,1 5-26 0,-2-1-34 15,2 3-30-15,-2 0-27 0,0 1-24 0,0-1-29 16,0 4-45-16,2-3-44 0,-2 3-37 0,0 0-36 15,0 0-50-15,8 8-32 0,-8-3-47 0,0-1-82 16,0 3-244-16,0 0-476 0,-2 0 210 0</inkml:trace>
  <inkml:trace contextRef="#ctx0" brushRef="#br0" timeOffset="36836.93">31256 12554 19 0,'-2'3'144'0,"-2"1"-12"0,4-4 11 0,0 5 2 16,0-5 15-16,8 4-5 0,-6-3 3 0,-2-1 2 16,9 1-7-16,-1-2-9 0,1-1-13 0,1-2-4 0,-1 0 1 15,9-5-3-15,-3 0-1 0,1-4-7 0,5-4-11 16,-3-5-8-16,1-3-2 0,-2-2-6 15,2 0-11-15,0 0-6 0,3-4-8 0,-5-1-4 16,-2 6 0-16,3 0 9 0,-5-1 2 0,1 2 7 0,-3 4 1 16,-4 4 2-16,-1-3-5 0,0 6 11 0,-2 2-6 15,-4-1-5-15,2 4-8 0,1-1 12 16,-3 5-2-16,4-2-8 0,-4 2-8 0,0 0-7 16,2 1-12-16,-2 0-13 0,2 1-25 0,-2 3-12 0,0 0-3 15,0 0 3-15,0 0 0 0,-8 14 10 0,3-4-12 16,-2 5-2-16,-2 3 6 0,0 10-4 15,0 0 0-15,2 3 7 0,1-1-6 0,0-1-5 16,3 4-2-16,3-3 7 0,0-2-10 0,0-3 2 0,5 1 0 16,0-7 3-16,2 1-2 0,-1-5 0 0,2-1 3 15,-1-4-1-15,4-1 4 0,-1-4 7 0,0 0-6 16,4-2 5-16,-4-3 2 0,4-4 13 16,-1 0-3-16,2-3-1 0,-3 0 14 0,1-3 4 0,1-1 25 15,-3-2 7-15,1 1-3 0,-5-1 15 0,0 4 14 16,-1-1 5-16,-2 4-4 0,1 0-6 0,-2 1-7 15,-1 0-10-15,1 0-8 0,-1 1-7 0,-2 1-9 16,0 3-17-16,4-4-26 0,-4 4-23 0,0 0-9 16,0 0-6-16,0 0 15 0,0 0 6 0,-2 14-6 15,0-7 3-15,-4 3 5 0,1 0 2 0,-1-1 16 16,2 8-38-16,-1-5 6 0,-1-3-4 0,3 2-11 16,-1-1-17-16,-1-2-16 0,1 3-24 0,0-6-16 15,2 1-17-15,-1 0-29 0,0-1-18 0,2-1-9 16,0-1-13-16,1-3-54 0,0 0-240 0,0 0-543 15,-3-14 240-15</inkml:trace>
  <inkml:trace contextRef="#ctx0" brushRef="#br0" timeOffset="36992.08">31793 12187 215 0,'2'-6'325'16,"-4"-3"-18"-16,2 5-23 0,2 0-34 0,-2-2-18 0,1 3-23 15,-1 3-29-15,1-5-27 0,-1 5-21 0,0 0-18 16,0 0-30-16,0 0-24 0,0 0-25 15,10 14-28-15,-7-6-45 0,-1-4-41 0,0 5-58 16,-2-3-79-16,2 0-138 0,-2 0-382 0,0-1 170 0</inkml:trace>
  <inkml:trace contextRef="#ctx0" brushRef="#br0" timeOffset="37329.25">32156 12001 182 0,'3'-8'333'0,"-2"3"-21"0,0 1-19 15,3-1-33-15,-1-1-25 0,-2 3-26 0,-1 3-20 16,2-5-25-16,1 2-19 0,-3 3-16 0,0 0-25 16,0 0-14-16,0 0-8 0,1 14-8 0,1-4-10 15,-6 8-10-15,0 5-1 0,-1 3-4 0,-2 4-10 16,0 1-4-16,-5 13 1 0,-2 3-7 0,1-2 2 15,2-2-7-15,2-9-1 0,0 0-2 0,1-2-3 16,2-4 0-16,-3-1-2 0,1-3 0 16,4-7-26-16,3-5 1 0,-3-2 1 0,1 0 3 0,1-1 3 15,0-4 2-15,1 2 1 0,-1-2 1 0,2-2 3 16,0 1 10-16,0-4 10 0,0 7 0 0,0-7 2 16,-2 3-5-16,2-3-1 0,0 0-1 0,0 0-28 15,0 0-68-15,0 0-80 0,-4-14-108 0,0 6-228 16,1-2-533-16,3-1 235 0</inkml:trace>
  <inkml:trace contextRef="#ctx0" brushRef="#br0" timeOffset="37500.25">32028 12341 255 0,'-2'-4'335'15,"2"4"-18"-15,0 0-8 0,0 0-28 0,0-5-27 16,0 5-24-16,0 0-25 0,0 0-25 0,0 0-15 15,11 0-22-15,-11 0-41 0,18 3-51 0,-9-1-58 16,5 0-68-16,-4 2-84 0,7 0-272 0,-3-3-468 16,4-1 208-16</inkml:trace>
  <inkml:trace contextRef="#ctx0" brushRef="#br0" timeOffset="38010">32350 12348 244 0,'0'0'288'0,"0"0"-16"0,0 0-21 0,0 0-21 16,0 0-20-16,0 0-25 0,0 0-21 0,0 0-15 0,0 0-18 16,0 0-14-16,0 0-10 0,0 0-14 15,11 0-17-15,-6 3-15 0,0-3-7 0,2 2-5 16,0-1-8-16,1 0-3 0,-2-1 4 0,3-1-12 16,-2 1-3-16,0-1 1 0,2-4 4 0,-2 3 7 15,0-2 11-15,-1 3 12 0,-1-3 0 0,3 1 5 0,-4 0 7 16,2-2-11-16,-4 4-3 0,1-2-8 15,-3 3-9-15,8-2-1 0,-8 2-2 0,1-2-15 16,-1 2 2-16,0 0-9 0,0 0-3 0,13 4-5 0,-12-4-7 16,3 5-9-16,-3 5 2 0,6-1-2 0,-6 3-4 15,4 7-2-15,-1 6 4 0,1 4-5 16,-4 0-1-16,-1 4 4 0,-6 4 2 0,2-3 1 16,-5 0 4-16,4-1-3 0,0 1 1 0,1-4-1 15,-3-4-11-15,0-1 0 0,0-9-3 0,1-2 4 0,0-3-1 16,0-2 6-16,-1 0 1 0,-2-4 2 0,3-4 3 15,-3 2 9-15,1-3 23 0,-1-3 21 16,-1 0 26-16,1-1 40 0,5-4 41 0,-1 1 3 16,4-7-4-16,1-3-15 0,8-10-13 0,5-2-14 0,16-12-14 15,5 2-11-15,5 5-7 0,4-1-9 0,2 3-12 16,-2 4-5-16,4 6-6 0,-12 1-6 0,1 5-6 16,0 4-5-16,12-6-4 0,-15 11 0 0,-1 2-7 15,-1-2-2-15,-12 2-3 0,-19 5-3 0,22-4-1 16,-22 4-5-16,0 0-14 0,0 0-27 0,24-5-32 15,-24 5-9-15,0 0-3 0,0 0-3 0,0 0-53 16,0 0-82-16,-83 33-74 0,47-26-138 0,1 2-216 16,4-3-698-16,4-1 309 0</inkml:trace>
  <inkml:trace contextRef="#ctx0" brushRef="#br0" timeOffset="40658.07">3179 14908 76 0,'-16'-1'145'0,"-4"1"-19"0,-1-3-14 0,-7 3-8 15,-1 3-13-15,1-1-12 0,0 2-2 0,-2-1-12 16,4 4-3-16,-1 0-14 0,1 3 4 16,6-3-8-16,-1 1-7 0,5 0-1 0,-2 4-3 0,0-2-4 15,5 1-3-15,-1 1-7 0,4-1 3 0,2-3 1 16,3 2-5-16,-1 0 3 0,3 0 10 0,-1-2-8 15,4-2 8-15,4 1-5 0,-3-2 1 16,3 0 9-16,4 2 1 0,-3-5 9 0,4 1 11 16,0-1 10-16,1-2 9 0,3-2 8 0,1-1 6 0,-2-1 9 15,3-3 8-15,-1-5 8 0,1 0 9 0,3-10 2 16,-1 1-5-16,-3-7-5 0,1-1-5 0,-1-3-13 16,0 1-3-16,-1-16 12 0,-3 11 6 0,0 3 5 15,-2-2 1-15,0 7 10 0,-2-3-2 0,-3 1 1 16,-1 4-5-16,2 11-5 0,-1 4-6 0,-2-6 1 15,-1 9-15-15,0 1-7 0,0 2-10 0,1 2-12 16,2-3-10-16,-3 6-12 0,1-7-33 0,-1 7-51 16,0 0-36-16,0 0-5 0,0 0 5 0,0 0 4 15,4 24 12-15,-4 2 6 0,0 3 4 0,0 2 6 16,0 6 4-16,-4 9 3 0,3-1 2 0,-3-8 7 16,4-2 2-16,0 1 0 0,0-3 2 15,0-4 6-15,0-3 2 0,0-6 2 0,1-2 0 16,3-2 0-16,-4-4 4 0,3-4 1 0,-2-1 1 0,-1 0 5 15,0-1 20-15,0-2 11 0,3 0 24 0,-3-4 10 16,1 5 8-16,-1-5 1 0,2 2-5 0,-2-2-17 16,0 0-9-16,13-4-4 0,-4-2-54 15,2 2-61-15,0-5-61 0,0 1-83 0,7-1-98 16,-5-6-318-16,5 7-687 0,-3-3 305 0</inkml:trace>
  <inkml:trace contextRef="#ctx0" brushRef="#br0" timeOffset="41409.05">3386 15044 152 0,'0'0'156'0,"0"0"-10"0,0 0-13 15,0 0-16-15,-3 5-11 0,3-5 1 0,0 0-16 16,18 0-7-16,-8-2-10 0,4-1-5 0,3 0-7 16,2-1-6-16,2-3-5 0,-6-1-7 0,12-2-3 15,-9-1-6-15,0 1 1 0,6-7-5 0,-8 2-1 16,2-2-4-16,-1 5 13 0,-8-2 12 0,1-2-1 16,0-1 12-16,-2 1 6 0,-4 3 16 0,-3 2 21 15,2 2-8-15,-2 0-5 0,-5 1-9 0,3 0-14 16,-4 3 1-16,-6 1-16 0,1 1-5 0,-4 3-6 15,-4 0-9-15,-5 3-1 0,-1 4-7 0,-3 2-1 16,2 1-4-16,-1 5-4 0,3 1-1 0,8-3-6 16,-6 7 3-16,7-6-3 0,4 3 0 0,1 2-2 15,3-4 3-15,3 4-10 0,3-2 0 0,5 0 0 16,4-3 1-16,6 1-8 0,11-1-15 0,6-3-5 16,8-7-23-16,16 1-26 0,5-5-24 0,-6-5-25 15,2 1-14-15,-1-6-10 0,-7-1 4 0,4-4 13 16,-6 0 20-16,-12 0 13 0,0-2 36 0,-3 0 34 15,-6 0 42-15,-3 2 30 0,-8 1 47 0,-2 5 41 16,-5-2 31-16,1 1 20 0,-4-1 11 0,-4 0 6 16,4 2-2-16,-4 1-16 0,-1 2-13 0,0-1-11 15,2 3-15-15,-2 4-10 0,0-9-21 0,0 5-13 16,0 4-16-16,0 0-28 0,0-5-27 0,0 5-8 16,0 0 0-16,0 0-7 0,0 0-2 0,-8 21 4 15,5-11-4-15,0 6-5 0,-5 0 1 0,3 3 2 16,0 7 0-16,-3-1 1 0,3-7-1 0,-4 7-5 15,4-5 5-15,-3-3-1 0,4 0-7 0,3-2 8 16,-4-3-16-16,1-3-3 0,3-1 9 0,-2-2 2 16,2-1-3-16,1 0 23 0,0-5 20 0,-1 7 49 15,-2-7 1-15,3 0-15 0,0 0-4 0,8-9-9 16,-2-3-9-16,3-2-1 0,0-3-11 0,4 0-3 16,0-4-3-16,-3 3-8 0,4 1-1 0,-8 8-10 15,2-1 3-15,1 2-7 0,-3 1-2 0,-2 2-5 16,1 0-3-16,1 1 6 0,0 4-20 0,-1 0 1 15,3 1-5-15,-2 4-3 0,3 0-19 0,1 3-9 16,-1 2-6-16,0 1-12 0,2 4-22 0,1-1-12 16,-3 1-24-16,1 1-32 0,-1-2-35 0,-1-3-33 15,-3-1-56-15,0-1-72 0,0-3-190 0,-1 0-584 16,0-3 259-16</inkml:trace>
  <inkml:trace contextRef="#ctx0" brushRef="#br0" timeOffset="42108.65">4796 14843 135 0,'0'0'236'0,"0"0"-22"0,0 0-18 0,3-4-22 16,-3 4-15-16,0 0-16 0,0 0-18 15,0 0-12-15,0 0-10 0,-15 8-9 0,5-2-12 16,-2 0-9-16,-2 3-10 0,1-2-4 0,-1 5-9 16,-4 0-3-16,-1 0-5 0,4-3-2 0,-2 4-8 15,3-3-1-15,0 1-4 0,4-2-4 0,1 4 1 16,0-5-8-16,3 2-3 0,2-1-1 0,2-1 4 15,4 1-2-15,-1 1-7 0,5-3 9 0,3 0-5 16,3 1 3-16,6-2-2 0,2 1-1 0,6-1-1 16,0 2-3-16,4-1 3 0,-10-3-1 0,10-1-3 15,-11 1 2-15,1 1-2 0,-2-2-2 0,-1 1 0 16,-7 0-3-16,1-1-2 0,-4 0-1 0,-2-1-1 16,-1 1 6-16,-4-1-1 0,0-2 3 0,-7 8 0 15,-3-4 1-15,-4 1 1 0,-1-1-4 0,-6 0 4 16,1 3-3-16,-8-3-4 0,2 2 3 0,3-4-3 15,0 3 2-15,3-4-3 0,1-1 8 0,1 1-11 16,5-1 2-16,2 2-8 0,3-4-20 0,3 1-25 16,2 0-26-16,3 1-14 0,7-7-3 0,3 1 3 15,5-1-13-15,4-1 2 0,7-2 10 0,3-1 12 16,7 4 2-16,-3-5 14 0,4 2 14 0,-2-1 12 16,3 0 17-16,-2-2 14 0,-3 3 24 0,-1 0 20 15,-3 0 25-15,-4 0 27 0,-7 2 28 0,-3 2 29 16,-2 1 36-16,-4-2 22 0,-3 4 18 0,2-2 9 15,-2 2 3-15,-3 0-7 0,1-3-3 0,-1 4-15 16,0 0-19-16,-3 2-19 0,5-2-15 0,-5 2-18 16,5-2-16-16,-5 2-15 0,4-2-22 0,-4 2-24 15,0 0-21-15,0 0-34 0,0 0-16 0,0 0-7 16,0 0-1-16,0 0 3 0,1 16 6 0,-2-7-1 16,-3 1 3-16,1 1 0 0,-1 0-9 0,2 3-6 15,-2 1-22-15,3-2-8 0,-4 2-12 0,1-3-20 16,2 0-16-16,-2-1-20 0,1-1-18 0,-3-1-22 15,3-2-21-15,-2-1-32 0,1-2-73 0,-1-3-197 16,5-1-526-16,0 0 233 0</inkml:trace>
  <inkml:trace contextRef="#ctx0" brushRef="#br0" timeOffset="42274.78">5150 14754 242 0,'0'-6'319'16,"3"0"-37"-16,-3 3-27 0,0 3-26 0,0-7-26 15,0 7-20-15,1-7-26 0,-1 7-16 0,0 0-33 16,0 0-35-16,0 0-33 0,23 8-49 0,-15-2-40 16,1-3-57-16,5 6-81 0,-4-3-127 0,6-1-340 15,3-1 151-15</inkml:trace>
  <inkml:trace contextRef="#ctx0" brushRef="#br0" timeOffset="42760.56">5695 14470 141 0,'-2'-9'357'0,"2"-1"-30"0,2 4-34 0,-2 1-26 15,0 1-22-15,0 4-39 0,0-7-24 0,0 7-22 16,0 0-18-16,0 0-16 0,0 0-14 0,2 20-11 16,-4-3-12-16,-2 7-10 0,-1 4-6 0,0 7-5 15,-4 12 2-15,-3-2-15 0,2 3-4 0,1-2-9 16,3-11-2-16,-2 0-4 0,-1-1-5 15,4 0-3-15,2-2-1 0,2-4-1 0,-4-3-5 16,1-7 3-16,3 0-2 0,1-5-3 0,0-2-5 0,0-1 5 16,0-2-11-16,0-1-4 0,0-2-4 0,0 0 2 15,0-1 3-15,0 0-1 0,0-4 1 16,0 0-11-16,0 0-12 0,0 0-8 0,0 0-11 16,5-15-10-16,-9 5-17 0,3 1-5 0,-3-2-18 15,-1-5-4-15,1 0-9 0,-5 2 15 0,0-2 4 16,-1 0 6-16,0 2 12 0,0 1 7 0,2 2 24 0,-1 5 15 15,1-2 22-15,2 2 18 0,1 1 7 16,1-1 7-16,-1 5 3 0,2-3-3 0,1 0-2 16,2 4-5-16,-4-2 0 0,4 2-8 0,0 0-4 15,-3-4 3-15,3 4-2 0,0 0-3 0,0 0 5 16,22 4-2-16,-8-3 2 0,4-1-1 0,5 1-1 16,5 2 7-16,-6-7-13 0,6 4 3 0,-6-1-4 0,-1 0 1 15,-1-1-2-15,-2 2 0 0,-6-1-2 16,0 0 3-16,-2-1-1 0,-2 2 1 0,-8 0 1 15,9 0 13-15,-9 0-16 0,6-2-5 0,-6 2-23 16,0 0-26-16,0 0-22 0,-15-8-32 0,15 8-34 16,-14-4-62-16,6 2-253 0,8 2-484 0,-9-5 216 15</inkml:trace>
  <inkml:trace contextRef="#ctx0" brushRef="#br0" timeOffset="43242.3">5959 14795 39 0,'0'0'251'16,"0"0"-23"-16,0 0-19 0,0 0-16 0,0 0-13 15,0 0-30-15,-3 5-11 0,3-5-13 0,3 3-14 16,0 1-11-16,3-2-8 0,-1 3-5 0,3 0-11 16,-2-2-7-16,5 1-7 0,0 0-8 0,-2 0 1 15,1-2-15-15,2-1-12 0,-2-1 1 0,4 2-4 16,-5-2-3-16,3-2 0 0,-2 1-4 0,0-1 0 15,0 0-5-15,-2-1 1 0,0 3-1 0,-1-3-3 16,0 2-2-16,1 0 0 0,-1 1-1 0,-1-2-6 16,-6 2-2-16,14 4-1 0,-7 0 11 0,2 3-1 15,1 3 7-15,0 5 1 0,-3 3 0 0,2 6 5 16,-2 5-1-16,-2 0 12 0,-4 3-8 0,-1 3 2 16,-6 11-3-16,-4-1 1 0,-2-10-2 0,-3 9-1 15,-2-13-2-15,-2 1-1 0,-6 8 0 0,3-10-3 16,-1-5 0-16,0-3 2 0,-1-8 4 0,2 1 5 15,4-10 18-15,0 1 22 0,7-9 14 0,0 0 15 16,1-5 10-16,3-7 9 0,0-4 3 0,7-2-14 16,5-4-10-16,6-9-10 0,9-7-13 0,9-5 2 15,10 1-14-15,21-17-11 0,-13 22-3 0,26-17-1 16,-23 22-5-16,3 3-14 0,0 3 2 0,-3 5-3 16,-2 5 4-16,-16 6-9 0,-4 2 5 0,-9 4-2 15,-2 1-6-15,-4 1-1 0,-7 2-6 0,2 2-1 16,-8 1-12-16,9-6-5 0,-4 6-20 0,-5 0-9 15,0 0-21-15,0 0-40 0,-16 13-61 0,3-9-82 16,-5 0-139-16,-2 2-195 0,1-3-624 0,7-5 276 16</inkml:trace>
  <inkml:trace contextRef="#ctx0" brushRef="#br0" timeOffset="44291.89">7633 14485 180 0,'4'-10'253'0,"-1"1"-14"0,-3 2-15 15,2 2-25-15,-1 0-22 0,1 1-20 0,-2 0-39 16,0 4-20-16,0 0-12 0,0 0-13 0,2 13-5 0,-3-1-6 15,0 14-8-15,-4 5-4 0,1 4-10 0,-5 18-2 16,-4 2-2-16,4 2-6 0,-9 27 1 16,3-29 9-16,2 1-1 0,-1 0-4 0,-3-7-5 15,3 1 0-15,6-16-4 0,-3-4-3 0,3-2-4 0,-3-3 1 16,7-8-1-16,-1-5 13 0,3-1 12 0,-2-1 19 16,-1-3 33-16,0-1 44 0,3-2 46 15,0-2 20-15,2-2-19 0,0 0-15 0,-9-6-22 16,4 1-15-16,-1-5-25 0,0 1 2 0,0-4-12 15,-2-2-9-15,-1 1-18 0,-1-3-7 0,4 0-17 0,-1 2-16 16,-2 2-5-16,3 1-16 0,2 2-2 0,-1 2-27 16,0-1-25-16,2 3-25 0,-2 1-26 0,5 0-31 15,-4 1-40-15,3 0-42 0,-4 3-57 16,5 1-90-16,0-7-191 0,0 7-588 0,0-8 260 0</inkml:trace>
  <inkml:trace contextRef="#ctx0" brushRef="#br0" timeOffset="44573.44">7295 14890 162 0,'0'0'186'16,"0"0"-10"-16,-5 0-17 0,5 0-14 0,0 0-9 15,0 0-14-15,0 0 4 0,0 0-4 0,21 6-3 16,-7-4-9-16,8-1-7 0,10-1-11 0,0 0-6 15,1-1-10-15,-1-1-7 0,0 2-6 0,0-5-4 16,-4 4-2-16,-9 1-12 0,2-3-1 0,-7 2-7 16,-5-2-1-16,2 2 1 0,-3 1 19 0,0-2 10 15,-3 1 12-15,-5 1-1 0,9 0-4 0,-6-2-4 16,-3 2-12-16,0 0-18 0,0 0-16 0,0 0-27 16,0 0-27-16,0 0-23 0,0 0-34 0,-24 3-43 15,19-1-53-15,0-1-219 0,0 0-435 0,5-1 193 16</inkml:trace>
  <inkml:trace contextRef="#ctx0" brushRef="#br0" timeOffset="45276.06">7904 14841 22 0,'0'0'361'0,"0"0"-27"16,-1-5-32-16,1 5-30 0,0 0-29 0,0 0-28 15,1-4-24-15,-1 4-25 0,0 0-16 0,0 0-13 16,0 0-18-16,-1 13-11 0,1-5-14 0,0 1-7 16,0 2-7-16,0 3-11 0,0-2-4 0,-1 4 1 15,-1-1-12-15,2-2-5 0,2-1-7 0,-2-1-3 16,1-2-4-16,2-1-2 0,-3-3-1 0,0 1-4 16,1-2 2-16,1 1-1 0,-1-3-2 0,3-2 8 15,-4 0 3-15,13-2 4 0,-4-4 1 0,1 0-2 16,3-6-3-16,5 1-6 0,-5-3-1 0,-2 0-5 15,2-1-2-15,-1 1-6 0,-1 2 5 0,-2 3-7 16,-1 1 2-16,0-1-6 0,-4 5-1 0,3-2-1 16,-2 2-1-16,-2 2-5 0,0-1-4 0,-1 1-1 15,-2 2-15-15,0 0-2 0,0 0 2 0,8 5 2 16,-6 0 2-16,3 3-1 0,-4-1-1 16,2 3-3-16,1 2-8 0,1 0-11 0,2-2-10 0,-2 5-13 15,2-4-9-15,3 4-7 0,4-3-10 0,0-3-17 16,-2-1-14-16,4-2-13 0,5 1-10 0,-3-3-5 15,2-3 10-15,2-2 16 0,1-2 5 0,-3-1 13 16,1-3 12-16,-1-2 25 0,-2 0 23 0,1-4 30 16,-5 2 30-16,3-1 30 0,-7 0 34 0,-1 2 35 15,1 0 24-15,-2 3 25 0,-3 0 6 0,-1 3-2 16,1 0-3-16,-1 0-14 0,-3-1-9 0,3 1-26 16,-2 3-6-16,0-2-28 0,-2 3-15 0,4-2-21 15,-4 2-11-15,0 0 0 0,0 0-8 0,-2 13 1 16,0-3-6-16,-1 1-1 0,-2 4 7 0,2 2-13 15,-1 0-4-15,-3 0-5 0,5 0 2 0,-2 2-8 16,0-2 8-16,0-1-10 0,0-5-11 0,3-1 4 16,-3-1 1-16,4-2 5 0,-1-1 5 0,-2-2 25 15,6-1 18-15,-3-3 4 0,0 0-4 0,0 0 1 16,0 0-6-16,10-11-6 0,-2 2-11 0,-2 0 3 16,3-2-3-16,4-3-3 0,-3 2-9 0,1 0 0 15,0-1 0-15,-2 3-5 0,-2 4 4 0,0-2-5 16,-3 3 0-16,1 1-2 0,-3 0 2 0,2 0-9 15,-1 2-3-15,-1 0 10 0,-2 2-13 0,8-3 1 16,-8 3-5-16,7 5-24 0,-3-2-32 0,0 1-34 16,4 3-43-16,2 2-40 0,-5-1-59 0,4 0-85 15,-1-1-287-15,2 0-664 0,3-1 294 0</inkml:trace>
  <inkml:trace contextRef="#ctx0" brushRef="#br0" timeOffset="46176.88">8961 14904 125 0,'-3'-2'228'0,"3"2"-23"0,0 0-21 15,-5-3-19-15,5 3-18 0,0 0-15 0,0 0-12 16,0 0-8-16,0 0-13 0,0 0-9 0,12 8-11 16,-12-8-4-16,14 2-6 0,-5 1-7 0,1-2 0 15,3 2-14-15,-2-3-9 0,3 0-11 0,-1 0-12 16,1 0-18-16,0-4-15 0,-1 1-6 0,5-2-16 15,-5 2-3-15,1-4 2 0,0 0 3 0,-3 0 11 16,-3 0 2-16,-2 2 10 0,1-5 16 0,-1 5 23 16,-3-2 21-16,-1 0 5 0,-1 1-1 0,-2 2-1 15,1-1-4-15,-4-2-9 0,-2 4 5 0,1-2-8 16,-1 5-2-16,-6 0-2 0,-2 0-1 0,1 3-1 16,-3 3-7-16,0 2-2 0,-3 2 0 0,1 0-4 15,0 2-3-15,3 2-4 0,-4 4 1 0,4-4-3 16,2 1 2-16,-1 2 0 0,5 0-4 0,0 0 3 15,2-2-2-15,2 1 3 0,4-3-1 0,1-1 2 16,5 2 3-16,3-3-4 0,3 0 5 0,7-2-2 16,9 3-3-16,4-7-3 0,4 0-13 0,4-5-13 15,12-2-4-15,-12-2-2 0,15-7 2 0,-4 1 1 16,-13-2 6-16,9-6-1 0,3-5 3 0,-6 1 1 16,-11-1 6-16,6-7 8 0,-11 4 4 0,-4 0 19 15,-2-6 10-15,1-10 6 0,-9 10 21 0,-1 3 38 16,-3-2 31-16,1 4 22 0,-5 2 16 0,-1 9 10 15,1 1 3-15,-5 3-17 0,3 3-10 0,-3 0-14 16,2 3-18-16,-2 0-17 0,0 2-14 0,0 4-30 16,0 0-38-16,0 0 3 0,0 0-5 0,0 0-4 15,-2 18-2-15,0-1 0 0,1 7-2 0,-4 5 0 16,1-1 4-16,2 4-7 0,-1-1 1 0,-1 3-5 16,0-1 7-16,0 2 1 0,3-3-7 0,-4 0-10 15,0-6-5-15,3-2-6 0,-1-2 4 0,3-7 10 16,-1-1-9-16,1-4-2 0,-2 0 3 0,1-5 13 15,1 2 5-15,-1-3-7 0,1 1 38 0,-1-3 3 16,1-2-17-16,0 0 11 0,0 0-5 0,-12-7-6 16,4 0-5-16,-1-1-6 0,-2-3-19 0,-6-2-20 15,-4-1-1-15,-1-1-7 0,-5 1 5 0,0 2 2 16,2 1 0-16,-1 1 0 0,8 2 5 0,-1 3 5 16,1 0 1-16,8 1 0 0,0 1-3 0,2 0 7 15,0 1-15-15,2-1-23 0,6 3 4 0,-4 0 4 16,4 0 0-16,0 0 2 0,24 0-10 0,4 1-15 15,8 3-11-15,13-5-15 0,10 2-13 0,2-1-8 16,-1 0 8-16,1 0 5 0,2-1 6 0,-4 0 3 16,-2-2 8-16,-2-1 6 0,-15 2 9 0,-2-1 5 15,-7-2 5-15,-2 1 21 0,-11 1 45 0,-4 0 47 16,-5 1 44-16,-2 1 25 0,-1-3 18 0,0 2-4 16,-2 0 7-16,1-1-19 0,-2 0-1 0,-3 3-39 15,0 0 1-15,1-4-10 0,-1 4-10 0,0 0-9 16,0 0-13-16,0 0-2 0,-12 10-8 0,10-8 8 15,-3 6-14-15,2-1-7 0,-2 4 11 0,1 0-15 16,-1 0-2-16,0 1 2 0,1-1-18 0,-1 1-17 16,0-2-16-16,3 1-18 0,-2-2-13 0,1 2-23 15,1-4-25-15,-1 2-18 0,2-1-29 0,-1-4-13 16,0 2-9-16,2-6-32 0,-6 4-78 0,6-4-181 16,0 0-509-16,-9-12 226 0</inkml:trace>
  <inkml:trace contextRef="#ctx0" brushRef="#br0" timeOffset="46325.18">10107 14730 407 0,'0'-8'419'0,"3"1"-31"0,-5-1-38 0,4 4-28 15,-2-2-34-15,0 6-33 0,0-6-20 0,0 6-33 0,2-6-26 16,-2 6-37-16,8-5-56 0,-8 5-42 16,11 2-36-16,-3 1-45 0,-8-3-41 0,19 1-48 15,-7 4-51-15,-2 1-68 0,0 1-191 0,2-3-475 16,-2 3 209-16</inkml:trace>
  <inkml:trace contextRef="#ctx0" brushRef="#br0" timeOffset="46676.88">10603 14801 167 0,'0'0'236'0,"-8"-1"-18"0,8 1-19 16,-10 1-22-16,1 2-15 0,0 1-20 15,0 0-15-15,-3 3-13 0,4 0-12 0,-1 1-13 16,-3 1-6-16,3 1-10 0,2-1-6 0,-1 2-7 16,0-1-4-16,2-1-5 0,1 3-8 0,1-1-3 0,1-2 1 15,3 3-3-15,2-5-3 0,0 0-2 0,2 0 0 16,4-1-1-16,3-2 4 0,1-1-4 0,6-1-2 16,1-3-1-16,1-4 3 0,2 1-1 15,-4-5 0-15,5-4 3 0,-4 2 1 0,2-7-2 16,-4-2-5-16,-4 4-5 0,-1-1 3 0,1-5-4 0,-6 3 4 15,-2 2 5-15,0 0 6 0,-3 0-4 16,-4 5 4-16,0 0-9 0,-2 2-1 0,-4-2-4 16,1 5-2-16,-4-2-4 0,1 5-1 0,-3-1-4 15,2 1-16-15,-3 6-22 0,1 0-26 0,-5 6-27 16,8-3-36-16,-4 5-32 0,6-5-39 0,2 8-238 16,2-4-458-16,1 0 203 0</inkml:trace>
  <inkml:trace contextRef="#ctx0" brushRef="#br0" timeOffset="46974.42">10807 14809 278 0,'4'-2'285'0,"-4"2"-29"0,0 0-29 0,5-2-26 0,-5 2-22 16,0 0-20-16,3 7-18 0,-3-2-15 15,0 3-12-15,0 3-9 0,0-1-13 0,0 2-7 16,0 5-8-16,-3-2-5 0,2-1-10 0,1-2-1 15,0 0-6-15,-1-4-7 0,1 1-3 0,1-2-4 16,-1-1-2-16,0-2 4 0,0 0 26 0,4-2 21 16,-4-2 8-16,0 0 6 0,14-3 2 0,-6-3 11 15,1 0 4-15,1-2 2 0,0-1-13 0,2-1-5 16,-2 2-9-16,-1-2-14 0,-3 3-11 0,4 0-10 16,-1 3-7-16,-4 1-16 0,2-1 0 0,-1 3-10 15,2 1-12-15,-2 4-12 0,4 1-16 0,3 4-22 0,-4 6-25 16,1-1-42-16,3 4-57 0,-4-2-89 15,-1 3-372-15,3-5-670 0,-3-2 296 0</inkml:trace>
  <inkml:trace contextRef="#ctx0" brushRef="#br0" timeOffset="48357.98">12581 14269 87 0,'0'0'158'0,"-5"-1"-18"16,5 1-12-16,-12 4-5 0,6 3-17 0,-8 6-11 16,-1 9-11-16,-2 2-11 0,-8 17-13 0,1 3 14 0,1 6-3 15,2 3-1-15,4 4-4 0,2 1-2 0,3-4-7 16,6 0-7-16,6-6-3 0,0 0 19 15,5-14 6-15,3-4-3 0,2 1 11 0,3-5-6 16,1-4 8-16,4-1 2 0,-4-5 2 0,1-1 3 16,0-6 4-16,3-1 1 0,-8-3 12 0,2 2 9 15,2-6 15-15,-5 3 17 0,1-2 11 0,-5-2 16 0,3 2 3 16,-3-2-12-16,-5 0-11 0,13-2-16 16,-8 1-10-16,-5 1-17 0,5-1-11 0,-5 1-10 15,5-4-17-15,-1 3-23 0,0-3-56 0,-4-2-57 0,3 1-39 16,0 0-41-16,0-2-41 0,-2 2-59 0,3-6-73 15,0 0-252-15,2 4-613 0,2-4 272 16</inkml:trace>
  <inkml:trace contextRef="#ctx0" brushRef="#br0" timeOffset="49524.25">13023 14582 140 0,'0'0'222'0,"-2"-4"-3"0,2 4-6 0,-3-3-12 0,3 3-17 16,0 0-8-16,0 0-19 0,0 0-13 0,-4-2-13 15,4 2-14-15,0 0-12 0,0 0-10 0,0 0-10 16,0 0-9-16,0 0-8 0,0 0-8 0,0 0-9 16,0 0-4-16,0 0-6 0,0 0-4 15,0 0 1-15,0 0-10 0,16-1-3 0,-10 1-5 0,3-2-11 16,-1 2-1-16,2 0-1 0,0-1-3 0,0-1 2 15,-2 0-3-15,1 1 1 0,-2-2-1 0,-1 3 1 16,-1-3-4-16,-5 3 6 0,9-1 5 0,-9 1 6 16,9-2 3-16,-9 2 13 0,3-1 0 0,-3 1 2 15,0 0-5-15,0 0-4 0,0 0 2 0,0 0-5 16,0 0-4-16,-14-6-5 0,5 8-2 0,-1-1 1 16,-4 0-2-16,1 1-1 0,-3 1-4 0,3 1 2 15,-5 2-4-15,-1 0-1 0,1 3-2 0,4 0 0 16,-3 4 1-16,7-5-5 0,-4 4 3 0,5 2 2 15,-1 0 3-15,2 0-6 0,2 3-1 0,5-5 1 16,1 4-1-16,5-2-1 0,4 2 2 0,2 0-1 16,13 0-11-16,4 1-8 0,7-3-10 0,12-1-9 15,6-1 3-15,4-5-13 0,-2 0-9 0,6-3-8 16,-2-4-10-16,1 0 1 0,-2-1 1 0,-3-2-3 16,-1-4 4-16,-14 1 10 0,-3-2 4 0,-2-5 8 15,-3 4 11-15,-4-5 9 0,-5-1 29 0,-9 3 18 16,1-2 14-16,-7 1 25 0,-3 1 7 0,-4-5 3 15,-1 0-5-15,-3 3-2 0,-4-1 2 0,-4 5-7 16,-1-4-9-16,-6 4 2 0,2 0-5 0,-5 4-7 16,-7-2-2-16,-1 1-5 0,8 6-4 0,-2 0 1 15,-4-2-5-15,-1 10 1 0,8-2-6 0,3 0-2 16,-1 3-2-16,3 0 1 0,0 1-3 0,2 0-1 16,2 0 1-16,3 1-3 0,-1-1 2 0,1 1-3 15,4 0-3-15,2-1 0 0,-1 1-3 0,6 0 1 16,-1-2 0-16,7 1-1 0,-1-2-3 0,1-1-1 15,4-2-7-15,0-2 2 0,6-1-1 0,-1-3 1 16,3-1-2-16,0-4 4 0,4-6 1 0,3 1 1 16,-5-2 0-16,4-4 3 0,-5-3 2 0,1-1 3 15,-5-2 1-15,0-2 4 0,-2 0 2 0,0-2 2 16,-2-1 5-16,0 0 10 0,-4 0 18 0,0 0 34 16,-1 2 16-16,-4 3 13 0,0 0 8 0,-1 7-5 15,0-2 12-15,-4 4-10 0,0 3-24 0,1 0 31 0,-1 0-38 16,0 4 15-16,-1-1-4 0,1 4-8 15,1-1-1-15,-1 0-12 0,0 3-3 0,0-1-8 16,0 4-12-16,4-8-8 0,-4 8-9 0,-4-3-7 16,4 3-25-16,0 0-35 0,4-4-18 0,-4 4-21 0,0 0 7 15,0 0 8-15,0 0 5 0,0 0 5 16,-5 15 4-16,5-10 6 0,-1-1 4 0,1 1 4 16,-3 0 4-16,2-2 4 0,1-1 2 0,-3 5 3 15,3-3-1-15,0-4 7 0,-1 5-1 0,1-1 1 16,0-4 5-16,0 4 5 0,0-4-5 0,0 0 4 15,-2 4 1-15,2-4 1 0,0 0 1 0,0 0 6 16,0 0-3-16,2 4-1 0,-2-4 3 0,0 0 1 16,0 0 2-16,0 0 1 0,0 0 0 0,0 0-1 15,0 0-1-15,0 0-1 0,0 0-1 0,0 0-1 16,0 0 1-16,0 0 0 0,0 0-1 0,0 0-2 0,0 0-1 16,0 0 10-16,0 0-2 0,0 0-10 0,0 0 5 15,0 0-3-15,0 0 2 0,0 0 2 0,0 0 1 16,0 0 0-16,0 0-3 0,0 0 2 15,0 0 0-15,0 0 1 0,0 0-2 0,0 0-5 0,0 0-1 16,0 0-22-16,0 0-29 0,0 0-34 0,0 0-39 16,-5 2-27-16,1 1-16 0,-4-1-65 0,-2 2-266 15,0 1-544-15,0 0 241 0</inkml:trace>
  <inkml:trace contextRef="#ctx0" brushRef="#br0" timeOffset="50463.71">13004 14675 90 0,'0'0'163'0,"0"0"0"15,0 0-11-15,0 0-2 0,0 0-12 0,0 0-13 16,0 0-8-16,-9 0-10 0,9 0-8 0,0 0-4 15,0 0-9-15,0 0 0 0,0 0-2 0,0 0-10 16,0 0-5-16,0 0-2 0,0 0-5 0,0 0-10 16,0 0-5-16,0 0-4 0,0 0-6 0,0 0 3 15,0 0-3-15,0 0 0 0,-1 4-5 0,1-4-4 16,0 0 0-16,0 0-5 0,0 0-1 0,0 0 1 16,0 0-6-16,0 0-1 0,0 0 0 0,0 0-2 15,0 0 3-15,0 0-1 0,20 0 0 0,2 1-4 16,6 1 0-16,9-5 4 0,14 0-6 15,3 2-1-15,6-3-3 0,3-1 2 0,3 1 16 0,24-1 10 16,-30-1 9-16,0 5 1 0,-3-6 3 0,1 5-1 16,-20-2 0-16,-2 1-3 0,-2 2-2 0,-7-2-4 15,-8 3-5-15,-6 0 2 0,0 0-4 0,-7 0 2 16,2 0 8-16,-2 0 7 0,1-1 1 0,-7 1 1 16,9-1-5-16,-9 1-2 0,0 0-8 0,6 0-23 15,-6 0-28-15,0 0-33 0,0 0-35 0,0 0-41 16,-19 2-50-16,10 1-84 0,0-2-190 0,1 2-486 15,8-3 215-15</inkml:trace>
  <inkml:trace contextRef="#ctx0" brushRef="#br0" timeOffset="52308.14">14435 14235 45 0,'1'-5'291'0,"-1"0"-16"16,4 1-15-16,-4 0-13 0,0 1-24 0,0 3-16 16,3-5-24-16,-3 5-19 0,1-5-9 0,-1 5-27 0,0 0-20 15,0 0-39-15,0 0-6 0,0 0-7 0,-1 15-6 16,-1 2-14-16,-4 7-3 0,0 5-3 15,-3 5-5-15,-8 11-1 0,6 2-4 0,-3 4-1 16,-2 1 0-16,-4 0-3 0,6-2 0 0,-4-4 1 0,8 0-6 16,2-11 3-16,0-4-2 0,0-1-4 15,1-2 20-15,1-5-5 0,3-5-3 0,-1-3 2 16,-1-3 0-16,4-4-2 0,1-2 22 0,-1 0 34 16,-1-1 42-16,1-4 46 0,1 5 35 0,0-6 23 15,0 0-13-15,0 0-21 0,0 0-21 0,0-23-25 0,3 6-27 16,2-4-9-16,1-4-21 0,-1-4-21 15,4-2-15-15,1-1-17 0,-2-1-6 0,2 5-9 16,3 0 1-16,-3 4-2 0,-1 7-2 0,-1 1-2 16,2 1-3-16,2 1 1 0,-2 6-3 0,0 1-6 0,0 2-6 15,2 0-5-15,-1 2-19 0,2 3-7 0,1 2-17 16,4 4 4-16,-3 1-24 0,2 1-9 16,-3 1-8-16,-1 3-6 0,-3-3-8 0,-5-1-2 0,4 4 1 15,-5-4 3-15,-1 3-2 0,-2-3 3 0,-2 1 8 16,-6-1 11-16,2 0 6 0,-8-2 12 0,0 1 4 15,-7-3 6-15,2 0 4 0,-4-2 7 0,1-3 2 16,-1-1 9-16,3-1 0 0,1-1 2 0,-4 1 7 16,6-1 2-16,4-2 1 0,-1 2 5 0,7-4-2 15,1 2-4-15,2-2-10 0,6 1-15 0,3 0-9 16,12-3-2-16,0 3-11 0,9-2-14 0,3 2-6 16,7 1-4-16,3 0 8 0,16 1 8 0,2 1 7 15,2 0 6-15,2 4 8 0,1-1 1 0,-6-2 6 16,-3 0 9-16,-3 6-1 0,-15-3 8 15,0 0 1-15,-2-3 4 0,-4 1 4 0,-3 1 5 0,-7-1 25 16,-10 2 39-16,3-1 22 0,-7 0 7 0,-2-3-3 16,0 1-4-16,-4-3-6 0,-4 2-3 0,-1-4-5 15,-4 3 1-15,-3-3-3 0,-4 1-2 0,-4 2-2 16,-6-1-4-16,-2 3-8 0,-4-1-1 0,0 1-4 16,-1 1 1-16,1 3-10 0,-1-1 2 0,2 3-6 15,3 0-1-15,1 2-3 0,9-1-4 0,-1 3-1 16,6-1-2-16,2 0 0 0,-1 0-1 0,2 4-2 15,6-4 2-15,0 5-2 0,3-1 2 0,2-1-1 16,7 3-4-16,1-3-7 0,5 2 2 0,1-4-2 16,6 1-2-16,-2-1-2 0,10-3 3 0,-7-2-2 15,7-2 2-15,2-2-1 0,-2-2 5 0,2-4-2 16,-3-1-1-16,-2-3 5 0,1-1 14 0,-3 0 10 16,-4-5 13-16,-2-4 11 0,4-1 3 0,-5-3 1 15,2 0 7-15,-4-3 7 0,3-2 10 0,-1-1 8 16,-3 3 17-16,-3-3-5 0,-1 4 23 0,2 1-2 15,-3 10 3-15,-4 0-2 0,0 0-1 0,-1 7-7 16,0 1-4-16,-3 1-21 0,0 3-5 0,3 1-15 16,-3-1-5-16,-1 2-33 0,0 3-11 0,3-4-53 15,-3 4 19-15,0 0-15 0,0 0 3 0,-9 19 1 16,3-2 12-16,-2 1 0 0,-6 11-16 0,2-1 14 16,-3 4 0-16,1-2 8 0,1 4-6 0,-2-4 5 15,6-1-3-15,-4 0 2 0,7-1 2 0,-2-3 2 16,3-7 1-16,2 2 5 0,2-5-4 0,-3-5 0 0,3 2 6 15,-3-4 1-15,3-1 0 0,2-1 11 16,-1-1 4-16,0 0 8 0,4 0 11 0,-4-3 17 16,0-2 11-16,5 5-11 0,-1-2 7 0,1-3-4 15,0 0 1-15,3 0-6 0,1-3-14 0,1 2-31 16,4-3-63-16,2-1-77 0,0-1-81 0,2 0-114 16,1-2-355-16,7-5-743 0,-2 1 328 0</inkml:trace>
  <inkml:trace contextRef="#ctx0" brushRef="#br0" timeOffset="53892">15658 14184 108 0,'3'-8'158'0,"-1"0"4"15,1 3-9-15,1-1 10 0,-2 0-19 16,1 0-3-16,-2 2-8 0,3 0-7 0,-3 0-12 16,0 0-10-16,-1 4-14 0,3-4-6 0,-3 4-14 15,0 0-7-15,0 0-2 0,0 0-10 0,-9 17-7 16,0-2 0-16,3 3-6 0,-6 7 1 0,-3-1-7 15,2 5 0-15,-4 2 3 0,3-3-1 0,-1 2 0 16,0-1-8-16,1 2-1 0,2-3-2 0,-2 1 1 16,2-3-6-16,6-6-4 0,-3-4 3 0,4 1-3 15,0-2-2-15,2-5 0 0,0-1 1 0,0 0-2 16,0-3 3-16,2-1 20 0,0 0 23 0,-3-2 21 16,4 1 18-16,0-4 14 0,-4 3-9 0,4-3-11 15,0 0-8-15,0 0-8 0,-9-11-9 0,5 6-6 16,2 0-2-16,-2-6-11 0,0 6-6 0,-1-1-7 15,0-1-2-15,4 2-21 0,-3-1-28 0,0 0-33 16,-1 2-35-16,1-2-34 0,-1 2-34 0,0 1-41 16,1-1-55-16,0 1-196 0,0-1-481 0,4 4 214 15</inkml:trace>
  <inkml:trace contextRef="#ctx0" brushRef="#br0" timeOffset="54469.11">15459 14401 110 0,'-7'-1'250'15,"7"1"-11"-15,0 0-12 0,-6-2-12 0,6 2-6 0,0 0-17 16,0 0-15-16,0 0-18 0,0 0-15 0,0 0-12 15,0 0-13-15,23-5-9 0,-6 3-14 0,11 0-12 16,0 1-5-16,5-1-10 0,0 1-7 16,3-2-7-16,-3-3-3 0,0 3-5 0,-6-1-6 15,-5 3-5-15,-3-3-1 0,-5 2-4 0,-1-1-3 0,-3 3-2 16,-5-1-1-16,3-1-3 0,-2 1-7 0,-6 1-2 16,4-3-12-16,-4 3-10 0,0 0-12 0,0 0-14 15,-15-5-13-15,7 5-14 0,-1 0-18 0,-3 0-23 16,1 0-16-16,2-2-36 0,-1 2-24 0,2 0-203 15,1 0-414-15,2-2 184 0</inkml:trace>
  <inkml:trace contextRef="#ctx0" brushRef="#br0" timeOffset="54824.3">15864 14033 18 0,'1'-5'297'0,"0"1"-31"0,-1-2-29 16,0 6-26-16,4-2-24 0,-4 2-18 15,18 5-19-15,0 0-14 0,5 8-15 0,2 5-4 0,6 6-5 16,6 10-10-16,-2 2-4 0,-6 8-10 0,-3 1-5 16,-3 2-7-16,-9 0-7 0,-5 2-9 0,-5 2-3 15,-7 0-9-15,-1 2-1 0,-7-1-5 16,-9-2-2-16,2-7-6 0,-6-1-3 0,-4-1 1 0,5-12-3 15,0-6 4-15,-4 0 9 0,4-3 5 0,-2-2 7 16,2-5 3-16,5-3 8 0,1-1 1 0,-1-1 8 16,8-3-12-16,1 0 9 0,3-4-9 15,-2 5-4-15,3-5-5 0,0 2-4 0,1-1 5 16,4-2 10-16,-4 3-5 0,4-3 3 0,0 0-28 0,0 0-18 16,0 0-42-16,0 0-53 0,12-9-60 0,-3 3-87 15,2 1-128-15,2-4-183 0,4 0-580 0,-6-2 258 16</inkml:trace>
  <inkml:trace contextRef="#ctx0" brushRef="#br0" timeOffset="62243.78">19787 14340 210 0,'0'-7'212'0,"-3"2"-5"0,3-2-22 0,0 2-8 16,0-2-9-16,3 2 2 0,-2 1-17 0,-1 0-16 16,1 0-16-16,1 1-10 0,-2 3-15 0,0-3-13 15,0 3-18-15,0 0-8 0,0 0-10 0,0 0-5 16,-4 22-4-16,0-2-4 0,-5 6-2 0,3 6-5 16,-7 16-2-16,-4 3-2 0,7 5-1 0,-7-2-4 15,3 3 2-15,0 2-6 0,0-2-1 0,3-3 0 16,-3-3-2-16,-1-1 0 0,7-15-2 0,-1-2-1 15,0-1 3-15,-1-4-1 0,3-4-6 0,3-9 2 16,-1-3 2-16,3-2-2 0,-2-3 22 0,0-1 32 16,0-2 20-16,-1-4 0 0,-1 0-10 0,-5-3-8 15,0-2-3-15,-3-4-9 0,-3-1 0 0,-1-4-6 16,-1-3-7-16,-4-2-1 0,1-2-2 0,3-1-1 16,4 4 7-16,-3-2 9 0,6 6 3 0,1-1-6 15,2 6-3-15,3-1-6 0,-2 3-6 0,4 2 1 16,2 1-8-16,-2-2-8 0,1 3-37 0,1-3-48 15,-1 5-33-15,3 1 8 0,0 0-32 0,0 0-31 16,-4 10-40-16,4-10-65 0,7 6-184 0,-1-4-481 16,-6-2 214-16</inkml:trace>
  <inkml:trace contextRef="#ctx0" brushRef="#br0" timeOffset="62608.56">19384 14686 167 0,'-7'0'225'0,"7"0"-16"0,0 0-18 0,0 0-15 0,0 0-16 15,-8 0-17-15,8 0-12 0,0 0-15 16,0 0-8-16,0 0-7 0,25 1-12 0,-8-1-8 16,13-1-5-16,1-2-10 0,5-1-4 0,1 1-6 15,18 2-1-15,-15 0-6 0,-1-4-7 0,14 2-8 16,-17-1-1-16,-2 1-4 0,-1 2-4 0,-5 0-3 0,-6-1-2 16,-5 1 0-16,-5-1-1 0,0 1-4 15,-2 1 1-15,-5-1-4 0,2 1-5 0,-7 0-1 16,5 0-2-16,-5 0-13 0,0 0-16 0,0 0-20 15,-17 4-20-15,7 0-19 0,-2-3-41 0,3 2-36 16,-2-1-182-16,0 0-369 0,3-1 164 0</inkml:trace>
  <inkml:trace contextRef="#ctx0" brushRef="#br0" timeOffset="63124.55">20286 14564 132 0,'8'-6'172'0,"2"6"-16"16,3-3-13-16,2 3-9 0,-2 0-13 0,1 0-8 0,4 2-8 15,1 2-7-15,-3 0-11 0,-2 0-8 0,1 0-8 16,-1 6-1-16,-5-2-8 0,1 1-1 0,0 4-4 16,-2 2-3-16,-4 0-3 0,-3 1 2 0,-2 1-3 15,0 0-2-15,-3-2-3 0,-4 2-3 0,2 0 1 16,-3 0-3-16,-1-2-1 0,-6-2-2 0,5-3 2 16,2 1-1-16,-1-3 3 0,1 0-2 0,1-3 1 15,3-1 2-15,1-1 7 0,-1 2 8 0,1-3 26 16,3 0 20-16,1-2 38 0,0 0-22 15,0 0-11-15,0 0-12 0,4-19-6 0,7 7-11 0,1-2-11 16,7-6-8-16,0-1-7 0,5-1-5 0,-2 0-4 16,3 0-4-16,0 1-2 0,-5 4-11 15,3 0 0-15,-5 7-1 0,-5-2-4 0,1 4-6 16,-4 1 4-16,0 1 4 0,-2 1-13 0,-3 4-6 0,1-1-5 16,-2 1-6-16,-4 1-4 0,0 0 3 0,9 5-6 15,-6 1 2-15,-2 4 3 0,1 2 1 0,-4 3 2 16,0 2 0-16,-1 0-1 0,-2 4 1 15,-2 3-6-15,1-4-21 0,0 4-18 0,-1-5-20 16,0 0-27-16,-1-2-40 0,-1 1-52 0,3-3-69 0,-1-5-231 16,2-2-528-16,1-1 233 0</inkml:trace>
  <inkml:trace contextRef="#ctx0" brushRef="#br0" timeOffset="63372.04">20884 14497 2291 0,'6'-9'157'16,"-4"1"-49"-16,1 2-21 0,-2 0-33 0,0 0-20 15,1 1-13-15,0 2-9 0,-2 3-3 0,0 0-2 16,0 0-3-16,0 0-2 0,8 12 3 0,-7-3 0 16,0 4-1-16,-1 3 3 0,-1 5 0 0,-2 7 1 15,-3 2 5-15,-2 3-4 0,-2 1-4 0,-4-1 2 16,-4 9-8-16,-5 1-5 0,5-11-12 0,-4-6-13 15,0 2-13-15,-10 8-30 0,5-14-43 0,1-4-60 16,-2-1-221-16,0-2-432 0,2-7 192 0</inkml:trace>
  <inkml:trace contextRef="#ctx0" brushRef="#br0" timeOffset="63710.44">20399 14371 84 0,'0'0'182'0,"-7"0"-12"0,7 0-12 0,0 0-15 16,-10 2-10-16,5 4-8 0,-4-1-12 0,0 2-10 16,-4 7-8-16,3 1-13 0,-4 5-6 0,0 4-9 15,0 2-2-15,0 2-6 0,2 5-1 0,1-2-9 16,3 1-4-16,-1 1-4 0,4-1-3 0,3-3-1 16,4 2-4-16,2-4-2 0,-1-2 1 0,7-2-1 15,0-7-3-15,3 1-6 0,11 3-14 0,-1-7-54 16,-4-3-74-16,4-6-204 0,8 4-351 0,1-3 155 15</inkml:trace>
  <inkml:trace contextRef="#ctx0" brushRef="#br0" timeOffset="64014.18">21459 14666 168 0,'0'0'348'0,"-1"-4"-25"0,1 4-23 0,0 0-29 15,0 0-26-15,1-7-25 0,3 4-29 0,0 1-15 16,5-3-31-16,1 1-30 0,3 0-44 0,1 1-46 0,4-1-58 16,1 0-68-16,1-1-74 0,-3 2-207 0,2 1-414 15,-1-2 184-15</inkml:trace>
  <inkml:trace contextRef="#ctx0" brushRef="#br0" timeOffset="64170.87">21542 14787 34 0,'-8'5'265'0,"1"-2"-21"0,3-1-4 0,0 2-3 0,2-2-17 16,2-2-21-16,0 0-17 0,9 4-20 0,6-4-11 15,4-2-20-15,13 1-47 0,6-2-66 0,2 2-93 16,13-4-274-16,-16 2-378 0,2-2 168 0</inkml:trace>
  <inkml:trace contextRef="#ctx0" brushRef="#br0" timeOffset="65122.48">23188 14478 140 0,'-5'-12'245'0,"-4"3"-14"0,0 1-15 15,-5-2-20-15,0 1-16 0,-3 1-15 0,-3 4-14 16,-2-1-12-16,-4 0-17 0,5 5-11 0,-11 0-9 16,1 7-10-16,3-2-11 0,0 5-7 0,7-1-12 15,-4 2-3-15,3 3-4 0,5-3-10 0,4 2-3 16,-1-1-3-16,2 2-5 0,2 2-3 0,4 0-1 15,3 1-3-15,3-2-5 0,4 2-1 0,1-1 4 16,5-2-6-16,3-3 1 0,2-2-11 0,5 1-1 16,-1-3-6-16,2-5 3 0,1 0-9 0,1-4 4 15,5-3 1-15,-2-3 1 0,-7 0 0 0,7-5-1 16,-2-1 3-16,-4-3 2 0,1-2 10 0,-2-4 7 16,-3 1 0-16,-1-5 3 0,1-1-4 0,-6-3 20 15,3-1 4-15,1-14 16 0,-5 10 12 0,5-8 15 16,-6 8 5-16,-3 3 9 0,0 2 12 0,-2 1-2 15,-2 3 0-15,-1 8 1 0,3 0 18 0,2 4-15 16,-5 2-9-16,1 2-7 0,-1 4-9 0,0 2-13 16,0-2-7-16,1 2-14 0,-1 2-8 0,0-1-26 15,0 4-39-15,0 0-16 0,0 0 2 0,0 0 10 16,3 16-6-16,-6-1 6 0,3 5-1 0,-2 8 4 16,-3 3 2-16,1-1 2 0,0 5 2 0,-1 0 3 15,-3 1-3-15,-1-4-5 0,4 2 9 0,1-1-4 0,-1-3-4 16,1-1 12-16,-1-2-3 0,1-8 4 15,-1 0-8-15,4-2 0 0,-2 1 5 0,2-5 2 16,-1-1-2-16,0-2 0 0,2-2 14 0,0 3-23 16,-4-4 14-16,3-1 3 0,1-1-3 0,0 0-2 15,0 0-1-15,-2-1 0 0,2 0 2 0,0-4-1 0,-2 6 1 16,2-6 0-16,0 4 1 0,0-4-1 16,0 0-3-16,0 6 5 0,0-6 1 0,0 4 1 15,0-4 2-15,0 0 3 0,0 0 3 0,0 0 4 16,0 0-2-16,5 3-10 0,3-4 11 0,6 2 1 0,8-3-7 15,11-1-45-15,0 1-69 0,4-4-80 16,0 1-116-16,13-6-347 0,-14 1-702 0,1-3 311 16</inkml:trace>
  <inkml:trace contextRef="#ctx0" brushRef="#br0" timeOffset="65723.86">22622 14966 53 0,'-6'0'223'0,"6"0"-1"0,-8-1-5 0,8 1-5 16,-6-2-6-16,6 2-10 0,0 0-8 0,-8 0-22 15,8 0-13-15,0 0-14 0,0 0-8 0,0 0-17 16,-6-1-6-16,6 1-4 0,0 0-9 0,0 0 4 16,0 0-11-16,0 0 1 0,0 0-12 0,0 0-7 15,0 0 1-15,0 0-2 0,0 0 0 0,-7 0-4 16,7 0-6-16,0 0-6 0,0 0-8 0,0 0 0 15,22-5-4-15,-5 2-6 0,12-1 0 0,6-3-9 0,18 1 1 16,2-2-2-16,8 2-6 0,27-4 1 16,8 1 2-16,0 3-16 0,9 0 3 0,-7 4 2 15,-4-1-4-15,-4 0 1 0,-36 3 0 0,4 0 3 16,-24 2-3-16,-4-2 0 0,-1 1-4 0,-10-1-11 16,-3 0-26-16,-4 0-26 0,-6 3-14 0,-2-3 1 0,-6 0 2 15,0 0-11-15,-19 4-23 0,-1 0-38 16,-15 0-36-16,3-2-46 0,-6 2-229 0,-1 0-489 15,1 0 216-15</inkml:trace>
  <inkml:trace contextRef="#ctx0" brushRef="#br0" timeOffset="66354.98">23183 15400 174 0,'-2'-9'263'0,"0"1"-20"0,-3-2-20 15,0-1-17-15,-4 3-17 0,0 1-15 0,-7 1-17 16,-2-2-16-16,-3 5-8 0,1-1-11 0,-9 3-13 16,-3 1-15-16,2 1-8 0,-1 3-8 0,2-2-9 15,-2 7-9-15,1 0-3 0,3 2-10 0,0 1-4 16,9-5-4-16,-5 8-5 0,5-2-2 0,6-2-1 15,-3 3-6-15,5 0-22 0,3-3 2 0,1 1 0 16,3 0-3-16,1 0 4 0,4 2 1 0,0-3 2 16,5-1 4-16,2-1 1 0,3-2-2 0,-3 1 5 15,10-2-3-15,-2 0 10 0,2-4 5 0,0-2 4 16,3-2 3-16,-3-5-1 0,7-3 11 16,-8-1 1-16,7-6 6 0,-2-3 4 0,-5-4-3 15,4-1-8-15,-3-4-1 0,-2-3-6 0,6-10-3 0,-4-4-6 16,-3 3-3-16,1-4-1 0,-4 0 4 0,-4 14 24 15,-2-2 29-15,-2 3 22 0,1 4 5 0,-2 2-3 16,-2 9-6-16,-1 6-6 0,1 0-15 0,1 1-5 16,-3 5-8-16,0 0-36 0,0 0-35 0,0 5-12 15,0 0-2-15,0 0 4 0,-6 21 1 0,0-4-6 16,-1 9 12-16,-2 3-1 0,0 1 2 0,4 3 0 16,0-2 1-16,1 3 8 0,2 2-31 0,0-3-10 15,2 4-12-15,2-6-14 0,0 1-14 0,-2 0-23 16,3-6-25-16,-2-1-32 0,2-7-31 15,-2-1-30-15,2-3-40 0,-2-3-260 0,0-5-563 0,0 1 249 16</inkml:trace>
  <inkml:trace contextRef="#ctx0" brushRef="#br0" timeOffset="66772.92">23344 15250 113 0,'1'-3'317'0,"3"1"-32"0,-4 2-32 16,7-3-29-16,-7 3-23 0,11 0-23 0,-11 0-19 16,9 5-15-16,-2 1-15 0,1 0-14 0,0 4-10 15,-3 0-14-15,3 2-4 0,-3 5-6 0,1 1-17 16,-6 0-5-16,3 1-6 0,-6 1-5 0,-3-1-1 16,1-1-10-16,-4-1-1 0,1-1-5 0,-4-3 1 15,1 3 0-15,2-5-6 0,-1-4 6 0,1 3 2 16,1-5 6-16,3 0 1 0,-1 1 13 0,1-3 16 15,1 0 23-15,0-2 24 0,4-1 28 0,0 0-1 16,0 0-15-16,-1-7-8 0,6-3-11 0,2 1-16 16,4-7-12-16,3 0-8 0,3-6-14 0,3-1-8 15,3 2-12-15,-4 0-3 0,-6 7-6 16,9-3-1-16,-9 5-1 0,-1 0-10 0,-5 5 0 0,-1 4-6 16,-1-4 12-16,-1 4-14 0,0-1-25 0,0 3-23 15,-2-2-19-15,-2 3 3 0,0 0 6 0,0 11-1 16,-2-1 9-16,-5 1-3 0,1 6 5 0,-2-1 10 15,-1 9 5-15,3-7-1 0,0 7-2 0,0-5 4 16,5-2 6-16,2 0 3 0,3 0-5 0,1-1 15 16,7-3-15-16,2-2-39 0,5-2-57 0,9-1-85 15,7-6-126-15,-1-3-251 0,1-1-623 0,-1-6 276 16</inkml:trace>
  <inkml:trace contextRef="#ctx0" brushRef="#br0" timeOffset="67591.92">23946 14316 11 0,'0'-9'321'0,"3"-1"-10"16,-2 3-16-16,-1 1-14 0,0 0-24 0,1 0-23 15,-1 3-20-15,1-1-21 0,-1 4-26 0,-1-7-18 16,1 7-17-16,1-3-21 0,-1 3-17 0,0 0-11 15,0 0 12-15,0 0-11 0,2 20-8 0,-2-9-12 16,0 4-4-16,-2 2-5 0,1 2-5 0,-1 0-3 16,-2 9 0-16,0-5-7 0,1 4-9 0,0-9 3 15,-1 0-6-15,-1 0-4 0,2-2-3 0,-1-4-1 16,3 1 1-16,-3-6-4 0,1 2-2 0,3-1 8 16,-1-6 16-16,0 4 21 0,1-3 33 0,-1 1 28 15,1-4 25-15,0 0-8 0,0 0-12 0,-8-11-18 16,8 4 0-16,-2-5 8 0,-1-4-4 0,3-4-9 15,1-3-7-15,2-5-6 0,-2-3-12 0,5-3-4 16,-1-14-9-16,2 0-5 0,2-3-11 0,1 7 6 16,-2 10 3-16,1 2-4 0,1 4-1 0,1 0-2 15,-4 10-3-15,1 1-6 0,0 1-6 0,1 2-6 16,-1 3-5-16,-1 1-6 0,3 2-2 0,1 1-15 0,2 3-11 16,2-1-27-16,6 5-18 0,-2 2-46 15,9 2-33-15,0 2-44 0,-2 3-36 0,-1 3-37 16,-2 1-38-16,-5-1-54 0,0 1-88 0,-4 0-228 15,1-3-713-15,-4 0 317 0</inkml:trace>
  <inkml:trace contextRef="#ctx0" brushRef="#br0" timeOffset="67794.23">24029 14312 172 0,'-9'2'284'16,"4"0"-9"-16,1 0-5 0,2-2-12 0,2 0-29 16,0 0-22-16,0 0-19 0,11 5-17 0,3-4-19 15,8-1-13-15,10 1-44 0,2-2-56 0,2 0-67 0,-1 1-82 16,0-3-113-16,1-1-130 0,-4 1-383 16,4-3 169-16</inkml:trace>
  <inkml:trace contextRef="#ctx0" brushRef="#br0" timeOffset="68272.5">24769 14209 35 0,'0'0'262'0,"4"-2"-22"0,-4 2-23 0,0 0-23 0,5-2-20 15,-5 2-23-15,0 0-14 0,0 0-10 0,6 7-12 16,-2-2-10-16,-3 1-10 0,-1 1-7 16,2-1-6-16,-4 5-7 0,2-3-7 0,-1 5-8 15,-3-1-7-15,2-1-3 0,-2 2-2 0,-1-1 3 16,-3 2-9-16,2-1-6 0,-2-2-3 0,3 1-1 0,-3-4 0 15,3 1-3-15,1-4 3 0,-1-2-1 0,4 4 8 16,-3-2 10-16,0-3 14 0,3 1 34 0,-3 0 34 16,4-3 28-16,0 0 5 0,0 0-16 15,0 0-22-15,0 0-7 0,19-14-14 0,-10 5-9 16,4 0-26-16,1-3 14 0,0-1-16 0,1 4-7 0,-2-2-3 16,0 5-10-16,-3-1-2 0,-1 4-9 0,3-2-6 15,-5 0 0-15,1 4-8 0,-1-2-4 16,1 1-4-16,-3 2-1 0,3 0-16 0,-3 2 13 15,4 2-15-15,0 1-5 0,-4 0-13 0,0 3-6 0,-1 0-32 16,4 1-22-16,-7-1-26 0,3 3-29 0,-7-1-30 16,2 1-39-16,1-5-62 0,-5 3-318 0,1-2-635 15,-1-4 282-15</inkml:trace>
  <inkml:trace contextRef="#ctx0" brushRef="#br0" timeOffset="68479.42">25120 14171 126 0,'2'-3'329'0,"0"1"-32"15,-2 2-33-15,5 0-30 0,-5 0-17 0,12 4-16 16,-6 2-15-16,4 1-10 0,1 3-13 0,-1 3-16 16,1 3-12-16,-3 2-14 0,-1-1-11 0,-2 3 2 15,-2 4-40-15,-3-5-21 0,-6 1-34 0,-3 6-22 16,-4-2-30-16,-6-1-37 0,0-2-53 0,-3-5-48 15,-3 0-252-15,-4-2-461 0,3-1 205 0</inkml:trace>
  <inkml:trace contextRef="#ctx0" brushRef="#br0" timeOffset="68788.81">24737 13902 132 0,'-4'-2'242'0,"4"2"-17"0,-10 0-16 15,1 0-16-15,-4 0-20 0,1 6-18 0,-4 5-14 16,-8 5-13-16,-2 4-13 0,-8 11-12 15,-3 7-1-15,1 4-4 0,0 2-9 0,4 2-5 0,4 0-7 16,8-5-6-16,3 5-6 0,11-13-5 0,3 1 7 16,6 0 5-16,4 0-4 0,11-5-6 0,4 0-2 15,14 7-19-15,7-4-57 0,3-7-100 16,3-6-334-16,2-4-488 0,1-9 216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50:58.53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2610 2351 295 0,'-1'-10'298'0,"1"-1"-2"0,0-2 3 16,0-3 2-16,-1 3-3 0,1 1-7 0,0 2 10 15,-3-3-13-15,3 4-21 0,3-1-17 0,-6 0-25 16,6 5-28-16,-3 1-20 0,0-1-22 15,0 1-22-15,0 4-33 0,0-5-38 0,0 5-72 16,0 0-19-16,0 0-7 0,-4 16 8 0,1 1 4 0,-2 10 1 16,-1 5 17-16,-2 4-5 0,0 11-2 0,-2-2-7 15,1 1-23-15,1-11-11 0,3 0-15 16,0 1-9-16,-1-2-15 0,2-3-9 0,2-4-10 16,-1 0-9-16,-1-13-14 0,4 0-4 0,-2-6 3 15,0 1 17-15,2-6 8 0,0-3-31 0,0 0-56 16,0 0-28-16,4-16-134 0,-3 3-389 0,1-4 173 15</inkml:trace>
  <inkml:trace contextRef="#ctx0" brushRef="#br0" timeOffset="146.58">2554 2113 265 0,'-4'-19'300'0,"1"2"-10"0,3 3-18 0,0 3-28 16,0 0-15-16,3 1-30 0,-3 1-20 0,4 0-16 15,0-1-23-15,6 2-13 0,5-2-16 0,7 1-20 16,6 3-24-16,7-3-41 0,2 4-51 0,1 1-65 15,0 1-71-15,2 2-64 0,-3-1-142 0,-2 5-399 16,-5 0 177-16</inkml:trace>
  <inkml:trace contextRef="#ctx0" brushRef="#br0" timeOffset="323.25">2711 2715 135 0,'-1'5'250'0,"0"-4"-5"16,1-1 2-16,0 0-12 0,11 6-13 0,1-9-21 16,9 2-25-16,6-2-15 0,5-3-11 15,1-1-49-15,-2 2-55 0,-1-3-74 0,1-1-78 16,-4 4-234-16,-9-2-367 0,0 2 163 0</inkml:trace>
  <inkml:trace contextRef="#ctx0" brushRef="#br0" timeOffset="504.45">2682 2599 292 0,'-7'1'343'0,"7"-1"-24"0,-9 1-30 16,9-1-19-16,0 0-22 0,-9 1-30 0,9-1-26 16,0 0-16-16,0 0-13 0,0 0-23 0,25-7-11 15,-5 2-48-15,10 2-63 0,4-6-86 0,-2 2-92 16,3 0-93-16,-2-3-147 0,5 0-433 0,-5 2 192 15</inkml:trace>
  <inkml:trace contextRef="#ctx0" brushRef="#br0" timeOffset="982.77">3640 2336 125 0,'0'-5'366'15,"0"5"-24"-15,1-6-28 0,-1 6-27 0,3-4-29 16,-3 4-27-16,0 0-31 0,0 0-17 0,0 0-26 16,0 0-28-16,0 0-10 0,0 0-15 0,-13 27-7 15,3-11-12-15,-3 7 0 0,-3-1-9 0,0 7-13 16,0-3-4-16,0 1-5 0,0 0-27 0,-1 1-21 16,3-4-17-16,1-1-14 0,3-3-17 0,1-4-13 15,0-3-16-15,1 1-11 0,2-6-11 0,2-2 5 16,0-1-5-16,2-3-25 0,2-2-23 0,0 0-10 15,0 0 13-15,-4-14 24 0,5 2-2 0,3-3 17 16,-3-5 24-16,3-8 27 0,0-1 20 0,-3-3 20 16,3 3 27-16,-4-2 36 0,1 1 43 15,-1 2 37-15,0 8 37 0,0 1 30 0,-1 7 24 0,1 0 16 16,0 2 8-16,0 5-22 0,0-2-27 0,0 2-19 16,0 5-26-16,-4-7-28 0,4 7-17 0,0 0-29 15,0 0-18-15,0 0-11 0,0 0-11 0,9 18-3 16,-4-5 5-16,2 4 4 0,-2 3-15 15,9 6 1-15,-3 0-5 0,3 0 1 0,-2 2-2 16,3-1-7-16,2-1 8 0,-1-4-9 0,0 2-29 16,-2-10-10-16,-4-4-20 0,3 5-16 0,-3-5-17 15,-5-2-10-15,3-2-8 0,-3 2-9 0,-1-4-2 16,2 0 0-16,-2 1 7 0,-4-5-1 0,4 6 4 16,-4-6-14-16,4 2-38 0,-4-2-42 0,0 0-32 15,0 0-47-15,0 0-222 0,0 0-525 0,0-18 232 16</inkml:trace>
  <inkml:trace contextRef="#ctx0" brushRef="#br0" timeOffset="2097.01">4200 2403 111 0,'0'0'274'0,"-8"-7"-18"0,-1 0-17 0,-4 5-10 15,2 0-16-15,-2-1-15 0,-5 2-15 0,-1 4-14 16,1-2-17-16,-4 1-17 0,3 5-8 0,1 0-17 16,1 1-12-16,0 3-8 0,0 0-11 0,2-1-7 15,0 4-9-15,3 1-8 0,-2-1-3 0,5 0-7 0,3 1 6 16,2-3-17-16,-2-2-6 0,3-1 0 0,3-2-5 16,0-1-2-16,0 1 2 0,3-1 4 15,0-2 1-15,1-2 4 0,-4-2 8 0,16 0 3 16,-16 0 3-16,24-5 1 0,-11-5 0 0,-2 3 9 15,3-3 5-15,3-4 2 0,-1 3 7 0,0-2-4 16,-4 1-10-16,1-1 6 0,-4 6-3 0,0 0-2 16,-4-2 6-16,0 6-5 0,0-2-11 0,-5 5-9 15,4-10-5-15,-4 10-17 0,8-2-21 0,-8 2-33 16,0 0-5-16,0 0 6 0,10 8 7 0,-5-4-17 16,-1 3-13-16,1 0-11 0,2 4-10 15,3-2-14-15,3 3-11 0,1 0-17 0,4-3-19 0,1 0-18 16,1-3-12-16,1-1-8 0,-1 0-2 0,2-3 11 15,-3-2 20-15,0 0 11 0,-1-5 22 0,0-2 25 16,-3 2 44-16,-1-5 46 0,-3 3 42 0,-4-2 33 16,1-3 29-16,-1-2 22 0,-1 3 17 0,-1-1 19 15,0-3 15-15,0 4 26 0,0 1-3 16,-2 0 9-16,-1 5-3 0,-1-2 0 0,2 2-21 0,-3 5-20 16,3-8-18-16,-3 8-19 0,2-4-21 15,-2 4-29-15,0 0-31 0,0 0-9 0,0 0-5 16,0 0-3-16,0 20 4 0,0-8-9 0,-5 3 1 15,1 4-3-15,0 7-2 0,-2-2-6 0,-2 0-28 0,4-6-9 16,2-1-9-16,-1-4 9 0,1-2-19 0,0 1-5 16,2-8 4-16,0 4 5 0,0-8 5 0,0 8 20 15,0-3 45-15,0-5 14 0,0 0-22 16,0 0 9-16,16-10-4 0,-7 2 2 0,4-2 1 16,-1-5-7-16,-3-2 15 0,4 0-9 0,5-5-3 15,-8 9-1-15,4-1-1 0,-1 1-4 0,-4 1 1 16,1 2-7-16,-2 1 1 0,-3 4-2 0,0 2-10 15,-2 0 0-15,2-3-12 0,-5 6 0 0,0 0 15 16,11 0-12-16,-11 0-2 0,7 9-4 0,-4-6 6 16,3 9 6-16,0-2-7 0,-1 1-3 0,3 4-2 15,-3 0-5-15,0-1 5 0,0-2-27 0,-1 0 0 16,0-2-6-16,1 0 5 0,-3-4 10 0,0 0 0 16,0-1 11-16,-2-5 8 0,4 9 20 0,-4-9 36 15,0 0 9-15,0 0-7 0,0 0-6 0,0 0-3 16,23-15-9-16,-18 5-2 0,4-3-13 0,0-2 8 15,1 1 0-15,3-3-4 0,-3 3-3 0,2-1-1 16,-1 0-6-16,-4 5 0 0,-1 1 4 0,1-1-4 16,-5 3 1-16,3 4-1 0,0-4-6 0,-5 7 0 15,7-5-14-15,-7 5-15 0,0 0-5 0,0 0 2 16,0 0-2-16,16 3-6 0,-16-3 2 0,16 11-4 16,-7-5-14-16,4 5-5 0,2-5-4 0,-1 6-3 15,1-3-9-15,2-1-21 0,-1 0 0 0,5-4-2 16,-2 0-4-16,-3-1-5 0,5-2-5 0,-3-2 10 15,0-2 7-15,-1-4 7 0,-5 2 11 16,1-4 11-16,-2 0 23 0,0-6 21 0,0 3 19 16,-2-5 20-16,0-3 14 0,-4 2 28 0,3-7 9 15,-2-2 5-15,-1 0 6 0,-1-1 32 0,0 1 17 16,0 12 29-16,-3-2 12 0,3 8 17 0,-4 1-3 0,0 0-16 16,0 3-20-16,1 0-20 0,-1 0-19 15,0 5-33-15,5-6-48 0,-5 6-60 0,0 0 10 16,0 0 0-16,0 21 1 0,0 4 8 0,-1 4-4 15,-4 3 22-15,4 17-11 0,-7 0 7 0,3 3-2 16,-2-1 0-16,2-3 7 0,-4 0-13 0,8-15-28 16,-3-3-23-16,3-3-17 0,1-3-10 0,-3-4-1 15,2-4-26-15,1-4-20 0,0-4-21 0,0 1 5 16,0-4 1-16,0-5-67 0,0 0-77 0,0 0-51 16,0 0-206-16,0 0-594 0,5-37 263 0</inkml:trace>
  <inkml:trace contextRef="#ctx0" brushRef="#br0" timeOffset="2546.96">5260 2359 174 0,'2'-8'290'0,"-1"0"-12"0,0-1-26 16,1 4-24-16,1 1-24 0,-2-1-25 0,-1 5-19 15,4-3-16-15,-4 3-19 0,0 0-5 0,17 4-13 16,-4 2-4-16,2 2-12 0,3 3-4 0,0 1-7 16,5 3-5-16,1-1-9 0,-1 1-6 15,-6-1 0-15,-1-4-10 0,-1 2-7 0,-3 1-7 16,-3-7-7-16,-2 1-7 0,-1 1-8 0,-2-1 3 15,-3-2-2-15,-1 0 4 0,-6 0 0 0,-3-1-2 0,0 0-2 16,-9 0 4-16,-9 0-6 0,5-1-2 0,-6-3-1 16,0 1-2-16,-4 0-5 0,10-1 17 0,0 0-1 15,5 0 1-15,3 0 0 0,4 0 3 16,-3 0-6-16,13 0 3 0,-13-1 5 0,13 1 3 16,-6-1-3-16,6 1-3 0,0 0-7 0,0 0-3 15,25-11-9-15,-7 5-4 0,9-2-5 0,1-1-7 16,1-3-1-16,2 0 0 0,-4-2 4 0,1-1-1 15,-3-2-1-15,-1-1 3 0,-1-3-1 0,-4 2 2 16,2-3 10-16,-4-2 14 0,-3-1 14 0,0-3 6 16,-1 3 26-16,-2-1 10 0,-3 0 28 0,1 2 8 15,-4 6 23-15,0 3 26 0,-2-2 13 0,-2 5 10 16,3 3 2-16,-4-1-5 0,0 4-17 0,3 0-20 16,-3 1-18-16,0 5-23 0,2-5-38 0,-2 5-43 15,0 0-17-15,0 0-5 0,0 0 1 0,-5 19-1 16,5-4 3-16,-1 12-1 0,-7 4 5 0,4 4-34 15,-6 0-27-15,5 11-32 0,1-14-37 0,1 4-20 16,2-5-16-16,2-1-21 0,2-4-31 0,1 0-44 16,0-10-41-16,-2-5-61 0,2-4-220 0,5 1-628 15,0-6 278-15</inkml:trace>
  <inkml:trace contextRef="#ctx0" brushRef="#br0" timeOffset="2950.09">5784 2432 36 0,'0'0'310'0,"0"0"-26"0,5-6-29 15,-5 6-25-15,0 0-18 0,0 0-31 16,0 0-16-16,0 0-17 0,8-2-15 0,-8 2-7 16,0 0-2-16,0 0-8 0,0 0-9 0,0 0-9 15,0 0-4-15,19-3-16 0,-9 2-2 0,8 0-6 16,2-4-10-16,0 0 0 0,-2-2-11 0,5 1 2 16,-3-1-10-16,7-5-3 0,-8 3-4 0,4-6-5 15,-5 5-2-15,0-8-3 0,-4 5-1 0,-1-1-3 16,-8 1-2-16,4-1-1 0,-8-1 6 0,3 3 2 15,-8 2 0-15,2 0-2 0,-6 0 1 0,-1 4-9 16,-9 0-4-16,3 2 12 0,-7 7-7 0,-6-2-9 16,0 10 3-16,3 1-1 0,-1 2-6 0,3 3-2 15,1 0 0-15,4 5-2 0,7-5 2 0,-1 5-3 16,7-1 10-16,1-3 13 0,8 7 2 0,0-4 17 16,1-2 4-16,13 1 11 0,4 1 10 15,4-6 3-15,10 1 9 0,18-1-7 0,2-4-6 16,3-1 7-16,0-3-5 0,-2-4-2 0,-20 0-15 0,3-1-1 15,-7 0-3-15,-12-1 10 0,-1-2 11 0,-7 1 7 16,-4 1 9-16,-9-1 3 0,16-4 7 0,-16 4-14 16,0 0-11-16,13 3-23 0,-13-3-41 0,0 0-52 15,0 0-60-15,-36 0-65 0,10 5-66 16,-9-3-99-16,-1-2-355 0,4 1-751 0,-2 2 333 16</inkml:trace>
  <inkml:trace contextRef="#ctx0" brushRef="#br0" timeOffset="3564.4">2392 3160 157 0,'0'0'187'0,"-7"2"-17"0,7-2-17 16,0 0-14-16,0 0-15 0,0 0-19 0,0 0-4 15,0 0-7-15,0 0 5 0,13 4-7 0,-4-4-4 16,5 2 22-16,8 0-8 0,12-1-9 0,16-2-8 15,13 2 3-15,36-6-3 0,10 3 5 0,10-3-5 16,10 2 0-16,14-7 4 0,26 3-1 0,11-2-2 16,10 2 2-16,7 0-3 0,14 5-1 0,-3-3-19 15,-2-3-5-15,-7 1 1 0,-5 4-8 0,-8-1-3 16,-14-3 13-16,-13 3 7 0,-10-1 12 0,-11 1 14 16,-12-2 5-16,-12 2-2 0,-9-3 8 0,-38 4-13 15,-7 1 3-15,-3 4-7 0,-22-8-9 0,-6 3-1 16,-7 3-4-16,-6 0 5 0,-7-3 19 0,0 3 3 15,-2 0 4-15,-7 0-6 0,7-1-3 0,-7 1-21 16,0 0-21-16,0 0-20 0,0 0-20 0,-23-6-19 16,13 6-35-16,-1-2-47 0,-3 2-60 0,-3-1-64 15,-3-3-90-15,-1 3-414 0,3-1-771 16,3-2 342-16</inkml:trace>
  <inkml:trace contextRef="#ctx0" brushRef="#br0" timeOffset="6984.57">9977 2174 149 0,'-3'-5'289'0,"3"0"-29"16,0 5-23-16,-5-4-23 0,5 4-20 0,-1-3-28 16,1 3-24-16,-1-2-19 0,1 2-13 0,0 0-13 15,-3 17-11-15,3 2-7 0,0 9-7 0,-1 5-3 16,-2 3-10-16,-1 10-4 0,3 1 21 15,-3-2-5-15,-1 3-9 0,0-12-3 0,0-2-3 16,1 0-5-16,2-3-9 0,-5 1 1 0,5-4-3 16,-5-3-3-16,2-6-7 0,1-4 1 0,-1 0-2 0,-1-1-1 15,1-4-1-15,1-2-4 0,-1-2 1 16,1 0-4-16,0-2 0 0,-1-3-28 0,-2 0-30 16,0-2-32-16,-3 0-28 0,-1-6-36 0,1 3-35 15,0-6-46-15,-2-3-192 0,1-4-440 0,1-2 195 16</inkml:trace>
  <inkml:trace contextRef="#ctx0" brushRef="#br0" timeOffset="7133.57">9730 2312 95 0,'0'-21'268'15,"1"1"-10"-15,2 5 0 0,-2 1-17 0,3-1-9 16,-3 1-18-16,6 2-15 0,-2 0-19 0,5-1-19 16,-1 1-18-16,0 3-14 0,11-1-13 0,-4 2-20 15,3 0-3-15,1 2-27 0,2 4-42 0,-1 1-37 16,8 2-31-16,-10 1-44 0,-1 10-45 0,1-4-50 15,4 9-203-15,-11 0-417 0,-2 7 184 0</inkml:trace>
  <inkml:trace contextRef="#ctx0" brushRef="#br0" timeOffset="7280.17">9675 2884 166 0,'-5'4'203'0,"-1"2"-2"0,3-2-28 0,2 1-4 16,2-1 2-16,-1-4 6 0,10 3-3 0,-1 1-12 15,9-6-16-15,10-1-14 0,11 1-26 0,-5 0-60 16,2 0-78-16,16-9-103 0,-16 6-176 0,4-5-334 16,-4 4 147-16</inkml:trace>
  <inkml:trace contextRef="#ctx0" brushRef="#br0" timeOffset="7814.36">10807 2063 63 0,'3'-7'316'0,"-2"2"-30"0,2-2-31 0,-3 4-29 0,0-2-26 16,0 5-37-16,0 0-14 0,0 0-21 0,0 0-17 15,-7 27-6-15,6-4-14 0,-8 11-4 16,-4 13-7-16,1 8-6 0,-6 25-9 0,5-22-4 16,-7 20-4-16,9-18-2 0,-1-3-9 0,1 1-2 0,1-3 2 15,6-3-8-15,-2-5-3 0,5-11-4 0,-2-7 5 16,3 3-10-16,-1-6 1 0,-1-7-6 0,2-2 2 16,-1-5-5-16,0-1 1 0,-3-4 0 15,4 0 21-15,-3-3 21 0,0-1-9 0,-4-2 1 16,7-1-11-16,-19-4-8 0,5-3 0 0,-3-3 1 15,2-2-9-15,1 0 1 0,-5-7-9 0,6 4-4 16,-2 1-7-16,1-1-16 0,-5-4-13 0,7 5-15 16,-1 1-21-16,6 2-23 0,-2 1-31 0,1 1-38 15,3-1-60-15,-1 2-252 0,-1-2-499 0,3 1 222 16</inkml:trace>
  <inkml:trace contextRef="#ctx0" brushRef="#br0" timeOffset="8077.46">10438 2617 282 0,'-3'2'292'0,"3"-2"-24"0,-6 1-7 0,6-1-15 16,0 0-21-16,0 0-23 0,0 0-8 0,0 0-8 15,32-1-11-15,1-1-23 0,4-1-1 0,17-3-18 16,-4 1-12-16,4 2-15 0,-20-2-14 0,3 1-2 15,0 1-6-15,-6 0-14 0,-2-2-5 0,-11 3-11 16,-4 2-14-16,-1-2-15 0,-5 2-17 0,0 0-23 16,-8 0-20-16,0 0-2 0,10 2 2 15,-10-2-6-15,0 0-21 0,-21 10-30 0,10-5-33 16,-7 3-54-16,6-6-55 0,-3 2-211 0,10-1-482 16,-3 3 214-16</inkml:trace>
  <inkml:trace contextRef="#ctx0" brushRef="#br0" timeOffset="8779.31">12126 2505 256 0,'4'-7'277'0,"-3"-5"-2"0,3 1-10 0,-3 0-5 15,3 0-3-15,-1-4-4 0,-2 5-10 0,3 1 5 16,0-1-11-16,-3 3-17 0,2 2-27 0,-2 0-18 15,-1 5-12-15,2-8-26 0,-2 5-29 0,3 2-25 16,-3 1-12-16,0 0-11 0,1 9-6 0,2 3-7 16,-2 6 1-16,0 5-5 0,-2 9-4 0,0 0 0 15,-3 1-7-15,-1 15-19 0,-3-4 17 0,3-10-3 16,1-1-3-16,-1-1-2 0,0-3-4 0,1 0 7 16,-1-3-3-16,1-8-5 0,3-2-2 0,-2-5 1 15,2-1-4-15,1-3 8 0,-3-1 6 0,3 0 28 16,0-6 44-16,0 0-14 0,0 0-12 0,0 0-8 15,-6-18-10-15,6 4-3 0,-3-3-7 0,6-9-6 16,-3-3-4-16,0-3-5 0,5-4-4 0,4-16-4 16,0-4-1-16,4-3-5 0,1 1-5 0,1-1-3 15,-1-1-1-15,2 7 5 0,-3 4 14 16,-5 16 12-16,0 6 11 0,0 1 0 0,-4 9 3 16,2 1 0-16,-1 5 0 0,-1 0-1 0,-2 2-12 0,1 5-6 15,0-3-3-15,-1 4-8 0,1-1-9 0,3 1-17 16,7 1-15-16,4 3-28 0,0 0-32 15,14 2-36-15,4 1-46 0,0-1-45 0,-1 8-49 0,1-3-42 16,1 1-89-16,-4 0-284 0,-1 0-726 16,-11-4 322-16</inkml:trace>
  <inkml:trace contextRef="#ctx0" brushRef="#br0" timeOffset="9125.2">12162 2598 42 0,'-6'2'213'0,"2"0"-7"0,4-2-5 16,-3 3-1-16,3-3-6 0,-5 2-6 15,5-2-6-15,0 0-3 0,0 0-13 0,0 0-6 16,0 0 6-16,0 0-14 0,26-2-14 0,-5-2-14 15,12 2-9-15,3-9-7 0,17 6-14 0,-1-5-14 16,-1 5-9-16,0-4-7 0,-14 5-3 0,-1-2-6 16,-1 1-8-16,-3 2-2 0,-12 1-5 0,2 0-3 15,-4 0-9-15,-6 1 2 0,-1-2-4 0,-1 3-3 16,-3-1-2-16,-1 1-6 0,-1-3-9 0,-5 3-17 16,0 0 0-16,6 3-15 0,-6-3-21 0,0 0-13 15,0 0-22-15,-21 4-22 0,21-4-31 0,-12 2-45 16,7-1-68-16,5-1-182 0,0 0-464 0,0 0 206 15</inkml:trace>
  <inkml:trace contextRef="#ctx0" brushRef="#br0" timeOffset="9565.81">13147 2389 113 0,'7'0'281'0,"-7"0"-29"16,0 0-26-16,0 0-25 0,16 2-20 15,-9 1-21-15,2 0-16 0,2 4-13 0,-5 0-14 16,3 3-9-16,3 1-12 0,-2 0-7 0,-1 4-12 0,0 2-7 16,-5-1-8-16,-1 2 3 0,-3-1-13 0,-1 8-2 15,-1-7-9-15,-6 0-1 0,2-3-3 16,-3 0-1-16,-3-1-7 0,1 1 4 0,0-6 5 15,0 3 6-15,2-6 6 0,3 1 5 0,0-3 15 16,3-1 20-16,0 2 36 0,-2-3 32 0,5-2 32 16,0 0-25-16,0 0-15 0,0-12-23 0,6 5-10 15,7-5-8-15,-2-3-18 0,10-6-8 0,2-1-11 0,0-2-1 16,3 0-13-16,-1 3-2 0,2 0-6 16,1 4-14-16,-10 5-7 0,4-3-5 0,-7 6 1 15,-3 4-1-15,-1-1-7 0,-2-2-2 0,-1 5-11 16,-3 1-22-16,1 2-1 0,-6 0-3 0,10 4-2 15,-7 3-1-15,1-1-3 0,0 3 6 0,-5 4-4 16,1 2 0-16,-2 1 3 0,1 2-12 0,0-2-13 16,-2 2-25-16,3-2-27 0,-3 0-30 0,1-3-35 15,1 3-33-15,-2-3-48 0,3-5-56 0,-4-2-250 16,4-1-596-16,0-5 265 0</inkml:trace>
  <inkml:trace contextRef="#ctx0" brushRef="#br0" timeOffset="9786.57">13676 2283 27 0,'0'0'280'0,"3"-7"-29"0,-3 7-25 16,0 0-25-16,11 9-17 0,-4-4-15 0,4 5-10 16,1 4-8-16,-3 1-6 0,6 8-12 0,-2 2-7 15,-2 4-13-15,-1 2-9 0,-3-1-12 0,-5 1-7 16,-3 3-6-16,-4 2-12 0,-4-5-22 0,-4 1-24 15,-2-3-24-15,-8-3-35 0,-1-1-37 0,-3-1-48 16,0-7-66-16,-4-2-183 0,1-6-403 0,-5-1 178 16</inkml:trace>
  <inkml:trace contextRef="#ctx0" brushRef="#br0" timeOffset="10052.65">13234 2086 45 0,'-13'1'231'0,"-6"1"-16"15,0 6-19-15,-12 4-14 0,3 3-17 0,-12 18-14 16,2 2-10-16,2 9-14 0,2 2-9 0,2 3-9 15,3 1-10-15,2 6-7 0,6-7 2 0,15 4 4 16,7-7-5-16,12 0-3 0,11-2-2 0,9-3-4 16,16-2-15-16,5-10-52 0,33 0-111 0,-29-15-308 15,33 1-435-15,-27-13 192 0</inkml:trace>
  <inkml:trace contextRef="#ctx0" brushRef="#br0" timeOffset="11600.27">8713 4120 19 0,'0'0'128'0,"0"0"-11"16,0 0 1-16,0 0-3 0,0 0-10 0,-9 0-6 15,9 0-4-15,0 0-10 0,0 0-8 0,0 0-12 16,0 0-4-16,0 0-1 0,0 0-8 0,0 0-7 15,-3 2 1-15,3-2-3 0,0 0-11 0,0 0-6 16,0 0 0-16,0 5-10 0,0-5 8 0,0 0-2 16,0 0-5-16,0 0 5 0,0 0 4 0,0 0 7 15,0 0 21-15,0 0 8 0,18-2 4 0,-4-2 5 16,12-6-9-16,7-1-9 0,17-6-6 16,9-2-5-16,26-12-6 0,18-1-4 0,7 2 2 0,7-3-4 15,12-5-6-15,2 1-4 0,4 6-4 0,-1-6-3 16,-1 2 5-16,-4 0-3 0,-2 3-4 0,-9 1-2 15,-6 4 0-15,-5 5 13 0,-12-2-6 0,-31 10 2 16,0-3-1-16,2 0-1 0,-6 2-3 0,-5-2 0 16,-4 2-2-16,-15 4 0 0,-6 3 10 15,-4-1 18-15,-10 5 28 0,-3-2 20 0,-1 1 16 0,-5 0 10 16,1-2 2-16,-3 5 3 0,-1-2-1 0,1 1-6 16,0 0-8-16,-1 1-7 0,-3-1-15 0,-1 3-2 15,6-4-14-15,-6 4-1 0,3-1-12 0,-3 1-10 16,3-4-1-16,-3 4-18 0,0 0-6 0,0 0-11 15,0 0 0-15,5 0-12 0,-5 0-5 16,0 0-2-16,0 0-2 0,0 0-4 0,0 0 1 0,0 0-4 16,0 0 2-16,0 0 3 0,5-3-4 0,-5 3 2 15,0 0-1-15,0 0-13 0,0 0-6 0,0 0-11 16,0 0-16-16,0 0-13 0,0 0-16 0,0 0-25 16,0 0-26-16,0 0-30 0,0 0-34 0,0 0-255 15,1-2-503-15,-1 2 223 0</inkml:trace>
  <inkml:trace contextRef="#ctx0" brushRef="#br0" timeOffset="11898.05">11174 3226 160 0,'-1'-5'262'0,"1"5"-21"15,-1-4-27-15,1 4-21 0,0 0-19 0,0 0-19 16,2-5-17-16,-2 5-14 0,9 0-5 0,-9 0-20 16,18 4-10-16,-4 1-6 0,1 0-6 15,4 1-8-15,7 6-5 0,1 2-5 0,0-4-5 0,0 9-1 16,-3-5-5-16,-1 4-8 0,-3-3-1 0,-2 3-2 16,-5-3-4-16,1-1-5 0,-5 1-1 0,-4-1 5 15,-5 1 2-15,0-1 5 0,-5 6-1 0,-4-3-4 16,-9 6 9-16,-6-1-16 0,-5 2-39 15,-14 3-48-15,-5-2-89 0,-2-6-303 0,0 3-487 16,-3-10 215-16</inkml:trace>
  <inkml:trace contextRef="#ctx0" brushRef="#br0" timeOffset="13096.1">6358 4734 87 0,'-6'-2'184'0,"6"2"-11"0,0 0-14 0,-13 3-1 15,9-1-25-15,-1 1-8 0,0-1-11 0,-2 2-9 16,1 1-14-16,2-2-5 0,-1 2-13 0,4-1-6 0,-4 2-6 16,2 0-7-16,1-1-3 0,-1 1 1 15,3-1-15-15,-1-1-1 0,1 2 0 0,0-3-5 16,0-3-2-16,1 7-3 0,-1-7 4 0,4 5-1 15,0-5 2-15,-4 0 0 0,0 0-9 0,18-7 5 16,-12 5-6-16,-1-4-1 0,5 0 0 0,-3-1 0 0,0 1 5 16,-1 2 15-16,0-3-3 0,-2-1 6 15,-1 2 10-15,1 1 1 0,-2-1-1 0,-1 0 5 16,-1 1-2-16,1 1 0 0,-1-2 1 0,-1 2-6 16,-3 0-3-16,1 2-12 0,3 2-3 0,-15-1-4 15,5 1-5-15,-3 4-1 0,-6 1-2 0,-5 6-3 16,-3 1-2-16,0 3 1 0,-1-1-7 0,1 6 0 0,-2 1 0 15,0 1-5-15,3 2 2 0,-1 0-2 16,1 3-3-16,6 0 0 0,2 0-1 0,1 1 1 16,5-3-1-16,6 3-1 0,4-2 3 0,6-1 3 15,5 0 3-15,7-4 2 0,6-4 2 0,10-3 1 0,8-6 1 16,13-3-2-16,6-5 0 0,1-5-4 16,4-3 4-16,23-10-2 0,-27 2-2 0,3-1 2 15,-6-1-2-15,-2 3-2 0,-5-2-1 0,-14 5-2 16,-7 2 2-16,-1 1-2 0,-11 2-1 0,-5 4 7 15,-2 0-3-15,-3 1 23 0,-2-2 26 0,2 2 6 0,-4 1-8 16,-3 1-9-16,0 0-2 0,0 0-12 16,0 0 1-16,-29 3-2 0,15 1 1 0,3-1-3 15,-1-1-9-15,2 0-18 0,0 2-19 0,3-2-25 16,-3 0-22-16,4 0-32 0,-1 0-37 0,2-1-39 16,5-1-49-16,-6 2-30 0,2-1-213 0,4-1-503 15,0 0 223-15</inkml:trace>
  <inkml:trace contextRef="#ctx0" brushRef="#br0" timeOffset="13781.57">7140 4668 81 0,'0'-9'261'0,"-1"4"-15"15,-3-2-9-15,0 1-22 0,-4-2-19 0,1 3-19 16,-5 2-16-16,-2-1-12 0,-4 4-17 0,-1 2-12 16,-9 3-11-16,-1 1-8 0,-2 5-14 0,3 1-10 15,-4 2-6-15,0 0-9 0,0 1-5 0,4 0-5 16,1 4-4-16,1-2-7 0,3 0-5 0,3 1-7 16,10-3-2-16,-3 1-3 0,4-3-2 0,1 3 1 15,3-6-8-15,4 2 4 0,1 0 0 0,4-2 1 16,1 0 2-16,1-3-1 0,7-3 1 0,1-2-1 15,7 1 1-15,-2-6 1 0,12-2-5 0,-3-4-1 16,0-3 0-16,1-1-2 0,-2-4 9 0,1-1 2 0,-5 0 10 16,-1-3 9-16,-3-4 0 0,-4-4 9 15,-2 1 2-15,0-1-2 0,-6-3-4 0,0-1 4 16,-3-1-9-16,-4-1-3 0,-2-11 8 0,0 12 18 16,-2 4 31-16,0-2-14 0,0 7 27 0,-4 1 13 15,2 7 9-15,3 5-4 0,0 2-4 0,0 3-17 16,1 2-12-16,-1-1-27 0,2 0-32 0,-2 5-35 15,3 1-18-15,0 0-4 0,-6 11 1 0,4 2-10 16,-2 4 15-16,4 8 3 0,0 3 5 0,0 3-7 16,1 5 7-16,3-1 6 0,3 0-1 0,1-1 2 15,2 0 12-15,2-3-12 0,-1-2 4 0,1 0-19 0,1-6 7 16,-6-6 0-16,2-2 0 0,-5-2-1 16,4-3-3-16,-2-3-9 0,-2 0 6 0,-1-3 0 15,-1 2 5-15,2-4 12 0,-3 2-5 0,3 0 2 16,-4-4 6-16,0 4-1 0,0-4-4 0,0 0-48 15,0 0-51-15,0 0-38 0,0 0-35 0,-1-13-40 16,-3 5-58-16,4 0-76 0,-4-4-230 0,4 2-620 16,1-2 275-16</inkml:trace>
  <inkml:trace contextRef="#ctx0" brushRef="#br0" timeOffset="14215.98">7420 4071 184 0,'1'-7'245'0,"-1"-3"-5"15,0 5-2-15,-1-2-11 0,0 2-3 16,1 0-8-16,-2 1-11 0,2 4-19 0,-1-7-14 15,1 7-18-15,1-5-21 0,-1 5-18 0,-1-3-21 16,1 3-13-16,0 0-14 0,-5 12-6 0,4-3-6 16,-3 9-7-16,-5 9-4 0,0 8-5 0,-1 10-1 15,1 8 1-15,-4-1-6 0,4 0-4 0,0 3-4 16,6 1 0-16,1-1-1 0,-2-1-1 0,8-6-4 16,-3-2-1-16,4-8-1 0,-1-4 0 0,0-2 3 15,4-3-5-15,-3 0 2 0,5-4-4 0,-6-9-1 16,0-4-1-16,0-2 2 0,-3-2-3 0,0-1 3 15,3-3 3-15,-4 2 34 0,0-2 39 0,0-3 31 16,0-1-1-16,0 0-30 0,0 0-13 0,0 0 1 16,-19-10-13-16,7 5-20 0,2-2-20 0,1-1-12 0,-1 3-22 15,1-4-17-15,-3 3-32 0,0-1-30 16,0 0-34-16,1 3-45 0,-1-4-48 0,1 1-58 16,-2 1-272-16,4 1-591 0,2-3 262 0</inkml:trace>
  <inkml:trace contextRef="#ctx0" brushRef="#br0" timeOffset="14508.33">7198 4548 59 0,'-4'2'309'0,"0"0"-21"0,4-2-14 0,-4 3-9 15,4-3-16-15,-4 1-22 0,4-1-20 0,0 0-19 16,0 0-17-16,23-10-18 0,3-3-18 16,3-3-12-16,3 0-12 0,4-1-19 0,11-6-5 15,5 1-8-15,-4 0-8 0,-1 2-10 0,-14 6-3 0,-2 2-5 16,-6 0 0-16,-9 3-9 0,-2 4-6 16,-4-1-6-16,-1 1-1 0,-1 4 10 0,-3-2-13 15,-1 1-6-15,-4 2-18 0,0 0-27 0,0 0-20 16,0 0-35-16,-21 5-27 0,10-1-43 0,-2-2-59 15,1 4-285-15,-3 0-532 0,5-3 235 0</inkml:trace>
  <inkml:trace contextRef="#ctx0" brushRef="#br0" timeOffset="15638.82">14417 2396 70 0,'0'0'223'0,"0"0"-9"0,0 0-9 0,-4-2-15 16,4 2-12-16,0 0-11 0,0 0-12 0,0 0-17 15,0 0-10-15,0 0-13 0,0 0-9 0,0 0-12 16,0 0-10-16,0 0-7 0,0 0-9 0,28 0-4 16,-15-3 17-16,6 1-4 0,2-2-10 0,-1 4-3 15,11-3-5-15,-4 1-13 0,-5-1-4 0,6 2-3 16,-8-3-3-16,1 2-6 0,-4 1-3 0,-5 1 1 16,-2-1-6-16,-1 1 1 0,-2-3-4 0,-1 3-1 15,-1-1-2-15,-5 1-9 0,5-1-25 0,-5 1-19 16,0 0-22-16,0 0-26 0,0 0-28 0,0 0-39 15,-23 9-50-15,10-5-184 0,1-3-417 0,0 2 185 16</inkml:trace>
  <inkml:trace contextRef="#ctx0" brushRef="#br0" timeOffset="15954.76">14440 2617 146 0,'-2'3'221'0,"-1"-1"-14"0,3-2-16 16,0 0-18-16,0 0-5 0,-2 5 4 0,2-5 7 15,17 0-10-15,1 2-10 0,4-4-19 0,10 1-16 16,8-3-5-16,10 2-15 0,1-4-11 15,-12 1-10-15,2 3-7 0,-4 2-8 0,-2-5-9 16,-7 4-3-16,-7 0-6 0,-4 0-5 0,-3 0-2 0,-5 1-4 16,0 0-5-16,-1 0-7 0,-5-3-2 0,-3 3-14 15,8 0-16-15,-8 0-27 0,0 0-38 0,0 0-45 16,-32 7-70-16,14-4-244 0,0-3-465 16,5 2 205-16</inkml:trace>
  <inkml:trace contextRef="#ctx0" brushRef="#br0" timeOffset="18212.38">16588 1872 115 0,'3'-5'235'0,"-3"0"-8"0,0 0-14 16,0 0-12-16,0 1-21 0,0 4-19 0,0-6-21 15,0 6-14-15,0-4-20 0,0 4-8 0,0 0-17 16,-6 14-5-16,0-2-8 0,3 8-6 0,-5 3-8 16,0 7-2-16,-1 3-6 0,3 2-1 0,-3-2-6 15,-1 16-16-15,-2-3-26 0,2 5-34 0,1-5-41 16,3-12-51-16,2-1-55 0,-5 0-136 0,2-7-346 16,1-6 153-16</inkml:trace>
  <inkml:trace contextRef="#ctx0" brushRef="#br0" timeOffset="18611.54">15851 2621 133 0,'-6'0'203'0,"-1"0"-16"0,7 0-15 16,-6 1-13-16,6-1-14 0,-9 0-9 0,9 0-10 15,-8 0-11-15,8 0-13 0,0 0-12 0,0 0-8 16,0 0-4-16,0 0 0 0,23 5-5 16,8-3-8-16,3-2-6 0,21-2-3 0,9 2-2 15,40-6-8-15,9 4-1 0,13-3 0 0,4-2-2 16,13 0 0-16,1-1 6 0,9 4-4 0,9 1 6 15,3 1-4-15,-9-5-1 0,-7 4-2 0,-7 0-3 0,-7 2-1 16,-7-7-4-16,-12 7-4 0,-11 1 0 16,-10 1-4-16,-34-2-1 0,-6 1-3 0,-13 0-2 15,-6-1-1-15,-1 1-3 0,-14 0-3 0,-3 0 4 16,-4 0-5-16,-5 0 2 0,-2-2-3 0,1 1-2 16,-8 1-7-16,0 0-34 0,4-3-34 0,-4 3-48 15,-19-4-50-15,-1 3-69 0,-11 1-175 0,-2 0-438 16,-3 0 194-16</inkml:trace>
  <inkml:trace contextRef="#ctx0" brushRef="#br0" timeOffset="19005.64">16082 3101 120 0,'-2'-17'299'0,"-1"7"-9"0,3-2-17 0,0 0-8 15,-1 5-22-15,-3-1-28 0,3 3-27 0,2 2-20 0,-2-1-26 16,1 4-29-16,0 0-14 0,0 0-10 0,-4 15-11 16,4 2-5-16,-4 3-7 0,2 6 1 0,-6 4-14 15,3 3-3-15,-3 2-3 0,2-2-7 0,2 5-6 16,-4 7 1-16,3-13-2 0,0 1-5 0,3 0 2 16,-4-4 3-16,5 0-6 0,-1-11-24 0,2 3-18 15,0-4-24-15,-2-5-20 0,0 0-29 0,2 0-26 16,-2-3-31-16,1-1-25 0,1-5-36 0,0 1-189 15,0-4-427-15,0 0 190 0</inkml:trace>
  <inkml:trace contextRef="#ctx0" brushRef="#br0" timeOffset="19330.18">16329 3467 194 0,'-7'0'218'0,"7"0"-15"0,-10 1-5 0,10-1-9 16,-6 3-13-16,6-3-7 0,-4 0-11 16,4 0-16-16,0 0-6 0,0 0-12 0,0 0-11 15,35-6-10-15,-6 4-15 0,7-1-3 0,16-1-13 0,-1-3-7 16,5 5-7-16,-2-2-5 0,-3 3-4 0,-11 1-7 15,-6-3-3-15,3 3-4 0,-6 0-2 0,-4 0-4 16,-8 0-2-16,-5 0-4 0,-5 3-10 16,0-3-12-16,1 1-14 0,-5 1-14 0,-5-2-2 15,8 1 0-15,-8-1-24 0,0 0-24 0,0 0-33 0,-23 3-45 16,10-1-36-16,1-1-168 0,1-1-388 0,0 2 172 16</inkml:trace>
  <inkml:trace contextRef="#ctx0" brushRef="#br0" timeOffset="19667.99">16526 3306 132 0,'-1'-4'320'0,"1"0"-11"0,-2 0-24 0,2 4-22 16,-1-5-30-16,1 5-22 0,-4-1-30 0,4 1-18 0,0 0-17 15,0 0-23-15,-1 14-6 0,-2-2-13 0,-2 5-9 16,-4 7-8-16,3 5-8 0,-2 0-10 15,-1 1-2-15,-1 3-7 0,5 0-18 0,-2 0-30 16,2-2-30-16,4 1-39 0,-3-6-49 0,4 2-51 16,1-9-69-16,2-1-197 0,1 2-458 0,-2-11 204 15</inkml:trace>
  <inkml:trace contextRef="#ctx0" brushRef="#br0">17267 3549 76 0,'0'0'264'16,"-3"2"-26"-16,3-2-26 0,-5 4-19 0,5-4-14 16,0 0-12-16,-1 5-6 0,1-5-16 0,0 0-14 15,0 0-11-15,19-9-13 0,-6 4-11 0,7 1-12 16,10-7-7-16,-1 4-8 0,4-5-6 0,1 0-10 15,-2-1-2-15,-2-1-6 0,1-3-5 0,-2 0-5 16,-2-4 0-16,0-2-14 0,-4-2-6 0,-3 0 0 16,-3 0-7-16,-2 1 0 0,-2 3 4 0,-8 5 9 15,-2 0-3-15,-3 3 4 0,-3 5 4 0,-5-2-9 16,-3 3 0-16,-7 1-2 0,-5 5-1 0,-6 3-6 16,-6 3 3-16,-2 6-3 0,-9 7 2 0,0 6-3 15,2-1-2-15,13-3-1 0,0 2-1 0,4 3 12 16,0-1-11-16,6 0-2 0,2 0 4 0,6 2 0 15,5-1 1-15,5-8 4 0,6 1 2 0,3 2 0 16,7-9 1-16,10 8-3 0,5-8-10 0</inkml:trace>
  <inkml:trace contextRef="#ctx0" brushRef="#br0" timeOffset="20714.34">17612 3067 28 0,'-5'2'183'0,"0"-2"-12"0,5 0-14 0,-8 1-4 0,4 1-10 16,4-2-8-16,-5 2-5 0,5-2-8 0,-5 1-12 16,5-1-7-16,0 0-7 0,0 0-11 15,-4 1-4-15,4-1-3 0,0 0-1 0,0 0-4 16,-4 3 3-16,4-3 4 0,0 0 4 0,0 0-3 0,0 0 1 16,0 0-3-16,0 0-4 0,0 0-9 0,0 0-7 15,17-7-6-15,-2 5-5 0,7-4-6 16,7 1-2-16,2 1-5 0,3 2-2 0,4-2-5 15,1-2-3-15,-3 1-3 0,3 1-2 0,-5 1-3 16,-4 2 8-16,-8-2-10 0,0 2-4 0,-8 0 1 16,-4 1-2-16,3-2-4 0,-7 0-1 0,2 2-13 0,-4-1-12 15,-4 1-13-15,8 0-11 0,-8 0-19 16,0 0-12-16,0 0-46 0,0 0-26 0,-20 1-26 0,10 1-38 16,1-2-150-16,0 0-389 0,1 0 173 15</inkml:trace>
  <inkml:trace contextRef="#ctx0" brushRef="#br0" timeOffset="21311.67">18142 2898 171 0,'5'-1'200'0,"2"-1"-21"0,0 1-14 16,3-1-19-16,3 2-8 0,0 2-15 0,1-1-12 15,3 4-10-15,1 3-15 0,-2 1-4 0,-2 0-10 16,-2 2-2-16,-1 3-2 0,0 2-4 0,-5 2-9 16,-1-1 0-16,-5 8-7 0,-5-5-3 0,-3 4-1 15,-2-1-3-15,-5 0-4 0,-1-1-3 0,-1-2-4 16,1-6 1-16,2 0-4 0,-3-2-1 0,3-1 8 16,4-4 4-16,1 0 10 0,-1-1 8 0,4-2 7 15,0 1 15-15,3-2 16 0,-1-1 27 0,4-2 13 16,-6 0-16-16,6 0-12 0,0 0-11 0,16-18-13 15,-2 6-14-15,8-4-3 0,1-1-7 0,0-2-14 16,0-1-2-16,2 1-10 0,0-3 6 0,2 1-21 16,-2-2 2-16,-6 1 2 0,3 2-3 0,-2 2-7 15,-4 6 2-15,-5 0 4 0,-2 2-4 0,0 2 13 16,-2-3-2-16,-1 9 14 0,-2-3-5 0,-3-2 4 16,3 4-9-16,-2 1-6 0,1-1-9 0,-3 3-13 15,3-3-10-15,-3 3 1 0,0 0 0 0,-7 11 4 16,2 0-1-16,-1 3 1 0,-2 2-3 0,3 2 5 15,-3-1-3-15,7 0 5 0,-3 0 0 0,7 1 1 16,-1-1 2-16,5 1-1 0,2-2 0 0,6-2-1 16,7 1-24-16,4-2-44 0,1-5-72 0,6 1-106 15,-1-11-334-15,7 0-627 0,-6-2 277 0</inkml:trace>
  <inkml:trace contextRef="#ctx0" brushRef="#br0" timeOffset="22498.58">17328 3550 14 0,'0'0'225'0,"0"0"-16"16,0 0-20-16,0 0-18 0,0 0-17 16,13-7-18-16,-3 3-12 0,3-1-18 0,-1 0-11 15,4 0-8-15,4-3-8 0,1 1-7 0,5-3-5 16,-5 3-8-16,5-3-8 0,-7 1-5 0,1 1-2 15,6-3-9-15,-9 2-2 0,2-1-4 0,-3 0 3 16,0 3-7-16,-2-1-1 0,-4 1 3 0,-1-1 5 16,-3 1 8-16,2-1 0 0,-2 2 1 0,-1-1 2 15,-2 3 0-15,0-2 0 0,-1-1-5 0,-2 2-2 16,0 1-3-16,0 0-6 0,0 4-7 0,-5-7 1 16,2 3-1-16,1 1-2 0,-1-1 0 0,-1 1-6 15,2 1 3-15,-1-2 0 0,-3 3-3 0,6 1-4 16,-5-4 1-16,1 3 0 0,0-2-4 0,0 0 1 15,4 3-1-15,-5-4 0 0,0 2 0 0,1-1 6 16,2 2-9-16,2 1 0 0,-5-6 1 0,1 4 2 16,1-1-4-16,-1 1-1 0,4 2-1 0,-7-3 0 15,2 2 2-15,5 1-2 0,-11-1 0 0,11 1 4 16,-11 1-7-16,2 0 2 0,-1 4 1 0,-2-1 0 16,-2 4-2-16,-3 5-2 0,-5 2 1 0,-1 2-1 15,-3 2 4-15,-1 2 1 0,1 1 7 0,0 4-2 16,-1-1 0-16,0-1 1 0,4 0 2 0,2 1-2 15,4 0-2-15,3-3 2 0,5-5-1 0,4 1 3 16,1-2 8-16,4 0 14 0,5 0 11 0,7-3 13 16,14 3-1-16,10-4 3 0,19-4-11 0,3-3-5 15,7 3-6-15,28-10-4 0,-25 4-1 0,25-5-6 16,-28 0-15-16,0-3-16 0,-3 2-24 0,-2 0-24 16,-8-1-20-16,-14 2-10 0,-6 1-11 0,-4 1-12 15,-9 0-2-15,-6-1 0 0,-4 1-32 0,-2-2-28 16,-6 2-37-16,-1 1-136 0,0 0-372 0,-22-6 165 15</inkml:trace>
  <inkml:trace contextRef="#ctx0" brushRef="#br0" timeOffset="24747.69">22212 2394 188 0,'-5'0'186'0,"5"0"-11"0,0 0-12 0,0 0-8 0,0 0-15 16,0 0-11-16,0 0-10 0,0 0-15 0,-9 0-8 16,9 0-5-16,0 0-13 0,0 0-10 15,0 0-9-15,0 0-3 0,0 0-5 0,0 0-12 16,-6 3-3-16,6-3-4 0,0 0-1 0,-4 4-5 16,4-4-5-16,-3 2 0 0,3-2 1 0,-2 3-5 0,2-3-3 15,0 0-6-15,0 0 12 0,9 3 9 0,1-3 1 16,8 0 27-16,12 0-4 0,7-3-12 0,22-1 2 15,8-2-6-15,23-1-6 0,-27-1 0 16,29 7-5-16,-34-3-5 0,-1 3 1 0,-3-2-4 16,-17 1 0-16,-1 2-2 0,-6 2-3 0,-7-2-3 15,0 0 0-15,-6 0 0 0,-6 0-2 0,1-2 0 0,-4 4 1 16,-2-4-4-16,-6 2 1 0,10 0 0 16,-10 0-8-16,5-1-13 0,-5 1-20 0,0 0-29 15,0 0-28-15,0 0-42 0,-28 0-45 0,22-1-185 16,-3-2-394-16,0 2 175 0</inkml:trace>
  <inkml:trace contextRef="#ctx0" brushRef="#br0" timeOffset="25661.3">23799 2360 38 0,'0'0'212'0,"0"0"-9"0,0-7-17 0,0 7-18 15,0-5-15-15,-2 1-16 0,2 4-12 0,3-10-4 16,1 6-18-16,0-5-4 0,0-2 0 0,2 1-9 16,-5 0-1-16,3 0 5 0,4-5-10 0,-3 1-2 15,0-3-3-15,4 1-7 0,-4 1-1 0,3 0-7 16,-3 1-1-16,-2 2 26 0,3 1-6 0,-5-2 2 15,2 3 0-15,-2 1-1 0,-1-3-10 0,0 7-9 16,0 0-5-16,-1-3-9 0,-2 4-12 0,1 0-14 16,-6 0-4-16,-5 7-2 0,-4-2 3 0,-9 5-7 15,-7 8-2-15,-12 5-2 0,-1 3 2 0,-4 3-4 16,-4 4 4-16,1 2-2 0,-2 3-1 0,0 1-1 16,2-2-3-16,5 1 0 0,2-5 0 0,15-3 0 15,2-6-2-15,3 2 0 0,3-5-1 0,9-5 3 16,0-5-3-16,5 2 7 0,0-4-7 0,4 0 41 15,-1-2 27-15,1-1 28 0,2 0 14 0,3-2-12 16,0 0-17-16,12-20-14 0,0 6-6 0,5-4-3 16,2-2-12-16,2-4 1 0,3 4-3 0,-2-5-7 15,-2 2-10-15,3-1-3 0,-2 3 0 0,-2 4-1 16,-6 6-9-16,-2 2 2 0,-3 3-15 0,-2 1 8 16,1 1-15-16,1 2 9 0,3 7-5 0,0 1-12 15,3 4 10-15,-4 3-12 0,8 7-3 0,0 1 11 16,0 1-3-16,0 2 0 0,0 2 4 0,1 1-6 15,2-3-18-15,1 0-28 0,5 3-46 0,-4-5-54 16,4-4-56-16,4-1-87 0,-6-4-289 0,5-3-636 16,-2-5 281-16</inkml:trace>
  <inkml:trace contextRef="#ctx0" brushRef="#br0" timeOffset="26127.83">24981 1983 284 0,'3'-2'270'0,"-3"2"-26"16,5-2-24-16,-5 2-25 0,5-3-26 0,-5 3-23 15,0 0-16-15,0 0-7 0,-8 11-18 0,-2-3-11 16,-8 2-9-16,-9 10-3 0,-5 1-14 0,-10 10-2 16,-5-5-8-16,0 4-1 0,-1-3-6 0,2 5-3 15,0-4-8-15,13-6-2 0,-8 6-4 0,14-10-6 16,4 1 1-16,8-6-7 0,-2-4 0 0,8-3-2 15,4 1 2-15,-4-1-2 0,4-3 4 16,0 2-3-16,4-1-1 0,1-1 2 0,6 2 17 0,3 0-1 16,5-1 3-16,4 5-11 0,15 1-3 0,-6 0-2 15,1 2 0-15,1-2-6 0,-1 2-1 0,-2 3-4 16,5-3 2-16,-4 2-3 0,0 1 4 0,0-2-6 16,-1 3 0-16,-1-5 2 0,0 4 2 15,-2-2-16-15,-2-4-23 0,-2 1-38 0,-3-3-45 16,1 2-55-16,2-5-73 0,-6-2-205 0,1 0-477 15,-1-2 212-15</inkml:trace>
  <inkml:trace contextRef="#ctx0" brushRef="#br0" timeOffset="26629.82">25306 2175 191 0,'7'-6'234'0,"-2"1"-28"0,8 0-21 0,-3-1-16 15,3 3-22-15,5 3-10 0,0 0-18 0,1 2-11 16,-1 3-11-16,-5 1-10 0,2 3-10 0,-1 3-2 15,-2 5-14-15,0-1-3 0,-5 3-7 0,3 4-2 16,-10-2-6-16,0 6-3 0,-4-3-6 0,-5 1-6 16,-2 0 0-16,-3 0 3 0,0-5-8 0,-3 4-1 15,6-10-2-15,-5 1 1 0,2-5-3 0,4-1 8 16,5-2 16-16,-3-2 14 0,2 0 26 0,-1-2 22 16,1 1 32-16,2-1 18 0,4-3-19 0,0 0-3 15,0 0-2-15,-5-15-24 0,13 3-9 0,3-2-8 16,2-3-12-16,6-7-12 0,5 1-3 0,0-3 1 15,8-9-15-15,-6 10-2 0,1 0-5 16,-3-1-5-16,-1 4 4 0,-1 3-15 0,-4 8-2 16,-5 2-8-16,-3 2 7 0,-2 2-19 0,-1-2-1 0,-3 2-16 15,-1 5-16-15,3-4-12 0,-6 4 3 0,0 0 1 16,6 8-3-16,-6-1 10 0,-1 2 2 0,0 3 6 16,-2 4 0-16,2 2 6 0,0 0 4 15,-1 0-14-15,1-1-13 0,2 1-23 0,2-1-32 16,0-5-40-16,2 4-38 0,1-5-58 0,1-1-288 15,1-5-562-15,3-2 249 0</inkml:trace>
  <inkml:trace contextRef="#ctx0" brushRef="#br0" timeOffset="26978.1">26351 1923 78 0,'3'-3'302'0,"0"0"-29"0,-1 0-21 0,-2 3-31 16,1-4-21-16,-1 4-29 0,0 0-16 0,0 0-21 15,0 0-17-15,-17 9-9 0,3-1-11 0,-2 4-7 16,-6 3-14-16,-5 7-5 0,-4-2-6 0,3 1-4 16,-4 3-10-16,-7 7-3 0,7-11-7 0,1 4-2 15,3-3-10-15,1-3 3 0,0 3-4 0,6-3 0 16,5-3-5-16,5-2-1 0,-1-4-2 0,5 1-3 15,1-5 8-15,0 2 6 0,2-1 8 0,4 5 18 16,4-2 14-16,2 0 9 0,6 5-14 0,3-2-9 16,7 5 0-16,2-4-3 0,3 3-8 15,1 0-4-15,2 0-7 0,-4-1 3 0,3 1-7 0,-3-1-3 16,-2 4 1-16,1-4-9 0,-1 1-29 0,-6-6-37 16,3 5-45-16,-6-2-52 0,-2-4-78 0,-2-2-304 15,-2-1-567-15,-1-3 251 0</inkml:trace>
  <inkml:trace contextRef="#ctx0" brushRef="#br0" timeOffset="27693.36">26784 2348 153 0,'0'0'241'0,"0"0"-13"0,0 0-18 15,0 0-12-15,0 0-13 0,0 4-7 16,0-4-7-16,0 0-1 0,0 0-7 0,0 0-16 16,0 0-13-16,0 0-16 0,6-13-12 0,-4 8-9 15,2-3-12-15,-3-1-11 0,3-3-1 0,0 2-12 16,1-9-4-16,0 2-6 0,2 0-6 0,2 2-1 15,-3-2-5-15,1-1-5 0,3-5-2 0,-2 6 2 16,-3 2-6-16,3-1 3 0,-2 4 7 0,-5 2 0 16,3 0 5-16,-1 3-12 0,-1-1 5 0,1 3-4 15,-3 1-1-15,1-1-9 0,-1 2-10 0,0 3-11 16,-5-5-9-16,0 4 2 0,-8 1-2 0,-5 2 1 16,-5 3 0-16,-6 2 3 0,-3 5 0 0,-1 0 0 15,-13 6 4-15,10-4-4 0,0 3 1 0,-13 3 2 16,1 1 0-16,16-4 0 0,-15 1 3 0,18-2-2 15,2-2 2-15,3-2-4 0,7-3 1 0,3-4 1 16,5-1 1-16,0 2 5 0,2-1 5 0,1-3 36 16,6-2 25-16,-6 1 18 0,6-1 5 0,0 0-17 15,0 0-23-15,11-17 9 0,5 7-1 0,-3 1-13 16,4-4-5-16,6-1-6 0,-5 3 0 16,6-1-8-16,-4 6-6 0,0-2 3 0,-5 4-5 0,3-1-9 15,-6 3 1-15,1 1-5 0,-1 4-1 0,1 2-4 16,1 3 1-16,2 2-3 0,1 8-1 0,1 3 4 15,-4-5-27-15,3 10 23 0,-2-4-5 0,4 3 3 16,-6-3-1-16,5 3-8 0,-4-1-13 0,5-4-17 16,-3 0-22-16,3-1-27 0,-8-5-29 15,3-4-31-15,-1 2-41 0,-3-7-57 0,4-3-322 16,-1-2-614-16,1-2 271 0</inkml:trace>
  <inkml:trace contextRef="#ctx0" brushRef="#br0" timeOffset="27978.19">27369 1769 149 0,'2'50'148'0,"-5"0"6"16,-3 32-11-16,1-25-8 0,-3 29-8 0,-5 0-10 16,-2 2-12-16,-7-5-2 0,0-3-12 0,-1-24-3 15,-16 18-7-15,13-27-13 0,-3-2 3 0,-6-4-4 16,-3 0-8-16,-7-5 0 0,-7-1-6 0,-26 3-3 16,15-14-22-16,-26 5-55 0,24-16-90 0,-32-1-175 15,-2 0-317-15,-1-9 140 0</inkml:trace>
  <inkml:trace contextRef="#ctx0" brushRef="#br0" timeOffset="28461.07">22431 1709 83 0,'-14'14'164'0,"-10"14"-6"0,-9 16-2 15,-5 4-8-15,-16 29 3 0,2 1-7 0,5 8-17 16,3 4-8-16,12 0-12 0,4-2-3 0,8-2-6 16,9-2-5-16,15-30 0 0,9 4-4 0,10-7-8 15,14-1-1-15,31 11-6 0,16-10-14 0,16-14-54 16,10-12-88-16,5-7-261 0,11-6-370 16,0-12 164-16</inkml:trace>
  <inkml:trace contextRef="#ctx0" brushRef="#br0" timeOffset="29960.28">9459 5430 94 0,'-5'-9'239'0,"4"2"-20"0,0 2-24 0,-1 0-17 16,2 0-25-16,0 5-15 0,-1-4-25 0,1 4-13 16,0 0-13-16,-5 18-7 0,0 10-8 0,1 1-6 15,-5 17-8-15,-1 5-6 0,2 4-6 0,-1-2 1 16,-1 0-4-16,2 1-4 0,1-1 1 0,0-2 4 15,1-5-8-15,2 2 0 0,-1-14 3 0,1-2 1 16,3-1-2-16,-3-7 0 0,4-3-3 0,0-5-1 16,0-2-8-16,0-4 1 0,0-1-4 0,-1-2 0 15,-2-1-1-15,3-2 0 0,0 1-4 0,-4-2-27 0,-2-1-37 16,6-2-53-16,-13-5-51 0,4 0-226 16,-5-1-408-16,4-2 181 0</inkml:trace>
  <inkml:trace contextRef="#ctx0" brushRef="#br0" timeOffset="30235.03">8861 5936 25 0,'-8'2'228'0,"1"-2"-32"0,-1 0-19 0,3 1-18 16,0 1-12-16,5-2-16 0,0 0-14 0,-3 3 11 0,3-3-6 15,17 2-1-15,5-2-8 0,7 0-6 0,7 0-8 16,16-2-5-16,3-1-11 0,4-4-7 15,0 4-8-15,-5 1-4 0,-2 0-6 0,-14 0-9 16,-1-2-6-16,-4 4-3 0,-4-1-2 0,-10 1-7 0,-1-3-4 16,-7 3-1-16,1 0-5 0,-6 0-5 0,0 0-9 15,0-2-3-15,-6 2-3 0,0 0-10 0,0 0-14 16,0 0-10-16,0 0-10 0,-16 6-15 16,4-3-8-16,1-1-12 0,2-2-17 0,0 1-30 0,3-1-27 15,-2-1-171-15,8 1-349 0,-10-2 154 0</inkml:trace>
  <inkml:trace contextRef="#ctx0" brushRef="#br0" timeOffset="30825.17">9739 5634 255 0,'1'-5'304'0,"2"3"-28"16,1-1-27-16,-3 0-29 0,-1 3-23 0,4-4-22 15,-4 4-21-15,0 0-17 0,0 0-10 0,5 12-14 16,-1 1-14-16,-3 4-9 0,-1 2-10 0,3 7-6 16,-6 6 0-16,-2 2-15 0,0-1-3 0,-3 4-5 15,2-3-7-15,-2 1-2 0,-1 0-4 0,4-4-5 16,0-3-1-16,1-3-1 0,0-5-3 0,4-8 0 16,-1 0-7-16,-3-2 0 0,4 0 4 0,-1-6 1 15,1 3 28-15,0-1 47 0,-2-2 28 0,2-4 19 16,0 0-9-16,0 0-17 0,12-12-13 0,-7 4-9 15,7-6-10-15,-1 0-18 0,1-1-4 0,-2 3-8 16,4-1-8-16,-2 0-7 0,-2 5-2 0,-3 3-6 16,0-1-9-16,-2 1-15 0,0 2-19 0,1-2-18 15,-2 3-16-15,1 1 0 0,-5 1-1 0,8 0 7 16,-8 0-3-16,9 4 6 0,-3-2-1 0,-2 2-1 16,1 1 16-16,-1 1-13 0,3 3 2 0,0-2-7 15,0 0 0-15,0 0-8 0,1 1-1 0,2-2-2 16,-3 2 4-16,2-1 3 0,1-2 4 0,1-2-1 15,1-1 3-15,-1-2 4 0,2-2 0 0,1 0 4 16,4-3 11-16,1 0 4 0,-5-5-7 0,5 3-1 16,-2-5 2-16,2 2 0 0,-6-2 4 0,2 0-2 15,-2 0 7-15,-3-2-1 0,2-1 8 0,-6 7 6 16,-2-4 13-16,2 3 12 0,-2-2 17 0,0 2 13 16,-4 4-16-16,0-2 12 0,0 1-9 0,-4-1-6 15,3 3-7-15,-8 2-1 0,0 0-6 0,0 4-6 16,-5 0-3-16,-7 5-2 0,-4 3-3 0,1 5-1 15,0-1-2-15,1 3-6 0,2 0 5 0,3 3 5 16,9-1-12-16,0-5 1 0,3 6 0 0,6 5-4 16,6-7 0-16,3 9-3 0,8-8 0 0,6 1-2 15,8-5-21-15,3-6-37 0,18 1-37 0,2-6-59 16,3-4-58-16,6-4-55 0,-4-3-281 0,0 0-599 0,-7-3 265 16</inkml:trace>
  <inkml:trace contextRef="#ctx0" brushRef="#br0" timeOffset="31294.54">10515 5960 350 0,'0'0'359'0,"0"0"-31"0,1-5-29 16,-1 5-33-16,0 0-26 0,0 0-24 0,0 0-30 15,0 0-27-15,0 0-9 0,0 0-14 0,0 0-17 16,-6 9-13-16,1 4 1 0,-2 1-23 0,-1 2-8 15,0-2-5-15,0 6-9 0,0-3-1 0,3 1-9 16,-2-1-2-16,3-4-2 0,1-5-9 0,1 3-6 16,-1-5-9-16,3-1 0 0,-1 0-3 0,-2-1 14 15,3 0 24-15,0-4-1 0,0 0-7 0,16-6-7 16,-6 0-6-16,2-4 0 0,4-4 5 0,3-3-5 16,3-2 3-16,-7 6 5 0,0-1-4 0,0 2-7 15,-3 2 4-15,-3 2 1 0,0 0-6 0,0 3-7 16,-4 2-15-16,-1 3-8 0,5 0 1 0,1 3-13 15,-1 1-1-15,0 5-3 0,5 3-5 0,-4 1-17 16,4 0-24-16,-3 5-40 0,0 2-54 0,3 4-79 16,0-8-96-16,0-2-249 0,-1 0-622 0,3-7 276 15</inkml:trace>
  <inkml:trace contextRef="#ctx0" brushRef="#br0" timeOffset="31990.68">12135 5570 135 0,'4'-20'259'0,"0"2"-2"0,0 2-16 16,-2-1-7-16,2 7-6 0,-4 0-6 0,3 5-19 15,-2-4-12-15,1 6-18 0,-2-1-23 0,0-1-25 16,0 5-35-16,0 0-16 0,0 0-8 0,0 0-6 16,-3 31-4-16,-4-2-9 0,-2 17-3 15,-1 4-3-15,-3 7-5 0,-1 1 1 0,-9 24-5 0,0-2-4 16,-1-2-2-16,7-18-1 0,-4 21 1 0,6-26 0 16,0 0-3-16,0-2-3 0,2-1-1 15,4-17-1-15,1-1 1 0,-2-2 0 0,5-6-6 16,-3-7 3-16,4-3-4 0,2-4 2 0,-2-2 3 0,-1-2 5 15,3-3 38-15,-4-2-12 0,0-3-5 0,6 0-4 16,-18-11-4-16,4 2-6 0,-2-3 2 0,-5-6-5 16,1-3 0-16,0 2-3 0,4-7-1 0,-3 1-12 15,3-1-4-15,-2-3-9 0,6 7 0 0,1 3-1 16,5 2 5-16,-2 4 0 0,3 2-7 0,0 1 6 16,0 2 0-16,1 1-26 0,0 2-33 0,3 0-37 15,0 1-47-15,-1 1-56 0,2 3-39 0,0 0-55 16,-1-4-153-16,1 4-483 0,3-4 213 0</inkml:trace>
  <inkml:trace contextRef="#ctx0" brushRef="#br0" timeOffset="32294.42">11671 6087 92 0,'-5'0'249'0,"-4"1"-13"0,9-1-17 15,-9 0-16-15,3 0-16 0,6 0-11 0,-6 3-2 16,6-3-18-16,0 0-19 0,0 0-7 0,0 0-6 16,0 0 1-16,25 1-18 0,-6-6-7 0,13-1-9 15,6 2-9-15,13-3-7 0,-1 0-7 0,-9 2-10 16,11-4-3-16,-16 5-3 0,-1 0-8 0,-4 1-3 16,-10-1-6-16,-3 1-5 0,-4 1 1 0,-1-1-3 15,-3 2-2-15,-1 0-1 0,-4 1-2 0,2-3-2 16,-3 3-5-16,-4 0-1 0,0 0-1 0,0 0-7 15,0 0-13-15,0 0-16 0,-22 3-17 0,10-1-16 16,2 1-28-16,-3 1-31 0,3-1-37 0,1-1-38 16,-2 1-67-16,4-3-134 0,7 0-422 0,-6-3 187 15</inkml:trace>
  <inkml:trace contextRef="#ctx0" brushRef="#br0" timeOffset="32760.26">12466 5857 121 0,'4'-5'249'0,"-2"3"-25"16,2 0-20-16,-4 2-23 0,13 0-17 15,-5 0-23-15,-1 1-11 0,2 3-16 0,4 0-7 16,0 3-14-16,-4-1-9 0,1 2-10 0,0 5-7 0,-2-1-4 15,1 2-4-15,-4 3-9 0,-4 2-3 0,2 1-1 16,-8 5-2-16,1-2-2 0,-4-3-4 16,3-1 0-16,-4 3-1 0,1-5 1 0,2-2 6 15,-2-2 5-15,2-3 3 0,0 0 2 0,3-3 4 16,-2 0 6-16,3-3 11 0,-2 0 14 0,2-2 24 0,1 1 35 16,1-3 29-16,-4 4 31 0,4-4-27 0,0 0-7 15,4-12-24-15,1 3-15 0,4-3-15 0,0-3-9 16,5-6-13-16,1-6-9 0,2 8-14 15,2-3-8-15,-1 2-7 0,-5 3-5 0,1 4-7 16,-3 0-7-16,1 1 1 0,-2 6-8 0,-2-3-5 16,-4 5-6-16,1 1-3 0,-1 1-11 0,0-1-19 0,-1 0-23 15,-3 3-20-15,7 0 5 0,-7 0 7 16,3 8 0-16,-1-5 0 0,-1 6 4 0,2-1 5 0,-1 6 7 16,-1 1-5-16,2-4-13 0,-2 9-22 0,3-2-20 15,-1 0-5-15,-1 1-36 0,2-2-29 0,-3 0-35 16,-1-5-31-16,2-1-28 0,0-2-38 15,-2-4-255-15,4-1-585 0,-4-1 260 0</inkml:trace>
  <inkml:trace contextRef="#ctx0" brushRef="#br0" timeOffset="32966.61">12898 5820 180 0,'1'-6'346'0,"0"3"-17"0,1-2-28 16,0 1-32-16,-2-1-34 0,0 5-26 0,3-1-20 15,-3 1-19-15,0 0-18 0,13 8-17 0,-7 1-14 16,2 1-15-16,2 5-9 0,1 1-6 0,1 11-8 16,-3 2-8-16,-2 5-10 0,-4 0-1 0,-3 2-7 15,-4 10-19-15,-5-10-17 0,0-4-20 0,-5 1-23 16,-5-2-21-16,-2-1-31 0,-11 7-28 0,6-14-45 16,0-3-53-16,-7-3-258 0,7-5-496 0,-2-2 219 15</inkml:trace>
  <inkml:trace contextRef="#ctx0" brushRef="#br0" timeOffset="33276.42">12563 5624 8 0,'0'-7'281'0,"-4"3"-21"0,4 0-30 0,0 4-23 16,-6-1-25-16,6 1-16 0,-13 7-19 0,2 4-17 15,-3 4-11-15,-4 8-13 0,-3 5-15 0,-7 13-6 0,5 3-8 16,0 3-7-16,0 4-8 0,0 1-3 16,4 2-8-16,6-2-3 0,4-3-2 0,0 0-5 15,8-14-4-15,6-1-1 0,4-3 2 0,0-1-3 16,9-1 1-16,1-8-3 0,8-1-11 0,10-7-30 0,14 0-59 15,4-8-64-15,4-5-60 0,3-7-194 16,1 1-416-16,2-2 185 0</inkml:trace>
  <inkml:trace contextRef="#ctx0" brushRef="#br0" timeOffset="33523.56">13464 6042 25 0,'0'0'371'0,"0"0"-15"15,0 0-23-15,0 0-31 0,-2-4-37 0,2 4-28 16,15-9-34-16,-4 5-27 0,8-1-39 0,2-1-48 15,7-1-67-15,-4 0-64 0,4 0-89 0,2 0-260 16,-10 3-423-16,1 0 187 0</inkml:trace>
  <inkml:trace contextRef="#ctx0" brushRef="#br0" timeOffset="33676.31">13483 6220 78 0,'-8'7'212'0,"2"-5"4"0,2 3-5 0,1-2-18 15,3 2-8-15,0-5-11 0,20 2-22 0,2-3-11 16,12 0-20-16,20-7-59 0,2 3-76 16,3-4-94-16,-2-2-163 0,2 2-293 0,-1-3 130 15</inkml:trace>
  <inkml:trace contextRef="#ctx0" brushRef="#br0" timeOffset="34759.42">15170 5850 44 0,'-8'-9'198'0,"3"-1"-21"0,-3 0 1 0,-2 2-21 16,-4-2-14-16,-4 3-16 0,-5 0-5 0,-6 0-15 16,-2 4-15-16,-6 3 1 0,-1 2-11 0,-2 3-8 15,-13 2-1-15,14-1-6 0,1 5-2 0,1-2-8 16,1 2-7-16,4 2-5 0,4 1-1 0,1 3-7 15,5 0-3-15,2 2-7 0,2 0 2 0,4-2-4 16,5-2-3-16,1 2 2 0,7-2-3 0,1-4 3 16,4 6-7-16,4-2 17 0,2-2 4 0,5-3 9 15,-2-4 2-15,13 1 3 0,0-2-2 0,5-5 1 16,-2 0 2-16,6-6 0 0,-7-5 12 0,4 0 6 16,-3-2 10-16,-2-2-1 0,-1-3 15 0,-4-2-2 15,-1 0-5-15,2-2-2 0,-4-5-8 0,-2 1-3 16,-2-3-1-16,-2-3-8 0,0-2-5 0,2-13 7 15,-4 12 7-15,0-12 3 0,-5 10-13 0,2-9 11 16,-4 12 0-16,1 3 11 0,0 0 8 0,-2 5-4 16,-2 9-3-16,1 1-6 0,0 6-4 0,0 1-10 15,-2 2-9-15,0-1-6 0,2 4-5 0,-2-1-14 16,1 2-25-16,-1 3-40 0,1-5-45 0,-1 5 9 16,0 0 9-16,-2 17 1 0,0 0 10 0,-2 10 14 15,-1 2-10-15,-1 5 5 0,1 14 2 0,-4-2 7 16,0 3 4-16,3-3 4 0,2-1 1 0,1 1 0 15,1-11 5-15,0-2 0 0,2 1 6 0,0-2-2 16,-1 1-2-16,1-4 7 0,3 3-6 0,-1-7 3 16,0-2 21-16,0-6-17 0,-1 2-4 0,1-11 7 0,0 4-2 15,-2-3 4-15,0-1 2 0,3-4-1 0,-2 2 10 16,-1-2-5-16,1-1 13 0,-1 1 7 16,0 0 13-16,0-4 9 0,0 0 16 0,4 1-21 15,-4-1-30-15,13-7-34 0,0 1-34 0,2-4-54 16,4 1-58-16,7-5-68 0,-1-3-83 0,5-4-282 0,-5 1-648 15,1-1 288-15</inkml:trace>
  <inkml:trace contextRef="#ctx0" brushRef="#br0" timeOffset="35176.3">15657 5533 273 0,'0'-3'349'0,"1"-2"-14"15,0 3-30-15,-1 2-37 0,2-7-21 0,-2 7-25 0,0-3-28 16,0 3-19-16,0 0-22 0,1-3-22 0,-1 3-13 16,0 0-8-16,-1 14-19 0,1-5-9 0,-2 7-3 15,1 2-11-15,-3 1-8 0,0 9-4 16,-3 0-7-16,3 0-3 0,-4 1 7 0,3 0-19 0,-4 0-4 16,3-4-1-16,-3 2-2 0,2-8 0 0,2-2 7 15,-1 2-19-15,1-4 14 0,-2 1-18 0,6-6 0 16,-3 0 8-16,3-1-5 0,-3-4 1 15,0-2 13-15,4 4 42 0,0-4 48 0,-3 1 51 0,3-4 52 16,0 0 2-16,0 0-25 0,-3-14-14 0,3 3-21 16,0-6-18-16,3-1-14 0,0-1-16 0,5-11-11 15,-3-3-10-15,4-14-13 0,1-3-8 0,3-1-8 16,1-2-10-16,4-3-13 0,1 5-6 0,-2 2-5 16,-3 15-4-16,-1 6-1 0,-3-1-6 0,3 4 1 15,-6 7-3-15,0 3-4 0,0 8 0 0,-4-5 0 16,1 7-5-16,0-2-11 0,-2 2-8 0,2 2-39 15,5-2-34-15,5 4-24 0,-2 0-28 0,9 3-35 16,1 1-42-16,5 2-32 0,-9 4-36 0,6 0-34 16,-5 2-46-16,-4 0-357 0,-1 0-777 0,3 1 343 15</inkml:trace>
  <inkml:trace contextRef="#ctx0" brushRef="#br0" timeOffset="35352.68">15644 5617 200 0,'-5'4'243'0,"0"0"0"16,-3-2-9-16,7 0-11 0,-2 0-8 0,3-2-8 15,0 0-3-15,20 3-32 0,1-6-16 16,12-1-14-16,5 2-13 0,15-8-24 0,2 4-32 16,0-3-44-16,-5 0-54 0,2 2-79 0,-1-3-76 0,-17 2-198 15,-6-1-409-15,-2 0 181 0</inkml:trace>
  <inkml:trace contextRef="#ctx0" brushRef="#br0" timeOffset="35975.71">14629 6310 132 0,'-7'2'194'0,"0"-2"-5"0,2 2-10 0,5-2 2 16,-7 0-7-16,7 0 1 0,-7 1-6 0,7-1-2 15,-4 1-7-15,4-1-8 0,0 0-9 0,-5 1-10 16,5-1-6-16,0 0-9 0,0 0 0 0,0 0-12 16,0 0 5-16,23-7-23 0,-1 4-7 0,11-2-10 15,18-2-4-15,9-5-9 0,30 0-5 0,2 1-1 16,2-2 9-16,6 0 2 0,6-1 10 0,4-2 2 15,6 4-5-15,-2-1-5 0,-9 1-5 0,-7-1-6 16,-33 6 1-16,-5-3-3 0,-5 4-9 0,-15 3-7 16,-8-2 0-16,-13-2-7 0,0 7-1 0,-5-2-1 15,-5 1-8-15,1-1-16 0,-4 1-15 0,-4-1-15 16,-2 2-17-16,0 0-35 0,-20-2-28 0,1 4-31 16,-11 1-43-16,1 0-69 0,-2 3-286 0,0-1-578 15,1-2 255-15</inkml:trace>
  <inkml:trace contextRef="#ctx0" brushRef="#br0" timeOffset="36612.11">15048 6739 139 0,'-10'-7'253'0,"-2"-3"-34"0,-6 3-19 16,-3-2-20-16,-6 3-17 0,-1 2-17 0,-6 2-12 16,0 2-14-16,0 1-9 0,-3 3-14 0,1 1-7 15,0 1-12-15,1 5-5 0,4 0-7 0,-1 2-8 16,4 3-9-16,1 2-6 0,4 1 0 0,4 0-4 15,6-4-3-15,3 2-3 0,-2-1-5 0,7-1-2 16,1 0 0-16,3-3-1 0,2 0 0 0,3 0 3 16,1-3 5-16,8-1 6 0,-4-3 9 0,5-2 3 15,4-2 5-15,2-2 5 0,2-2 9 0,3-6 4 16,0 1 3-16,-1-8-2 0,3-2 3 0,-4 0-1 16,-1-5-1-16,2 0 0 0,-5 0 2 0,-2-4 6 15,2-1-17-15,-5-1-8 0,0-3-5 0,-2 0-5 16,3-13-1-16,-6 10-1 0,3-11 12 0,-4 10 9 15,-2 5 27-15,0 2 6 0,-5 11 9 0,3 2 3 0,-3 2-7 16,2 5-5-16,-3 3-18 0,0-2-12 0,0 4-30 16,0 0-40-16,0 0-47 0,0 4-11 15,0 0 11-15,-4 13 1 0,0 4 7 0,-1 7 8 0,-1 3-1 16,-1 4 6-16,0-1 0 0,4 3-24 0,-3 1-18 16,-1 12-29-16,5-13-23 0,0 1-31 0,2 0-33 15,3 2-40-15,6-6-54 0,-3-1-282 16,7-6-603-16,-6-7 267 0</inkml:trace>
  <inkml:trace contextRef="#ctx0" brushRef="#br0" timeOffset="37030.94">15135 6603 100 0,'2'-5'335'0,"0"-1"-16"0,2 1-15 0,-4 0-45 0,1 3-29 16,-1 2-24-16,4-6-13 0,-4 6-25 0,9 3-19 15,4-2-19-15,-4 4-12 0,1 4-11 0,4 1-15 16,0 3 0-16,-1 1-16 0,-4 5-11 0,1 4-1 16,-2 1-8-16,-3 4-8 0,-5 1-3 0,-3 1-8 15,-4 0 8-15,-4 0-12 0,-1-2-5 0,-2-3-2 16,-2-4-1-16,-3-1-6 0,6-6 2 0,-2-2-4 16,6-4 0-16,0-3 13 0,0 2 11 0,4-2 31 15,-1-1 31-15,3-4 25 0,3 0-17 0,-6-7-13 16,6 2-11-16,2-4-5 0,5-7-15 0,4 0-8 15,8-10-6-15,4 2-5 0,4-3-23 0,13-5-7 16,1-2-10-16,1 1-13 0,0 3-10 0,-2 1 7 16,-11 10-1-16,2 2-4 0,-6 0 7 0,-6 8-4 15,-6 2 0-15,-4 1 1 0,0 4-2 0,-3-2-5 16,0 2-23-16,0 1 0 0,-6 1 0 0,6 5 4 16,-6 0 3-16,-3 2 7 0,0 5-2 0,-1 3 17 15,-1 1-6-15,-3 11-3 0,2-2 11 0,0 0-4 16,3 2 2-16,2-2 5 0,3 1 2 0,7-2 2 15,5 1 2-15,9-5 14 0,8-2-29 0,5-3-43 16,15-2-90-16,8-8-117 0,2-5-329 0,31-11-643 16,-27 0 285-16</inkml:trace>
  <inkml:trace contextRef="#ctx0" brushRef="#br0" timeOffset="37407.67">17195 5917 208 0,'-6'0'287'0,"2"-3"-11"0,4 3-8 15,0 0 3-15,0 0-23 0,-4-2-13 0,4 2-24 16,0 0-5-16,0 0-32 0,0 0-19 0,19-2-27 15,1 0-30-15,10-1-57 0,7 2-57 0,16 0-71 16,-15-3-80-16,0 0-256 0,-2 0-458 0,-3-1 203 16</inkml:trace>
  <inkml:trace contextRef="#ctx0" brushRef="#br0" timeOffset="37541.89">17237 6079 117 0,'-12'13'173'0,"1"-6"-7"15,6 0 33-15,5-3 5 0,5 0-12 0,7 0-21 16,21 3-15-16,5-5-50 0,21-2-87 0,5-2-104 16,-1-3-152-16,2-2-256 0,-5 0 114 0</inkml:trace>
  <inkml:trace contextRef="#ctx0" brushRef="#br0" timeOffset="42495.9">19332 5479 78 0,'-13'-2'175'0,"13"2"-12"15,-9 0-13-15,5-1-5 0,4 1-9 0,-9 1-13 16,9-1-4-16,0 0-9 0,-7 0-8 0,7 0-4 15,0 0-7-15,0 0-1 0,-7-1 2 0,7 1-6 0,0 0 10 16,0 0-2-16,0 0 6 0,0 0 0 16,0 0 1-16,0 0-2 0,0 0-7 0,0 0-12 15,13-11-6-15,-3 6-6 0,7 0-12 0,2-2-1 16,9-3-9-16,0-2 2 0,2-2-10 0,2 6-4 0,-2-6-5 16,2-3-7-16,-2 1 0 0,0 0-5 15,-2 0-3-15,-2-1 1 0,-3 0-4 0,-4 0-2 16,-5 4-1-16,-5 4 0 0,0-1 3 0,-4 0 3 15,0 1-4-15,-6 0 2 0,-3 2-5 0,-1-1-4 0,-4 5 0 16,-4-2-1-16,-10 4-2 0,-5 1-1 16,-3 4 1-16,0 5-1 0,-3 1 6 0,-2 2-6 15,2 3-3-15,4 2 0 0,-1 2-1 0,4 2 0 16,0 2 3-16,4 1 0 0,5-2-1 0,4 2 2 0,6-7-1 16,7 2 5-16,1 0 2 0,5-1-4 0,12 3 5 15,5-3-4-15,8-4-19 0,9-5-48 0,16 1-69 16,7-8-83-16,3-4-236 0,-2-3-490 0,-2-2 217 15</inkml:trace>
  <inkml:trace contextRef="#ctx0" brushRef="#br0" timeOffset="43038.53">19757 5010 70 0,'-5'0'198'0,"5"0"-11"15,-10 3-4-15,6-2-10 0,4-1-1 16,0 0-1-16,-9 0-8 0,9 0-9 0,0 0-12 0,0 0-13 16,0 0-13-16,0 0-8 0,0 0-3 0,40-5-17 15,-8 3-10-15,1 0-6 0,5 0-9 0,1-1-7 16,14 0-4-16,-14-1-12 0,13-1-4 0,-15 2-3 16,-2 1-5-16,-1-2-2 0,-6 1-4 0,-5 2-4 15,-6 0-1-15,-4 1-4 0,-3-3-4 0,-2 3-5 16,-2-2-5-16,-1 1-11 0,-5 1-13 0,0 0-7 15,0 0-11-15,0 0-14 0,-17-5-10 0,6 4-16 16,-3 1-25-16,4 1-20 0,-2-1-27 0,-2-1-182 16,1 1-363-16,3-1 161 0</inkml:trace>
  <inkml:trace contextRef="#ctx0" brushRef="#br0" timeOffset="43525.58">20337 4792 73 0,'4'-5'233'0,"0"1"-28"0,6-1-18 15,-2 0-17-15,2 2-16 0,4 1-15 0,-1 0-16 16,5 2-16-16,1 0-9 0,2 4-12 0,-1 1-6 15,-2 3-10-15,-2 1-6 0,1 4-7 0,0 1-6 16,-4 1-3-16,0 6-5 0,-5-5-3 0,-3 2-6 16,-1 0 4-16,-4 0-8 0,-1 2 0 0,-7 4 0 15,-1-5-2-15,-5 0-5 0,1-2 0 0,-2-1-5 16,2-2 1-16,-3-2 1 0,3 0 3 0,3-3 5 16,0-4-1-16,2 2 10 0,1-2 10 0,1-2 11 15,1 1 16-15,1-2 20 0,4-2 29 0,-5 5 33 16,5-5-5-16,0 0-7 0,0 0-35 0,12-16-7 15,0 2-12-15,2 1-7 0,7-4-11 0,2-2-10 16,0-3-2-16,1 2-8 0,-1-3-7 0,1 2-2 16,-3 0-12-16,-3 5-6 0,-7 2 3 0,-1 6 29 15,-1-1-18-15,-5 5-2 0,1-3 1 0,2 4-16 16,-6-1-12-16,3 1-22 0,-4 3-14 0,0 0 8 16,0 0-4-16,-12 13 4 0,2-1 0 0,-3 3 7 15,-3 6-5-15,2 1 5 0,-3 2 0 0,7 2 2 16,-2 1 3-16,7-1-3 0,5 2-7 0,3-2-11 15,8-1-16-15,5 1-29 0,5-4-32 0,9 0-56 16,12 2-88-16,-4-11-325 0,16 1-619 0,-4-5 275 16</inkml:trace>
  <inkml:trace contextRef="#ctx0" brushRef="#br0" timeOffset="44059.44">18575 5771 87 0,'-6'0'217'0,"6"0"-7"16,-11 1-5-16,11-1-2 0,-7 2-7 0,7-2-5 15,0 0-8-15,-8 0-15 0,8 0-10 0,0 0-14 16,0 0-12-16,0 0-13 0,0 0-16 15,0 0-7-15,0 0-8 0,0 0-9 0,23 0-2 0,-1-2-12 16,10 1-10-16,6-3-4 0,24 0-2 0,32-2-8 16,5-3 4-16,13 2-3 0,11-2 0 0,11-2-2 15,9 1 0-15,12 2-2 0,11 0-3 16,2-1-4-16,2 3-2 0,-2-1 4 0,-5 0-6 0,-11 2-5 16,-12 0-6-16,-19-3 3 0,-8 3 0 0,-19-2-2 15,-31 0 1-15,-7 5-4 0,-16-3 0 0,-5-2-5 16,1 2 6-16,-15 3 8 0,-2-2 29 15,-8 0 23-15,1 4 23 0,-6-4-20 0,1 0-18 0,-4 0-23 16,-1 0-17-16,-2-1-32 0,-2 0-18 0,-3 1-42 16,-5 0-40-16,-3 0-51 0,0 1-59 0,-7 3-99 15,2 0-179-15,-5-2-539 0,1 2 238 0</inkml:trace>
  <inkml:trace contextRef="#ctx0" brushRef="#br0" timeOffset="44541.51">19049 6225 278 0,'0'-5'285'0,"0"0"-14"0,0 0-12 15,0 0-9-15,0 0-21 0,0 5-28 0,0-4-17 16,0 4-17-16,0-5-24 0,0 5-20 0,0 0-14 16,0 0-12-16,0 0-9 0,0 17-9 0,-2-5-11 15,-2 6-5-15,0 3-2 0,-1 7-8 0,-4 2-6 16,3 3-3-16,-1-1-3 0,2 0-7 0,1-1-1 15,1-2-1-15,1 0-23 0,-2 0-22 0,2-3-24 16,1-6-27-16,-1-1-24 0,0-2-39 0,2-5-39 16,4-2-62-16,-3-2-194 0,1-2-455 0,2-3 202 15</inkml:trace>
  <inkml:trace contextRef="#ctx0" brushRef="#br0" timeOffset="44801.06">19364 6509 340 0,'-4'2'330'0,"1"0"-32"0,3-2-28 0,0 0-30 15,0 0-7-15,0 0-35 0,18-1-24 0,1 0-17 16,11-3-15-16,4 0-13 0,6 0-12 0,14-1-19 15,-1 1-12-15,2 0-25 0,-1 4-26 0,-13-3-33 16,-3 1-27-16,-1-1-31 0,-2 2-27 0,-6 0-28 16,-6-1-21-16,-4-1-28 0,-6 3-41 0,-8-2-156 15,-1 0-387-15,-4 2 171 0</inkml:trace>
  <inkml:trace contextRef="#ctx0" brushRef="#br0" timeOffset="45032.28">19646 6336 261 0,'-1'-4'320'0,"0"0"-12"0,1 4-21 16,-3-7-27-16,2 5-33 0,1 2-26 0,-3-3-25 0,3 3-19 16,0 0-17-16,-4 11-14 0,-2-2-16 15,0 8-6-15,1 1-11 0,-5 8-10 0,0 5-6 16,-1-2-5-16,2 2-9 0,0-2-8 0,0 3-25 15,6-7-32-15,2 3-27 0,1-2-42 0,0-8-52 0,4-1-73 16,0-5-260-16,5-3-492 0,0-1 219 16</inkml:trace>
  <inkml:trace contextRef="#ctx0" brushRef="#br0" timeOffset="45424.37">20243 6602 197 0,'-3'1'337'0,"3"-1"-27"0,-5 4-25 0,5-4-28 16,0 0-22-16,0 0-23 0,0 0-29 0,0 0-17 0,12-10-20 15,-1 5-14-15,8 0-15 0,8-4-19 16,1-1-20-16,-1 3-10 0,1-5-18 0,3 0-14 15,-3 1-14-15,-2-2-12 0,-1 0-1 0,-2-3-4 16,0 2-1-16,-7 1 0 0,-3-2-1 0,-1 3 3 0,-3 0 2 16,0 4 15-16,-4-3 2 0,-4 3 1 15,-1-1-2-15,-1 3-4 0,-4 2-5 0,-5-1 0 16,-2 3-2-16,-6-1 1 0,-1 4 0 0,-10 6-5 16,-2 2 5-16,0 3-4 0,1 3 2 0,-1 4-3 15,0 1-2-15,5 0 4 0,-3 3-4 0,5 0 0 16,3 0 0-16,5-1-2 0,7-4 1 0,2 1 3 15,4-1-1-15,6 0 1 0,4-2 4 0,6-1 8 0,10-1-27 16,8-4-36-16,3-5-58 0,7-2-80 0,14-4-94 16,-1-6-182-16,-3-1-492 0,1-1 219 15</inkml:trace>
  <inkml:trace contextRef="#ctx0" brushRef="#br0" timeOffset="45715.95">20472 6188 15 0,'-8'0'278'0,"8"0"-14"15,0 0-11-15,-5-2-14 0,5 2-13 0,0 0 0 16,0 0-17-16,0 0-16 0,0 0-15 0,0 0-14 16,0 0-17-16,0 0-14 0,0 0-10 0,0 0-15 15,37-3-11-15,-8 2-12 0,7-2-9 0,2-1-17 16,14-1-38-16,-12 2-53 0,-3 1-68 0,3-3-66 0,-8 2-91 16,3-5-167-16,-6 2-458 0,-7 1 203 15</inkml:trace>
  <inkml:trace contextRef="#ctx0" brushRef="#br0" timeOffset="46191.28">21012 6086 8 0,'0'0'242'0,"5"-4"-26"16,3 3-23-16,-8 1-21 0,10 1-13 0,2 3-20 15,-2 2-17-15,-1-2-11 0,0 5-12 0,1-1-7 16,0 4-10-16,-2-1-8 0,-3 1-12 0,1 2-3 16,-3-1-6-16,-1 4-2 0,-2-1-9 0,-1 3 0 15,-5-3-5-15,1 1-1 0,-3-2 0 0,-2-1 1 16,-3 0 1-16,4-2 1 0,0-3 8 0,0-1 4 15,0-2 5-15,3 0 8 0,-1-2 6 0,2-2 15 16,0 1 23-16,4-1 25 0,1-2-7 0,0 0-14 16,0 0-9-16,0-14-14 0,6 5-12 0,3-2-4 15,7-3-6-15,0 0-9 0,5-6-7 0,-1 0-5 16,4 1-6-16,-1 1-6 0,2 2 9 0,-9 4-16 16,0 3-2-16,-1 1-8 0,-6 1 1 0,1 2-6 15,-5 0 1-15,3 3-6 0,-4-2-4 0,0 1-5 0,-4 3 0 16,0 0-6-16,7 7-3 0,-3-2-1 15,-4 3 2-15,0 1 1 0,-4 3 3 0,7 2-7 16,-6 3 2-16,-1 0 4 0,3 0-3 0,-1-2-19 16,2 2-13-16,0-3-22 0,3-1-26 0,0-2-33 15,-2 0-45-15,3-5-69 0,1-2-270 0,3-1-550 16,3-3 243-16</inkml:trace>
  <inkml:trace contextRef="#ctx0" brushRef="#br0" timeOffset="46425.18">21560 5943 119 0,'0'-2'348'0,"0"2"-30"15,0-7-45-15,0 7-31 0,0 0-27 0,0 0-17 16,0 0-27-16,0 0-18 0,2 26-15 0,-2-8-11 16,1 8-15-16,3 8-6 0,-1 0-14 0,1 12-7 15,-2 3-9-15,-4 4-6 0,-2-5-2 0,-3 4-12 16,-8-5-2-16,1 2-2 0,-3 1-7 0,-5-5-1 15,-6-3-2-15,-3-5-8 0,-2 0-24 0,-4-4-29 16,-5-4-40-16,-5-1-50 0,-7-5-63 0,-5-6-109 16,-1 0-154-16,-5-10-471 0,-3-2 208 0</inkml:trace>
  <inkml:trace contextRef="#ctx0" brushRef="#br0" timeOffset="46891.82">18736 6038 64 0,'0'-4'276'15,"-1"1"-15"-15,1 3-18 0,-1-5-21 0,1 5-24 0,0 0-23 16,0 0-21-16,-4-2-23 0,4 2-10 0,0 0-15 16,-3 17-11-16,1-5-10 0,-6 14-6 15,-3 5-8-15,0 2-5 0,-4 15-3 0,-3 4-2 16,-1-2-4-16,1 1-13 0,4 0-6 0,1-1-2 0,7-16-1 16,3 14-5-16,3-12 1 0,7-1 0 0,4-4 8 15,8 1 3-15,7-6-4 0,16 2 0 16,7-3-7-16,8-1-23 0,30-6-49 0,5-6-67 15,5-8-89-15,-2-9-241 0,-1 2-473 0,-2-5 209 0</inkml:trace>
  <inkml:trace contextRef="#ctx0" brushRef="#br0" timeOffset="47725.53">21922 5772 130 0,'1'-2'306'0,"-1"2"-23"0,2-6-25 15,-2 6-25-15,1-4-27 0,-1 4-20 0,1-2-22 16,-1 2-19-16,0 0-12 0,0 0-15 0,13 4-11 15,-8-1-14-15,-1 4-3 0,2 0-16 0,-1 3-8 0,0-2-8 16,-1 6-3-16,-1-4-7 0,-2 4-5 16,0-2-5-16,-1 0 0 0,-4 3-4 0,2 2-5 15,-6-4 0-15,3 3 1 0,0-7 0 0,-1 3 0 16,-1-4 2-16,1 1 0 0,1-4-5 0,1 0 0 0,0 2 1 16,0-5 0-16,3 1 9 0,-3 0 16 0,4 1 14 15,0-4 14-15,-1 4 4 0,1-4 21 0,0 0-27 16,18 1-8-16,4-3-4 0,6 0-3 15,5-1-6-15,3 0-11 0,-2-1-5 0,3 1 1 16,0-1-7-16,-1 2-2 0,-3-1-3 0,2 1-11 0,-2 2 5 16,-5 0-8-16,-6 0-6 0,-7 0-2 15,-1 0 4-15,-4 0-4 0,-1 0-1 0,-2 0-16 16,-2-1-8-16,-5 1-15 0,10 1-19 0,-10-1-27 0,0 0-11 16,3 0-41-16,-3 0-60 0,-11 6-91 0,4-3-300 15,-3-1-626-15,2 0 277 0</inkml:trace>
  <inkml:trace contextRef="#ctx0" brushRef="#br0" timeOffset="59321.37">3993 9177 176 0,'0'0'178'0,"0"0"-6"0,0 0 1 0,2-2-8 16,-2 2-15-16,0 0-9 0,0 0-7 0,0 0-10 16,0 0-8-16,0 0-10 0,0 0-11 0,0 0-12 15,0 0-11-15,0 0-9 0,0 0-4 0,0 0-7 16,-14 0-7-16,5 5-7 0,-1-1-4 0,-1 1-3 15,-6-1-3-15,-4 4-2 0,1-1-3 0,-7 3-4 16,8-5 0-16,-8 7-2 0,-1-3-9 0,3 3-2 16,0 0 1-16,6-4-1 0,0 3 1 0,0 1-7 15,5-3-1-15,0 2 2 0,1-1-1 0,5 0-3 16,-1 1 2-16,3-2 0 0,3 2-4 0,2 1 3 16,2-1-1-16,2 1-1 0,7 1 3 0,-1 1 1 15,8-1 1-15,6 6 1 0,1-4-3 0,4-1 2 0,1 1 0 16,1-1-2-16,0-1-2 0,1 1 1 0,-3 2 4 15,-1-3 0-15,-5 2-2 0,-4-3 0 16,-2 2 0-16,-4-4-2 0,-4 0-3 0,-3 2 5 16,-4-3 0-16,-4 2-1 0,-2-1 6 0,-6 2 2 0,-6 1 3 15,-8 0 3-15,-6-1 1 0,-1 1-2 16,-3-2 9-16,1-4-6 0,-1 3 3 0,0 0-1 16,-1-5 1-16,3 0 7 0,0 2-7 0,3-5 3 0,-1 0 4 15,13 1 7-15,1-3 3 0,4 0 19 16,3 2-2-16,2-2 12 0,3 1 3 0,5-1 0 0,-9 0-7 15,9 0-9-15,-9-1-4 0,9 1-11 16,0 0-11-16,13-7-6 0,-4 4-11 0,2-3-25 0,1 5-23 16,-1-3-26-16,2 1-22 0,-3 1-30 0,2-2-30 15,2 2-29-15,-3-2-53 0,1 1-157 0,-1 0-418 16,2-2 184-16</inkml:trace>
  <inkml:trace contextRef="#ctx0" brushRef="#br0" timeOffset="59777.84">4380 9578 55 0,'0'0'183'0,"-9"-5"-13"15,6 2-7-15,-3 2-16 0,-4 1-24 0,2-1 3 16,-1-1-15-16,-5 2-18 0,4 2-3 0,-7 0-11 16,5 2-6-16,-4 3-9 0,-2-1-10 0,-1 5-6 15,2-2-5-15,1 3 1 0,-1-2-8 0,3 2-7 16,0 1 0-16,-1 1-4 0,6-1-4 0,-1 0-4 16,2-1-2-16,4 0-6 0,2-2 8 0,-1 5-1 15,6-4-2-15,-2 1 1 0,4-1 3 0,3-1 6 0,1-1-2 16,1-2 5-16,6 0-3 0,4-2 2 15,-1-3-8-15,9-1 5 0,0-2 0 0,1-1 2 16,2-4-4-16,-3 0-3 0,-6 1 3 0,-4-4 10 16,2 1 2-16,-4-2 7 0,-2-1 5 0,-2-2-1 15,-5 2 2-15,0 1 7 0,-3-2 3 0,-2 2-5 0,-2-1-1 16,-3 0-5-16,-2 1 0 0,-4 1-2 16,0 0-8-16,0 3-2 0,-2-1 6 0,-1 2-13 15,-3 1-5-15,-1 0-3 0,2 1 1 0,-1 2-2 0,1 1-5 16,0 1-17-16,2 2-18 0,1 0-22 15,-1 0-28-15,2 0-26 0,0 4-26 0,1-1-20 16,6-2-30-16,0 1-211 0,1 1-417 0,6-3 185 16</inkml:trace>
  <inkml:trace contextRef="#ctx0" brushRef="#br0" timeOffset="60739.96">4656 9619 266 0,'0'-3'299'0,"0"3"-3"0,3-6-14 16,0 6-18-16,-3 0-25 0,0 0-24 0,0 0-21 15,4-5-30-15,-4 5-15 0,0 0-23 0,0 0-15 16,0 0-15-16,0 0-9 0,3 12-12 0,-3-7-3 16,0 7-11-16,0-2-6 0,-2 2-1 0,-2 4-9 15,0 1-5-15,1-1-4 0,0 1-2 0,0-3-3 16,1-2-6-16,0 0 0 0,-1 0-3 0,2-2-1 15,1-3-4-15,-1 2 11 0,-1-6-12 0,4 2 3 16,-4-1 1-16,2 1 17 0,0-5 26 0,0 0 30 16,2 3 5-16,-2-3-13 0,0 0-6 0,15-14-9 15,-6 8-9-15,-1-3-6 0,1 1-2 0,3-2-2 16,-3-1-6-16,-1 4-9 0,2-3-5 0,-4 3 1 16,1 3-5-16,-2 0-3 0,0-1 5 0,-1 3-17 15,1-1-6-15,-4 0-11 0,3 2 1 0,-4 1-1 16,0 0-1-16,13 7 1 0,-9-2-4 0,1 0 4 15,0 0-3-15,4 3 4 0,-4 2-5 0,-1 1 4 16,2 5 4-16,1-8 0 0,-2 2-4 0,0-1 18 16,-3-2-15-16,1-2-2 0,0 0-1 0,-2 2 10 15,0-6-2-15,0 4 3 0,-1-5-3 0,4 5 11 16,-4-5 12-16,0 0 35 0,8 1-8 0,-8-1-4 16,5-6-4-16,1 1-6 0,1-2 8 0,3-1-12 15,-2-2-8-15,3-2 2 0,-1 2-7 0,-1-2 1 16,-1 5-9-16,1-3 3 0,-1 3-2 0,-1 0-4 15,1-1-1-15,1 1 1 0,-3 3-19 0,-2 1 14 16,4-2-14-16,-3 3-16 0,4-1-31 0,-4 2-9 0,3 0-8 16,-2 1-24-16,2 1-8 0,-2 0-3 15,3-1-7-15,-1 4-6 0,-2 0-7 0,2-2 1 16,-1 1 3-16,0 1 1 0,-2-1 5 0,0 1 11 0,0-2 4 16,0 1 12-16,-5-3 10 0,7 3 1 0,-5-2 16 15,1 2 5-15,-3-3 13 0,4 3 15 16,-4-3 23-16,2 3 18 0,-2-3 17 0,5 1 4 15,-5-1 10-15,0 0 1 0,0 0 4 0,0 0-1 0,4 1 1 16,-4-1-3-16,0 0-8 0,0 0 3 0,0 0 4 16,0 0-14-16,5 2 3 0,-5-2-5 0,9-3-2 15,-4 1-5-15,8-3-2 0,-4 2-2 16,4-1-2-16,6-1 3 0,-1-4 8 0,0 2-15 16,2-1 3-16,0 1-4 0,0 0-3 0,7-5 7 0,-8 4-7 15,-4-1 2-15,3 1 0 0,-8 2 4 0,3 1 12 16,-3-3 9-16,-1 3 17 0,-2 1 4 15,-4-4 21-15,1 5 4 0,0-2 5 0,0 0-16 16,-4 1-6-16,-1 0-14 0,1 4-10 0,-8-9-2 0,-1 8-4 16,-1-2-11-16,-11 3 6 0,2 0-7 0,-3 3-9 15,-6-1-4-15,7 3 1 0,1-1 4 0,1 2-5 16,2 3-7-16,0-4 0 0,5 4 3 16,1-1 6-16,-1 1-31 0,6 1 2 0,-2 0-1 0,7 2-1 15,5 0 9-15,3 3 0 0,5-2-3 0,12 4 7 16,6-3 0-16,3-6-4 0,5 3 11 0,-1-2-3 15,14-1 2-15,3-2 2 0,-2-5-4 0,0 2 4 16,-13-1 12-16,-3-2-10 0,-3 0-7 0,-4 2 5 16,-11-2 5-16,-4 0-1 0,-3 0 0 0,-1 0 13 15,-3 1 2-15,-1-2 18 0,-6 1 7 0,9 0 6 16,-9 0-1-16,7 0-8 0,-7 0-5 0,0 0-3 16,0 0-21-16,0 0-38 0,0 0-47 0,0 0-40 15,0 0-63-15,-22 5-68 0,16-2-103 0,-5-1-266 16,3 0-665-16,8-2 294 0</inkml:trace>
  <inkml:trace contextRef="#ctx0" brushRef="#br0" timeOffset="61665.82">6726 9271 270 0,'0'-10'255'0,"1"1"-3"0,-1 4-21 15,-1-2-22-15,0 2-23 0,2 2-23 0,-1-1-34 16,0 4-48-16,0 0-10 0,0 0-7 0,-5 15-8 16,1 3-8-16,-1 9-2 0,0 7-7 0,-4 12-4 15,0 1-5-15,-3 0-2 0,6 1-4 0,-4-2-1 16,0 0-2-16,4-14-2 0,1 2 1 0,1-3-3 16,-2-4-1-16,2 1-1 0,2-4-3 0,-1-4 7 15,1-3-8-15,0-5 1 0,2 0-1 0,-1-4 3 16,0-3 0-16,1 2 1 0,1-2 6 0,-1-1 30 15,-1-1 3-15,1-3-32 0,0 0-36 0,0 0-21 16,-5-19-28-16,3 7-14 0,2-3-27 0,0-6-35 16,3-9-54-16,-2-1-138 0,2-15-356 0,3 0 158 15</inkml:trace>
  <inkml:trace contextRef="#ctx0" brushRef="#br0" timeOffset="61953.18">6698 9064 260 0,'-4'-10'282'0,"4"2"-20"0,-5 1-14 0,5 2-15 15,0 0-25-15,-3 0-26 0,3 2-18 0,0 3-24 0,0-7-31 16,0 7-23-16,0 0-11 0,0 0-5 0,0 0-15 16,0 0-8-16,17 16-5 0,-12-7-2 0,8 6-7 15,2-4-2-15,-2 6-8 0,7 3-2 0,0 2-2 16,-4 2-6-16,1-1-1 0,-4-1-2 0,-1 0-2 16,-4-5-4-16,-3 3-2 0,-1-2 2 0,-3 2-1 15,-2 0 2-15,-3-4 2 0,-5 2 4 0,-6 3 1 16,2-6 3-16,-2-1-1 0,-4 3-2 0,-7 0 0 15,2-2-2-15,-2-1-1 0,2-2-1 0,-3 1 3 16,3-3-1-16,-2 2 2 0,6-5-8 0,-2 0 1 16,4 1-16-16,0-2-17 0,6 0-28 0,-1-1-32 15,1-1-39-15,7 1-30 0,0-1-43 0,1-1-163 16,4-1-393-16,0-2 174 0</inkml:trace>
  <inkml:trace contextRef="#ctx0" brushRef="#br0" timeOffset="62487.86">6873 9551 5 0,'0'0'290'15,"6"1"-20"-15,-6-1-26 0,0 0-28 0,8 0-25 16,-8 0-22-16,5 2-17 0,-5-2-16 0,4 2-16 16,-4-2-11-16,5 5-9 0,-4-1-13 0,4 3-9 0,-1-1-8 15,0 3-7-15,-3 3-7 0,2-1-4 0,-2 0-5 16,2 1-2-16,-6-2-7 0,2 3-3 0,1-1-4 15,-4 1 0-15,4-2-8 0,-4-1 2 16,3-2 3-16,-4-2-11 0,5 1 0 0,-3-2 2 0,2-1-2 16,1 0 5-16,0-4 2 0,-1 7 15 0,1-7 1 15,0 0-1-15,0 0-8 0,23-12-3 0,-4 3-9 16,8-6-5-16,0 0-3 0,2-2-2 0,3 0-2 16,1 0-1-16,-1-2-2 0,-1 4-2 0,-2 1 2 15,-2-1-1-15,-3 3 2 0,1 1 1 0,-6 3 2 16,-8 1-4-16,3 2 2 0,-5 1 4 0,-1-1 1 15,-3 2-2-15,4 0-1 0,-7 1-1 0,2 1-8 16,0-1 4-16,-4 2-2 0,5-1 0 0,-5 1-2 16,0 0 1-16,0 0 2 0,-5 9-1 0,0-2-2 15,-5 1-2-15,-2 3 0 0,2 1 6 0,-4 3-4 16,3-4-2-16,-2 5 3 0,1-4 0 0,3 1-4 16,-1 0 3-16,5-1-4 0,1-2 5 0,0-1-1 15,4 0 0-15,2-2 2 0,-1-1 3 0,3 1 3 16,2-3 0-16,4 0-2 0,3-2 6 0,5-3 1 15,0 0-1-15,2-4 2 0,-2-2 18 0,0 0 4 16,-1-1 1-16,-2-2 13 0,-1-2-9 0,-4 5-3 16,2-9-3-16,-2 1-3 0,-4 4-5 0,1-6-1 15,-3 6-5-15,-3-3-3 0,-2 2-13 0,-1 2-8 16,-4-2-13-16,-2 4-8 0,-2-1-11 0,-1 5-9 16,-2-1-9-16,-9 0-22 0,3 4-21 0,1 1-23 15,-4 0-21-15,2 3-43 0,7-3-37 0,-1 0-210 16,4 3-464-16,3-2 205 0</inkml:trace>
  <inkml:trace contextRef="#ctx0" brushRef="#br0" timeOffset="62757.11">7682 9218 109 0,'1'-10'341'16,"0"1"-23"-16,-1 2-33 0,2 3-32 15,-2-1-31-15,1 1-26 0,-1 4-42 0,0 0-16 16,0 0-15-16,0 13-15 0,-4-1-7 0,2 7-15 16,-5 12-8-16,2 3-9 0,-8 17-7 0,2 0 4 0,-3 2-15 15,-3 3-2-15,2-4-3 0,2 1 4 16,-5-4-11-16,5-5-4 0,4-13-4 0,1-2-24 0,2 0-12 16,2-4-5-16,-1-6-5 0,1-2-12 15,3-5-9-15,-3-6-14 0,2 2-10 0,2-3 6 0,-3 0-18 16,3-3-59-16,0-2-68 0,0 0-194 0,3-12-426 15,1 0 188-15</inkml:trace>
  <inkml:trace contextRef="#ctx0" brushRef="#br0" timeOffset="63005.13">7613 9539 22 0,'1'-8'315'0,"2"0"-30"0,-2 3-23 0,1-2-27 16,0 2-17-16,-1 2-25 0,0-1-20 0,1-1-21 15,-2 5-12-15,5-2-18 0,1 1-13 0,-6 1-13 16,17 3-8-16,-5 1-8 0,0 1-9 0,3 0-11 15,3 4-4-15,-4-1-7 0,2-1-4 0,-5 4-4 16,-2-5-11-16,0 4-2 0,-4-4 7 0,3 3-17 16,-3-2-1-16,-4-2-3 0,-2 2 5 0,-3 0-4 15,0-2-1-15,-5 4 0 0,-1-2 5 0,-7 0-8 16,-2 1 3-16,-6-3-1 0,6 2-1 0,-3-4-3 16,0-1-3-16,-1-1 0 0,4 1-1 0,-3-2-7 15,8 0-15-15,1-2-25 0,-1 1-41 0,0-1-38 16,4-3-35-16,6 0-54 0,4 0-204 0,4-2-448 15,6-1 199-15</inkml:trace>
  <inkml:trace contextRef="#ctx0" brushRef="#br0" timeOffset="63339.91">7973 9532 185 0,'-7'3'228'0,"7"-3"-11"0,0 0-18 0,0 0-13 0,0 0-15 15,-6 2-17-15,6-2-11 0,0 0-11 16,0 0-10-16,0 0-12 0,0 0-9 0,0 0-10 16,0 0-9-16,17-5-9 0,-7 5-8 0,4-4-3 15,-1 1-9-15,5-4-3 0,0 2-8 0,0-4-5 0,1 1 1 16,-1 0-6-16,0-3-3 0,-3 3 1 0,0 0-5 16,-2-1-7-16,-3 0 4 0,-1 2 4 15,-1 3 11-15,-3-2 7 0,-1 1 7 0,-3 3-6 16,2-2-3-16,-3 0-4 0,0 4-6 0,0 0-3 0,-10-1-3 15,10 1 3-15,-20 4-13 0,10-2-1 0,-4 5-3 16,-4 1-1-16,0 1-1 0,2 1-3 16,-2 1 2-16,1 0-4 0,-3 6-2 0,2-2 4 15,5-1-1-15,3 0-2 0,-3-2-23 0,4 3-16 0,1-4-20 16,3 1-26-16,2-1-27 0,1 0-36 16,4-4-40-16,1 3-246 0,1-7-464 0,0 4 205 0</inkml:trace>
  <inkml:trace contextRef="#ctx0" brushRef="#br0" timeOffset="63891.16">8194 9428 204 0,'4'-7'280'0,"0"1"-25"16,1 2-20-16,4-1-28 0,-4 1-22 0,3 1-17 0,1 1-16 16,-2-1-19-16,5 6-13 0,1-1-15 15,2 2-10-15,3 4-9 0,-2 1-6 0,0-1-9 16,-2 4-4-16,-3 1-8 0,-1 3 1 0,2-3-15 15,-7 3-4-15,4-1-1 0,-4 0-8 0,-5 1 0 16,-2 0-6-16,-1 0-2 0,-2-2-2 0,-1-1-1 16,-2 0-3-16,0-5-1 0,-2 2 0 0,0-3 0 15,0 0 3-15,1-2 1 0,1-2 5 0,0-1 5 16,2 0 8-16,1-2-2 0,-3 0 5 0,8 0-5 16,-6-7-5-16,5 2-9 0,1-4-9 0,3-2-12 15,6-3-2-15,5-2-11 0,4-6-4 0,5-2-2 16,4 0 0-16,0 0-2 0,14-8 4 0,0 3 0 15,-9 9 3-15,-2-4-2 0,2 5 2 0,0-3 1 16,-4 3 4-16,-1 1 6 0,-5-1 13 0,-3 2 15 16,-1 2 23-16,-5 2 32 0,-4 3 21 0,1 2 19 15,-4-1 23-15,1-1 12 0,-2 1 4 0,0 1 2 16,-1 2 3-16,-1 0 0 0,0 1-6 0,0 2-16 16,-1-1-10-16,-1 0-21 0,-1 1-19 0,0 3-11 15,3-5-31-15,-3 5-27 0,0 0-39 0,0 0-42 16,0 0-4-16,0 0 10 0,0 17 0 0,-1-4 8 15,-2 5 2-15,-1 9 8 0,-2-1-3 0,-2 4-3 16,2 1 10-16,1 1 10 0,-2 0-4 0,1-1 5 16,0-2 1-16,1 1 2 0,-1-4-3 0,4-7 6 15,-1-3 2-15,-1 1-1 0,2-5-1 0,-3 0 12 0,4-4 0 16,-1 1 11-16,1-4-15 0,0-1 2 0,-1 4 3 16,1-5 7-16,0-1-10 0,0 2 8 0,1-4 2 15,-3 5 1-15,3-5-18 0,0 3-11 0,0-3-19 16,0 0-15-16,0 0-18 0,0 0-72 0,0 0-67 15,0 0-61-15,0 0-64 0,-5-15-256 0,5 8-638 16,0-2 282-16</inkml:trace>
  <inkml:trace contextRef="#ctx0" brushRef="#br0" timeOffset="64095.42">8621 9504 318 0,'0'0'318'0,"0"0"-8"0,-4 2-19 16,4-2-19-16,0 0-27 0,0 0-23 0,0 0-22 15,14-5-28-15,0 4-14 0,9-5-18 0,9 3-24 16,0-2-31-16,1 2-45 0,-2-4-46 0,1 3-62 16,-7 1-65-16,6-8-79 0,-10 7-200 0,-2-1-445 15,-6 1 196-15</inkml:trace>
  <inkml:trace contextRef="#ctx0" brushRef="#br0" timeOffset="64403.57">9256 9431 314 0,'1'-5'430'15,"-1"5"1"-15,3-3-10 0,-3 3-10 0,0-4-20 0,0 4-24 16,0 0-34-16,3-4-30 0,-3 4-33 0,0 0-28 16,0 0-26-16,0 0-31 0,0 0-23 15,0 0-26-15,0 0-40 0,0 0-26 0,0 0-6 16,2 11-7-16,-2-4 2 0,-4 3-19 0,3 0-1 0,-2 3-7 16,-2 4-28-16,1-1-4 0,-2-1-15 0,1 2-12 15,1-5-8-15,-1 0-24 0,2-2-12 0,0 1-15 16,0-2-13-16,-1-1-10 0,1-1-20 15,-1-3-29-15,2-1-18 0,-2 1-26 0,1 1-63 0,-4-6-71 16,7 1-215-16,-10-8-598 0,5 1 265 0</inkml:trace>
  <inkml:trace contextRef="#ctx0" brushRef="#br0" timeOffset="64538.93">9186 9271 176 0,'0'-7'356'0,"0"-4"-7"0,1 5-15 0,-1 1-8 16,0-2-29-16,0 7-28 0,1-8-24 0,1 4-34 15,-2 4-38-15,2-5-52 0,-2 2-40 0,0 3-45 16,8 0-51-16,-8 0-58 0,15 7-78 0,-5-3-104 16,1 2-159-16,0 1-448 0,1-2 199 0</inkml:trace>
  <inkml:trace contextRef="#ctx0" brushRef="#br0" timeOffset="65059.77">9527 9525 258 0,'-3'3'252'0,"2"0"-2"0,-3-2-8 0,4 4-13 15,0-5-15-15,-1 3-14 0,1-3-6 0,0 0-12 16,-5 4-10-16,5-4-8 0,0 0-8 0,0 0-21 0,0 0-13 16,0 0-8-16,0 0-11 0,0 0-5 15,24-7-16-15,-11 2 1 0,0 0-14 0,2-4-9 16,2 0-6-16,-2-1-3 0,0-1-5 0,1-3-9 15,-2 4-1-15,1-4 4 0,-3 1-13 0,-1 2 0 0,-2 1 7 16,0 3 8-16,-5 0 11 0,-2 2 3 0,2-2-3 16,0 2-5-16,-3 1-8 0,3-1-10 15,-4 1-3-15,0 4-8 0,-5-7-3 0,0 7-9 16,5 0 2-16,-13 3-9 0,1 1 3 0,1 1-5 16,-4 3 1-16,1 1 6 0,1 2-5 0,-1 0-1 0,2 4 2 15,0-3-7-15,3 2 4 0,0 0 4 16,1 1-7-16,1-1 0 0,4-4-4 0,-1 2 8 15,4-2-4-15,-1 2-3 0,2-1 5 0,2-2 3 16,-2 0 0-16,3-1-2 0,2-3 2 0,-2-1 4 0,1 1 11 16,0 0 6-16,5-1 4 0,2-4 10 15,1 0 1-15,1-4-4 0,4-2 2 0,1-1 16 16,0-2-6-16,5-3 14 0,3-2-6 0,0 0-12 16,-4-3 6-16,1 0 1 0,-1 2 7 0,-6 3 13 0,-3 1-2 15,1 2 8-15,-2 4-6 0,-3-2 1 0,-5 2-5 16,3 2-12-16,-3 1-10 0,-1-1-6 0,1 2-15 15,1-2 1-15,-6 3-5 0,8 5-5 0,-3-2-14 16,2 1-9-16,-1 6-15 0,-2-2-11 0,2 5-38 16,-2-1-31-16,1 3-47 0,-1 0-61 0,-4 2-66 15,0-5-113-15,-1-2-269 0,-2-2-718 0,3-4 318 16</inkml:trace>
  <inkml:trace contextRef="#ctx0" brushRef="#br0" timeOffset="66171.87">11394 8931 200 0,'-1'-4'205'0,"1"4"-18"16,-3-5-22-16,3 5-16 0,0 0-17 0,-15 6-18 15,-1 5-12-15,-4 6-10 0,-7 8-11 0,-5 13-9 16,-6 7-10-16,-17 26-5 0,4 0-5 0,4 1-7 15,2 3-1-15,0-4 13 0,16-18 5 0,3 2 2 16,6-2-2-16,3-2 3 0,8-7-1 0,7-13-4 16,-1 2-4-16,11-3-3 0,2-3-2 0,4-2-1 15,3-4 7-15,4-3 6 0,4-2 10 0,5-4 8 16,2-8 4-16,4 3-2 0,1-5-5 0,1-1 1 16,-2-2 1-16,-7-1-7 0,2 2-6 0,-9-2 3 15,-4-1-2-15,-6 2 4 0,-3 1-4 0,-1 0-3 16,-1-1-7-16,0-2-4 0,-2 2-9 0,-5 1-12 15,8 0-16-15,-8 0-20 0,5 0-20 0,-5 0-26 0,0 0-43 16,0 0-53-16,0 0-46 0,0 0-65 0,0 0-247 16,-23 1-544-16,23-1 241 0</inkml:trace>
  <inkml:trace contextRef="#ctx0" brushRef="#br0" timeOffset="67437.89">11820 9370 148 0,'-3'-5'210'16,"3"5"-13"-16,-4-1-14 0,4 1-13 0,-4-3-11 0,4 3-13 15,0 0-14-15,0 0-11 0,0 0-11 0,-5-2-10 16,5 2-8-16,0 0-8 0,0 0-10 0,0 0-6 16,0 0-4-16,0 0-5 0,0 0-6 0,0 0 1 15,0 0 2-15,0 0-7 0,0 0-5 0,9-6-3 16,-2 1-3-16,3 0-4 0,-3 3-5 0,4-3 0 15,-1 1-5-15,0-4 2 0,-1 3-5 16,2 0-4-16,1-4 4 0,-3 4 9 0,1-1 12 0,-5 0 6 16,2 3 9-16,-2 0 5 0,-1-3-4 0,0 3-1 15,-1 1-7-15,1-1-2 0,-4 3-11 0,4-3-13 16,-4 3-3-16,0 0-9 0,0 0 1 0,0 0-2 16,-22 8-2-16,8 0-3 0,-5 1-1 0,-4 5-1 15,-3 3-2-15,6-2 1 0,-6 3 2 0,5 0 4 16,-2 3-4-16,6 0-3 0,1 0 2 0,5-4 4 15,2 0 1-15,4 0-15 0,5 1 2 0,1-1-2 16,7 1-1-16,10 3 4 0,5-3-2 0,9-3-14 16,3-4-11-16,18 2-11 0,2-5-10 0,8-1-11 15,27-3-5-15,-24-4 2 0,24-7 1 0,-24 0 8 16,26-4 8-16,-30 4 4 0,2-4 17 0,-8-1-13 16,2-3 9-16,-9 4 0 0,-13 0 6 0,-4-2 8 15,-5 0 20-15,-5 4 29 0,-8 3 20 0,-1-1 16 0,-4 0 15 16,-3 0-3-16,-3-3-9 0,-1 5-4 0,-3-4-8 15,-6 3-5-15,0-3-4 0,-6 3-7 16,-1 1-4-16,-4 1-5 0,-4-1-3 0,1 2-3 16,-8 3-7-16,-1 1 3 0,-1 2-3 0,3 1-3 0,0 4-4 15,5-4-3-15,0 6 0 0,1-3-4 0,3 1 0 16,6-1-12-16,-1 0-11 0,5 0-6 16,1-1-7-16,3 0-2 0,0-1-1 0,2 1 8 0,1-1-1 15,5 1 7-15,1-3-1 0,3 0 5 0,5-2 2 16,2-1 2-16,5-2 3 0,4-2-3 0,5-6 2 15,-1 2 1-15,0-4 3 0,-3-2 1 0,4 1 4 16,-3-4 10-16,-1-2-2 0,-3-2 11 0,1-4 5 16,0 2 5-16,-3-4 14 0,-2-1 4 0,-2 0 9 15,-1-4 19-15,0 6 20 0,-4-1 26 0,-1 3 31 16,-5 7 13-16,2-1 3 0,-3 1-11 0,0 5-4 16,-2 2-13-16,1 2-11 0,0 0-13 0,-2 2-9 15,0 0-10-15,1 2-11 0,-1-1-15 0,0 5-19 16,1-5-25-16,-1 2-28 0,0 3-31 0,0 0-27 15,0 0-27-15,0 0-3 0,0 0 8 0,0 0 7 0,0 0 9 16,-4 20 4-16,3-8 4 0,-3 2 4 16,0 3 9-16,1 0 3 0,-2 2 10 0,0 5 2 15,1-4 1-15,0 4 1 0,0 0 5 0,1-3 1 16,1 4 0-16,-1 0 8 0,2-6-1 0,-1 0 3 0,0 1-2 16,0 0 1-16,2-1 7 0,-2 0-4 15,2-2 2-15,0 1 1 0,0-2 3 0,2-4-3 0,-1 0 3 16,0-2 5-16,1-3-5 0,-2 0 4 0,0-1 0 15,2-2-1-15,-1 3 3 0,0-5 8 0,1 1-2 16,0-1 1-16,2 0 4 0,4-1 1 0,2-2 3 16,12-3-16-16,9-5-46 0,3-3-70 0,2-1-86 15,11-9-103-15,-14 3-332 0,1 1-685 0,0 0 304 16</inkml:trace>
  <inkml:trace contextRef="#ctx0" brushRef="#br0" timeOffset="68771.28">11423 9628 76 0,'-5'-4'179'0,"5"4"-13"0,-6-2-10 0,6 2-2 15,0 0-6-15,-3 0-5 0,3 0-7 0,0 0-8 16,0 0-8-16,0 0-8 0,-6-1-6 0,6 1-11 16,0 0-10-16,0 0-11 0,0 0-4 0,0 0-8 15,0 0-7-15,0 0-10 0,0 0-4 0,-10 0-4 16,10 0-4-16,0 0-5 0,0 0-2 0,0 0 2 16,0 0-8-16,0 0-3 0,0 0 0 0,0 0-3 0,0 0 0 15,0 0-2-15,0 0-1 0,0 0-1 0,0 0 4 16,0 0-5-16,0 0 2 0,0 0 1 15,0 0 4-15,39 0-2 0,-6-4-5 0,25-3 2 16,35-4-3-16,3 2-3 0,10-5-6 0,13-1-2 0,5 6 0 16,9-6-1-16,-3 1-4 0,2 4 9 0,2-2 7 15,-9 2 1-15,-6 1 1 0,-9-1-1 16,-12 5-5-16,-39 4 2 0,-4-3-10 0,-17 3 11 16,-6-2-3-16,-2 2 0 0,-12 1 0 0,-4-2-1 0,-4 1 0 15,-2 1-1-15,0 0 2 0,-2-1-2 0,-6 1 1 16,0 0 2-16,0 0-7 0,0 0-24 15,-26 0-29-15,10 1-42 0,0-1-61 0,-3 0-218 0,2 3-407 16,2-3 180-16</inkml:trace>
  <inkml:trace contextRef="#ctx0" brushRef="#br0" timeOffset="69785.33">14017 9435 146 0,'-5'-4'254'0,"-2"1"-14"0,1-1-13 15,1 1-10-15,1 1-12 0,1-1-17 0,3 3-22 16,-7-1-14-16,4-3-19 0,3 4-13 0,0 0-15 16,-6-2-11-16,6 2-8 0,0 0-10 0,0 0-13 15,0 0-7-15,0 0-2 0,0 0-7 0,13-3-2 16,-4 0-7-16,3 2-2 0,0-2-7 0,1 1 1 16,6-5-6-16,-5-1 2 0,3 1-3 0,-7 0 0 15,7-2-3-15,-7-3 5 0,2 4 2 0,-2 0 8 16,-3-2 12-16,1 1 18 0,-3 0 13 0,0 1-4 15,-1 1-2-15,-1 2-6 0,-2-2 6 0,-1 1-28 16,-1 1-13-16,-3 1-4 0,0 2-15 0,-6 0-6 16,-1 4-1-16,-2 0-3 0,-7 2 1 0,1 4-1 15,-8 4 0-15,3 3-6 0,2 1 6 0,-5 2-5 16,3 1 2-16,3 1 1 0,1 4-2 0,1-2-20 16,5 2-11-16,0 2-3 0,6-3-3 0,6 3-3 15,3-7 12-15,7-2 0 0,12 5 2 0,8-5 9 16,4-3-9-16,19 1-1 0,4-1-9 0,4-7 0 0,5-4-1 15,1-6 0-15,32-1 4 0,-33-3 4 16,0-3 1-16,1-2 1 0,-2 1 4 0,-6-5 2 16,-6-1 5-16,-15 3 2 0,-4-1 0 0,-4 0 7 15,-6-1 8-15,-7 3 15 0,-3 3 24 0,-3-1 12 0,-4 3-5 16,-1-2-5-16,-4-1-2 0,-4 3-3 0,-1 1-4 16,-5-1-1-16,-3 4-6 0,-4-1-7 0,-3 5 0 15,-7 3-3-15,-4-1-3 0,3 6-2 0,1 3 1 16,0-1-3-16,3 2 0 0,7 0-3 0,1 0 1 15,3 1-8-15,2-1-2 0,3 0-6 0,5 0 3 16,2-2-2-16,4-1 2 0,3 2 4 0,7-5-2 16,6 4 4-16,11-5-5 0,5-3 4 0,1-3-2 15,-3-3 1-15,2 0-1 0,-3-2 2 0,-2-2 2 16,-3-3-4-16,-7 2 6 0,-1-1 1 0,-3-2 3 16,-3 0 1-16,-2-1-3 0,-3 1 7 0,-3 0-5 15,-1-2 1-15,-4 4-2 0,0-7-1 0,-1 7-6 16,-3-1-1-16,-4 3-8 0,-2 1-8 0,1 0-11 15,0 4-19-15,-5-1-21 0,-1 3-23 0,-2 0-29 16,0 2-34-16,4 2-50 0,-4-1-213 0,5 1-454 16,5 0 201-16</inkml:trace>
  <inkml:trace contextRef="#ctx0" brushRef="#br0" timeOffset="70354.25">15248 9342 104 0,'0'0'360'16,"5"-3"-36"-16,-5 3-34 0,5 0-34 0,-5 0-30 15,0 0-30-15,0 0-24 0,0 0-17 0,1 7-15 0,-2 0-15 16,-4 1-14-16,3 3-11 0,-5 5 1 0,-2 1-18 16,3 2-8-16,-4 9-5 0,2-11-10 15,0 3-25-15,4-3-6 0,-1-2-7 0,0-4-1 16,1-1-3-16,3-5-3 0,1 2 10 0,-1-2 18 0,1 0 33 15,0-5 6-15,0 0-6 0,0 0-10 0,19-13-3 16,-10 4-12-16,2-6 8 0,5-1-5 0,1-4-4 16,1-2-1-16,3 3-8 0,-2-3 0 15,0 5-11-15,-5 0-1 0,0 5 0 0,4 1-1 0,-4 1-2 16,-5 3-2-16,4 0-9 0,-3 2 0 0,-1 2-5 16,3 2-3-16,-2-1-7 0,0 4-2 15,2 1-4-15,-1-1 5 0,6 6-3 0,-2 0 9 16,2 1-11-16,-2 1-2 0,4 1-10 0,-1-1 3 0,-3 2-6 15,3-3-10-15,-1 2 10 0,-1-5-6 0,0 0 1 16,-2 0 7-16,-1-3 5 0,-3-2-2 0,1-1 1 16,1-3 5-16,-1-2 5 0,-4-3 0 0,2-1 11 15,-2 0 11-15,4-7 9 0,-2 1 18 0,-3-3 9 16,-3-1 7-16,4-8 9 0,-2 2 4 0,-4-5-2 16,3-1-7-16,0 1-1 0,0-2-2 0,1 1-5 15,-1 2-7-15,2 6 22 0,-6 7 2 16,3 4 0-16,-2 1-8 0,-1 3-9 0,0 1-13 0,0 2-18 15,0 1-39-15,3-1-40 0,-3 5-41 0,0 0 10 16,0 0 19-16,-3 14-3 0,2-2 7 0,-2 5 4 16,-4 12 9-16,-1 5 3 0,-1-1 13 0,0 0-1 15,0 12-16-15,0-11-18 0,2-5-10 0,3 2-9 16,-3-3-13-16,2-3-12 0,1-7-17 0,1-2-15 16,-1-4-17-16,1 1-18 0,-1-4-19 0,-2-4-43 15,1-1-212-15,1-3-491 0,4-1 217 0</inkml:trace>
  <inkml:trace contextRef="#ctx0" brushRef="#br0" timeOffset="70819.33">15590 9266 254 0,'0'0'224'0,"-6"-1"-20"0,6 1-24 16,0 0-16-16,0 0-16 0,0 0-10 15,0 0 1-15,0 0-8 0,28 1-8 0,0-1-8 0,7 3-4 16,3-4-13-16,14-2-3 0,1-1-8 0,-15 3-6 15,0-3-9-15,2 0-6 0,-3-1-6 0,-5 1-7 16,-4 1-6-16,-9 1-3 0,-6 0 8 0,1 1 10 16,-5 1 8-16,-1 0-2 0,-2-3 6 0,0 2-5 15,0-2-1-15,-3 2-6 0,-3 1-9 0,0 0-10 16,9-1-18-16,-9 1-9 0,6-1-18 0,-6 1-18 16,2-3-13-16,-2 3-15 0,0 0-14 0,0 0-6 15,0 0-12-15,0 0 8 0,0 0 4 0,12 0 2 16,-12 0 13-16,5-4 5 0,-5 4 10 0,5 0 27 15,-5 0 22-15,0 0 24 0,5-3 23 0,-5 3 36 16,0 0 6-16,3-2 16 0,-3 2 12 0,2-3 11 16,-2 3 8-16,0 0 3 0,0 0-8 0,0 0-12 15,0 0-15-15,0 0-9 0,0 0-15 0,0 0-11 16,0 0-12-16,0 0-11 0,0 0-20 0,0 0-6 16,0 0-17-16,0 0-8 0,5 8-1 0,-5-3-4 15,0 3-1-15,-1 1 1 0,-1 3 0 0,-1 1 0 16,3 4 0-16,-4 0-9 0,3 0 20 0,-2 1-12 15,3-1-11-15,-2 0-20 0,-2-3-4 0,4 1-17 16,-2-5-11-16,0-1-18 0,-2 1-12 0,3-1-8 16,-2-4-9-16,2 2-7 0,-3-2 1 0,3-4-10 15,1-1-44-15,0 0-71 0,-10-8-69 0,6 0-164 16,0-3-512-16,0 0 226 0</inkml:trace>
  <inkml:trace contextRef="#ctx0" brushRef="#br0" timeOffset="70968.7">16141 9107 32 0,'3'-13'277'0,"-1"1"6"0,1 1 8 15,-1 1-14-15,0 3-9 0,0 1-19 16,1 1-29-16,-2 1-23 0,-1 1-20 0,3-2-16 0,-3 5-22 16,1-5-18-16,0 3-22 0,-1 2-18 0,0 0-29 15,13 5-26-15,-9 2-39 0,2-4-39 0,1 6-44 16,0-1-40-16,-2 1-48 0,-1 1-228 16,1 0-446-16,-3-1 197 0</inkml:trace>
  <inkml:trace contextRef="#ctx0" brushRef="#br0" timeOffset="71319.78">16485 9179 383 0,'5'-3'368'0,"-5"3"-30"0,5-2-26 0,-5 2-49 0,0 0-26 15,5 0-30-15,-5 0-24 0,0 0-15 0,3 9-19 16,-3-3-17-16,-3 3-2 0,3 3-24 0,-5 5-6 15,1 3-20-15,-1 4 9 0,0 5-19 0,-3-3-5 16,2 1-9-16,-3 0-4 0,4-4-6 0,-2-6-2 16,4-2-6-16,1-3-7 0,-3-4 0 0,4-1 3 15,-2-2-5-15,3 0 26 0,-1-3 45 0,1 3 40 16,0-5 7-16,0 0-13 0,0 0-14 0,10-14-16 16,-2 3-5-16,1-3-12 0,0 0-8 0,10-7-3 15,-5 5-13-15,4-5-10 0,1 1-6 0,-1 3-2 16,-5 2-4-16,-4 6-6 0,-1 1-4 0,0 1-5 15,-1 0 1-15,-2 3-10 0,0-1-2 0,0 2-14 16,1 1-24-16,2 2-34 0,-8 0-16 0,18 5-34 16,-8 0-27-16,2 0-40 0,-2 4-38 0,4 0-35 15,0 2-48-15,0-2-40 0,-4-1-270 0,2-1-654 16,-4 0 289-16</inkml:trace>
  <inkml:trace contextRef="#ctx0" brushRef="#br0" timeOffset="71953.22">16814 9370 254 0,'0'0'291'16,"0"0"-14"-16,0 0-2 0,0 0-12 0,0 0-15 0,0 0-13 16,0 0-20-16,-7-10-15 0,7 10-20 0,0 0-14 15,0 0-14-15,0 0-19 0,0 0-8 0,0 0-13 16,5-4-10-16,-1 1-16 0,1 3-7 16,3-5-7-16,4 3-12 0,1-3 2 0,1 2-9 0,0-3-5 15,4-1-6-15,-1 1 2 0,1-3-12 0,-3 1-6 16,4-4 3-16,0 3 1 0,-5-4-7 0,3 1-6 15,-3 0 2-15,1 3 1 0,-2-5-6 16,-4 4 11-16,-1 2 12 0,-2-1-1 0,-1 3 30 0,0-2-10 16,-1 2 3-16,-2 3-4 0,1-2-4 0,1 3-17 15,-4-2-2-15,0 4-7 0,0 0-25 0,-9-6 27 16,9 6-23-16,-18 6-3 0,8 0 2 0,-8 2 0 16,2 1-8-16,-1 1 5 0,-1 3-4 0,-2 2 1 15,-1 2-4-15,6-3-24 0,3 0-9 0,3 3-1 16,2 0 0-16,3-1 2 0,5 1 9 0,6-3 2 15,3 2 5-15,8 3-2 0,7-4 5 0,3-1-1 16,6-2-3-16,4-3-7 0,14-3 3 0,3-1-3 16,3-5 3-16,-1-3 1 0,-1 1 8 0,-3-1-5 15,-12-4 4-15,-6-2 0 0,1-1 6 0,-4-5 10 16,-5 2 21-16,-5-3 25 0,-7 4 29 0,-2-2 10 16,-2 1 25-16,-3-3-9 0,-3 6-2 0,-1-2-4 15,-3 6-8-15,-1-5-15 0,-2 1-13 0,-5 3-7 16,0 2-15-16,-2 0 2 0,-5 3-7 0,-4 3-14 15,-1 0 2-15,-3 4-1 0,0 2-1 0,-3 3-11 0,-1 5 4 16,3-4-7-16,2 7-38 0,2-1 1 16,6-1-8-16,1 0-10 0,3 1-2 0,6-3 4 15,1 2 8-15,-2-1 4 0,9-1 6 0,0-2 5 16,5-1 16-16,4 3-10 0,2-5 3 0,2-1 16 0,2-4-11 16,-1 1 8-16,9-3 4 0,-6-3 4 0,-4-2 1 15,-3-1 4-15,5-2 11 0,-4 1 8 0,-6-4 9 16,6-2-6-16,-5-1 3 0,-3 0 0 15,-2 1-2-15,1 0-5 0,-2 1 5 0,-4-2-5 0,2 0-17 16,-3-1-2-16,1 3-28 0,-2-1-19 0,-3 0-12 16,0 2-17-16,-3 4-18 0,-1-2-23 0,-3 2-27 15,2 2-35-15,-3 3-38 0,0 0-44 0,3 0-70 16,-1 0-195-16,5 1-565 0,1 1 250 0</inkml:trace>
  <inkml:trace contextRef="#ctx0" brushRef="#br0" timeOffset="72321.37">17883 9235 232 0,'1'-3'362'0,"2"1"-27"0,-3 2-34 16,2-5-34-16,0 2-30 0,-2 3-26 0,0 0-25 15,0 0-24-15,0 0-19 0,0 0-14 0,0 0-11 16,1 14-11-16,-1-3-14 0,-1 2-7 0,-2 3-8 15,-1 0-4-15,0 9-9 0,-1-4-13 0,1-3-17 16,-1 2-8-16,-1-3-1 0,3-1-6 0,-1-1-2 16,3-4-3-16,1-1 4 0,-1-3 2 0,1-2-3 15,0 2 3-15,1-4 15 0,2-1 5 0,3-2 19 16,3 0-9-16,2-4-1 0,6-4 5 0,0 1 3 0,0-3 2 16,2-2 1-16,1 0 7 0,4 1-8 15,-6 0-15-15,0 2 11 0,0 0-6 0,0-2-8 16,-3 4 6-16,-3 2-10 0,-3 0 3 0,-1 3-10 15,-2-2 0-15,3 1-12 0,-4 3-4 0,1-1-14 16,-6 1 9-16,10 1-22 0,-6-1-12 0,1 3-3 16,2 1-17-16,0 1-10 0,0 0-24 0,0 3-24 15,1 0-33-15,2 0-45 0,-2 0-45 0,2-3-54 16,-2-1-276-16,2-2-600 0,-1 2 266 0</inkml:trace>
  <inkml:trace contextRef="#ctx0" brushRef="#br0" timeOffset="72620.06">18482 9244 260 0,'3'-6'396'0,"-1"0"2"15,-1 1 5-15,2-1-14 0,0 0-28 0,-2 2-26 16,0 1-31-16,0 1-29 0,1-1-33 0,-2 3-24 16,1-6-33-16,-1 6-32 0,0 0-41 0,0 0-36 15,0 0-23-15,0 0-5 0,0 0-8 0,-15 9-3 16,7-1-6-16,-2 1-13 0,-2 3-11 0,3 2-8 15,-1 1-4-15,1-3-16 0,1 2-5 0,3 4 3 16,-1-1-2-16,3 0 6 0,6-1-1 0,-2 1 6 16,7 0 5-16,-2 0-2 0,6-2 0 15,-1 1 3-15,2-1 2 0,1-1 3 0,-5-6-3 0,0 1 0 16,0 1 9-16,-1-3-13 0,-3-2-2 0,-3 0-3 16,2 0-4-16,-1-1-17 0,-3 0 4 0,-4 1 4 15,-1-4-7-15,-7 5-16 0,-3-1-37 0,-13-1-69 16,-3-4-113-16,-1 0-294 0,0-3-609 0,4 1 271 15</inkml:trace>
  <inkml:trace contextRef="#ctx0" brushRef="#br0" timeOffset="73556.85">19531 9218 264 0,'0'-5'256'0,"5"-2"-2"0,-5 0-9 0,4 0-22 15,-3 1-16-15,3 0-16 0,0 1-17 0,-1-1-15 0,-1 2-21 16,2-1-14-16,4 3-16 0,-3-1-10 0,2 3-9 16,2 5-16-16,1 0-6 0,1 1-4 0,3 6-12 15,0 2-3-15,-1 2 0 0,1 6-8 16,-3 4-4-16,3 1-4 0,-5 0 0 0,-1 0-6 0,-2 1-2 15,2-1-17-15,-7 2 7 0,-1-2-1 0,-1 1-2 16,-3-8-1-16,4 4-3 0,-5-6 2 0,3-6-3 16,-1-2-1-16,-1 1 3 0,0-2 5 0,0-4 11 15,0 3 18-15,3-3 24 0,-2-3 46 0,1 3 43 16,2-5 40-16,-4 0 2 0,4 0-17 0,0 0-7 16,-3-17-14-16,3 9-14 0,2-12-17 0,5 2-5 15,1-11-16-15,4 2-14 0,3-7-7 0,2 3-18 16,-2-1-16-16,4 3-3 0,1 2-11 0,-1 1-6 15,-3 4-5-15,-3 8-11 0,-3-2-28 0,-1 3-34 16,-2 5-23-16,2 0-41 0,-2 2-39 0,-2 1-30 16,3 0-32-16,-2 4-28 0,-1 0-22 0,-5 1-29 15,12 2-44-15,-8 1-256 0,1 2-640 0,0 2 284 16</inkml:trace>
  <inkml:trace contextRef="#ctx0" brushRef="#br0" timeOffset="73729.64">20064 9477 45 0,'0'5'408'0,"-1"-1"-23"0,1-4-18 15,0 5-14-15,1-3-12 0,-1-2-22 0,0 0-29 0,0 6-31 16,0-6-28-16,0 0-35 0,0 0-57 0,5 1-62 16,-5-1-42-16,10-4-65 0,-1 1-75 15,0-1-86-15,4 1-330 0,-2-1-562 0,1-2 249 16</inkml:trace>
  <inkml:trace contextRef="#ctx0" brushRef="#br0" timeOffset="74471.02">20442 9221 138 0,'2'-6'272'0,"-2"2"-10"0,2 1-7 0,-1-2-8 16,1 1-11-16,0-1-19 0,-1 0-17 0,2 4-15 15,-3 1-26-15,1-5-13 0,-1 5-15 0,3-4-17 0,-3 4-12 16,0 0-14-16,2-4-8 0,-2 4-11 0,0 0-10 15,3 11-8-15,0-5-5 0,0 5-8 0,0 0-3 16,-2 6 5-16,2-1-7 0,-1 3-1 0,-1 2-5 16,1 6-1-16,-2-8-6 0,0 1 3 0,4 3-7 15,-4-5 3-15,1-1-2 0,0-4-2 16,1 0-16-16,-1-1 4 0,1-4-2 0,0 0 1 16,-1-2 4-16,-1-3 8 0,0 4 35 0,1-4 35 0,1 1 42 15,-2-4 46-15,0 0-3 0,0 0-19 0,10-7-12 16,-3-2-15-16,0-1-11 0,4-4-8 0,3-1-13 15,-1-7-11-15,5-2-7 0,-4 1-7 0,5 0-12 16,0-4-6-16,-3 1-8 0,0 2 2 0,0-1-6 16,-1 4-5-16,-4 6-11 0,-1 0-6 0,-3 3-13 15,-1 3-14-15,1 0-22 0,-3 4-34 0,2 0-30 16,-5 0-24-16,3 0-34 0,-1 3-41 0,-1 1-49 16,-2 1-29-16,0 0-17 0,0 0-51 0,0 0-222 15,0 0-612-15,2 9 271 0</inkml:trace>
  <inkml:trace contextRef="#ctx0" brushRef="#br0" timeOffset="74731.55">20880 9484 343 0,'-1'2'411'0,"1"-2"-25"0,0 0-29 15,-2 3-25-15,2-3-27 0,0 0-35 0,0 0-25 16,0 0-36-16,0 0-51 0,0 0-56 16,0 0-44-16,0 0-58 0,0 0-65 0,0 0-72 15,15-8-64-15,-8 3-262 0,-1 1-500 0,0 3 221 0</inkml:trace>
  <inkml:trace contextRef="#ctx0" brushRef="#br0" timeOffset="75100.89">22024 9092 147 0,'3'-3'314'0,"-3"3"-21"15,2-3-22-15,-2 3-26 0,0 0-24 0,0 0-26 16,4-1-23-16,-4 1-21 0,0 0-15 0,0 0-17 16,0 0-13-16,-18 14-10 0,9-2-12 0,-5 1-7 15,-1 8 1-15,-3 3-11 0,0-2-7 0,-2 2-27 16,-2-1-23-16,0 0-19 0,1 3-29 0,1-3-25 16,1 3-27-16,-1-6-34 0,4 1-38 0,1-6-237 15,1-2-431-15,1-3 192 0</inkml:trace>
  <inkml:trace contextRef="#ctx0" brushRef="#br0" timeOffset="75292.28">21769 9166 2451 0,'5'-19'176'16,"-3"0"43"-16,3 5 4 0,-2 1-4 0,-1 5-13 0,1 0-56 16,-2 1-31-16,2 1-32 0,-2 2-24 15,2 1-12-15,-3-1-15 0,0 4-9 0,0 0-2 16,0 0-8-16,11 12 0 0,-3 0-4 0,5 7 1 15,3 8-8-15,2 0-10 0,5 3-17 0,8 8-29 0,-7-10-35 16,9 8-48-16,1 0-61 0,-8-11-79 0,-3-4-288 16,1 0-606-16,-2-5 269 0</inkml:trace>
  <inkml:trace contextRef="#ctx0" brushRef="#br0" timeOffset="75957.55">22870 8548 85 0,'0'0'229'0,"4"-2"-27"0,-4 2-23 0,9 7-19 16,-1 0-11-16,2 9-17 0,10 11-16 15,3 17-8-15,1 11-1 0,12 25-3 0,-5 2-3 0,-3 3-11 16,-7 5-10-16,-4 2 1 0,-4-2-9 16,-3 3-7-16,-8-5-7 0,-6-4-13 0,-4-27-1 0,-5 0-2 15,-7-3-4-15,-8-2-4 0,-9-3 0 0,-30 17-12 16,-4-11-34-16,-15-2-45 0,-10-9-61 0,-11-7-247 16,-5-7-396-16,2-9 175 0</inkml:trace>
  <inkml:trace contextRef="#ctx0" brushRef="#br0" timeOffset="81726.67">2996 11643 193 0,'0'0'245'0,"-4"-3"-22"0,4 3-20 0,0 0-30 16,0 0-12-16,0-4-21 0,0 4-14 0,0 0-19 15,0 0-11-15,0 0-11 0,0 11-16 0,-4-4-2 16,4 3-6-16,-1 1-7 0,1 4-8 0,0 3-5 16,1 0-8-16,-1 2 0 0,4-1 0 0,-8 1-5 15,4-1-4-15,0 2-4 0,0 0 1 0,0-5-6 16,-2 2 2-16,2-2-5 0,0-5-2 0,-3 1 4 15,3-1-1-15,-1-5-6 0,1 1 4 0,1-2 1 16,-1 0-3-16,-1 0 1 0,1-5 5 0,0 6 7 16,0-4 5-16,0-2 3 0,0 5-2 0,0-5-1 15,0 0-3-15,0 4 2 0,0-4-3 0,0 0 2 16,0 0-1-16,-3 4-3 0,3-4-2 0,0 0-25 16,0 0-59-16,0 0-60 0,-9-13-65 0,4 5-200 15,1-3-422-15,0-1 187 0</inkml:trace>
  <inkml:trace contextRef="#ctx0" brushRef="#br0" timeOffset="81912.64">2921 11497 298 0,'-4'-10'343'0,"1"3"-4"0,2 1-17 15,0 1-18-15,1 0-24 0,-2-1-24 0,1 3-22 16,1-1-24-16,-1 0-23 0,1 4-21 0,-2-5-34 15,2 5-42-15,0 0-51 0,0-6-52 0,0 6-60 16,0 0-46-16,0 0-42 0,0 0-55 0,0 0-221 16,0 0-472-16,12 12 209 0</inkml:trace>
  <inkml:trace contextRef="#ctx0" brushRef="#br0" timeOffset="82770.75">2861 11238 96 0,'-12'1'89'0,"2"2"-1"0,-3 1 2 16,-1-2-8-16,-1 5-9 0,-2 0 0 0,-2 0-6 15,1 4-3-15,-4 3-8 0,1 4-8 0,-1 2-4 16,-2 1-2-16,3 5 0 0,-2 3-1 0,-5 11 5 16,0 5-6-16,5-2-3 0,0 7-4 0,2-3-3 15,2 3 2-15,1 2 19 0,2-2-3 0,7-4 4 16,0 0-3-16,4-12 1 0,1-1 10 0,4-1-2 16,4 2-6-16,5-3 2 0,1-4-3 0,5 2-4 15,3-4 13-15,6 1 8 0,3-3-2 0,5-3 13 16,4-6 1-16,15 2 4 0,3-2 2 0,-2-2-4 15,3-9-1-15,0 1 1 0,-3-5 1 0,-2-5 1 16,-9 3 1-16,-4-5 7 0,14-5-5 0,-14 1 20 16,-1-2-7-16,0-3 10 0,-4-3 10 0,0-3 14 15,-5 0-6-15,-2-6-4 0,3-12-6 0,-3 0-7 16,-7-8-11-16,-6 1-14 0,-3-6-3 0,-5-2-11 16,-4-3-1-16,-6 1-20 0,-3 0-12 0,-5 6-13 15,-7 1-27-15,-1 5-18 0,-8 6-28 0,-7 5-22 16,-9 5-12-16,-8 7-12 0,-3 4-7 0,-6 6-14 15,-3 5-24-15,-23 2-29 0,26 9-39 0,2 3-40 16,4 9-302-16,6-2-593 0,15 2 263 0</inkml:trace>
  <inkml:trace contextRef="#ctx0" brushRef="#br0" timeOffset="84738.59">5186 11480 46 0,'0'-9'216'0,"0"-1"3"16,0 0-6-16,0-1-5 0,3 1 2 0,-3-3-5 0,0 1-4 16,0 3-19-16,0-2-10 0,0 2 2 0,0 0-10 15,1 4-18-15,-1-2-9 0,0 2-19 16,0 2-18-16,0 3-13 0,0-6-21 0,0 2-31 16,0 4-11-16,0 0-1 0,-4 13-3 0,3 1-4 0,-4 5 1 15,-3 11-4-15,3 4-2 0,-6 11 3 16,4 2-2-16,-3 3-4 0,1-2 1 0,5-13-1 15,-2 15 1-15,-2-17-5 0,6 1 11 0,-2-2-7 0,1 1-4 16,1-7 0-16,0 0 1 0,2-7 1 0,0-3-5 16,0 0 4-16,0-7 0 0,2 1-3 15,-2-2 8-15,0-3-3 0,0 2 2 0,0-2 0 16,0-2 3-16,0-2-1 0,0-1-2 0,0 0-10 0,0 0-26 16,0 0-25-16,0 0-20 0,0 0-21 0,-6-14-25 15,5 6-28-15,0-4-44 0,-2 0-229 0,1-5-453 16,2 0 200-16</inkml:trace>
  <inkml:trace contextRef="#ctx0" brushRef="#br0" timeOffset="85070.02">5088 11318 185 0,'-2'-7'220'0,"2"-1"-14"16,0 2-9-16,2 1-14 0,-2-1-14 0,0 2-16 15,0 1-18-15,2-1-14 0,1 1-13 0,2 0-10 16,1 2-11-16,7 1-9 0,-4 0-11 0,4 1-7 16,6 5-2-16,-2-1-9 0,2 4-5 0,5 3-1 15,2 0-7-15,-6 4-2 0,-3-1-3 0,2 3-3 16,-8-4 0-16,0 0-9 0,-1 1 0 0,-4 2 0 16,-2-5-4-16,-4 2 1 0,-4 3-2 0,-1-3 2 15,-6 3 0-15,-2-2-1 0,-9 3 3 0,-2-1-6 16,-4-3-2-16,1-1 2 0,0 0-1 0,-4-1-1 15,2 1-2-15,1-1-1 0,2 0-1 0,0-3 2 16,4-1 3-16,5-1-6 0,5-2-2 0,0 0-8 16,-1-1-29-16,3 2-33 0,2-4-33 0,4 1-14 15,3-2-27-15,1-1-79 0,0 0-115 0,0 0-362 16,28-5 160-16</inkml:trace>
  <inkml:trace contextRef="#ctx0" brushRef="#br0" timeOffset="85593.13">6253 11408 177 0,'3'-5'252'0,"-3"5"-6"16,1-2-7-16,-1 2-15 0,1-4-19 0,-1 4-18 16,3-4-22-16,-3 4-16 0,0 0-19 0,0 0-15 15,0 0-11-15,0 0-9 0,-17 10-18 0,5 1-7 16,-1 2-8-16,-3 2-6 0,-4 7-5 0,-3 3-7 15,1 3-1-15,-1-3-8 0,3 1-3 0,-2 0 1 16,-1-1-7-16,5 2-11 0,-1-3-3 0,6 2-1 16,-3-4 0-16,1-1 0 0,3-4-2 0,1-1 2 15,4-1 0-15,-3 0-7 0,3-3-28 0,1-1-19 16,-2 0-23-16,2-4-19 0,1 1-26 16,0-4-17-16,1 3-23 0,1-5-56 0,-2-1-143 0,5-1-379 15,0 0 168-15</inkml:trace>
  <inkml:trace contextRef="#ctx0" brushRef="#br0" timeOffset="85890.64">5838 11522 75 0,'0'-8'268'0,"0"-4"-9"0,-1 3 3 0,1 1 3 16,0 1-14-16,0 1-17 0,0 2-17 0,0 0-25 16,-3 0-19-16,3 4-21 0,3-7-21 0,-3 7-17 15,0 0-4-15,0 0-27 0,0 0-12 0,11 11-6 16,-6 0-3-16,3 5-8 0,6 7-6 0,0-1-6 15,-1 5-6-15,6 2 1 0,1-2 2 0,0 4-10 16,0-2-4-16,4 0 0 0,-1-1 3 0,-1 0-10 0,1-3-1 16,-1 0-2-16,-4-3-2 0,0-3-1 15,-7-2 1-15,2-4-2 0,-3-1 0 0,-2-4-4 16,-1 0 2-16,-3-3-1 0,1 0-3 0,-1-2 0 16,-3 1-2-16,2-1 1 0,0-1 3 0,-1 0-2 0,-2-2 1 15,4 3 1-15,-4-3-3 0,0 0 9 0,4 2-8 16,-4-2-30-16,0 0-49 0,0 0-58 15,0 0-40-15,0 0-42 0,-8-14-60 0,6 8-169 16,0-1-479-16,4-3 212 0</inkml:trace>
  <inkml:trace contextRef="#ctx0" brushRef="#br0" timeOffset="86438.17">6890 11307 247 0,'2'-3'245'0,"-2"3"-12"0,1-6-11 0,2 5-6 15,-3 1-14-15,0-5-16 0,0 5-31 0,0-3-17 16,0 3-18-16,0 0-15 0,0 0-20 0,0 0-6 16,0 0-9-16,-9 9-14 0,3-2-2 0,-8 6-4 15,-4 4-5-15,-3 2-6 0,-2 6-6 0,0-1-1 16,1 5-4-16,-8 7-2 0,7-7-3 0,-3 0-3 16,6 0-1-16,-1 1-5 0,1-2-2 0,4-4 2 15,1-1-4-15,5-4 1 0,1-2-2 0,1-3-2 16,3-2-1-16,3-2 2 0,-2 0-2 0,3-4 7 15,-2 1 1-15,3-1 0 0,3 1 6 0,-1-1 6 16,3 0 2-16,0 1 0 0,2 0 1 0,3 1 0 16,2-1-9-16,-2 0 3 0,5 3-4 0,1 0-2 15,0 0 0-15,-2-1-5 0,4 0-1 0,-4-1-4 16,3 2 0-16,-7-3 1 0,0 1-2 0,3-1 2 0,-4-1-3 16,0 0 0-16,-2-1-2 0,-1-1 2 0,-1-1 0 15,-1 1-1-15,1-1 0 0,-3-3 4 16,-1 2 0-16,-1-2-1 0,6 3 2 0,-6-3-1 15,2 2 1-15,-2-2-2 0,0 0-1 0,4 2 0 0,-4-2-7 16,0 0-18-16,0 0-19 0,3 3-27 0,-3-3-31 16,0 0-32-16,0 0-31 0,0 0-36 0,0 0-47 15,0 0-148-15,2-12-422 0,-1 5 187 0</inkml:trace>
  <inkml:trace contextRef="#ctx0" brushRef="#br0" timeOffset="86882.66">7035 11560 80 0,'1'-2'256'16,"2"-1"-25"-16,1 0-24 0,-2-1-24 0,4 3-14 16,-6 1-20-16,12 1-16 0,-5 1-13 0,0 3-7 15,6 0-6-15,-4 0-17 0,0 3-3 0,0 3-11 16,4 1-6-16,-7 1-10 0,2 2-4 0,1 1-5 15,-8-4-9-15,3 4 0 0,-4 1-8 0,0-1-3 16,-4-2-3-16,0 0 5 0,-2 0-9 0,2-2-5 16,-4-2 6-16,2 0-5 0,-1 0 2 0,0-2 1 15,3-1 6-15,0-2 6 0,0-1 9 0,3-1 10 16,-1 1 25-16,-1-1 26 0,3-3 11 0,-3 2 14 0,3-2-12 16,0 0-14-16,0 0-7 0,8-18-13 15,-1 7-11-15,3-1-6 0,1-5-5 0,6-4-5 16,-2-3-7-16,2 2-2 0,1-1-11 0,1 3-1 15,-4 0-2-15,-2 5-8 0,-2 2-4 0,-4 5 3 16,1 0-2-16,-1 0-6 0,-3 3 1 0,1 1-14 16,-2 1 2-16,-1 1-6 0,2-1-21 0,-4 3-5 0,0 0 0 15,0 0 3-15,4 8-8 0,-3-3 6 16,1 4-1-16,1 3 4 0,-2 1-2 0,2 0-1 0,-2 4 6 16,3 0 2-16,0-2-1 0,0 2 0 0,1-2-16 15,0 2-17-15,1-5-19 0,1-2-34 0,-2 0-44 16,0-1-53-16,3-4-68 0,-2-1-229 0,-2-2-538 15,1-2 238-15</inkml:trace>
  <inkml:trace contextRef="#ctx0" brushRef="#br0" timeOffset="87117.82">7499 11367 45 0,'0'-5'313'0,"1"0"-31"0,-1 1-30 15,3 1-27-15,-3 3-22 0,5-3-23 0,-5 3-19 16,14 3-16-16,-5 2-14 0,0 4-5 0,5 3-16 16,0 2-10-16,4 8-6 0,-4 5-5 0,5 5-7 15,-5 0-7-15,-2 1-5 0,1 15-8 0,-7-13-7 16,0 13 0-16,-4-1-7 0,-6-2-5 0,-4-11-2 16,-5-1-1-16,-1-1-14 0,-5 1-16 0,-4-5-20 15,-4 0-27-15,-10 1-32 0,-9-1-49 0,1-10-58 16,-3 1-267-16,11-9-479 0,-12-3 213 0</inkml:trace>
  <inkml:trace contextRef="#ctx0" brushRef="#br0" timeOffset="87657.27">5940 11158 78 0,'0'0'173'0,"-16"5"-9"0,9 0-13 16,-3 2-13-16,-4 7-13 0,-4 6-6 0,-1 5-9 0,-4 5-20 15,-7 10 5-15,1 6-11 0,0 6 5 16,-7 25 0-16,12-22-7 0,3 1-4 0,2 0 5 15,4-1-7-15,3-2-6 0,7-3-3 0,5-4 4 16,0-11-3-16,8-4 1 0,-3-3-4 0,6-1 4 16,5-1 4-16,4-2 9 0,6-4 5 0,2-6 1 15,4 0-5-15,2 0 7 0,2-5-18 0,0-1-3 16,-3-3-8-16,-1-1-6 0,-1 1-6 0,-11-4-4 16,-1 0-1-16,-5 0-3 0,0-2-6 0,-5 2-2 0,-1-1-5 15,0 2 1-15,-1-1 2 0,-7-1 0 16,9-1-2-16,-9 1 8 0,8 0-12 0,-8 0-3 15,5 1-22-15,-5-1-16 0,0 0-26 0,9 0-35 16,-9 0-40-16,0 0-48 0,0 0-48 0,0 0-273 0,0 0-526 16,13-1 233-16</inkml:trace>
  <inkml:trace contextRef="#ctx0" brushRef="#br0" timeOffset="88717.95">8405 11625 61 0,'-6'-1'209'0,"6"1"-18"0,0 0-1 16,0 0-8-16,0 0-4 0,0 0-8 0,0 0-9 15,0 0-6-15,-8-1-4 0,8 1-5 0,0 0-3 16,0 0-11-16,0 0-5 0,0 0-6 0,0 0-12 16,0 0-15-16,0 0-7 0,0 0-8 0,0 0-6 15,24-5-8-15,-11 2-9 0,1 3-2 0,5-2-1 16,3-2-8-16,8 2-1 0,-1 1-9 0,0-2-3 15,3-2-2-15,0 5-5 0,-5 0 2 0,-8-1-2 16,3 0-4-16,-6-1-4 0,-3 2 5 0,-1-1-7 16,-5 0-4-16,1-1 0 0,-3 2 3 0,0-1 3 15,-5 1-11-15,7 0-7 0,-7 0-19 0,0 0-18 16,0 0-21-16,0 0-20 0,-22 3-25 0,12-1-30 16,-2 2-26-16,1-1-43 0,-1 0-228 0,3 1-468 15,-1 1 208-15</inkml:trace>
  <inkml:trace contextRef="#ctx0" brushRef="#br0" timeOffset="88995.07">8446 11803 108 0,'-5'4'190'0,"0"-2"-5"0,1 1-4 0,4-3-5 16,-9 4 8-16,9-2 13 0,0-2 0 0,10 4-14 15,2-1-16-15,7 1-15 0,8-3-15 0,5 2-27 16,2-2-8-16,2 1-8 0,2-1-11 0,3 0-8 16,-3-1-8-16,2-1-5 0,-5 1-4 0,-1-1 2 15,-2 1 2-15,-14-2 4 0,1 4 2 0,-7-4 3 16,-2 2 8-16,-4 0-2 0,3 0 0 0,-9 0 10 16,9 0-26-16,-4 0-10 0,-5 0-26 0,8-1-29 15,-8 1-48-15,0 0-50 0,0 0-48 0,0 0-59 16,-23 1-288-16,14 1-536 0,0-2 238 0</inkml:trace>
  <inkml:trace contextRef="#ctx0" brushRef="#br0" timeOffset="90021.29">9720 11314 16 0,'1'-16'308'0,"-1"7"-19"0,3-1-15 0,-3 3-15 15,1 0-22-15,-1 2-22 0,0 0-25 0,0 1-21 16,0 0-20-16,0 4-37 0,0 0-14 0,0 0-12 0,0 0-9 15,0 15-8-15,0-4-7 0,-4 8-9 0,-1 7-3 16,0 2-7-16,1 2-2 0,-5-1-6 0,4 5-2 16,-4-1-2-16,3-1-3 0,1-1-4 0,-2 2-5 15,4-4-1-15,-3-4-2 0,3 0 0 0,-1-5 0 16,1-2-3-16,0-3 1 0,2-5-4 0,-1-1 3 16,0-2 1-16,2-1 33 0,-2-1 38 0,1-2 36 15,1 1 45-15,0-4 6 0,0 0-13 0,0 0-20 16,-8-13-2-16,4 1-24 0,-2-5-12 0,1-2-12 15,-3-10-5-15,4-3-10 0,-1 0-5 0,2-3-7 16,2-2-10-16,-1-10 1 0,3-1-5 0,3 1-9 16,2 0 0-16,-1-2-2 0,4 3-6 0,1-1-2 15,-4 13 2-15,2 3 2 0,0 5-5 0,0-2 4 16,-3 10-2-16,0 1-1 0,5 5-1 0,-7-1-3 16,3 4-6-16,1 0-7 0,0 1-9 0,6 1 5 15,0 1-7-15,2 5-7 0,3 0-28 0,5 3-33 16,5 3-29-16,2 5-23 0,-1 0-21 0,-1 4-31 15,0 1-26-15,-1 3-35 0,-3 1-40 0,-2 0-39 16,-2 0-303-16,-7-3-663 0,-1-2 294 0</inkml:trace>
  <inkml:trace contextRef="#ctx0" brushRef="#br0" timeOffset="90348.66">9620 11469 70 0,'-2'2'217'16,"2"-2"-5"-16,-5 3-6 0,5-3-3 0,-4 2-11 16,4-2-8-16,0 0-15 0,0 0-10 0,0 0-9 15,16 2-12-15,2-5-11 0,3 0-11 0,10-1-9 16,4 0-14-16,5 0-8 0,12-1-8 0,3-2 0 15,1 1 1-15,-2 0-3 0,-2 1-8 0,-15 3-7 16,-2-4-8-16,-3 1-4 0,-4 2-3 0,-6 1-5 16,-7-1-3-16,-1 3-6 0,-2-2-1 0,-5 1 4 15,1-1-4-15,-3 2-6 0,-5 0-1 0,8 0-17 16,-8 0-28-16,0 0-27 0,0 0-22 0,-21-2-26 16,10 2-26-16,-2 2-31 0,-1 1-36 0,1-1-236 0,3-2-462 15,1 3 204-15</inkml:trace>
  <inkml:trace contextRef="#ctx0" brushRef="#br0" timeOffset="90816.69">10581 11286 203 0,'5'-2'251'0,"3"-1"-27"0,1 1-11 16,1-1-20-16,2 3-19 0,-2 1-14 0,3-1-14 16,-2 2-18-16,2 0-13 0,-3 2-11 0,0 1-11 15,-1 2-10-15,0 0-8 0,-2 1-6 0,-1-1-10 16,1 3-4-16,-3 0-7 0,-1 1 0 0,-4 1-6 16,-1 5-6-16,-2-4-2 0,-2 0-3 0,-1 1-2 15,-4 2-2-15,1-3-1 0,3-5-3 0,-1 1-3 16,1 0-1-16,-1 0 5 0,2-3 3 0,3-3 5 15,-1 2 13-15,0-1 11 0,0-1 24 0,4 0 20 16,0-3 32-16,-4 2 2 0,4-2-21 0,0 0-11 16,10-12-10-16,-2 5-6 0,4-3-15 0,0-2-8 15,4-2-1-15,4-4-10 0,1 1-5 0,2 1-2 0,-2-1-14 16,-3 7 3-16,-1-2-4 0,2 2-1 16,-1 3-7-16,-4 0-5 0,-2 3-1 0,-2 0 8 15,0 1-21-15,-4 3-3 0,2-3 0 0,-2 2-9 16,-6 1-3-16,12 4-7 0,-8-3 0 0,2 5-3 15,-1 0 5-15,0 2-2 0,0 3-3 0,-1-3 2 16,0 6 2-16,1-4 0 0,2 2-10 0,-2 2-12 0,-3-2-24 16,2 4-29-16,0-5-28 0,-3 2-45 0,3-1-40 15,-4-3-39-15,0 0-279 0,4-5-567 0,-4 2 252 16</inkml:trace>
  <inkml:trace contextRef="#ctx0" brushRef="#br0" timeOffset="91040.9">11131 11246 195 0,'6'-3'224'0,"2"3"-10"0,2 3-11 16,4-1-12-16,-2 3-11 0,5 2-11 0,0 2-3 0,2 2-16 16,-1 2-12-16,0 5-11 0,-3-4-11 15,2 8-10-15,-2-2-7 0,-4 5-7 0,-6-7-11 16,-4 8-8-16,-1 3-9 0,-9-2-14 0,0 1-11 15,-5-2-13-15,-5 0-26 0,-3-2-23 0,-5-2-17 16,-1 0-28-16,-5-5-45 0,1-2-52 0,-4 0-218 16,-1-6-414-16,1 0 183 0</inkml:trace>
  <inkml:trace contextRef="#ctx0" brushRef="#br0" timeOffset="91367.73">10747 11110 120 0,'-10'4'175'16,"-3"1"-10"-16,-2 6-8 0,-2 1-7 0,-7 6-10 16,1 4-11-16,-4 4-5 0,-6 9-9 0,2 2-5 0,3 1 2 15,1 3-7-15,10-10-9 0,0 13-9 16,7 1-6-16,5-12-4 0,6 1-7 0,8-1-3 16,2 1-2-16,11-5-10 0,11 9-6 0,6-8 2 15,4 0-6-15,7-6-50 0,1-5-78 0,-1-5-135 0,2-7-123 16,2-2-367-16,-17-4 163 0</inkml:trace>
  <inkml:trace contextRef="#ctx0" brushRef="#br0" timeOffset="93069.97">13442 11323 84 0,'3'-4'216'0,"-2"-1"-18"16,-1 2-10-16,3-1-8 0,-2 1-16 0,-1 3-16 16,1-3-17-16,-1 3-15 0,3-4-11 0,-3 4-14 15,0 0-10-15,0 0-5 0,0 0-13 0,-4 11-7 16,0-1-6-16,0 4-7 0,-1 7-3 0,1-2-4 16,-6 7-2-16,1 3-3 0,1 4-3 0,1-1 0 15,-1 2-5-15,-1-2-1 0,1-4 0 0,2 1-3 16,1-1-5-16,1-2 2 0,0-7 1 0,3-2-3 0,-1 0-4 15,0-5 2-15,2-3-4 0,0-1 3 0,-2-3 2 16,0 2 0-16,2-2-1 0,2-2 2 16,-2-3-9-16,0 0-33 0,0 0-36 0,13-7-22 15,-7-2-14-15,1 1-36 0,5-4-24 0,-2-1-150 0,3-4-335 16,1-1 147-16</inkml:trace>
  <inkml:trace contextRef="#ctx0" brushRef="#br0" timeOffset="93365.33">13653 11389 30 0,'9'-10'203'16,"-1"-1"3"-16,1 2 7 0,-3 0 4 0,2 0 6 16,-4 3 2-16,1 0-5 0,0 1-2 0,-3 2-21 15,1-3-16-15,-1 3-22 0,1-1-19 0,-3 4-18 16,4-3-8-16,-4 3-18 0,1-2-18 0,-1 2-8 16,0 0-12-16,0 0-4 0,0 10-10 0,-1-1-2 15,1 1-7-15,-1 4-4 0,-2 2-5 0,0 3 1 16,0-2 1-16,-5 8-8 0,7 0 0 0,-3 2 2 15,3-6-4-15,-2 3 1 0,0-5-5 0,2 2 0 16,0-4-2-16,0 0 5 0,-2-2-7 0,3-3 2 16,-1-3-1-16,1-2-4 0,0 0 1 0,-3-1 2 15,3-2 1-15,0 0-2 0,0-4 6 0,0 6-2 16,0-6 2-16,0 4-4 0,0-4 0 0,0 0-25 16,0 0-17-16,0 0-18 0,4-16-24 0,-4 8-26 15,3 1-24-15,-3-1-30 0,1-3-46 0,-1-1-37 0,-1 3-195 16,2-2-464-16,-1-2 205 0</inkml:trace>
  <inkml:trace contextRef="#ctx0" brushRef="#br0" timeOffset="93586.78">13667 11105 21 0,'-1'-4'323'16,"-3"0"-23"-16,4 0-25 0,0 4-23 0,-1-7-30 16,1 7-25-16,-3-3-18 0,3 3-21 0,0-4-27 15,0 4-45-15,0 0-39 0,0 0-22 0,0 0-27 16,0 0-38-16,0 0-37 0,0 0-47 0,0 17-73 16,0-13-99-16,0 1-321 0,-4 2 141 0</inkml:trace>
  <inkml:trace contextRef="#ctx0" brushRef="#br0" timeOffset="93870.76">13419 11117 32 0,'3'-5'286'0,"-2"0"-30"0,-1 3-25 0,0 2-23 16,0-7-22-16,0 7-23 0,4-2-30 0,-4 2-34 0,0 0-24 15,0 0-37-15,0 0-34 0,0 0-39 0,14 7-48 16,-9-3-183-16,0-1-288 0,-1 2 128 15</inkml:trace>
  <inkml:trace contextRef="#ctx0" brushRef="#br0" timeOffset="94372.19">13433 10955 107 0,'-10'0'123'16,"2"2"1"-16,-2 2-14 0,-3 3-9 0,-2-1-7 16,-3 4-7-16,1 2 3 0,-8 6-8 0,-1 3-8 15,0 4-1-15,-1 0-1 0,-9 9-3 0,1 2-3 16,4 2-1-16,-1-1-7 0,1 2-3 0,2 3 7 15,-1 2 3-15,6 2-9 0,1 0 0 0,6 0-6 16,-2 0-4-16,9 1-3 0,4-12-1 0,2-1-3 16,5 0-3-16,5 2-2 0,2-2 0 0,4-1-5 15,8 0-2-15,0-3-1 0,15 4 4 0,-6-8-4 16,13 1-7-16,-8-7-4 0,14 2 10 0,2-3-4 16,1-7-4-16,0-2-4 0,4-4 18 0,-1-2 5 15,1-5 4-15,4-4 8 0,-1-2 2 0,4-2 5 16,-6-3 8-16,3-3 5 0,-2-3 3 0,-7-2 7 15,-1-3 8-15,-6-1 7 0,-13-1 13 0,9-11-18 16,-7-2-4-16,-4-3-9 0,-6-7-7 0,1-1-6 16,-4-2-14-16,-7-9-6 0,-2 4 0 0,-6-5-4 15,-8 4-9-15,-3-1 1 0,-3 4-1 0,-8 1-10 16,-5 2-10-16,-5 6-13 0,-10 5-16 0,-2 4-18 0,-13 5-10 16,-5 6-13-16,-2 3-15 0,-31 4-6 0,27 8-21 15,-2 5-22-15,-29 8-33 0,33-1-54 16,-1 9-62-16,2-1-151 0,8 8-461 0,6 1 205 15</inkml:trace>
  <inkml:trace contextRef="#ctx0" brushRef="#br0" timeOffset="96617.8">15788 11239 235 0,'4'-10'270'0,"-4"3"-24"0,0-1-9 16,0 4-19-16,0-2-17 0,0 2-20 16,2 1-23-16,-2 3-17 0,0-4-22 0,0 4-31 15,0 0-9-15,0 0-12 0,-2 18-2 0,-2-6-11 16,1 8-4-16,-4 6-7 0,3 6-5 0,-6-3-3 0,4 8-5 15,-5 8-1-15,0 0 5 0,3 5-6 0,-3-4-2 16,4-13-3-16,0 2-1 0,0-2-4 16,1-2-3-16,2-4-6 0,-5-3 5 0,7-7-6 15,-3-2-2-15,1-3 1 0,1-2 1 0,1-3-2 0,0-2 2 16,2 1 9-16,-2-2-5 0,0 0-5 0,2-4-30 16,0 0-29-16,0 0-31 0,-13-12-27 15,10 4-30-15,-1-3-17 0,4-1-35 0,-4-5-158 16,4-2-378-16,0 0 168 0</inkml:trace>
  <inkml:trace contextRef="#ctx0" brushRef="#br0" timeOffset="96934.73">15704 11130 119 0,'0'-12'240'0,"-1"1"-6"15,0 2-10-15,1 0-6 0,-2 3-17 0,4-1-18 16,-2 3-17-16,0-1-19 0,0 5-13 0,0-6-16 15,0 6-15-15,0-4-11 0,0 4-10 0,8-1-9 16,-8 1-7-16,14 4-6 0,-2 3-8 0,7 2-6 16,4 4-8-16,0 3 0 0,-1 2-6 0,1 3-3 15,-4 0-7-15,2 1 1 0,-5 3-2 0,-2-2-2 16,-2-1-2-16,-3-3-2 0,-2-1 0 0,-4-1-6 16,-2-2 0-16,-2 1-3 0,-2-4 0 0,-4 1-1 15,-4 1-1-15,-3-2-1 0,0-2 3 0,-4-1-2 16,-2-2 0-16,2 0 0 0,-9 1 0 0,8-3 4 15,-3 0-4-15,1-2-6 0,0 1 6 0,4-4 5 16,0 2-4-16,4-1 1 0,3 1 0 0,2-2-13 16,3-1-32-16,5 1-53 0,-7-1-55 0,7 1-44 15,0 0-219-15,18-11-443 0,-4 7 197 0</inkml:trace>
  <inkml:trace contextRef="#ctx0" brushRef="#br0" timeOffset="97623.76">17004 11297 194 0,'0'0'239'0,"2"-7"-12"16,1 6-6-16,-3 1-10 0,2-4-15 0,-2 4-18 15,0-5-22-15,0 5-16 0,0 0-17 0,0 0-13 16,0 0-18-16,0 0-9 0,0 0-11 0,0 0-11 16,-16 12 2-16,8-3-14 0,-5 2-5 0,-1 3-4 15,0 1-4-15,-4 5-4 0,-2-1-1 0,-2 3-5 16,4-2-1-16,-4 2-2 0,1 2 0 0,3-1-4 16,-3 0 0-16,4-2-13 0,-1 2-17 0,4-8-20 15,1 1-19-15,1-4-15 0,-2 1-28 0,5-4-31 16,0 0-15-16,4-2-29 0,-1-3-175 0,-1-1-373 15,4-2 165-15</inkml:trace>
  <inkml:trace contextRef="#ctx0" brushRef="#br0" timeOffset="97829.1">16692 11347 7 0,'-3'-8'298'0,"3"-2"-12"0,0 2-9 0,0 0-9 15,0 3-19-15,0 0-24 0,0 0-28 16,0 2-17-16,0 3-23 0,0 0-18 0,0-5-18 0,0 5-9 15,0 0-14-15,9 8-12 0,0 1-7 0,1 2-7 16,3 1-5-16,1 5-9 0,4 3-7 16,2 5-7-16,-1-2-4 0,0 4-15 0,6 0-15 0,-2 1-27 15,0-5-35-15,-1 3-38 0,-2-4-39 0,0-1-38 16,-1-3-52-16,-9-7-193 0,4 3-447 0,-4-7 198 16</inkml:trace>
  <inkml:trace contextRef="#ctx0" brushRef="#br0" timeOffset="98333.89">17156 11250 309 0,'1'-4'303'0,"-1"0"-14"16,0 4-25-16,1-8-22 0,-1 8-22 0,0-5-26 15,0 5-14-15,2-3-24 0,-2 3-22 0,0 0-12 16,2-3-10-16,-2 3-17 0,0 0-5 0,13 10-10 16,-7-3-7-16,3 0-6 0,-1 3-10 0,1 0-5 15,4 3-14-15,-2 1-4 0,2 0-6 0,1 0-10 16,-1 1-10-16,-2-1-9 0,3 2-4 0,-1-2-8 16,-2-2-4-16,2-2-3 0,-5-1 5 0,2-2-5 15,-1 0 4-15,-4-3 4 0,3 0 2 0,-3-2 9 16,3 1 14-16,-5-3 13 0,0 1 4 0,-3-1 15 0,0 0 11 15,12-4-1-15,-12 4 20 0,6-1 2 16,-4-2-8-16,-2 3-10 0,0 0-10 0,6-3 3 16,-6 3-11-16,0 0-12 0,0 0-27 0,0 0-7 15,0 0-4-15,-3 10 4 0,-6-2 2 0,-2 7-2 16,-6 8 3-16,-1 3-2 0,0-1 1 0,0 3-2 16,-3 0 1-16,4 1 0 0,-2 0 0 0,2 0 1 15,2-3 1-15,1 1-1 0,0-3 3 0,0 0-2 0,5-10 3 16,1 2-2-16,3-5 4 0,-1-2-2 0,1-1 2 15,2 0-2-15,-1-4 4 0,3 0 13 16,-2 0 7-16,2-2 12 0,0 2 3 0,1-4 6 16,-3 4-4-16,3-4-1 0,0 0-6 0,0 0-19 0,0 0-25 15,0 0-40-15,0 0-30 0,8-16-45 0,-7 10-65 16,6-4-78-16,-5-3-274 0,3 2-587 0,4-7 260 16</inkml:trace>
  <inkml:trace contextRef="#ctx0" brushRef="#br0" timeOffset="98797.97">17700 11298 84 0,'3'3'169'0,"2"2"-14"0,2-1-9 0,2 1-16 16,0 4-11-16,-4-1-14 0,5 7-6 0,-3-3-11 0,-4 1-5 16,0 5-5-16,1 0-12 0,-4 0-2 15,-1 0-4-15,-5 0 0 0,3 0-1 0,-6 2 3 16,0-3-6-16,0 1-2 0,1-3 2 0,3-3 6 16,-5 1 4-16,2-4 3 0,1 0 7 0,0-1 7 0,2-4 9 15,0-1 6-15,3 3 15 0,-1-5 21 16,-1 3 20-16,4-4 22 0,-2 2-9 0,2-2-6 15,0 0-29-15,2-14-5 0,3 4-24 0,4-3 2 0,1-2-20 16,2-2-7-16,8-6-13 0,-2 2-5 0,4-1-3 16,0 4-10-16,-3-2-2 0,-4 7-6 0,-1 0-2 15,-1 1-7-15,-4 4-4 0,-1 2-5 16,1 0 0-16,-4 1-3 0,0 1 4 0,0 2-20 0,-1-1 0 16,-1-1-27-16,0 3-8 0,-3 1 0 0,0 0-3 15,7 8-2-15,-5-3 3 0,-2 1 5 0,0 4-3 16,0 0 5-16,-1 2-2 0,1 5 8 0,0-2 0 15,1 2 2-15,0-2 4 0,1 1-2 0,0-4-2 16,0 4-32-16,-1-3-30 0,1-3-40 0,0 0-39 16,0-1-50-16,0-2-48 0,0-1-248 0,1-2-549 15,0-1 243-15</inkml:trace>
  <inkml:trace contextRef="#ctx0" brushRef="#br0" timeOffset="99034.13">18058 11238 1940 0,'5'-12'190'0,"0"3"-22"0,0 1-32 0,1-1-44 16,-2 3-22-16,-1-1-18 0,1 2-15 0,0 3-10 0,1 1-4 15,1 0-5-15,-6 1 0 0,19 4 5 0,-8 3 1 16,1 4 1-16,1 3 6 0,1 3-6 16,0 7 8-16,0 3 4 0,-5 3-5 0,-4 2-9 15,-2 3 5-15,-6 15-1 0,-6 0-4 0,-6 0 2 0,-7-4-6 16,-6 0-16-16,-5-3-13 0,-3-5-21 0,-2-3-20 15,-6-1-21-15,-3-5-35 0,0-4-41 16,-6-4-51-16,-8-7-224 0,6-2-456 0,-2-7 202 16</inkml:trace>
  <inkml:trace contextRef="#ctx0" brushRef="#br0" timeOffset="99401.08">16560 10943 95 0,'-9'0'157'16,"0"0"-7"-16,-1 3-7 0,-4 2-14 15,-1 4-13-15,-10 7-11 0,2 7-7 0,-1 5-8 16,-6 12-10-16,0-2-6 0,3 8-2 0,3 0 8 0,1 4 4 16,5 0 2-16,5 0-4 0,11 0-3 0,-1 1-3 15,12-2 3-15,4 0 3 0,10-6 5 16,8-2-6-16,7-2-7 0,9-3-7 0,7-2-11 15,25 5-12-15,-19-16-34 0,0-4-47 0,34 4-80 0,-28-12-254 16,-1-2-401-16,2-3 177 0</inkml:trace>
  <inkml:trace contextRef="#ctx0" brushRef="#br0" timeOffset="100104.11">18859 11419 148 0,'0'0'154'0,"-4"3"11"15,4-3-1-15,0 0 7 0,0 0 7 0,0 0 3 16,0 0 0-16,0 0-3 0,0 0-3 0,-5-5-12 16,5 5-8-16,0 0-12 0,0 0-15 0,0 0-13 15,0 0-15-15,10-7-3 0,-1 7-15 0,0-5-9 16,4 5-20-16,6-4-25 0,4 1-22 0,6 1-32 16,1-1-36-16,-1 3-36 0,1-1-38 0,0-1-52 15,-9 1-200-15,2 1-421 0,-2 0 186 0</inkml:trace>
  <inkml:trace contextRef="#ctx0" brushRef="#br0" timeOffset="100261.93">18951 11572 30 0,'-10'4'181'0,"2"1"-22"16,1-1-11-16,3 0 2 0,2 0 15 0,4 0 2 15,4-3-10-15,7 2-11 0,7 0-15 0,12-2-10 16,5-1-35-16,14-4-52 0,3 4-74 0,0-3-115 15,-16-2-92-15,2-2-267 0,-6 0 117 0</inkml:trace>
  <inkml:trace contextRef="#ctx0" brushRef="#br0" timeOffset="101281.92">20602 11057 116 0,'0'-10'262'0,"1"0"-13"16,-2 3-17-16,2 2-16 0,-1-2-21 15,-1 3-17-15,1 4-22 0,0-8-17 0,0 5-17 0,0 3-27 16,-3-2-14-16,3 2-12 0,0 0-9 0,-1 20-2 16,-4-4-6-16,0 11-7 0,-3-1-5 0,0 6-1 15,3-3-6-15,-3 2-4 0,5 4-2 0,-5-2-5 16,3-2-2-16,3 0-1 0,-5-2 0 0,3-1-5 16,3 1 0-16,-3-8 0 0,2-4-1 0,-1 1 0 15,2-4 1-15,0-3-6 0,-1 0 3 16,0-4 0-16,0 1 0 0,1-2-1 0,1 0 1 0,0-5 0 15,-1 3-8-15,1 0-15 0,0-4-27 0,-1 4-65 16,1-4-54-16,0 0-245 0,0 0-438 0,5-13 194 16</inkml:trace>
  <inkml:trace contextRef="#ctx0" brushRef="#br0" timeOffset="101630.46">20971 11298 6 0,'0'0'229'0,"-9"0"-16"0,9 0-15 0,-10 0-14 15,10 0-13-15,-4-1-18 0,4 1-15 0,0 0-11 16,0 0-14-16,0 0-9 0,0 0-8 0,0 0-12 0,19 4-8 15,2-2-5-15,-2 0-6 0,9-1-4 0,4 0-9 16,0-1-6-16,3 0-3 0,2-1-7 0,2 1 1 16,-2-1-5-16,-1 0-4 0,-1 1-4 15,-3 0-1-15,-4 0 0 0,-7 0-4 0,-3-1-5 0,-5 1 0 16,-3 0-1-16,-1 0 2 0,-4 0 3 0,-5 0-7 16,12-2 1-16,-7 2-3 0,-5 0-6 0,0 0-17 15,0 0-18-15,0 0-18 0,0 0-25 16,0 0-26-16,0 0-22 0,0 0-30 0,-26 0-183 0,24-3-363 15,2 3 160-15</inkml:trace>
  <inkml:trace contextRef="#ctx0" brushRef="#br0" timeOffset="102099.58">22116 11072 33 0,'4'-10'319'0,"-3"5"-25"0,2-2-23 0,-2 3-22 16,-1 0-22-16,4-3-26 0,-3 5-25 0,-1 2-23 15,0-4-14-15,0 4-14 0,4 0-13 0,-4 0-13 16,8 6-11-16,-7 0 4 0,3 3-19 0,0 1-10 16,-2 3-6-16,-2 4-4 0,0 3-8 0,0 5-6 15,0 0-4-15,-1 0-5 0,-3 1-2 0,-1-2 0 16,1 1-5-16,-1 1-3 0,4-7 0 0,-2-1-2 15,1 0 0-15,-1 1-5 0,-1-8-1 0,4 1 1 16,-1-2-3-16,-2-3 1 0,2 3-2 0,1-6 4 16,-1 1 1-16,-3-2 16 0,4 1 24 0,0 0 25 0,0-4 43 15,-1 5 40-15,1-5-9 0,0 0-11 0,-7-10-16 16,6 3-10-16,1-4-18 0,-4-4-16 16,4-5 0-16,-5-5-5 0,3-1-3 0,0-5-15 15,2-2-11-15,-1-2-9 0,2-15-7 0,1 1-6 0,0 14 1 16,3-12 1-16,0 12-8 0,-1 4 0 0,5 3 1 15,-4 2 4-15,-1 5 1 0,1 6-9 0,-1 4 3 16,1-5 2-16,-1 3-13 0,4 4-2 16,-2-3-2-16,3 2-2 0,2 1 0 0,4 1-1 0,1 1 2 15,2 3-33-15,4 1-28 0,-1 3-44 0,8 1-26 16,-1 5-24-16,-8 0-30 0,3 0-28 0,3 6-27 16,-8 0-37-16,0-2-24 0,-7 2-274 0,2 1-618 15,-2 0 274-15</inkml:trace>
  <inkml:trace contextRef="#ctx0" brushRef="#br0" timeOffset="102422.1">22195 11139 51 0,'-3'1'244'16,"-1"1"-7"-16,4-2-4 0,-7 1-10 0,7-1-16 16,0 0-10-16,0 0-22 0,0 0-15 0,0 0-15 0,0 0-19 15,22 1-7-15,-8-3-14 0,8 0-10 16,7-2-11-16,1 0-8 0,5-1-7 0,-1 0-7 16,0 2-7-16,1-3-7 0,-5 3-2 0,0-2-2 15,-10 2-6-15,-2 1-4 0,-7 0-4 0,1 1-2 0,-3 0 1 16,0 1-2-16,-4 0-7 0,-5 0-4 15,9-3-5-15,-9 3-15 0,1-3-18 0,-1 3-16 16,0 0-22-16,0 0-21 0,-24 3-19 0,15-3-21 16,1 0-32-16,-1 3-23 0,-2-3-205 0,3 0-411 0,4 1 183 15</inkml:trace>
  <inkml:trace contextRef="#ctx0" brushRef="#br0" timeOffset="102897.14">22930 10993 154 0,'5'-3'214'0,"0"2"-25"0,-1-2-19 0,3 3-11 15,-7 0-19-15,11 0-17 0,-2 4-14 0,-3 1-10 16,2 3-12-16,0 1-13 0,-2 1-2 0,-2 3-9 15,-3 2-8-15,3 2-6 0,-5 2 6 0,-2 0-10 16,1-1-6-16,-6 1-1 0,3-1 0 0,-7 2-3 16,2-3-4-16,0 0 0 0,-3-2 0 0,4-1-3 15,-5-2 5-15,5-4 5 0,-2 1 1 0,3-4 3 16,3 0 11-16,-1-1 14 0,2 0 23 0,1 0 30 16,0-1 37-16,0-2 44 0,3-1-35 0,0 0-19 15,0 0-16-15,7-14-13 0,1 2-11 0,2 3-9 16,3-3-14-16,6-8-7 0,0 1-11 0,3-1-5 15,-4 1-4-15,1 1-7 0,-3 2-3 0,-1 4-12 16,-1 0-3-16,-4 4-1 0,-1-1-5 0,0 4-4 16,-2 0 3-16,-1 1-8 0,-2 0-4 0,0 0-5 15,-1 3-2-15,0-2-27 0,-3 3-15 0,0 0-1 16,0 0-1-16,10 4 2 0,-5 1-1 0,-2 2 0 16,-1 1 3-16,0 3 5 0,0 0 2 0,-1 2-1 15,1 1 9-15,2 3-13 0,-2 0-13 0,0-2-27 0,1-3-24 16,2 0-29-16,-3 1-39 0,1-1-40 15,1-3-39-15,0-1-263 0,0-1-547 0,-1-2 242 16</inkml:trace>
  <inkml:trace contextRef="#ctx0" brushRef="#br0" timeOffset="103101.36">23372 10961 80 0,'2'-4'255'15,"1"2"-27"-15,3 0-22 0,1 2-18 0,0 2-8 16,3 3-11-16,0 3-5 0,4 3-16 0,-1 4-14 16,2 5-10-16,-1 3-11 0,-2 2-7 0,-5 2-9 15,-1 2-15-15,-5-1-8 0,-4 4-15 0,-6-1-9 16,-5-2-22-16,-5 1-30 0,-4-4-27 0,-4-1-22 16,-10 7-35-16,4-11-45 0,1 0-86 0,-4-7-112 15,3 1-355-15,1-5 158 0</inkml:trace>
  <inkml:trace contextRef="#ctx0" brushRef="#br0" timeOffset="103420.03">23101 10747 180 0,'-1'-1'209'0,"-1"-3"-21"16,-2 1-19-16,4 3-19 0,0 0-18 0,-19 8-10 15,4 4-7-15,-6 5-7 0,-3 9-12 0,-10 11-4 16,-3 6-9-16,5 5-7 0,0 1-8 0,5 2-9 15,5 2 1-15,2-4-5 0,10-1-8 0,8-11-2 16,3 10-2-16,9-3 0 0,4-11-1 0,17 10-2 16,7-5-43-16,9-9-84 0,7-6-269 0,10-4-384 15,2-7 170-15</inkml:trace>
  <inkml:trace contextRef="#ctx0" brushRef="#br0" timeOffset="105183.66">2679 13528 213 0,'0'-5'254'16,"1"2"5"-16,-2-4-16 0,1 2-22 0,0 5-21 16,0-7-11-16,1 5-19 0,-1 2-16 0,0-6-22 15,0 6-10-15,0 0-19 0,0-3-20 0,0 3-13 16,0 0-7-16,0 0-8 0,-1 18-7 0,1-6-3 16,-1 1 2-16,0 4-14 0,-1 9-4 0,1-5 0 15,-2 4-7-15,1 2-2 0,-1 2-3 0,1-2 0 16,-1 1-2-16,2-2 1 0,-2 1-5 0,0-2-7 15,0-7-8-15,2 0-3 0,0-6-4 0,-2 0-16 16,6 0-7-16,-6-6 2 0,3 2 2 0,3-3 9 16,-2 0 3-16,3-5 0 0,3 0-3 0,2-5-16 15,8-4-10-15,5-8-13 0,1-2-2 0,2-1-3 16,-2-4 12-16,-4 1 5 0,3-3 5 0,1-3 7 16,-5 3 5-16,2 0 11 0,-4 1 24 0,0 2 14 15,-5 7 25-15,1 3 29 0,-7 2 10 0,3 0 17 16,-4 4 8-16,1-2 6 0,0 5-9 0,-4-1-17 15,3 1-11-15,-3 0-7 0,2 3-11 0,-3 1-12 16,0-4-16-16,0 4-4 0,0 0-11 0,0 0 3 16,5 12-3-16,-5-2-3 0,0 2 1 0,0 0-4 15,0 0 2-15,0 6-1 0,-4 1 0 16,4-2-4-16,2 2-1 0,-2 0-1 0,0 1 0 0,2-2 1 16,-2 2 3-16,4 0-3 0,-4-3 2 0,0 0-5 15,1 0-1-15,-1-8-1 0,0 2 3 0,3-5 0 16,-3-2 4-16,0 3 0 0,0-3-2 0,1-2 1 15,-1-2 5-15,0 4-3 0,0-4 3 0,5 6 4 16,-5-6-2-16,0 0-5 0,0 0-22 0,0 0-21 16,0 0-29-16,0-20-26 0,0 11-38 0,0-3-53 15,0-4-68-15,-4 0-200 0,2 0-485 0,-1 3 215 16</inkml:trace>
  <inkml:trace contextRef="#ctx0" brushRef="#br0" timeOffset="105397.55">2917 13354 275 0,'0'-5'333'0,"0"5"-26"0,0-5-31 16,0 5-24-16,0 0-31 0,0-5-21 0,0 5-24 15,0 0-29-15,-1-5-49 0,1 5-38 0,0 0-12 16,0 0-48-16,0 0-26 0,2 15-47 0,-2-9-62 15,1 4-70-15,-3-3-121 0,1 3-353 0,-2-3 156 16</inkml:trace>
  <inkml:trace contextRef="#ctx0" brushRef="#br0" timeOffset="105643.01">2701 13285 139 0,'0'0'301'0,"0"0"-29"0,-4-5-29 0,4 5-27 16,-1-2-32-16,1 2-49 0,0 0-50 15,0 0-49-15,0 0-43 0,0 0-50 0,0 0-91 0,11 0-86 16,-11 0-252-16,0 0 111 0</inkml:trace>
  <inkml:trace contextRef="#ctx0" brushRef="#br0" timeOffset="106149.48">2590 13152 49 0,'-17'7'125'0,"-5"-1"-11"15,-2 8-7-15,-1 1-4 0,0 4 0 0,1 2-11 16,-3 6-2-16,-5 9 2 0,0 0 4 0,5 6-6 16,3-1-5-16,1 2 0 0,5 1-9 0,6-10-9 15,0 0-7-15,0 12 4 0,2 0-14 16,5-9-10-16,0 13-2 0,5-2 2 0,5-1-6 0,0-12-3 16,8 11-1-16,-1-14-2 0,7-1 3 0,11 8-2 15,6-5-7-15,5-6 7 0,5-1 8 16,3-7 2-16,8-3 1 0,6-5 4 0,1-4 4 15,2-6 1-15,30-3 8 0,-31-4 4 0,27-9 1 16,-28 0 5-16,0-5 5 0,20-8 9 0,-28 3 11 0,0-3 5 16,-3-4 7-16,-4-4-6 0,17-21 11 0,-23 16-5 15,-7-3-5-15,-4-4-14 0,-6-3-5 0,-6-6-11 16,-2 1-15-16,-9-4-12 0,-9-1 2 16,-14-23-21-16,-4 28 4 0,-9 2-2 0,-5 6-6 15,-23-20-2-15,12 31-4 0,-9 3-22 0,-7 7-24 16,-29 2-23-16,-7 15-24 0,-1 16-26 0,-5 7-35 0,-6 8-39 15,7 2-69-15,0 8-235 0,11 0-525 0,28-11 232 16</inkml:trace>
  <inkml:trace contextRef="#ctx0" brushRef="#br0" timeOffset="109398.18">5696 13264 69 0,'-1'-10'238'0,"1"2"-16"0,0 1-18 15,-2 1-17-15,0 1-24 0,2 2-21 0,0 3-33 16,-1-5-26-16,1 5-8 0,0 0-15 0,0 19-2 0,-1-3-8 15,-2 12-8-15,2 4-8 0,-2 2 0 0,-2 12-2 16,-2 2-4-16,0-2-2 0,-2-1 0 16,5-8-4-16,-1 1-2 0,0 8-1 0,-3 0-4 15,3-12 1-15,0 2-2 0,0-2 5 0,-2-5-5 0,5-2 0 16,-1-3-2-16,2-3-1 0,-4-5 0 16,5-3 1-16,-1-2-2 0,-3-2 3 0,4-3 0 15,0-1 1-15,-3 0 0 0,2-3-14 0,1-2-27 16,0 0-22-16,0 0-7 0,-9-12-20 0,5 2-8 15,2-3-9-15,-1-4-29 0,3-3-151 0,-5-5-296 0,3-2 131 16</inkml:trace>
  <inkml:trace contextRef="#ctx0" brushRef="#br0" timeOffset="109688.14">5585 13159 183 0,'-3'-12'224'16,"3"3"-9"-16,0 1-11 0,0 3-10 0,-1-2-17 15,1 2-20-15,0 2-18 0,0-2-16 0,0 5-16 16,0-5-14-16,0 5-7 0,0 0-12 0,5-1-6 16,-5 1-7-16,13 9-7 0,-3-1-7 0,7 2-4 15,6 6-1-15,-2 1-8 0,5 3 0 0,-2 1-6 16,2 4 0-16,-2 1 1 0,-1 3-8 0,-4 0-3 16,-2-2-1-16,-2-1-1 0,-6 1-4 0,-5-2 0 15,0-6 1-15,-5 0-4 0,-6 0 1 0,-2-1 0 16,-1-2 2-16,-4-3-3 0,-8 3 2 0,-1 1 0 15,-1-2-4-15,5-5 0 0,-4 2 0 0,-3 0 2 16,7-5-2-16,0 0-2 0,1 1-1 0,1-4 0 16,6-1-4-16,-2 3-29 0,4-2-36 0,0-2-34 15,4 1-51-15,3-1-28 0,2-2-181 0,0 0-390 16,0 0 173-16</inkml:trace>
  <inkml:trace contextRef="#ctx0" brushRef="#br0" timeOffset="111314.06">3329 13617 120 0,'-1'-5'289'0,"0"2"-6"0,1-2-13 0,0 5 1 0,-1-4-7 16,1 4-7-16,0-8-25 0,0 4-4 0,0 4-13 16,0-5-20-16,0 5-11 0,0 0-18 0,1-4-20 15,-1 4 2-15,0 0-45 0,0 0-9 0,-1-6-17 16,1 6-29-16,0 0-27 0,0 0-6 0,0 0-4 16,0 19-1-16,0-11-1 0,-3 6-2 0,6 1-4 15,-3 4 2-15,0 0-2 0,-3-2-1 0,3 4 2 16,0 4 0-16,-1-5 0 0,1-3 2 15,1 1-3-15,-2-1 5 0,2-4-2 0,2-3-4 16,-3 2-26-16,1-3-21 0,-1-1-21 0,0-1-18 0,0-2-15 16,1 0 1-16,0-1-1 0,-1-4-13 0,0 0-70 15,0 0-53-15,0 0-211 0,-3-18-481 0,0 6 214 16</inkml:trace>
  <inkml:trace contextRef="#ctx0" brushRef="#br0" timeOffset="111465.23">3285 13467 87 0,'-4'-11'321'16,"1"-1"-5"-16,2 1 2 0,0 4-12 0,0-1-20 16,-2 2-26-16,3 0-26 0,-1 1-25 0,-2 1-21 15,3 4-36-15,0-5-49 0,0 5-54 0,0 0-54 16,0 0-15-16,0 0-24 0,0 0-47 0,4 18-54 16,-4-10-57-16,4 2-185 0,-3 1-420 0,2-3 186 15</inkml:trace>
  <inkml:trace contextRef="#ctx0" brushRef="#br0" timeOffset="112356.88">6620 13283 202 0,'0'-3'256'0,"0"3"-11"0,1-8-1 16,1 4-28-16,-2 4-19 0,0 0-26 0,0-5-18 15,0 5-24-15,0 0-23 0,0 0-13 0,0 0-10 16,-8 15-8-16,1-4-7 0,-3 5-9 0,-1 7-6 16,-3 2-5-16,-4 1-6 0,0 1-8 0,0 2 2 15,0 1-4-15,1 1-2 0,2-2 0 0,-2 1-5 16,1-2-2-16,2 0-22 0,-1-1-11 0,0 0-20 16,-1-5-18-16,4-5-25 0,2-3-17 0,0-2-32 15,5-2-22-15,1-3-32 0,0-4-151 0,3-2-354 16,1-1 158-16</inkml:trace>
  <inkml:trace contextRef="#ctx0" brushRef="#br0" timeOffset="112563.42">6367 13442 123 0,'-1'-28'262'0,"1"3"5"0,1 8 4 0,-1 3 5 0,-1 2 17 16,2 4-14-16,-1-1-14 0,1 3-30 0,-1-1-20 16,1 3-23-16,-1 1-27 0,0-1-23 15,0 4-19-15,0 0-16 0,0 0-10 0,12 7-11 16,-4 3-10-16,3 4-16 0,3 7-7 0,5 1-10 0,-2 3-2 15,2 1-11-15,-1 3-6 0,4-4-7 0,0 3-17 16,-2-1-20-16,3 0-20 0,-4 1-21 16,0-4-28-16,-2 2-26 0,-2-4-29 0,-1-1-43 15,-1-7-44-15,-4-1-246 0,-3-2-515 0,3-2 229 16</inkml:trace>
  <inkml:trace contextRef="#ctx0" brushRef="#br0" timeOffset="112857.08">6973 13503 62 0,'-8'-3'292'15,"8"3"-24"-15,0 0-19 0,-5-1-27 0,5 1-22 16,0 0-20-16,0 0-22 0,14-6-16 0,-5 4-23 16,4 0-32-16,6-3-42 0,2 3-45 0,2-1-58 15,8-2-64-15,-12 3-186 0,12-3-332 0,-12 3 147 16</inkml:trace>
  <inkml:trace contextRef="#ctx0" brushRef="#br0" timeOffset="113032.08">7067 13600 107 0,'-4'1'201'0,"-2"2"-10"0,1-1-6 0,1 1-5 16,3-1-4-16,1-2 4 0,0 0-13 0,0 0-13 15,21-2-15-15,-4 2-12 0,10-7-17 0,1 5-26 16,3-4-46-16,-1 1-50 0,0-1-83 0,0-1-227 16,-3-1-350-16,-4 2 155 0</inkml:trace>
  <inkml:trace contextRef="#ctx0" brushRef="#br0" timeOffset="113435.85">7486 13377 242 0,'1'-5'245'0,"-1"5"-26"16,0 0-24-16,0 0-20 0,10 0-20 0,-10 0-12 15,9 7-15-15,-4-2-11 0,3 0-5 0,0 3-8 16,0 1-10-16,-2 3-8 0,4 3-7 0,-2-1-6 16,0 1-5-16,-4 0-7 0,-2 2-2 0,2-1-6 15,-4 1-5-15,0-2-1 0,-4 1-6 0,3-1-6 16,-3-4 1-16,0 2 1 0,-1-4-3 0,1-1 3 15,0 0 2-15,2-3 2 0,-2 0 4 0,-1 1 8 0,5-4 18 16,-4 1 26-16,4-3 32 0,-1 3 33 0,1-3-14 16,0 0-15-16,0 0-8 0,1-15-14 15,3 6-9-15,5-4-8 0,-3-2-14 0,6-2-10 16,2-6-8-16,-1 3 3 0,-2 3-14 0,2 1-4 0,-1 4-7 16,-5 2 0-16,5-4-2 0,-5 8-10 15,0-3-3-15,-2 6-8 0,0-2-5 0,-1 0-3 16,0 2-9-16,-2 2-3 0,-2 1 1 0,8 0-6 15,-8 0-20-15,10 9-1 0,-5-4-3 0,-1 4-7 0,0 0 0 16,2 2-7-16,2 3-7 0,-2 1-17 0,-1-2-21 16,3 3-24-16,-3-4-36 0,0 0-35 0,0 1-34 15,-1-4-42-15,0 0-286 0,-4-1-593 0,4-4 263 16</inkml:trace>
  <inkml:trace contextRef="#ctx0" brushRef="#br0" timeOffset="113662.34">7902 13216 233 0,'1'-5'273'0,"2"2"-29"0,1 0-27 0,0 3-23 16,-4 0-20-16,11 5-11 0,-2 0-9 0,1 5-15 16,3 2-9-16,-1 2-11 0,2 11-3 0,3 1-9 15,-4 1-6-15,-3 4-10 0,0 0-6 0,-6 4-7 16,-1 0-8-16,-6-2-4 0,-7 12-10 0,1-11-9 15,-8 10-17-15,-7-3-18 0,-2-12-27 0,-9 6-37 16,-6-3-26-16,-4-1-53 0,3-6-57 0,-8-6-219 16,14-4-438-16,-2-5 193 0</inkml:trace>
  <inkml:trace contextRef="#ctx0" brushRef="#br0" timeOffset="114079.99">6469 13034 83 0,'0'0'257'16,"3"-5"-20"-16,-3 5-27 0,0 0-19 0,0 0-23 16,0 0-18-16,0 0-18 0,-8 10-15 0,-1 2-12 15,-5 12-15-15,-1 2-5 0,-10 15-14 0,0 4-5 16,-3 2-1-16,1 9-9 0,-1-3-5 0,0 3-3 15,7-4-6-15,2 2-4 0,0-1-2 0,7-2-5 16,6-5-1-16,3-14 0 0,7 2-4 0,3-3 0 16,3 1-1-16,7-3 0 0,4-2 6 0,7-1-5 15,16 1-13-15,7-6-32 0,0-1-76 0,14-6-82 16,2-4-202-16,22 2-410 0,-25-9 182 0</inkml:trace>
  <inkml:trace contextRef="#ctx0" brushRef="#br0" timeOffset="114629.53">8548 13508 61 0,'0'0'191'0,"-4"-3"-1"0,4 3-13 0,0 0-5 15,0 0-13-15,0 0 0 0,0 0-8 0,-3-2-8 16,3 2-1-16,0 0-3 0,0 0-2 0,0 0-7 15,0 0-3-15,0 0-6 0,0 0-11 0,0 0-9 16,0 0-6-16,0 0-8 0,10-4-11 0,-3 1-7 16,5 3-6-16,7-5-10 0,9 4-3 0,4-5-5 15,0 4-6-15,5-3-6 0,-1 4-11 0,2-2-15 16,-1 1-14-16,-2-2-13 0,-6 2-4 16,-2 2-14-16,-4-1-11 0,-5-1-6 0,-3 2-14 0,-3 0-15 15,-2 0-18-15,-2 0-32 0,-3 0 21 0,-5 0-3 16,0 0-3-16,0 0-24 0,-12 7-187 0,-1-5-357 15,-2 3 158-15</inkml:trace>
  <inkml:trace contextRef="#ctx0" brushRef="#br0" timeOffset="114917.09">8592 13684 33 0,'-4'0'227'16,"4"0"4"-16,0 0 10 0,0 0-1 0,-5 5-8 16,5-5-16-16,0 0-22 0,0 0-21 0,16-5-15 0,-2 1-17 15,13-1-14-15,5-2-16 0,5 1-9 16,18-1-8-16,-2-2-11 0,0 2-12 0,2-1-6 16,1 1-9-16,3 0-6 0,-22 4 5 0,2-2-12 15,-6 3-9-15,-1-3-13 0,-11 3-12 0,0 2-18 16,-8-3-8-16,-1 1-11 0,-1 1-8 0,-4 1 0 15,2 0-10-15,-5-1-1 0,-4 1-16 0,0 0-26 16,0 0-26-16,0 0-14 0,0 0-12 0,0 0-11 16,0 0-5-16,0 0-167 0,-19-6-351 0,19 6 155 15</inkml:trace>
  <inkml:trace contextRef="#ctx0" brushRef="#br0" timeOffset="115400.58">9951 13339 134 0,'0'0'195'16,"0"0"-9"-16,0 0-15 0,0 0-14 0,-5-1-13 0,5 1-12 15,0 0-13-15,0 0-12 0,0 0-8 0,0 0-6 16,-14 3-6-16,9-1-5 0,1 1-8 16,-4 2-7-16,0 1-6 0,-1 0-4 0,-2 3-5 15,-1 3-5-15,-1 0-3 0,0 1-5 0,2 0-7 0,-1 2 0 16,2 0-1-16,1 4-2 0,1-4-3 0,2 0 0 15,1 1-2-15,1 0 0 0,7 0 4 0,-1-1 8 16,6 1 2-16,1 1 5 0,2-3 6 16,4 1 0-16,2-3 5 0,11-1-2 0,-1 0 10 0,5-3-12 15,6-3-5-15,-6-1-7 0,3-3 3 0,-2-4 2 16,0 0 12-16,-5-4 8 0,-6 0 1 16,1-3 5-16,-5 0 20 0,-4-2-18 0,0-3-4 0,-5-1-4 15,-1-2-10-15,-2-3-1 0,-4-5-11 0,-2 3-2 16,-3 2-14-16,-5 2 10 0,-5-3-36 0,-6 2-30 15,-4 4-42-15,-10 1-57 0,-5 5-48 0,-15 1-77 16,15 5-265-16,-2 5-563 0,7-3 249 0</inkml:trace>
  <inkml:trace contextRef="#ctx0" brushRef="#br0" timeOffset="117877.75">13032 13443 106 0,'0'-6'226'0,"0"-1"3"0,3 5 7 0,-2-4 0 0,3 2-3 16,-3 0-10-16,0 2-1 0,1-4-5 0,-2 6-17 16,2-5-16-16,-2 3-9 0,0 2-18 0,0 0-20 15,0-5-15-15,0 5-18 0,0 0-19 0,0 0-20 16,0 0-8-16,0 0-13 0,0 0-4 0,0 22-8 15,-1-11-3-15,0 1-5 0,-2 6-2 0,-2 1-6 16,5 1 6-16,-1-1-8 0,-2 5 0 0,3-4 2 16,-1 0-3-16,1-2-3 0,0-3 3 0,0-3 2 15,0 0-6-15,-1 0-2 0,1-2 4 0,0-3-4 16,0 0-1-16,-3-4-3 0,6 4 0 0,-3-5-3 16,0 3 4-16,0-5-5 0,0 5-4 0,0-5-12 15,0 0-54-15,0 0-58 0,0 0-48 0,-7-12-43 16,6 3-40-16,-3-3-192 0,3 0-488 0,-2-6 216 15</inkml:trace>
  <inkml:trace contextRef="#ctx0" brushRef="#br0" timeOffset="118033.93">13008 13208 203 0,'-4'-12'306'16,"4"-1"-4"-16,0 3 2 0,-1-1-14 0,1 1-17 15,-3 1-26-15,3 4-24 0,0-3-22 0,0 5-23 0,0-2-16 16,3-1-23-16,-3 6-18 0,1-5-39 15,4 4-36-15,-5 1-37 0,0 0-40 0,14 3-40 16,-6 2-37-16,1 2-48 0,0-2-42 0,-4 5-223 16,0-2-455-16,1 3 202 0</inkml:trace>
  <inkml:trace contextRef="#ctx0" brushRef="#br0" timeOffset="118426.1">13331 13221 251 0,'0'0'315'0,"0"-5"-30"0,0 5-30 16,0 0-27-16,1-4-25 0,-1 4-28 0,0 0-15 0,0 0-18 16,0 0-13-16,13 16-13 0,-8-7-11 15,2 5-14-15,-1 1-6 0,-1 3-12 0,9 7-9 16,-7-2-2-16,-1 2-8 0,2-3 2 0,-5-2-12 15,5 6-3-15,-4-9-6 0,1 0-6 0,-2 0-1 0,-1-5-3 16,3-1-2-16,-5-2 5 0,3 1-8 16,-2-3-1-16,-1-3 9 0,0 1 27 0,1-2 37 15,2-1 43-15,-3-2 37 0,4 6 36 0,-4-6 18 16,0 0-16-16,0 0-16 0,6-12-23 0,-2 1-20 0,0-1-13 16,5-5-17-16,1-7-12 0,-1 0-10 15,4-3-13-15,-3 1-11 0,2 2-4 0,-2 0-9 16,-1 8-4-16,-2 0-13 0,0 2-5 0,-5 5-14 15,2 0-15-15,1 1-22 0,-4 2-27 0,2 1-23 0,0-1-51 16,-1 2-43-16,-2 2-35 0,0 2-38 0,0 0-36 16,4-3-12-16,-4 3-24 0,0 0-16 15,0 0-314-15,0 0-681 0,-4 13 303 0</inkml:trace>
  <inkml:trace contextRef="#ctx0" brushRef="#br0" timeOffset="118897.04">13409 12857 28 0,'-17'-12'171'0,"1"4"-10"0,-3-2-5 16,0 1-10-16,-1 2-15 0,-5 1-9 0,3 5-12 15,-6-5-6-15,0 4-14 0,-1 3-2 0,-1 3-4 16,-3 1-6-16,1 0-9 0,-1 5-8 0,-2-1-4 15,3 4-8-15,-1 3-3 0,-13 6-7 0,5 5-3 16,0 4-4-16,-1 1 0 0,2 12-3 0,2 2 6 16,-14 25 1-16,20-20 1 0,-13 27 2 0,9-1 3 15,14-26 1-15,2 3-3 0,2-3-1 0,5-1-3 16,4 0-3-16,4-3-2 0,5-1-4 0,7-12-2 16,4 12 0-16,2-1-3 0,4-13 3 0,12 7 2 15,-5-10 20-15,12 5 3 0,8-3 1 0,5-7 5 16,2 1-4-16,7-6 4 0,4-7 6 0,30 2 5 15,-26-11-2-15,30 0-3 0,-30-7-3 0,30-3 2 16,-5-8-1-16,-2-3 24 0,-26 1-21 0,24-12-3 16,-27 5 3-16,19-17-1 0,-28 9-9 0,1-3-3 15,-2-4 9-15,15-18-15 0,-25 10-8 0,-3-4-7 16,9-26-12-16,-14 1-4 0,-20 20 6 0,-5-1-1 16,-8-26-6-16,-9 22 4 0,-7 10-4 0,-10-1 2 15,-7 9 6-15,-6 3-12 0,-12 4-12 0,-30 1-15 16,-9 12-17-16,-6 3-22 0,-3 12-20 0,-7 7-23 15,2 3-28-15,-2 9-35 0,2 5-42 0,6 2-80 16,9 2-198-16,25-5-523 0,4 4 231 0</inkml:trace>
  <inkml:trace contextRef="#ctx0" brushRef="#br0" timeOffset="121677.08">15655 13178 98 0,'3'-14'194'0,"-2"4"-6"0,1-1-7 0,0 1-9 15,1 4-6-15,-3-3-10 0,1 5-18 0,-1 1-17 0,3-2-15 16,-3 3-10-16,0 2-15 0,0 0-7 0,3 17-7 16,-3 0-11-16,-1 9-18 0,-1 4 9 0,-4 3-5 15,1 3-4-15,-1 10-2 0,-3 2-4 16,4-14 0-16,-3 2-4 0,3-1-2 0,-4-1-6 0,3-3 0 16,-2 0-1-16,3-2-2 0,-2 0 4 0,1-4-9 15,2-5-2-15,2-3 0 0,-2 1-1 0,0-6-3 16,2-2 3-16,0 1 0 0,1-6-1 0,-2 1 4 15,3 1-1-15,-1-4 0 0,1 1 1 16,0-4 4-16,0 5-5 0,0-5-35 0,0 0-25 0,0 0-34 16,0 0-22-16,-4-16-24 0,4 7-36 0,-3 0-153 15,3-3-343-15,0-1 153 0</inkml:trace>
  <inkml:trace contextRef="#ctx0" brushRef="#br0" timeOffset="121993.96">15640 13016 73 0,'0'-7'243'15,"2"2"-17"-15,-2-2-20 0,0 4-21 0,0-1-21 16,0 4-19-16,1-6-11 0,-1 6-18 0,10 0-13 16,-10 0-10-16,19 8-12 0,-4-2 1 0,2 7-9 15,9 0 2-15,-5 2-11 0,2 4-5 0,-1 2-5 16,-3 1-5-16,-2 2-4 0,-2-1-2 0,-3 1-7 15,-5-6-1-15,-3 0-7 0,-4 1-1 0,-4 0-3 16,-5-1-1-16,-6 6-3 0,-4-3 1 0,-8-2-11 16,0-3 9-16,-2 2-2 0,-6-3-3 0,2-1 1 15,1-1-2-15,-1-1-2 0,-2-1-3 0,6-1 1 16,2-2-1-16,6-3 0 0,3 0-11 0,4-1-15 16,2-2-30-16,6-1-24 0,0 1-32 0,6-2-30 15,0 0-43-15,0 0-174 0,24-5-379 0,-5-3 167 16</inkml:trace>
  <inkml:trace contextRef="#ctx0" brushRef="#br0" timeOffset="122994.6">17023 13189 24 0,'5'-7'197'0,"-3"1"-6"16,1-1 2-16,0 2-7 0,-1 0-10 15,1-2 1-15,-2 0-12 0,0 4-10 0,2-1-6 16,-3-1-8-16,2 2-14 0,-2 3-13 0,-6-4-14 15,6 4-11-15,-12 1-8 0,1 2-12 0,-10 6-8 0,-7 4-1 16,-1 7-13-16,-4-2-2 0,-1 3-6 16,-6 10 2-16,9-9-9 0,1 3-7 0,1 0 0 15,4 0-3-15,0-1-4 0,9 0 0 0,-3 1-5 16,7-7 3-16,3-4-5 0,4-2 2 0,1-1-3 0,0-1 2 16,4-1 1-16,0-2 4 0,5-1 11 0,4-2 10 15,5-2 3-15,4-2 4 0,4-4-2 0,6-3-2 16,-1-4 0-16,0 0 5 0,-3-5 1 15,3 0-4-15,-1-3-4 0,0 2 4 0,0 0 3 0,-12 7 9 16,3-1 3-16,-3 3 1 0,-4 0 2 0,-5 4 1 16,1-1-5-16,1 2-10 0,-3-1-4 15,2 2-10-15,-4-1-2 0,-2 3-21 0,0 0-3 0,11 4-3 16,-7 2 0-16,1-1 1 0,2 4 11 16,-2 1-13-16,4 5-16 0,0-2-15 0,3 1-27 0,-2 2-33 15,3-3-35-15,-3 3-41 0,4-5-41 0,-4-3-44 16,-1-1-259-16,3-2-549 0,-1-3 243 0</inkml:trace>
  <inkml:trace contextRef="#ctx0" brushRef="#br0" timeOffset="123451.97">17675 13016 140 0,'8'-5'251'16,"-1"-2"-1"-16,-3 3-8 0,1-1-12 0,-4 2-13 16,4-1-22-16,-5 4-23 0,3-6-6 0,-2 4-28 15,-1 2-16-15,3-2-15 0,-3 2-10 0,0 0-4 16,0 0-19-16,-7 11-7 0,-2-3-10 0,-4 4-1 16,-10 7-5-16,2 2-8 0,-5 1-4 0,-2 0-1 15,-3 3-8-15,2 0-1 0,-7 5-4 0,6-7-3 16,3-2-3-16,3 1 1 0,0-2-6 0,8-7 0 15,3-2 0-15,-1 1-6 0,6-5 7 0,3 0-6 16,0-4 1-16,1 1 0 0,-1 2 2 0,5-2 0 16,0 1-5-16,2 0 3 0,5 2 7 0,-2-2-9 15,7 2 4-15,0 3-1 0,5 0-3 0,1-1 1 16,-1 3-2-16,6 4-2 0,1 0 2 0,0 3-6 16,-1-2 3-16,0 0 6 0,0 1-8 0,-4 0 2 15,-3-5-1-15,0 1-1 0,-3-3-5 0,2 0 6 16,-7-1-1-16,0-3-1 0,-3-2 3 0,0 1 1 15,1-3-1-15,-2 0 2 0,-1-1 0 0,0 2 17 16,1-3 27-16,-4-1-6 0,4 4 1 0,-4-4-2 16,4 1 0-16,-4-1-9 0,0 0-2 0,0 0 0 15,6 2-15-15,-6-2-45 0,0 0-38 0,0 0-39 16,5-7-51-16,-1 2-67 0,-4 3-285 0,2-5-551 16,-1-2 244-16</inkml:trace>
  <inkml:trace contextRef="#ctx0" brushRef="#br0" timeOffset="124168.14">18359 13130 53 0,'4'0'262'15,"-4"0"-12"-15,1-4-14 0,-1 4-27 0,0 0-22 16,3-4-22-16,-3 4-23 0,0 0-16 0,0 0-11 16,0 0-13-16,-10 16-7 0,2-7-12 0,-3 3-9 15,-2 2-10-15,-5 6-6 0,-1 0-5 0,1 1-6 16,-2 3-4-16,0-2-4 0,1 2-4 0,-3-2 1 15,4 0-24-15,-1 0-20 0,0-3-17 0,5-3-16 16,0 0-13-16,3-4-36 0,2 0-27 0,0-6-41 16,1 2-175-16,3-5-359 0,0 2 159 0</inkml:trace>
  <inkml:trace contextRef="#ctx0" brushRef="#br0" timeOffset="124341.23">18088 13242 211 0,'4'-20'267'16,"0"6"1"-16,-1 0 1 0,-1 3 3 0,1 4 3 0,-1-3-35 15,2 3-33-15,-1 3-20 0,-3-1-19 0,2 3-20 16,-2 2-14-16,5-1-14 0,-5 1-14 0,11 9-6 16,-5-1-12-16,8 6-6 0,-2 1-11 15,4 5 7-15,2 4-16 0,4 0-15 0,1 0-9 0,1 3-26 16,-2 0-31-16,3-6-43 0,-4 1-41 0,0-3-66 16,0-2-59-16,-6-5-251 0,2 1-518 0,-2-6 230 15</inkml:trace>
  <inkml:trace contextRef="#ctx0" brushRef="#br0" timeOffset="124877.39">19021 12987 30 0,'4'-7'240'0,"1"5"-8"0,-1-3-2 0,1 3-14 0,-1-3-15 15,0 3-17-15,-4 2-21 0,4-3-17 0,-4 3-15 16,3-2-17-16,-3 2-20 0,0 0-12 0,0 0-6 15,0 0-11-15,-11 12-5 0,2-3-7 0,-9 5-6 16,-2 4-1-16,-5 6-7 0,-1 1-5 0,-2 1-3 16,-8 8-3-16,1 0-3 0,8-10 4 0,3 0-9 15,0-2-1-15,1 2-4 0,4-5-2 0,7-3 1 16,-1-2-2-16,4 0 2 0,2-4-4 0,2-3-1 16,0 4 8-16,2-5 6 0,3 2 25 0,3 1 2 15,2 0 7-15,4-1-1 0,1 1-2 0,6 2-4 16,1 1-6-16,7 3-6 0,2-3-2 0,1 4-2 15,-2-2-10-15,2 0 0 0,-1 1 0 0,-1-1-1 16,-1 1-8-16,-1-3 2 0,-7 0 0 0,0-1-3 16,-3-1-3-16,-1-2-4 0,-5-3 6 0,1 2-6 15,-3-2 0-15,-1-2-1 0,0 1 2 0,0-1 12 16,-2-1-7-16,2 0 3 0,-4-2 17 0,5 1-9 16,-5-1-1-16,1 4 1 0,-1-4-2 0,3 2-3 15,-3-2-13-15,0 0-18 0,0 0-23 0,0 0-31 16,0 0-41-16,0 0-88 0,0 0-98 0,0 0-197 15,0 0-530-15,0-11 234 0</inkml:trace>
  <inkml:trace contextRef="#ctx0" brushRef="#br0" timeOffset="126764.07">19405 13382 118 0,'0'0'156'0,"0"0"1"0,0 0-6 0,0 0-7 0,0 0-6 16,0 0-8-16,4-7-7 0,-2 4-13 15,-2 3-3-15,6-7-8 0,-2 3-4 0,-1-2-5 0,3-1-12 16,1-1-3-16,0-1-5 0,2 1-5 0,0-6 0 16,1 0-3-16,1-1-3 0,0-2-2 15,-2 0-3-15,5-4-5 0,-6 1 2 0,3-4-6 0,-2-1-7 16,-1-1-3-16,-3 10-1 0,0-2-3 0,3-6-2 16,-4 6 0-16,-1 1-2 0,0 3 1 0,-3 0-2 15,0 3 0-15,1 2-1 0,-1 0 1 0,0 4-2 16,0-2 3-16,0 2-6 0,2 1-2 0,-4 0-2 15,4 0-4-15,-2 4-14 0,-2-5-13 0,2 5 0 16,0 0-1-16,0 0 2 0,-7 9-2 0,0-1 6 16,1 5-2-16,-3 11 0 0,-1 0-3 0,2 5 6 15,-1 1-3-15,-1 3 6 0,2-1-2 0,-1 3 3 16,4-1-1-16,4 0 1 0,-2 0-2 0,2 0 5 16,2-3-3-16,3-1 8 0,4-5-4 0,-1-5 1 15,1-3 1-15,1-3 0 0,0-3 10 0,-1-2 14 16,1-2 4-16,2-1 12 0,1-4 14 0,-2 1 4 15,1-4 2-15,1-1 2 0,-2-3-2 0,0-2 0 16,-1 1 0-16,0-5 3 0,1 1-5 0,-5 1-10 16,-1-4-4-16,1 1-2 0,-1-1-6 0,-4 3-3 15,2-2 0-15,-2 1-5 0,-2 2 1 0,-2 4-5 16,3-2-3-16,-3 2-7 0,-2 0-2 0,-2 3-9 16,1-3-8-16,-4 4 1 0,1 0-17 0,0 1-10 15,1 1-16-15,-1 4-20 0,0-3-22 0,3 1-17 16,-1 0-20-16,5 0-28 0,-5 1-15 0,7-2-21 15,1-2-22-15,1 6-211 0,-1-6-454 0,0 0 201 16</inkml:trace>
  <inkml:trace contextRef="#ctx0" brushRef="#br0" timeOffset="127028.2">19917 12839 19 0,'1'-4'251'0,"3"1"-30"0,-2-1-27 16,0 3-19-16,-2 1-15 0,0 0-19 0,18 6-14 15,-9 1-14-15,5 6-8 0,0 8-12 0,1 5 7 0,2 7-12 16,2 14-3-16,-3 2 2 0,-4 5-9 0,-3 2-5 16,-4-2-8-16,-3 3-8 0,-8-1-2 15,-3-4-5-15,-6-1-2 0,-5-5-5 0,-6-3-5 16,-6-2-5-16,-10-1 0 0,-3-7-3 0,-7 1-19 0,-25 9-34 15,21-16-39-15,-28 8-46 0,21-15-63 0,-28 8-198 16,3-7-398-16,24-11 176 0</inkml:trace>
  <inkml:trace contextRef="#ctx0" brushRef="#br0" timeOffset="127630.5">16725 12852 124 0,'-18'19'126'0,"0"6"-3"15,-1 6-19-15,-6 22-4 0,-9 22 10 0,2 5 3 16,2 0 6-16,4-1-9 0,11-22-7 0,-4 25-2 16,12-29-13-16,2-2-11 0,5-4-2 0,5-9-6 15,8 12-6-15,7-6-2 0,6-4-6 0,6 0-5 16,10-9 0-16,5-4-24 0,11-9-44 0,31 6-71 15,-25-15-201-15,32-2-315 0,-4-2 140 0</inkml:trace>
  <inkml:trace contextRef="#ctx0" brushRef="#br0" timeOffset="128475.87">21292 13254 63 0,'0'0'167'0,"0"0"-5"0,0 0 2 16,0 0-6-16,0 0-2 0,0 0 1 0,0 0-12 15,0 0 1-15,0 0-9 0,0 0-7 0,0 0-7 16,0 0 2-16,0 0-12 0,0 0-6 0,0 0-4 16,0 0-6-16,0 0-1 0,0 0-16 0,0 0-6 15,8-3-7-15,-8 3-7 0,7 0-6 0,1 0-7 16,5-2 1-16,1 2-21 0,6-3-19 0,1 3-26 16,8-3-31-16,-1 3-32 0,3-1-45 0,-3 1-40 15,3 0-230-15,-11 0-429 0,-1-3 190 0</inkml:trace>
  <inkml:trace contextRef="#ctx0" brushRef="#br0" timeOffset="128620.24">21292 13464 78 0,'-6'3'204'16,"-1"2"-11"-16,2-1-18 0,4-3 2 0,1-1-11 15,10 5-19-15,8-4-13 0,11 0-24 0,7 3-67 16,20-8-102-16,-3 2-169 0,-2-1-247 0,-13 0 109 15</inkml:trace>
  <inkml:trace contextRef="#ctx0" brushRef="#br0" timeOffset="129776.96">23021 12783 25 0,'0'-13'248'0,"0"1"-8"0,0 4-20 16,0 1-19-16,1 1-23 0,-2 1-21 0,2 1-16 15,-1 4-16-15,0 0-14 0,0 0-15 0,0 0-11 0,-5 21-7 16,4-3-12-16,-4 7-7 0,-3 5-4 0,3 1-6 16,-4 2-5-16,1 1-5 0,-1 12-1 15,4 0-2-15,-5-12-5 0,6 0-1 0,-1-1-3 16,-1-2-2-16,0-3-2 0,0-2-6 0,2-8-1 0,3-6 0 16,1-1-3-16,-2 0 8 0,0-3 36 0,0-2 36 15,0 1 38-15,2-3 31 0,0-1 49 0,0-3 28 16,0 0-7-16,0 0-30 0,0 0-16 0,-5-19-21 15,5 2-17-15,-2 0-17 0,6-12-10 0,-2-3-18 16,-1-4-13-16,7-12-14 0,-1 2-14 16,1 1-3-16,0 10-22 0,1-14-9 0,6 3 2 15,-6 13-13-15,3-14-6 0,-3 14 1 0,-3 3 3 0,2 3 4 16,0 4-9-16,-2 6 6 0,-1 1-15 0,-1 5 3 16,2 1 1-16,1 1-6 0,1-1 3 0,1 5-2 15,3-1-1-15,7-1-7 0,3 4-34 0,7 1-18 16,3 3-27-16,-1 4-23 0,2 2-25 0,-1 1-33 15,-1 4-30-15,-3 1-29 0,-3 0-43 0,-3 1-33 16,-7-1-294-16,1-1-645 0,-5 0 287 0</inkml:trace>
  <inkml:trace contextRef="#ctx0" brushRef="#br0" timeOffset="130092.97">22953 12998 39 0,'-4'2'220'16,"4"-2"-15"-16,-5 5-11 0,3-4-11 16,2-1-19-16,0 0-16 0,-3 3-15 0,3-3-5 15,0 0-3-15,12 2-4 0,-1-4-10 0,11-1-10 16,7-3-11-16,5 3-5 0,18-5-10 0,-2 3-7 0,1-1-8 15,-10 1-4-15,-4 0-6 0,-1 0-5 0,-3 1-8 16,-3 0-6-16,-8 0-6 0,-4 4-11 16,-3-2-8-16,-3 2-14 0,-3 0-9 0,-3-2-6 15,-6 2-5-15,5 0-1 0,-5 0-8 0,0 0-21 0,-15 4-5 16,5 0-22-16,-2 0-17 0,-2-2-18 0,4 1-24 16,-3 4-156-16,0-5-325 0,3 1 143 0</inkml:trace>
  <inkml:trace contextRef="#ctx0" brushRef="#br0" timeOffset="130697.04">23882 13199 145 0,'0'0'186'16,"0"0"-14"-16,0 0-17 0,0 0-7 0,14-6-12 15,-6 0-9-15,2-2 0 0,-1 0-6 0,5-4-2 16,-1-2-4-16,6-5-5 0,0-3-3 0,0-2-3 15,-2 2-2-15,-2-3-3 0,2 1-7 0,-2-5-8 16,2 4-7-16,-6-5-8 0,4 3-6 0,-2-1-13 16,-2-2-1-16,1 1 0 0,-3 0 3 0,-2 2-2 15,-1 4 2-15,-2 5 2 0,1 1 9 0,-2 0-1 16,-2 5 3-16,0 2 0 0,2 1-3 0,-3 2-9 0,1 2 6 16,-1-2-24-16,1 3-1 0,-1 0-23 15,0 4-20-15,0-2-14 0,0 2-5 0,0 0 5 16,0 0 1-16,-11 14-1 0,5-4 7 0,-1 7 9 15,-1 2-6-15,-1 4-1 0,-1 4 0 0,1 1 5 16,2 3-1-16,-1 1 2 0,4-3 1 0,3 3 1 16,1-2-2-16,1 0 2 0,2 0 0 0,4-2 7 15,1 0-2-15,1-5 2 0,1-4 1 0,-1-5 0 16,-1 3 2-16,0-7-1 0,0 0 2 0,1-3 14 16,-1-2 15-16,-1-1 13 0,1-2 8 0,1-2 9 15,-2 0 5-15,-1-6 6 0,4 3 0 0,-1-5-11 0,-5 2-3 16,1-2-10-16,-1 1-5 0,-2-2-5 15,1 0-4-15,-3 1-2 0,0 3-10 0,-5-2-9 16,4-1-11-16,-6 4-10 0,1-1-11 0,-4 0-7 16,-2 2-16-16,3 1-10 0,-2-1-11 0,-1 2-20 15,3 1-25-15,-1-1-29 0,3 1-31 0,0 0-42 16,7 0-23-16,-9 1-236 0,9-1-504 0,0 0 222 16</inkml:trace>
  <inkml:trace contextRef="#ctx0" brushRef="#br0" timeOffset="130961.64">24485 12591 211 0,'0'-3'250'0,"1"1"-26"0,-1 2-25 0,7-2-22 15,-7 2-19-15,9 7-13 0,-4 2-13 0,9 6-12 16,-2 7-7-16,0 2-7 0,0 5-6 0,-2 1-8 15,-1 4-9-15,1 12-6 0,-7-11-2 0,-3 13-8 16,-5 2-3-16,-7-3-5 0,1 6-5 0,-10-6-5 16,-2 1-12-16,-1-5-18 0,-7-4-14 15,-1-3-17-15,-5-2-18 0,-4-3-26 0,-1-4-41 16,-1-5-41-16,7-7-56 0,-2-6-155 0,-1 2-376 0,1-7 166 16</inkml:trace>
  <inkml:trace contextRef="#ctx0" brushRef="#br0" timeOffset="131245.26">24030 12523 159 0,'-10'-1'164'0,"1"4"-12"16,-2 4-14-16,-5 4-12 0,-4 10-12 0,1 6-14 16,-3 4 0-16,-6 15 0 0,4 0-10 0,-1 5-8 15,6-1-5-15,-4 4-10 0,6-1 3 0,7 3-3 16,8-5-8-16,2-2-4 0,8-2-2 0,13-6-9 16,-3-9-6-16,11 4 6 0,1-11-6 0,15 0-10 15,3 0-42-15,7-8-52 0,4-7-63 0,-3-3-164 16,7-4-318-16,3-3 142 0</inkml:trace>
  <inkml:trace contextRef="#ctx0" brushRef="#br0" timeOffset="131602.2">25184 12942 5 0,'-6'0'219'0,"6"0"-5"16,-8 0-7-16,8 0-11 0,-6 1-10 0,6-1-17 15,0 0-10-15,-8 0-8 0,8 0-10 0,0 0-9 16,0 0-12-16,0 0-8 0,0 0-11 0,0 0-6 15,23 0-10-15,-2 0-6 0,8-1-9 0,4 1-8 16,3-1-3-16,2 1-7 0,12-2-6 0,-10 2-1 16,-6 0-6-16,-2 0-3 0,-4 0-5 0,-8 0-1 15,-3 0-5-15,-4 0-5 0,-3 0-9 0,2 2-14 16,-6-2-15-16,-2 1-16 0,-4-1-14 0,0 0-26 16,0 0-35-16,-18 5-55 0,7-3-59 0,-9-2-148 15,5 1-402-15,-1-1 179 0</inkml:trace>
  <inkml:trace contextRef="#ctx0" brushRef="#br0" timeOffset="132179.87">26122 12675 141 0,'1'-7'309'0,"2"0"-14"15,-2 1-16-15,1 0-19 0,-1 1-25 0,-1 3-26 16,1-1-14-16,-1 3-32 0,1-5-33 0,-1 5-18 16,0 0-11-16,0 0-13 0,2 17-10 0,-4-7-9 15,4 9-7-15,-5 6-9 0,1 2-3 0,-1 1-3 16,0 4-6-16,-4-2-5 0,2-2-1 0,1 1-3 16,-1 0-6-16,0 2-2 0,1-5-4 0,0 1 3 15,2-8-3-15,-1-2-4 0,2-6 2 0,-1-1-1 16,1-1 3-16,0-1-2 0,1-2 36 0,0-2 50 15,-2-1 51-15,2-3 34 0,0 0-13 0,0 0-25 16,0 0-13-16,-2-21-16 0,1 6-18 0,2-2-3 16,-2-3-11-16,1-6-12 0,0-3-7 0,1 0-6 15,1-4-10-15,0-1-2 0,3-15-5 0,1 2-2 16,2 2-8-16,2 2-2 0,-6 9-4 0,4 2-5 16,-1 7 7-16,2-1 8 0,-4 9-5 0,-1 3-4 15,1-1 0-15,0 3-7 0,2 3-2 0,-1-2-2 16,3 1-2-16,1 2-6 0,4-2-6 0,8 1-8 15,2 3-15-15,6-1-17 0,-2 5-34 0,0-1-36 16,6 4-41-16,-4 3-34 0,-1 0-35 0,-8-1-48 16,4 5-42-16,-4 0-35 0,-10-2-297 0,4-1-686 15,-4 3 303-15</inkml:trace>
  <inkml:trace contextRef="#ctx0" brushRef="#br0" timeOffset="132512.12">26158 12843 19 0,'-3'2'252'0,"-4"0"-14"0,4-1-21 0,3-1-9 15,-5 4-15-15,5-4-6 0,0 0-6 0,-4 3-8 16,4-3-13-16,0 0-10 0,0 0-11 0,0 0-10 15,0 0-10-15,0 0-15 0,24-5-8 0,-7 2-8 16,11-2-8-16,3 0-9 0,2-2-12 0,7 2 0 16,8-2-9-16,7-2-7 0,-1 1 2 0,-16 3-3 15,1 1-6-15,-4-1 0 0,-3 1-5 0,-12 1-4 16,0 0-2-16,-8 1 0 0,1 2-2 0,-5-3-5 16,0 3 0-16,-2 0-16 0,-1 0-15 0,-5 0-22 15,0 0-29-15,0 0-28 0,0 0-32 0,-19 3-35 16,10-3-37-16,-1 2-63 0,-3-2-142 0,4 3-433 15,0-1 192-15</inkml:trace>
  <inkml:trace contextRef="#ctx0" brushRef="#br0" timeOffset="133011.7">27373 12688 113 0,'-2'-4'227'16,"0"0"-17"-16,-3 0-21 0,0 1-18 0,3 1-23 16,-5-1-12-16,-2 3-13 0,-1 0-14 0,1 3-16 0,-4 2-8 15,-5 3-11-15,4 1-7 0,-5 0-8 16,0 3-7-16,4 0 1 0,-7 6-8 0,9-3-8 16,-3 5-3-16,4-6 0 0,-2 11-6 0,6-11 6 15,2 1-9-15,2-3 1 0,3 0-2 0,1-1-2 0,0-2 15 16,4-4 16-16,5 3 9 0,-3-3 5 15,7-2 1-15,-2 2 6 0,5-5 2 0,-4-1 3 16,7-3 9-16,-2 0-1 0,2-3 0 0,-3 0 5 16,2 0-8-16,-3-2 1 0,0 0 0 0,-3 4 0 0,-1-3 5 15,-2 2 5-15,0 0-2 0,0 0-3 16,-4 3-6-16,0 0 7 0,-2 1-29 0,2-1-6 16,-1 1-12-16,-4 2-15 0,9-2 19 0,-9 2-29 15,7 2 0-15,0 0-18 0,-2 1-21 0,3 1-12 0,0 1-42 16,1 1-35-16,-1 2-51 0,2-2-58 0,-3 0-68 15,-2-1-273-15,-1-1-604 0,0 0 267 16</inkml:trace>
  <inkml:trace contextRef="#ctx0" brushRef="#br0" timeOffset="133256.47">27637 12605 200 0,'6'-2'225'0,"-1"-1"-13"0,4 4-13 16,1 3-22-16,2 1-10 0,2 7-9 0,2 0-16 15,-3 3-14-15,5 4-8 0,-8 6-10 0,3 1-8 16,-7 1-7-16,-2 2-10 0,-4 4-7 0,-8-2-7 16,-2 2-9-16,-8 0-3 0,-9 9-6 0,6-11-27 15,-11 6-10-15,5-9-22 0,-9 4-27 0,4-11-15 16,0-1-30-16,-3-3-50 0,-1-2-85 0,-1-4-118 15,1-3-356-15,0-3 158 0</inkml:trace>
  <inkml:trace contextRef="#ctx0" brushRef="#br0" timeOffset="133544.01">27211 12281 28 0,'-18'5'186'15,"-1"2"-17"-15,-8 8-16 0,-1 4-14 0,-8 17-15 16,2 2-14-16,-2 2-4 0,4 11-10 0,1 0-6 15,7 2 4-15,6 2-2 0,14-1-12 0,8-1 1 16,10-1-5-16,13-3-2 0,6-3-8 0,28 15-6 16,-16-22-71-16,10-5-126 0,4-7-143 0,-3-9-302 15,0-3 133-15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6:53:58.98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2821 2554 78 0,'0'-5'214'0,"3"3"-2"0,-3 2-4 0,0-8-11 16,-3 5-4-16,3 3-10 0,0-6-5 0,0 2-6 16,0 4 0-16,0-8-1 0,0 8-8 0,0-4-2 15,0 4 0-15,0-5-4 0,0 5-8 0,0-4 7 16,0 4-10-16,0 0-14 0,0-4 5 16,0 4-2-16,0 0-6 0,0 0-11 0,0-5-8 15,0 5-9-15,0 0-2 0,0 0-19 0,0 0 2 16,0 0-16-16,0 0-8 0,0 0-1 0,0 0-6 0,0 0-17 15,0 0-15-15,0 0-19 0,0 0-32 0,0 0-32 16,0 0-17-16,0 0-3 0,-4 21 12 0,3-1 7 16,-3 6 8-16,-1 3 8 0,0 4 4 15,-3 1 11-15,3-1 0 0,0-2 6 0,-4 1 6 16,4-1 2-16,5-2 1 0,-4 0-1 0,0 0 6 16,3-2 3-16,-2-6 0 0,3-1 5 0,-1-3-1 15,-2-2 4-15,2-3-2 0,1 0 0 0,0-3 1 16,-2-1 2-16,0-2-4 0,2 1 6 0,-1-2 1 15,1-2-1-15,0 2 3 0,-4-2-1 0,4-3 1 16,0 5 2-16,0-5-2 0,4 2 4 0,-4-2-3 16,0 0-20-16,0 0-31 0,-13 0-28 0,13 0-37 15,-10-7-51-15,4 2-34 0,-3-6-63 0,1 2-214 16,-2-5-512-16,2-1 228 0</inkml:trace>
  <inkml:trace contextRef="#ctx0" brushRef="#br0" timeOffset="188.84">2601 2377 214 0,'4'-12'251'0,"4"3"-22"16,-1-1-22-16,3 0-23 0,3-1-19 0,4 0-16 15,6 2-5-15,5 0-26 0,0 1-16 0,3 7-28 16,-2 2-43-16,1 1-38 0,-10 5-52 15,7 5-38-15,-5 4-49 0,-8-3-115 0,-1 9-281 16,-5-2 126-16</inkml:trace>
  <inkml:trace contextRef="#ctx0" brushRef="#br0" timeOffset="347.47">2545 3043 158 0,'-4'5'244'0,"0"0"-6"16,1-1-6-16,0 0-9 0,0-3-7 0,3-1-15 15,0 0-7-15,13 4-6 0,0-6-16 0,6 0-5 16,13-3-28-16,2-2-14 0,16-5-29 0,-14 6-52 16,2-1-61-16,12-5-91 0,2-3-94 0,-19 4-183 15,2-1-418-15,1 2 185 0</inkml:trace>
  <inkml:trace contextRef="#ctx0" brushRef="#br0" timeOffset="1044.33">3645 2438 258 0,'1'-12'310'0,"2"0"-5"0,-2-5-2 16,2 6 4-16,-3 0-17 0,0 0-9 0,1 2-11 15,2 2-12-15,-3 1-19 0,0 0-26 0,-3 4-30 16,3 2-27-16,3-5-35 0,-3 5-57 16,0 0-45-16,0 0-4 0,0 0-1 0,-8 19-3 15,-1 3-2-15,0 9 0 0,-5 14 1 0,-4 1-1 16,3 4 2-16,-3-2-5 0,0 3 5 0,4-3 6 16,0-2-11-16,9-11 3 0,-2-1-1 0,4-2 3 15,-2 0-5-15,1-2 2 0,2-2 3 0,0-10-7 16,1 1 5-16,1-7-2 0,-3 0 0 0,3-5 6 15,-1 0-2-15,-2-2 20 0,3-1 11 0,-5-1-5 16,5-3-6-16,0 0-2 0,-24-11-1 0,11 3-2 16,-1-2-4-16,-6-2-5 0,-1-2-5 0,4 0 1 15,3 2 3-15,-2-1-7 0,-1 1-4 0,3 0 7 16,0 1-6-16,4 4-1 0,1 0 2 0,1 2 2 16,1 0 0-16,3 1-7 0,-1 1-11 0,2-1-29 15,-1 2-45-15,4 2-56 0,0 0-39 0,0 0-11 16,0 0-33-16,0 0-45 0,0 0-242 0,0 0-552 15,0 0 245-15</inkml:trace>
  <inkml:trace contextRef="#ctx0" brushRef="#br0" timeOffset="1404.09">3309 2701 137 0,'0'0'256'16,"-2"3"-16"-16,-1 0-14 0,3-3-10 0,0 0-12 16,0 0 2-16,-5 2-13 0,5-2-13 15,0 0-16-15,0 0-16 0,0 0-14 0,0 0-12 16,17-2-12-16,3 1-12 0,8-1-13 0,9 0-4 15,14-4-9-15,5-1-8 0,-2 3-6 0,-3-1-6 16,-11 0-5-16,-3 2-7 0,-5-1 3 0,-6 0-7 16,-4 3-2-16,-2-2-7 0,-8 3-3 0,0-2-2 15,-5 0 1-15,1 2-4 0,0-1 4 0,-2 1 18 0,-6 0-5 16,9 0 4-16,-9 0-5 0,5-2 0 16,-5 2-21-16,0 0-17 0,0 0-34 0,0 0-51 15,0 0-59-15,0 0-79 0,-14 7-288 0,14-7-558 16,-16 0 247-16</inkml:trace>
  <inkml:trace contextRef="#ctx0" brushRef="#br0" timeOffset="14931.23">5379 2570 98 0,'0'0'155'0,"0"0"-8"16,0 0-1-16,0 0 2 0,-1-5-3 0,1 5 3 16,0 0-1-16,0 0-3 0,0 0-3 0,0 0-6 0,0 0-2 15,0 0-12-15,0 0-5 0,0 0-13 0,0 0-7 16,0 0-6-16,0 0-10 0,1-5-7 16,-1 5-2-16,0 0-5 0,0 0-6 0,0 0-4 15,0 0-6-15,0 0-5 0,0 0-3 0,0 0-6 16,0 0-4-16,0 0-6 0,0 0-4 0,0 0-5 15,0 0-5-15,0 0-9 0,0 0-4 0,0 0-2 16,0 0-9-16,0 0 3 0,0 0 4 0,0 0-1 0,0 0-3 16,0 0-8-16,-1 11-5 0,1-11 2 15,0 0 1-15,5 5 1 0,-1-5 1 0,-4 0 2 16,10 2 1-16,-1-2 2 0,0 0-1 0,4-2 1 16,-3-1-2-16,5 1 1 0,-3 0-2 0,-1-3 3 15,2 0 3-15,-4 0-1 0,0-1 3 0,0 0 4 16,-3 1 7-16,2-1 13 0,-4 2 19 0,0-3 15 15,-1 1 6-15,0 2 5 0,-2-3 8 0,-1 2 1 16,-1 0-7-16,-2-2-7 0,0 2-8 0,-2 1-3 16,-1-1 4-16,-1 2-16 0,2-2-5 0,-7 4 0 15,-1-2-3-15,-1 5-16 0,-4-2 8 0,-2 2-2 16,2 3-2-16,-5 1 1 0,-3 3-2 0,6-1-1 16,-7 5 1-16,4 2-4 0,-1 1 0 0,-2 0-4 15,3 3-3-15,4-2 4 0,0 3 0 0,6-3-3 16,-2 4 2-16,3-4-2 0,2 0 3 15,3 6-3-15,1-5-3 0,3-1-2 0,1 2-6 16,6-4 0-16,1 2 0 0,3-1 2 0,11 4-11 16,4-6 13-16,5-2 0 0,8-3-3 0,15-1-2 0,5-5-8 15,3-4-6-15,0-3-13 0,-2-3-8 0,2-3-3 16,0 0-6-16,-5-2-8 0,-7 0-1 16,-8 3-8-16,1-1 5 0,-5-2-1 0,-2 2 7 15,-6-2 0-15,-2 3 13 0,-8 1 3 0,-1 1 12 16,-7 1 12-16,-3 2 25 0,2-3 8 0,-4 4 1 15,0-2 2-15,0 2-3 0,-4-1-1 0,0 4-1 16,0 0 1-16,-4-5-6 0,4 5 2 0,-5-3-3 16,5 3-2-16,0 0 2 0,-8-1-4 0,8 1 0 15,0 0-1-15,-9 0 2 0,9 0-2 0,0 0 0 16,0 0-3-16,0 0-1 0,0 0-9 0,0 0 0 16,0 0-3-16,-5 4 1 0,5-4 0 0,0 0 4 15,0 0-1-15,0 0 4 0,0 0 1 0,0 0 3 16,0 0 6-16,0 0 3 0,0 0 5 0,0 0 3 15,0 0 8-15,0 0 1 0,0 0 5 0,0 0-1 16,0 0 5-16,0 0 5 0,0 0-7 0,0 0 9 16,0 0 2-16,0 0-2 0,0 0 3 0,0 0-1 15,0 0-5-15,0 0 5 0,0 0-7 0,0 0 1 16,0 0-6-16,0 0 7 0,0 0-10 0,0 0 10 16,0 0-3-16,0 0 9 0,0 0 6 0,0 0-12 15,0 0 22-15,0 0 2 0,0 0-20 0,-2-7 6 16,2 7-3-16,0 0-2 0,1-7-4 0,-1 7-4 15,4-3-5-15,-4 3-3 0,1-4-1 0,-1 4-1 16,0 0 0-16,0-5 1 0,0 5 4 0,0 0-5 16,-1-5 6-16,1 5-10 0,-1-3-6 0,1 3-2 15,-6-4-4-15,0 1 3 0,1 1-5 0,-3 0-4 16,1 1-3-16,-5 2-5 0,-1-1-1 0,-3 3 2 16,-3-2 6-16,0 4-3 0,-1 0-5 0,1 5 2 15,2-1 2-15,-2-1-5 0,2 1 3 0,0 1 3 16,2 1-2-16,3 0 4 0,3-2-4 15,0-1 4-15,4-1-13 0,-1 2-8 0,2 0-2 16,2-2-8-16,4 0 12 0,-2-1 2 0,5 0 3 16,3-2 9-16,3 0-6 0,4-1 6 0,4-3-1 0,0-2 2 15,7-3 6-15,-4-1-6 0,6-5 4 0,0-2 4 16,-1-5 0-16,-2-1-8 0,0-3 20 0,-1-3-3 16,-1-4 1-16,4-12 3 0,-10 8-5 0,6-13 2 15,-8 12 6-15,-1-9 10 0,-1 10 12 16,-3 0 15-16,-2 2 20 0,-4 1 12 0,1 4 18 15,-2 5 7-15,0 1 5 0,-4 1-2 0,-3 4 2 16,3 5-7-16,1 1-8 0,-2 3-13 0,2-1-6 0,0 2-5 16,-1 1-12-16,1 1-7 0,0-2-12 0,0 5-29 15,0-5-26-15,0 5-25 0,0 0-31 16,-4-3-28-16,4 3 4 0,0 0-5 0,-1 17 12 16,1-5 22-16,-3 6 11 0,2 2-2 0,-3 4 2 15,2 7 18-15,-1-2-1 0,0 2 4 0,1 0-4 16,1 2 5-16,-2-2 3 0,2 0 5 0,2 2 7 15,-1-5 3-15,-1 3 4 0,0-8-1 0,2 7-3 16,-1-5 2-16,0-7-6 0,-1-1-11 0,1 0 15 16,0-4-12-16,0-1 20 0,0-2 3 0,0-2-2 15,0 1 1-15,1-2-6 0,-1-4 0 0,0 4 3 16,1-3 0-16,-1-4 9 0,-1 8-5 0,1-8 6 16,4 2 3-16,-4-2 11 0,0 0 1 0,0 0 5 15,1 6 0-15,-1-6 5 0,0 0-3 0,0 0-13 0,21-10-43 16,4 0-73-16,3-3-100 0,2-1-122 15,0-5-387-15,11-10-763 0,0 1 338 0</inkml:trace>
  <inkml:trace contextRef="#ctx0" brushRef="#br0" timeOffset="15632.38">6644 2269 264 0,'1'-13'285'0,"2"1"-9"0,-3 5 0 0,1-3-6 15,1 1-15-15,-2 4-17 0,0-3-7 0,-2 4-10 16,4-1-22-16,-1 1-26 0,-1 0-10 0,0 0-24 15,0 4-18-15,0 0-30 0,0 0-27 0,0 0-11 16,0 0-3-16,-4 14-7 0,0 5-3 0,-5 10-4 16,-2 15-1-16,-1 4-2 0,-3 3-2 0,0 1-2 15,-2 3-2-15,2-3-5 0,-1 0 3 0,6-6-6 16,1-11 4-16,3-1-3 0,1-1-2 0,2-5 1 16,-2 0-4-16,5-2 1 0,-4-12-3 0,3 4-2 15,-2-9-2-15,2 2 4 0,-2-6-2 0,3-1 4 16,-1 2 26-16,1-1 23 0,-1-2 24 0,1-3 18 15,0 0-3-15,0 0-10 0,-13-3-9 0,5-1-18 16,2-3 0-16,-4 3-9 0,-3-5-13 0,0 2-2 16,3 4-9-16,-3-5-3 0,-3 0-30 0,5 2-12 15,-1 2-30-15,2-2-22 0,0 0-26 0,4 3-15 16,-4 1-27-16,5-2-33 0,0 0-47 0,1 0-76 16,0 0-329-16,4-2-668 0,0-1 296 0</inkml:trace>
  <inkml:trace contextRef="#ctx0" brushRef="#br0" timeOffset="15985.07">6391 2570 236 0,'-4'1'243'0,"4"-1"-19"0,0 0-18 16,-5 2-12-16,5-2-14 0,0 0-9 0,0 0-18 15,-2 3-15-15,2-3-14 0,0 0-9 0,0 0-12 16,0 0-6-16,25 0-13 0,-4-2-10 0,12-1-5 16,4 2-5-16,14-6-12 0,2 1 0 0,4 3-2 15,-1-3-10-15,-1 2 1 0,-16 2-8 0,0 1-1 16,-2-1-4-16,-6 2-1 0,-2-2-7 15,1 2 3-15,-12 0-6 0,-3 2-13 0,-5-2-7 16,-2 0-5-16,-1 0-14 0,0 2-5 0,-2-2-4 16,-5 0 6-16,0 0-18 0,0 0-25 0,0 0-37 0,0 0-36 15,-17 7-40-15,12-6-193 0,5-1-404 0,-7 3 179 16</inkml:trace>
  <inkml:trace contextRef="#ctx0" brushRef="#br0" timeOffset="16428.43">7987 2578 288 0,'0'0'276'0,"-1"-7"-26"0,1 7-19 0,-3-2-24 16,0-2-18-16,0 2-20 0,-1-1-11 0,-5 0-21 16,4 2-8-16,-6 0-15 0,-2 2-7 0,0 2-15 15,-5 1-13-15,-1 2-2 0,-5 1-10 0,2 4-10 16,4-3-5-16,3 4-6 0,-2 0-4 0,3 0-5 16,0 1-3-16,1-1-6 0,6 2 2 0,0-3-2 15,5 2-2-15,-1-2-3 0,6 0-2 0,0-2-1 16,5 4 4-16,1-4 0 0,6-1-2 0,2-1 3 15,5-2-3-15,-1-2-11 0,0-3 6 16,-1 0 2-16,2-3-2 0,-2 0-1 0,-2-4-2 16,0 0 11-16,-4-3 2 0,-1 5 3 0,-3-10 2 15,-2 4-8-15,-4-1 1 0,1 0-2 0,-4-4-2 0,-2 5-2 16,-4-5-2-16,1 5-2 0,-5-3-1 0,1 4-3 16,-3-4-5-16,-1 8 5 0,-3-5-10 0,1 5-10 15,1 0-12-15,1 2-18 0,1 0-33 0,0 2-33 16,1-3-47-16,4 4-64 0,0 1-270 15,6 0-526-15,-7-4 233 0</inkml:trace>
  <inkml:trace contextRef="#ctx0" brushRef="#br0" timeOffset="17362.22">8330 2186 214 0,'2'-5'301'0,"-2"0"-14"0,0 5-23 16,4-6-30-16,-4 6-22 0,1-6-26 15,-1 6-24-15,0 0-26 0,0 0-16 0,0 0-16 16,0 0-10-16,0 30-7 0,-6-2-8 0,1 1-8 16,-2 5-5-16,-4 11-9 0,-4 5-3 0,0-2-5 15,-1 5-5-15,3 0-2 0,-2 0-1 0,2-6-8 0,5-12 2 16,2 0-3-16,1-1-7 0,2-3-2 15,2-2 1-15,2-4 0 0,2-4 9 0,-2-5-9 16,3 0 12-16,1-4 7 0,-4-3 6 0,6 1 12 16,-2-3 9-16,0-2 18 0,0 0 22 0,-5-5 6 15,13 2 2-15,-13-2-2 0,0 0-6 0,23-9-16 16,-12 0-8-16,-4 1-8 0,-1-4-21 0,3-3-23 16,-5 1-20-16,-2-6-23 0,-2 2-10 0,-2-2-12 15,-8-4-5-15,-4 2 0 0,-5 2 4 0,-2 3 9 16,-1-3-8-16,-2 4 5 0,6 6 12 0,0 1-1 15,2 0 3-15,3 3 10 0,4 1-1 0,0 0-6 16,4 1 4-16,0 1-4 0,3 2 8 0,2 1-2 16,20-1 2-16,10-1 3 0,20 2-14 0,5-1-47 15,10 1-63-15,26-4-85 0,0-1-126 0,-30-4-233 16,4 1-611-16,2-7 271 0</inkml:trace>
  <inkml:trace contextRef="#ctx0" brushRef="#br0" timeOffset="18547.95">10411 2370 3 0,'3'-3'241'16,"-2"-1"-19"-16,-1 4-11 0,3-5-19 0,-2 2-17 15,3-1-9-15,1 1-20 0,0 1-16 0,0-1-12 16,0 2-11-16,6 0-10 0,1-1-7 0,1 4-8 15,5 0-4-15,-1 3-8 0,0 5-2 0,2-1-6 16,2 8-5-16,-1 2-6 0,2 1-3 0,-4 3 1 16,0 1-4-16,-4 4-8 0,0 0 1 0,-4-2-6 15,-3 3 0-15,-6-2-3 0,2 1-2 0,-6-1-2 16,0-9-1-16,-2 2 2 0,-1-1 6 0,-1-2 4 16,-4-4 6-16,5-3 6 0,-6 0 8 15,5-4 2-15,-4 2 11 0,5-4 29 0,-3 1 25 0,0-4 20 16,9-1 12-16,-13-5 8 0,4 0 0 15,3-3 0-15,2-1-7 0,0-8-12 0,4-5-17 0,5-5-10 16,5-5-13-16,2-1-14 0,12-15-17 0,3 4-5 16,1 2-4-16,-7 15-7 0,-1-1-6 0,2 1-10 15,-3 5-2-15,-2 1-3 0,-5 7-7 16,-2 6-3-16,-2-3-6 0,1 5-23 0,-1-1-36 16,-2 5-48-16,-2-1-20 0,4 2-17 0,-8 1-26 15,10 4-15-15,-10-4-10 0,8 10-14 0,-6-1-14 16,-2 3-21-16,-1 5-29 0,1-5-46 0,-6 5-260 0,3 1-605 15,2 1 268-15</inkml:trace>
  <inkml:trace contextRef="#ctx0" brushRef="#br0" timeOffset="18724.59">10940 2663 78 0,'2'5'397'15,"1"-3"-8"-15,-3-2-18 0,0 0-15 0,3 5-22 16,-3-5-15-16,0 0-29 0,0 0-16 0,0 0-24 15,0 0-25-15,4 5-20 0,-4-5-22 0,0 0-25 16,0 0-34-16,0 0-75 0,0 0-42 0,6 0-63 16,-6 0-58-16,0 0-59 0,0 0-75 0,14-5-322 15,-9 2-617-15,-5 3 273 0</inkml:trace>
  <inkml:trace contextRef="#ctx0" brushRef="#br0" timeOffset="19099.41">11288 2457 106 0,'1'-4'450'0,"-1"4"-18"0,3-7-31 16,-2 2-44-16,-1 5-35 0,3-3-32 0,-3 3-27 16,0 0-32-16,2-5-29 0,-2 5-19 0,0 0-31 15,0 0-12-15,0 0-17 0,8 10-10 0,-3 0-12 16,-4 1-13-16,3 1-1 0,0 0-13 0,0 5-4 15,0 1-17-15,-1-2 0 0,1 0-3 16,1 0-7-16,-1 1-2 0,-1-6-2 0,-2-1-1 0,1-2-2 16,0 0-5-16,-1-2-9 0,0-1 3 0,1 0-1 15,-1-2 2-15,0-1 11 0,-1-2 39 16,3 5 33-16,-3-5 31 0,2 3 36 0,-2-3-18 16,4-8-19-16,2-1-19 0,2-2-15 0,4-5-3 15,4-6-13-15,1-3-23 0,2-3-14 0,-1 2-17 16,0 1-14-16,0-1-12 0,-4 6 0 0,-3 3-3 0,-2 5-7 15,-2 1-12-15,-1 4-25 0,-1 1-26 0,-1 1-41 16,0 1-59-16,1 0-60 0,-5 4-28 16,0 0-7-16,0 0-26 0,11 12-22 0,-8-2-73 15,-3-1-291-15,1 1-726 0,2 1 321 0</inkml:trace>
  <inkml:trace contextRef="#ctx0" brushRef="#br0" timeOffset="19260.32">11617 2659 337 0,'0'0'437'0,"0"4"-4"16,0-4-10-16,0 4-7 0,0-4-8 0,-1 3-13 16,1-3-21-16,0 0-32 0,0 0-31 0,-1 5-32 15,1-5-33-15,0 0-44 0,0 0-55 0,0 0-76 16,0 0-94-16,0 0-101 0,0 0-76 0,0 0-92 16,23-11-405-16,-13 6-756 0,-1-1 335 0</inkml:trace>
  <inkml:trace contextRef="#ctx0" brushRef="#br0" timeOffset="19785.05">13350 2356 213 0,'0'0'333'0,"2"-4"-22"0,-2 4-19 16,0 0-29-16,0 0-23 0,0 0-25 15,0 0-24-15,0 0-22 0,0 0-25 0,0 0-24 16,0 0-12-16,0 0-10 0,-10 11-10 0,2-2-13 16,-6 3 32-16,-4 8-11 0,-2-3-13 0,-1 2-20 15,-1 3 7-15,-1 0 8 0,1-1-18 0,3 1-9 16,-4-1-5-16,3 1-4 0,1-4-23 0,3-1-21 16,0 2-27-16,0-6-27 0,4 1-33 0,-5-2-24 15,4 0-38-15,4-5-56 0,-1 0-81 0,0-7-152 16,2 3-477-16,4-3 210 0</inkml:trace>
  <inkml:trace contextRef="#ctx0" brushRef="#br0" timeOffset="19991.87">13030 2392 333 0,'1'-11'449'0,"-1"5"-15"0,1-5-9 16,-1 6-22-16,-1-1-31 0,0 1-36 0,1 5-34 15,2-6-35-15,-2 6-32 0,0-6-31 0,0 6-27 16,0 0-15-16,0 0-18 0,14 15-16 0,-4-2-8 15,8 9-8-15,2 1-15 0,2 3-4 0,5 2-15 16,10 5-4-16,-1 3 0 0,1-4-17 0,-8-8-31 16,1 1-25-16,-6-2-34 0,4-3-45 0,-5-1-47 15,-4 0-54-15,-3-7-68 0,-2 2-62 0,-8-6-380 16,-2-1-747-16,0-4 331 0</inkml:trace>
  <inkml:trace contextRef="#ctx0" brushRef="#br0" timeOffset="22973.28">16243 2273 186 0,'0'0'307'0,"-1"-4"-9"0,1 4-14 16,0-4-15-16,0 4-16 0,-3-6-25 0,3 6-26 15,0 0-25-15,0 0-13 0,0 0-37 0,0 0-18 16,0 0-12-16,0 0-17 0,0 0-2 0,-5 20-11 16,4-11-9-16,-3 4-7 0,4 0-5 0,-5 3 0 15,4 0-7-15,-3-2-4 0,0 3-3 0,2 0 1 16,-1-2-3-16,0 2-4 0,2-2-7 0,1-1 5 16,-4-5-4-16,4 3 0 0,-1-2-3 0,0-3 1 15,-1-2 0-15,1 2-2 0,1-2-2 16,-3-2 3-16,3 1-1 0,-2-1-1 0,2-3 2 0,-1 6-4 15,1-6 4-15,0 0 1 0,0 0-7 0,0 0-8 16,0 0-34-16,0 0-35 0,-8-13-45 0,4 2-44 16,2 1-43-16,-1-7-53 0,1-1-217 0,-1-1-506 15,4-10 225-15</inkml:trace>
  <inkml:trace contextRef="#ctx0" brushRef="#br0" timeOffset="23133.98">16229 2081 106 0,'1'-6'298'0,"2"0"-2"0,-2 1-11 0,2-1-25 16,-3 3-11-16,1-1-42 0,-1-1 1 0,1 2-27 16,2-1-15-16,-3 4-23 0,0-5-37 15,0 5-44-15,0-3-42 0,0 3-26 0,0 0-31 16,0 0-35-16,0 0-44 0,15 4-36 0,-12-1-216 16,-3-3-397-16,0 0 175 0</inkml:trace>
  <inkml:trace contextRef="#ctx0" brushRef="#br0" timeOffset="23595.44">16804 2167 101 0,'0'0'253'0,"0"0"-21"16,0 0-23-16,0 0-18 0,0 0-22 0,0 0-12 16,0 0-22-16,0 0-12 0,0 0-15 0,0 0-5 15,0 7-15-15,0-7-9 0,-15 6-4 0,5-2-11 16,-2 4-4-16,2-2-8 0,-3 4-3 0,-2-3-5 16,2 3-4-16,-2 0-6 0,3-3-1 0,2 0 0 15,2 0-7-15,2 2-7 0,-2-3-2 0,4 5 0 16,-1-3-1-16,4 0-1 0,2-1 1 0,8 1 0 15,-4 0 0-15,8 0-1 0,4 1 1 0,1 1-3 16,11 2-3-16,-1-2-2 0,3 2 0 0,0 0-3 16,-1-2 2-16,-3 2-2 0,0-2 6 0,-7 2-6 15,-7-1-3-15,5-3 1 0,-10-1-4 0,1 1 2 16,-3 1 2-16,-4-1 4 0,-3-1 9 0,-5 0 6 16,-2 3-3-16,-7-3 2 0,-11 0-1 15,-2 1 1-15,-3-1-3 0,2 0 1 0,-5-3 0 16,3 2-1-16,2-2 0 0,7-3-3 0,0 3-2 0,7-3-2 15,1 0 1-15,2-1 1 0,5 0-1 0,0 0-12 16,2 0-24-16,5 0-31 0,0 0-50 0,0 0-62 16,0 0-274-16,38-1-478 0,-7-7 212 15</inkml:trace>
  <inkml:trace contextRef="#ctx0" brushRef="#br0" timeOffset="24763.08">18901 2181 135 0,'-7'-6'213'16,"0"1"-16"-16,-2 2-16 0,0-2-23 0,-5 2-9 15,4 2-14-15,-4 1-11 0,-3 2-13 0,-4 0-10 16,2 3-12-16,-1 0-8 0,1 4-7 0,1 2-7 15,0 0-5-15,1 3-9 0,4 0 0 0,0 1-10 16,1 3 2-16,2-3-8 0,6-1 3 0,-1-2-15 16,5 0-2-16,0-2-6 0,4-1 1 0,1 1-1 15,4-5-1-15,0-1-2 0,5-3 1 0,5-4-3 16,0 1-1-16,2-3-3 0,4-6 2 0,-7 3-3 16,0-5 0-16,0 4 4 0,1-9 6 0,-1 2 10 15,-5 1 7-15,-3 3 15 0,3 0 13 0,-7 2 15 16,1 3 8-16,-3 2-2 0,0 0 1 0,-1-2-14 15,1 5-8-15,-1-2-1 0,-2-2-17 0,0 5-14 16,-1 1-23-16,0 0-8 0,0 0 4 0,0 0-6 16,4 17 4-16,-8 0-1 0,4 1 2 0,-2 10 3 15,-2 0 20-15,0 5 10 0,-1-1-8 0,4 1-2 16,-2-1-1-16,2 3 0 0,-2-1 0 0,2-1-2 16,0-4-2-16,-2 2-5 0,2-3 2 0,-2-4 0 15,-1-5 0-15,2-3-6 0,-1-1 2 0,-2-4-5 16,0-2-2-16,0 0 2 0,-3-2 4 0,-1 0-1 15,-1-5-1-15,1 1 3 0,-3-6-5 0,-3 1-8 16,0-4 9-16,-2 0 1 0,0-5-3 0,1 1 2 16,0-5 0-16,4 0-10 0,-1-10 10 0,3 0 1 15,1-5-2-15,12-1-13 0,3 1 5 16,7 0 1-16,3-2-5 0,6 3 1 0,11-5-1 0,-5 8 0 16,13-6 1-16,5 6 0 0,3-3-4 0,5 9 6 15,-1-1-3-15,-2 5-1 0,-1-1 2 0,-13 9 3 16,13-9-4-16,-17 9 5 0,-1 2-6 0,-5 1 7 15,-4-2-1-15,-6 2 9 0,-3 2 10 16,-4 1 3-16,1 0-14 0,-3-1 6 0,-8 3 9 16,10-2-7-16,-4 1 3 0,-6 1-3 0,7-2-3 0,-7 2-4 15,6-3-1-15,-6 3-5 0,0 0-1 0,4 10 8 16,-4-5-10-16,0-5 2 0,0 12 1 0,-2-2-1 16,-1 4-1-16,-2-3 1 0,1 1 0 15,2 5 2-15,-2-1-4 0,0 2 7 0,3-3-8 16,-2 1 6-16,3-5-2 0,0 1 1 0,-1-2-3 15,-2-1 4-15,3-3-3 0,-1 1 2 0,1-3 0 16,-1 1 4-16,1-5-16 0,0 5 20 0,0-5-3 0,-1 5 9 16,1-5-5-16,0 0 3 0,0 0 2 0,-3 6 7 15,3-6-4-15,0 0-17 0,0 0-21 16,0 0-27-16,-5-16-27 0,1 8-40 0,2-3-37 16,-1 0-55-16,0-6-64 0,0 1-257 0,0 1-568 15,-1-2 252-15</inkml:trace>
  <inkml:trace contextRef="#ctx0" brushRef="#br0" timeOffset="24922.08">19338 2042 189 0,'1'-4'297'0,"2"0"-9"0,0 0-14 0,-2 0-21 16,2 0-16-16,-3 4-24 0,6-5-23 0,-2 2-23 16,-2 1-26-16,-2 2-3 0,8-4-14 0,-3 1-39 15,0 3-37-15,-5 0-44 0,12 3-41 0,-12-3-46 16,10 5-54-16,-5-1-84 0,-2-2-141 0,0 3-392 15,-3-5 173-15</inkml:trace>
  <inkml:trace contextRef="#ctx0" brushRef="#br0" timeOffset="25278.1">19645 2138 95 0,'0'0'393'0,"0"0"-31"0,0 0-31 15,8 2-24-15,-8-2-28 0,0 0-40 0,3 5-18 16,-3-5-27-16,0 0-26 0,0 0-20 0,4 8-13 16,-1-3-14-16,-1 0-13 0,0 4-10 0,1 0-6 15,1 4-9-15,0 3-8 0,-4-1-8 0,4 2-12 16,-4-2 0-16,1 1-11 0,1-1-2 0,1 0-1 16,-3-4 0-16,0 1 2 0,4-3-14 0,-4 0-5 15,0-2 0-15,0-2 4 0,0-1-3 0,0-4 11 16,1 8 35-16,-1-6 44 0,3 1 41 0,-3-3 38 15,0 0 36-15,0 0 16 0,0 0-28 0,9-13-23 16,-4 5-19-16,5-6-17 0,-1 1-22 0,4-5-16 16,4-2-16-16,-2 1-22 0,3-3-17 0,-7 8-13 15,1 1-17-15,-3 4-20 0,-1 0-24 16,0 2-25-16,0 1-42 0,0-1-45 0,-1 2-41 0,2 0-41 16,4 1-38-16,-4 1-39 0,2 3-36 0,2 3-43 15,1-1-70-15,-1 0-266 0,0 2-752 0,1 0 334 16</inkml:trace>
  <inkml:trace contextRef="#ctx0" brushRef="#br0" timeOffset="25911.48">20092 2342 227 0,'0'0'296'0,"0"0"1"0,0 0-4 0,0 0-20 15,0 0-29-15,0 0-25 0,0 0-22 0,16-11-25 16,0 7-15-16,0-1-21 0,5 0-20 15,6-2-12-15,1 0-10 0,1 0-22 0,1-1-12 16,-1 0-12-16,-3-2-7 0,-1-4-8 0,2 2-4 16,-4-1-4-16,-5 2-5 0,-3 1-1 0,-1-2-3 15,2 3 0-15,-10 0-1 0,3 0 3 0,-5 0 2 0,0 0-2 16,-5 3 3-16,1-3-6 0,-4 6-2 0,-4-6-9 16,-2 4 4-16,-2 2-2 0,-2-2 0 15,-2 4-2-15,-5 1-4 0,3 3 3 0,-1 0-2 16,0 0 4-16,-3 4-4 0,4 2-3 0,1 0-2 15,1 0 3-15,2 3 1 0,0 2 2 0,4 1-2 16,0 2 5-16,3 0 0 0,5-1-2 0,3 2 1 16,3-2 0-16,2 0 0 0,6 0 2 0,2-3-7 15,2-2 3-15,0-1-2 0,3-1 3 0,1-1 0 16,6-3 2-16,-7-3-12 0,0 0 9 0,-1-6 1 16,2 0-3-16,1-2 6 0,-6-6 8 0,2 2 20 15,-2-1 14-15,2 0 14 0,-2-5 24 0,-1 3 11 16,-4-3 20-16,2 0 11 0,-2 0 7 0,-1 3 18 15,-4 4 9-15,0 2 10 0,0 1-9 0,-1 2-9 16,1 0-15-16,-2 1-12 0,-2 0-19 0,-1 3-14 16,4-4-10-16,-4 4-21 0,3-3-30 0,-3 3-24 15,0 0-39-15,0 0-7 0,0 0 2 0,0 0 1 16,-3 20 4-16,2-11 8 0,-6 8-2 0,2 2 2 16,-4 0 2-16,4-2-4 0,0-2 8 0,1-5-5 15,-1 0-14-15,1-1 26 0,0-1-4 0,4-4 8 16,-2 0-5-16,-1 0 25 0,3-4 25 0,-1 5 26 15,1-5 3-15,0 0-6 0,0 0-8 0,18-15-4 16,-9 9-6-16,1-2-10 0,0-5-1 0,1 5-1 16,-1 0-2-16,-1 2-11 0,-2-1 0 0,-1 3 0 15,1 1-5-15,-2 0-9 0,-1 2-1 0,1 0-5 16,-5 1-2-16,13 3-1 0,-3 2-16 0,0 4-21 16,4 1-24-16,-1 2-28 0,0 2-41 0,2 0-52 15,0 2-51-15,-2 0-71 0,4 3-138 0,0-8-271 16,-3-2-776-16,-1-4 343 0</inkml:trace>
  <inkml:trace contextRef="#ctx0" brushRef="#br0" timeOffset="27420.43">22971 2097 81 0,'1'-5'211'0,"-1"5"-9"0,3-3-5 0,-3 3 23 0,2-7-10 16,1 2-25-16,-3 5-10 0,-4-3-25 0,0 1-16 15,-3 0-16-15,-5 2-10 0,-5 0-10 0,0 4-14 16,-4-1-5-16,-5 2-10 0,0 4-8 0,-1 1-5 16,-1-2-6-16,2 4-5 0,0 5-7 0,3 2-2 15,1-1-3-15,1 0-4 0,4 2 2 0,6-6-10 16,2-2 3-16,5 1-2 0,1-1 0 16,5-3-1-16,1 1 5 0,2-3 1 0,4 0 4 15,2-3-6-15,8 0 3 0,2-4-3 0,3 0 1 0,-5 0 1 16,8-3 3-16,-4-2 3 0,-1-2 1 15,-2 4-2-15,1-4 4 0,-2-2 5 0,-2 4 10 16,-6-2-2-16,2 4-3 0,-3 0 26 0,-5 1 1 16,5-2-8-16,-6 4-6 0,1-3-6 0,0 1-12 15,-1-1 0-15,-4 3-16 0,0 0 0 0,0 0 1 16,13 3-12-16,-12 2-11 0,3 0 10 0,0 2-2 16,-3-1 1-16,3 0 11 0,-1 3-14 0,-1-1 0 15,2 1 0-15,1 1-2 0,-1-3 1 0,1 3 2 16,-2-4 1-16,1 0-5 0,-2 0-2 0,3-2 7 15,-1 1 4-15,0-4 15 0,0 2 27 0,1-2 27 16,1-1 4-16,1-3 3 0,3 1 4 0,-3-3-1 16,5 0 2-16,-1-2-5 0,2-5-5 0,2 2-9 15,-2-4-8-15,8-4-2 0,-2-3-10 0,-4 9-6 16,1-3-7-16,-1 3-1 0,-2 2-5 0,-3 2 5 16,-2 2 5-16,-2-2-4 0,-2 4 0 0,2-1-8 15,1 0-2-15,-5 2-7 0,1 2-4 0,-1-2-9 16,0 0-6-16,-2 3-8 0,0 0 2 0,0 0-1 15,11 5-6-15,-5-2-4 0,1 5-2 0,-1 1 1 16,1 3-6-16,-1-3 0 0,2 3 0 0,-1-3 1 16,0 1 10-16,-1-2-5 0,-1-1 2 0,0 2 0 15,-1-4 8-15,-1-2-6 0,-1 0 5 0,2 1 3 16,-4-1 4-16,0-3-1 0,4 5 7 0,-3-5-7 16,-1 0 7-16,0 0-5 0,0 0 4 0,0 0-5 15,4 3-14-15,-4-3-18 0,0 5-42 0,0-5-69 16,0 0-103-16,0 0-154 0,0 0-385 0,0 0-843 15,0 0 373-15</inkml:trace>
  <inkml:trace contextRef="#ctx0" brushRef="#br0" timeOffset="29876.48">6248 4732 160 0,'1'-8'225'0,"-1"2"5"0,3 1 3 0,1-5-3 15,-3 3-7-15,0-3-1 0,2 3-4 0,-2-1 0 16,3 0-15-16,-4 2-4 0,4 0-11 0,-4 2-17 15,0-1-3-15,1 3-30 0,-1 2-16 0,0-6-18 16,0 6-34-16,0 0-35 0,0 0 0 0,0 0-4 16,0 18-5-16,-1 1-3 0,-7 8-1 0,2 7-1 15,-6 14-6-15,2 0 5 0,-4 5 0 0,0-4-9 16,4 2 0-16,-2-5 7 0,1-2-9 0,3-8 4 16,3-2-1-16,0-5-3 0,1 3 2 0,-1-6-4 15,4-5-1-15,-2-4 0 0,1-2 6 0,0-4-2 16,2-1-6-16,-1-4 3 0,1-1 2 0,-1-1 30 15,1-4 34-15,-2 7 34 0,2-7 26 0,2 3 16 16,-2-3-19-16,0 0-43 0,-2-18-22 0,4 9-24 16,0-8-39-16,1 0-33 0,2-3-34 0,1-6-37 15,-1-3-30-15,0-2-35 0,5 0-37 0,-4-3-33 16,4-11-42-16,-2 10-277 0,-2 1-602 0,4-12 267 16</inkml:trace>
  <inkml:trace contextRef="#ctx0" brushRef="#br0" timeOffset="30107.64">6271 4547 70 0,'0'-2'245'15,"0"2"-14"-15,-1-7-9 0,1 7-13 0,0 0-11 16,-4-3-11-16,4 3-19 0,5-5-15 0,0 1-17 16,4-1-12-16,9 1-14 0,0-1-8 0,13-3-9 15,3 3-6-15,4-3-8 0,12-1-9 0,7 0-2 16,-4 4-10-16,-2 0-4 0,-11 3-10 0,-4-1-13 15,-3 2-11-15,-2-2-11 0,-5 3-11 0,-5 0-11 16,-7 0-20-16,-1 2-19 0,-4-1-13 0,-3 1 4 16,-5 2-6-16,-2 1-13 0,-7 2-34 0,-2 1-30 15,-9 1-31-15,-7 4-152 0,1 3-355 0,1-6 157 16</inkml:trace>
  <inkml:trace contextRef="#ctx0" brushRef="#br0" timeOffset="30476.94">6183 5061 163 0,'-4'2'267'0,"0"1"-27"16,4-3-24-16,-3 2-16 0,3-2-5 0,0 0-1 16,-6 2-8-16,6-2-12 0,0 0-6 0,0 0-3 15,0 0 1-15,18 0-11 0,0-2-10 0,9-3-17 16,9 0-7-16,2-2-14 0,12 0-14 0,2-3-7 16,-1 3-8-16,-15 2-6 0,0 0 1 15,-4 1-17-15,-1-2-7 0,-10 6-3 0,-8-2-11 16,2 1 4-16,-4 0-6 0,-4 0-2 0,2 1-8 0,-4-2 3 15,-5 2-10-15,12 0-8 0,-12 0-4 0,0 0-3 16,0 0-6-16,0 0-20 0,-17 9-30 0,5-3-29 16,1-1-42-16,-7 4-46 0,6-4-61 0,1 1-278 15,0 0-551-15,3 1 244 0</inkml:trace>
  <inkml:trace contextRef="#ctx0" brushRef="#br0" timeOffset="30850.33">7136 5167 87 0,'0'0'388'0,"0"0"-23"15,7 0-23-15,-7 0-25 0,0 0-27 0,0 0-29 16,0 0-25-16,0 0-35 0,5-3-4 16,-5 3-26-16,0 0-18 0,0 0-19 0,-22 12-7 0,8-4-23 15,1 0-1-15,-6 3-12 0,-2 5-11 0,-4 2-12 16,1-1-1-16,1 3-6 0,1-1-22 0,-2 2-13 15,2-1-25-15,3-2-22 0,3-2-24 0,-1 1-25 16,4-3-22-16,0-4-19 0,3 1-27 16,3-5-22-16,2 1-21 0,0-2-21 0,1-2-49 0,4-3-189 15,0 0-477-15,0 0 212 0</inkml:trace>
  <inkml:trace contextRef="#ctx0" brushRef="#br0" timeOffset="31027.53">6887 5203 168 0,'3'-17'326'0,"-1"1"13"16,-1 4 10-16,2 4 18 0,-3-1 10 0,0 2-26 15,1-1-27-15,-1 3-34 0,3 2-31 0,-2-2-31 16,-1 5-30-16,0-4-38 0,0 4-25 0,0 0-17 16,0 0-7-16,9 11-12 0,-5-7-14 0,1 10-5 15,4 0 1-15,1 2-17 0,7 8-6 0,-2 0-5 16,4-2-30-16,0 1-21 0,2 1-27 0,-1-1-45 16,1-4-37-16,-1 0-42 0,-4-6-53 0,0 1-72 15,-3-5-363-15,6-1-689 0,-5-3 305 16</inkml:trace>
  <inkml:trace contextRef="#ctx0" brushRef="#br0" timeOffset="31662.01">7715 4713 32 0,'3'-3'244'0,"-1"-1"-20"0,3 3-23 0,2-2-16 16,-1 1-18-16,0 0-13 0,2 0-16 0,4 2-11 16,-2 1-9-16,0 2 6 0,4 2-11 0,-1-2-9 15,0 6-10-15,1 1-6 0,-2 2-13 0,-3 2-5 16,-1 1-6-16,-4 1-4 0,0 1-7 0,-4 3-2 0,-1-2-6 15,-5 3-3-15,0-3 3 0,-3 0-10 16,-2-1-3-16,-2-2-4 0,4 2 1 0,-4-5-2 16,4-1 7-16,5-5-2 0,-6 3 1 0,6-4 7 15,-1-2 12-15,4 1 24 0,-3 1 33 0,1-3 45 16,3-2 23-16,0 0-14 0,0 0-15 0,3-11-20 16,2 1-9-16,8-3-15 0,-3-4-13 0,7-4-12 15,1-2-5-15,-1 1-8 0,1 4-4 0,3-2-5 16,-4-1-12-16,-2 11-1 0,-1-5 2 0,1 5-14 15,-6 1 1-15,1 2-11 0,-5 3 2 0,1 1 0 16,0-2-10-16,-2 3-3 0,-2-1-8 0,1 1-7 16,-3 2-4-16,0 0-3 0,10 7-4 0,-10-1 8 15,4 0 1-15,-3 5 1 0,2 3-4 0,-2 2 8 16,2 2-6-16,-2-2 3 0,-1 1 12 0,1 0-49 16,2 0 4-16,-3-5-34 0,1 3-33 0,-1-2-20 15,0-3-32-15,0-2-37 0,0 1-37 0,0-6-56 16,-1 1-307-16,-2-1-641 0,3-3 283 0</inkml:trace>
  <inkml:trace contextRef="#ctx0" brushRef="#br0" timeOffset="31888.92">8138 4649 142 0,'1'-4'335'0,"1"0"-28"0,0 1-30 16,-2 3-33-16,1-5-24 0,-1 5-27 0,0 0-17 15,0 0-9-15,14 9-18 0,-5 0-10 0,0 4-11 16,4 3-9-16,-3 6-10 0,3 0-9 0,-4 6-11 0,0 0-7 16,-4 3-9-16,-1 0-5 0,0 2-1 15,-8-1-27-15,-1 1-9 0,-8-2-21 0,-1-4-19 16,-4-1-33-16,-2 1-33 0,-5-4-35 0,0-2-57 16,-2-4-89-16,-7-3-179 0,-1-2-471 0,-1-4 210 15</inkml:trace>
  <inkml:trace contextRef="#ctx0" brushRef="#br0" timeOffset="32227.8">7684 4484 160 0,'-7'1'204'16,"-4"5"-13"-16,-1 0-14 0,-5 3-14 0,-2 6-8 16,-4 9-10-16,-1 2-4 0,-2 2-12 0,-10 15-11 15,6 3-5-15,-1 3-13 0,8-2-9 0,-1 4-7 16,2-4-6-16,13-13-9 0,4 1-4 0,0-1-3 15,7-2 16-15,5 0-4 0,7-6-2 0,1 3-5 16,6-5-7-16,7-2-3 0,6-5-27 0,16 0-40 16,5-3-61-16,4-5-72 0,2-8-91 0,3-1-138 15,-4-4-401-15,3-2 179 0</inkml:trace>
  <inkml:trace contextRef="#ctx0" brushRef="#br0" timeOffset="32637.69">8810 4949 107 0,'0'0'297'16,"0"0"-1"-16,0 0-4 0,0 0-1 0,0 0 4 15,0 0 1-15,0 0 0 0,0-4-28 0,0 4-14 16,0 0-18-16,0 0-20 0,0 0-21 0,0 0-23 16,0 0-17-16,5-4-15 0,4 3-14 0,0 1-16 15,10-4-28-15,2 3-18 0,7-1-31 0,3-1-45 16,-1-2-38-16,1 5-49 0,-4-4-54 0,2 6-61 16,-1-6-71-16,-6 1-283 0,-4 0-616 0,0 1 273 15</inkml:trace>
  <inkml:trace contextRef="#ctx0" brushRef="#br0" timeOffset="32792.75">8810 5075 171 0,'-11'5'280'0,"4"-2"3"0,1 1 2 16,2-1-12-16,0-2-11 0,4-1-12 0,0 0-16 16,19 0-26-16,1-1-19 0,14-3-23 0,-1 1-25 15,3-2-51-15,1 2-61 0,0 1-69 0,-1-1-99 16,1-3-308-16,-4 1-485 0,-1 0 214 0</inkml:trace>
  <inkml:trace contextRef="#ctx0" brushRef="#br0" timeOffset="34427.18">11823 4175 102 0,'0'0'166'0,"0"0"-9"0,-1-5 0 16,1 5-3-16,-2-3-1 0,2 3-3 0,0 0-6 15,0 0-10-15,0 0-8 0,0 0-11 0,-2-4-8 16,2 4-12-16,0 0-12 0,0 0-8 0,0 0-6 15,0 0-11-15,0 0-3 0,-18 5-7 0,6 1-2 16,-3 3-6-16,-1-3-5 0,0 7-7 0,-8 3 3 16,4 0-3-16,-2-2 0 0,2 4-1 0,-1-2-3 15,2 5-1-15,2-1 1 0,1 2 0 0,4-8-7 16,3 5-1-16,0-3-2 0,1 2-2 0,4-1 0 16,0 0-1-16,4-2 1 0,1 2 1 15,2-4 6-15,2 1 14 0,5-1 19 0,3 0 11 0,4-3 2 16,3-4 0-16,11-1-3 0,0-2-5 0,5-3-4 15,1-7 3-15,-2 1 9 0,1-3-7 0,-2-3 4 16,3-2 3-16,-6-1-4 0,0-2 6 0,-2-4 0 16,-5 2-1-16,-2-2 2 0,-3 0-7 0,-10 4 7 15,2-7 19-15,-7 7-25 0,1-1-6 0,-8 1 17 16,-1 2-5-16,-1 0-8 0,-7 0-15 0,-5 3 0 16,-7-1-10-16,0 4-10 0,-7 2-14 0,2 4-19 15,-6 1-37-15,8 2-50 0,-1 4-49 0,0 4-56 16,3 2-61-16,6-3-349 0,7 0-662 0,6 0 293 15</inkml:trace>
  <inkml:trace contextRef="#ctx0" brushRef="#br0" timeOffset="36324.32">14077 4063 67 0,'0'-4'248'0,"0"-1"-21"0,0 5-9 15,0-7-17-15,3 5-19 0,-3 2-18 0,1-6-13 16,3 4-21-16,1-1-12 0,-1 2-16 0,-4 1-9 16,13 1-10-16,-7 3-12 0,3 0-3 0,2 5-6 15,2 2-8-15,-1 3-4 0,-1 3-2 0,0-1-3 16,-4 7-6-16,1-4-2 0,-2 8-6 0,-3-1-4 15,-3 1-1-15,-1-1 0 0,-1-1-2 0,-3-1-3 16,-4 0-3-16,0-2 0 0,0-3 5 0,-2-2-4 16,2 0-1-16,-1-4 3 0,-3 1-1 0,4-6 4 15,5 1 0-15,-1-5 4 0,0 1 12 0,0 0 19 16,1-2 29-16,0 1 40 0,3-1 50 0,1-3-2 16,0 0-32-16,0-12-5 0,4 4-14 0,1-4-14 15,6-5-14-15,2-4-7 0,7-2-11 0,0-5-9 16,1 1-5-16,4 1-13 0,2-2-3 0,-5 2-8 15,5 2-18-15,-5 2 16 0,-3 1-2 0,2 2-9 16,-9 6-3-16,-2 5-5 0,-2-1 1 0,-3 4 1 16,1 1-10-16,-1 1-1 0,0-1-16 0,-3 2-18 15,-2 2-30-15,4-1 3 0,-4 1 5 0,4 10 11 16,-5-1 0-16,2 2 5 0,-1 6 2 0,0-2 5 16,-4 2 0-16,3 3 2 0,-3-3 4 0,3 1 4 15,0-1-2-15,-3-1 4 0,5-3-29 0,-2-3-11 16,3 3-28-16,-2-2-25 0,2-3-17 0,-1-1-28 15,1 1-29-15,6-4-50 0,-2-1-87 0,2-2-207 16,4-2-564-16,2-2 250 0</inkml:trace>
  <inkml:trace contextRef="#ctx0" brushRef="#br0" timeOffset="36842.25">15166 3918 140 0,'4'-1'285'0,"0"-2"-22"15,-3 1-26-15,-1 2-25 0,5-2-21 16,-5 2-21-16,0 0-26 0,0 0-14 0,0 0-15 0,0 8-7 15,-6 1-13-15,-7 3-10 0,0 4-3 0,-8 3-11 16,-1 3-6-16,-6 3-6 0,-1 0-7 0,-10 8-2 16,13-6-25-16,-12 6-5 0,11-9 0 15,0 0-3-15,-1-2 2 0,4-3-3 0,2 1-1 16,2-2-3-16,7-6 1 0,0 1-2 0,7-5 0 0,-2 1-2 16,3-4 2-16,1 0 12 0,-1 1 2 0,4 0 13 15,1-3 9-15,1 3 17 0,3 0 6 16,1-1 2-16,4 1-6 0,5 1-5 0,0 1-5 15,5 0-3-15,-2 1-8 0,9 1-3 0,-1 0-6 16,-1 2-4-16,3 0-1 0,-3 2-8 0,1 1 7 16,-5 2-11-16,-1-6 3 0,-3 2-3 0,-1 2-3 15,-4-8 0-15,2 4-2 0,-3-3-2 0,-2-1 2 0,1-2-6 16,-3-2 10-16,-2 3 1 0,0-3-14 16,1 0 3-16,-5-3-6 0,4 4 6 0,-4-4 13 15,3 4 7-15,-3-4 2 0,0 0 1 0,6 4 2 16,-6-4-3-16,0 0 1 0,0 0-4 0,0 0-2 15,0 0-2-15,0 0-10 0,0 0-6 0,0 0-17 0,0 0-66 16,0 0-48-16,14-8-30 0,-13 4-36 16,4-1-68-16,-2 0-285 0,6-3-588 0,0-1 262 15</inkml:trace>
  <inkml:trace contextRef="#ctx0" brushRef="#br0" timeOffset="37309.18">15516 4296 79 0,'0'0'219'16,"-8"0"-11"-16,8 0-17 0,0 0-7 0,-7 3-1 16,7-3-7-16,0 0-3 0,0 0-10 0,0 0-14 15,0 0-12-15,0 0-12 0,0 0-10 0,0 0-11 0,0 0-10 16,24-4-8-16,-12 4-10 0,4-2-10 0,3 1-3 15,3-1-10-15,0 0-3 0,5-1-6 0,0 0-5 16,-6 3-4-16,1-3-3 0,-3 1-2 16,-1 0-1-16,0 1 7 0,-8 0-9 0,3 0 11 15,-3-1 1-15,-5 0-11 0,3 2-5 0,-3 0 1 0,-5 0 3 16,8-1-1-16,-3 0-6 0,-5 1-4 16,0 0 2-16,0 0-3 0,6-2-10 0,-6 2-6 15,0 0-14-15,4-1-17 0,-4 1-33 0,0 0-27 16,0 0-33-16,0 0-50 0,0 0-82 0,0 0-158 15,3-5-447-15,-3 5 198 0</inkml:trace>
  <inkml:trace contextRef="#ctx0" brushRef="#br0" timeOffset="37549.14">16207 4103 247 0,'3'-5'375'16,"-3"0"0"-16,1 0-12 0,1 2-24 0,0-1-25 16,-2 4-32-16,0-5-26 0,0 5-26 0,0 0-27 15,0-5-25-15,0 5-24 0,0 0-26 0,0 0-21 0,0 0-12 16,2 13-8-16,-2-4-12 0,2 7-6 16,-6 7-3-16,4 3-8 0,-2 1-5 0,0 4-7 15,1-1-9-15,-3-1-39 0,0 0-51 0,2 2-59 16,-4 2-65-16,0 1-80 0,1-4-333 0,1-1-638 15,2-10 282-15</inkml:trace>
  <inkml:trace contextRef="#ctx0" brushRef="#br0" timeOffset="39642.1">11165 5779 162 0,'0'-3'211'0,"0"3"-8"0,0-9-7 0,1 5-1 15,-1 0-14-15,0-1-10 0,3 1-18 0,-2 0-11 16,3 0-13-16,0 0-14 0,1 2-14 0,3 0-8 16,3 0-5-16,-2 0-7 0,5 2-8 0,-1 2-5 15,1 0-6-15,3 5-4 0,-1 0-7 0,1 3-2 16,2 2-4-16,-3-1-3 0,-1 4-5 0,-2 0-2 16,-1 1-7-16,-3 2-2 0,0-2-2 0,-1 4-2 15,-4-2-2-15,-2 0-1 0,-2 7-3 0,-2-7-1 16,-5-1-2-16,-2-1-2 0,2 1 2 0,-4-3-2 15,0 0 0-15,-1-2 0 0,3-3 2 0,-2-1-2 16,2 0-1-16,0-4 1 0,3 1 20 0,-2-2 18 16,3 2 12-16,1-4-4 0,4-1 4 0,-9-7 7 15,8 0-3-15,1-2-1 0,1-4-10 0,3-3-3 16,4-4-12-16,5-1 3 0,2-1-4 0,2-1-8 16,0-1 0-16,2 3-7 0,-1 2 8 0,1 2-9 15,-4 4-7-15,-1 2 0 0,-2 2-8 0,1 1 0 16,-5 3 0-16,-3 0-6 0,3 1-1 0,-2-1-3 15,-2 5-3-15,-4 0 0 0,10 4-3 0,-7 2 1 0,1 0-2 16,-2 5 1-16,2 0 3 0,-4 2 1 16,4 4-3-16,-4 1 2 0,0 2 0 0,0-2 4 15,0 0-1-15,0 1-4 0,1-3-29 0,0 0-20 16,3 1-19-16,0-5-26 0,1 1-38 0,3-4-48 16,6 0-87-16,1-4-215 0,4-1-530 0,3-3 235 0</inkml:trace>
  <inkml:trace contextRef="#ctx0" brushRef="#br0" timeOffset="40009.75">11933 5938 126 0,'0'0'201'16,"-13"0"-11"-16,7 0-16 0,6 0-10 0,-9 1-16 15,9-1-14-15,-5 0-10 0,5 0-11 0,0 0-15 16,0 0-9-16,-9-1-6 0,9 1-8 16,0 0-5-16,0 0-1 0,-8 1 0 0,8-1-3 0,0 0 5 15,0 0-4-15,0 0-2 0,0 0-1 0,0 0-4 16,0 0-6-16,0 0-1 0,0 0-5 0,0 0-7 16,0 0-3-16,0 0-2 0,0 0-2 0,0 0 4 15,0 0-3-15,0 0 1 0,0 0-4 0,0 0 10 16,0 0 4-16,0 0 1 0,31-5-5 0,-9 3-8 15,-2-1-2-15,13 1 8 0,4-4-11 0,4 2-5 16,-1 0-2-16,-3-1-6 0,3 1 2 0,-3 0-4 16,-5 3-4-16,-7-3-10 0,-4 2-8 15,-4 0-15-15,-5-1-16 0,-2 3-16 0,-1 0-39 0,-9-2-44 16,0 2-38-16,0 0-26 0,-18-4-206 0,2 3-442 16,-5-1 196-16</inkml:trace>
  <inkml:trace contextRef="#ctx0" brushRef="#br0" timeOffset="40224.61">12038 5861 24 0,'1'-4'243'0,"-1"0"13"0,1-2 8 0,2 2-13 15,-2-1 7-15,-1 5-3 0,3-6-13 0,-3 4-16 16,0 2-21-16,1-3-17 0,-1 3-21 0,0 0-22 16,1-4-18-16,-1 4-22 0,0 0-19 0,0 0-11 15,0 0-8-15,-1 13-5 0,-1-4-6 0,0 3-12 16,0 5 1-16,-2 0-5 0,0 0-5 0,0 7-2 15,0-3 1-15,1 4-19 0,-1 1-27 0,1 2-31 16,2-10-31-16,1 8-33 0,0-6-27 0,0-5-32 16,2-1-54-16,1-3-246 0,2-2-504 0,4-4 224 15</inkml:trace>
  <inkml:trace contextRef="#ctx0" brushRef="#br0" timeOffset="40453.41">12595 5813 214 0,'3'-5'396'15,"-3"-2"2"-15,0 2-14 0,0 2-35 16,0-4-35-16,1 3-30 0,-1 4-27 0,1-3-35 16,-1 3-23-16,0 0-26 0,2-2-35 0,-2 2-29 0,0 0-10 15,0 0-16-15,0 19 0 0,0-7-15 0,0 3 1 16,-3 2-7-16,4 2-7 0,-1 8-37 15,-1-3-28-15,1 5-35 0,0 0-34 0,-4 0-42 16,0 0-45-16,-1 0-71 0,-5-5-316 0,5-7-599 16,-3-2 265-16</inkml:trace>
  <inkml:trace contextRef="#ctx0" brushRef="#br0" timeOffset="40995.36">11400 6357 83 0,'-9'1'237'0,"4"0"-3"0,5-1 0 0,-7 0-9 16,7 0-11-16,0 0-14 0,0 0-20 0,-8-1-17 15,8 1-18-15,0 0 0 0,0-5-18 16,0 5-10-16,0 0-8 0,0 0-8 0,0 0-6 16,0 0-7-16,0 0-10 0,0 0-10 0,1-5-5 0,-1 5-3 15,0 0-9-15,0 0-2 0,0 0-4 0,0 0-3 16,0 0-3-16,0 0-3 0,0 0-2 16,0 0-3-16,0 0-7 0,0 0 2 0,0 0-3 15,0 0-5-15,0 0 3 0,0 0-4 0,0 0 5 0,0 0-6 16,0 0-1-16,0 0-3 0,0 0 2 0,0 0-4 15,0 0-3-15,0 0 3 0,0 0-6 0,0 0 2 16,0 0-4-16,0 0 3 0,0 0 1 16,0 0 1-16,22 5 16 0,-7-5-17 0,3-3 1 0,20 2 0 15,14-2 0-15,6-2 0 0,34-4-2 16,7-2 18-16,4 6 0 0,14-2 1 0,5-2 12 0,3 4 0 16,1-1 3-16,-9 0-6 0,-12 3 7 15,-7 1-8-15,-34-1 12 0,0 1-17 0,-1-2-3 0,-6 1-6 16,-6 3 4-16,-15 0 1 0,-6 0-3 0,-10 0 0 15,-5 2-10-15,-3-4 6 0,-1 2 1 0,-3 0 11 16,-3 0 6-16,2 0 8 0,-7 0-2 16,10 0-5-16,-10 0-6 0,7 0-18 0,-7 0-24 0,4 0-15 15,-4 0-17-15,0 0-43 0,-11 9-53 0,2-7-56 16,-1 2-71-16,-1-2-330 0,0 0-647 0,4 2 285 16</inkml:trace>
  <inkml:trace contextRef="#ctx0" brushRef="#br0" timeOffset="43093.21">12026 6638 28 0,'-2'-2'230'0,"2"2"-21"16,0-7-13-16,0 7-13 0,2-8-10 0,2 4-17 15,4 1-13-15,-2-4-8 0,3 2-8 0,5-2-13 16,0 1-12-16,-1 0-6 0,6 1-7 0,2 1-10 16,-2 1-9-16,0 2-6 0,1 1-6 0,-1 1-6 15,0 0-4-15,-7 1-8 0,2 2-4 0,-1 1-4 16,1 2-6-16,-5 2-4 0,-4 2-3 0,1 1-3 15,-4 4-3-15,-4 1 1 0,-2 3-1 0,-8 7-2 16,-4 1-3-16,-2-4-1 0,-4 4 2 0,0-3-1 16,-3 0 1-16,3-2-1 0,-4-3 5 0,6 0-6 15,3-8-1-15,1 1 2 0,4-2 2 0,-1-6 7 16,6 2 8-16,-1-1 16 0,3-2 28 0,-1-1 36 16,4 1 61-16,0-3 29 0,2-1 19 0,0 0-28 15,0 0-11-15,-3-11-21 0,6 1-17 0,2 1-15 16,4-6-11-16,1 1-8 0,0-3-15 0,4 5-12 15,-3-2-8-15,2 4-1 0,-4 2-14 0,3-1-10 16,-2 4 4-16,3-1-14 0,0 2-6 0,2 4-1 16,3 0-7-16,-1 3-4 0,0-2-4 0,0 6 2 0,1-3-3 15,-1 2-3-15,-1 2 4 0,2 1-6 16,-3 1 14-16,2-2-18 0,-3 2 4 0,-2-5-11 16,-1 2-6-16,-2-3 0 0,1 0 4 0,-2-1 10 15,-2-2-9-15,1 2 0 0,-1-3 13 0,-6 0-6 0,14-3-3 16,-9 0-7-16,2 1 20 0,0-10-13 0,2 6-8 15,0-4-4-15,-4 1-18 0,3 0-14 16,2 2-24-16,-6-3-21 0,1 5-30 0,-1 0-40 16,1 1-50-16,-1 0-61 0,1 3-56 0,0-2-294 0,0 1-674 15,-5 2 298-15</inkml:trace>
  <inkml:trace contextRef="#ctx0" brushRef="#br0" timeOffset="50317.91">14645 6000 160 0,'-9'-1'185'0,"1"0"-12"0,2 1-4 0,6 0-8 16,-14 0-9-16,9 0-11 0,5 0-9 0,0 0-9 0,-9 0-13 15,9 0-5-15,-4 1-10 0,4-1-8 0,0 0-2 16,0 0-12-16,-9-1-6 0,9 1-5 16,0 0-5-16,0 0 0 0,0 0-2 0,0 0 3 15,0 0-5-15,0 0 2 0,0 0 2 0,-7-1-4 0,7 1 3 16,0 0-5-16,0 0-1 0,0 0-4 0,0 0-4 15,0 0 2-15,0 0-1 0,0 0-5 0,0 0-1 16,0 0-5-16,0 0-3 0,0 0-3 16,0 0-1-16,0 0 1 0,0 0-6 0,0 0-5 0,0 0 0 15,0 0 1-15,0 0-5 0,0 0 6 0,0 0-9 16,0 0 2-16,0 0-6 0,0 0 3 0,0 0 0 16,0 0 1-16,0 0-5 0,0 0 3 0,0 0 1 15,0 0-1-15,0 0-1 0,0 0 0 0,0 0 1 16,0 0-2-16,0 0 2 0,0 0 4 0,27 1-7 15,-8-1-2-15,11-3 3 0,0 1 1 0,6-1-1 16,4-1 0-16,11 1 0 0,-14 0-1 16,-2 1-1-16,-1-1-1 0,-2 3 0 0,-1-2 1 0,-11-1 1 15,2 2-3-15,-5-4 2 0,-5 5-3 0,0 0 11 16,-2 0-7-16,-2-1-4 0,-3 1 0 0,1 0 5 16,-6 0-6-16,9 0-1 0,-9 0 0 0,0 0-3 15,4-2-5-15,-4 2-6 0,0 0-7 0,0 0-13 16,0 0-12-16,0 0-16 0,0 0-11 0,-17 5-22 15,17-5-18-15,-6 2-31 0,6-2-23 0,-5 1-28 16,5-1-186-16,0 0-414 0,0 0 184 0</inkml:trace>
  <inkml:trace contextRef="#ctx0" brushRef="#br0" timeOffset="50691.78">15437 5764 39 0,'1'-6'277'16,"-1"1"-3"-16,0-1-7 0,1 1-15 0,-1 1 1 15,2-1-8-15,-2 5-10 0,0-8-21 0,1 7-18 0,-1 1-20 16,0-4-18-16,0 4-17 0,0 0-20 0,0 0-17 15,0-6-17-15,0 6-21 0,0 0-15 0,0 0-2 16,0 0 3-16,-7 22-17 0,4-11-2 16,-2 6-2-16,0 0-8 0,-2 3-1 0,2-1 0 0,0 1 0 15,1-1-4-15,2 6-4 0,-1-6 2 0,-1-2-2 16,3-1 1-16,-3 3-1 0,3-5-4 16,-2-2 2-16,3-1 0 0,0-1-2 0,0-3-1 15,0 0-3-15,0 1-23 0,0-3-18 0,0 0-19 0,0 2-14 16,0-5-15-16,0 3-17 0,0-5-14 0,0 6-15 15,0-2-19-15,0-4-33 0,0 0-79 0,-4 2-141 16,4-2-435-16,0 0 192 0</inkml:trace>
  <inkml:trace contextRef="#ctx0" brushRef="#br0" timeOffset="51723.43">16380 5666 12 0,'2'-3'232'0,"1"0"-1"0,-2-1-5 0,-1 4-4 16,4-7-12-16,-2 4-8 0,-2 3-11 0,2 0-12 15,-2 0-19-15,0 0-20 0,5-3-11 0,-5 3-19 16,0 0-17-16,0 0-17 0,0 0-7 0,-9 8-4 15,-1 1-8-15,-3 1-3 0,-6 7-10 0,-4 3-5 16,0-2-5-16,-1 4 7 0,-3-2-10 0,5 1-6 16,-1 0-2-16,2-3-1 0,2 0-1 0,6-4-3 15,-3-2-4-15,2 3-2 0,6-6 1 0,-1-1 0 16,2-1-2-16,3 0 2 0,-1-3-4 0,1 2 2 16,3-4-3-16,-2 3 9 0,1-1-6 0,-1-1 3 15,3-3 1-15,-1 3-3 0,1-3-9 0,-4 2 4 16,4-2 1-16,0 0 2 0,4 7 0 0,-3-4 3 15,4 2 8-15,-1-2-4 0,5 2-2 0,1 1 2 16,2 0-7-16,-3 1 11 0,6 2-11 0,0 1-1 16,3-2-5-16,-1 1 6 0,2-1-3 0,-2 2 2 15,-1 1-2-15,2-2 0 0,-9-1-1 0,0-1 1 16,1-2 0-16,-2-1 2 0,-3 1-6 0,3 0 0 16,-4-5-1-16,2 3 2 0,-4 1 1 0,1-2 1 15,-3-2 0-15,5 4 1 0,-5-4 1 0,0 0-3 16,5 1-3-16,-5-1 0 0,0 0 1 0,0 0-6 15,4 1-5-15,-4-1-5 0,0 0-11 0,0 0-20 16,0 0-12-16,0 0-18 0,0 0-52 0,0 0-35 16,0 0-49-16,0 0-56 0,0 0-142 0,-14-6-441 15,9 4 195-15</inkml:trace>
  <inkml:trace contextRef="#ctx0" brushRef="#br0" timeOffset="52170.13">15905 6221 61 0,'-4'3'235'0,"4"-3"-22"15,0 0-16-15,-3 3-22 0,3-3-12 0,0 0 0 16,0 0-8-16,9 5-10 0,-2-1-13 0,3 3-10 16,0-1-10-16,0 3-4 0,7-1-11 0,0 6-10 0,0-2-5 15,6 3-4-15,-1 2-2 0,1 0-2 0,-2-1-8 16,0-1-3-16,-5-1-7 0,0-3-5 16,-2 3-8-16,-1-4-1 0,1 1-3 0,-5-3-6 15,-2 0-3-15,-1-4-7 0,0 1-1 0,-2-1 0 16,1 0 3-16,-1-2-7 0,-4 1 0 0,4-2 2 0,-4-1 8 15,6 5-1-15,-2-4 8 0,-4-1-4 0,0 0-2 16,1 4 1-16,-1-4-10 0,4 2 2 0,-4-2-2 16,1 3-6-16,-1-3 3 0,0 0-3 15,0 0-2-15,0 0 1 0,0 0-1 0,3 2-2 0,-3-2-3 16,0 0 6-16,0 0-3 0,0 0-5 0,0 0 1 16,0 0 2-16,0 0-1 0,0 0-11 0,0 0-9 15,0 0-17-15,0 0-28 0,0 0-24 0,0 0-39 16,15-4-49-16,-8 1-57 0,-2-1-229 0,1-2-493 15,-2 4 219-15</inkml:trace>
  <inkml:trace contextRef="#ctx0" brushRef="#br0" timeOffset="53095.7">16638 5848 22 0,'0'-3'219'0,"0"3"-18"0,5-5-21 0,-1 1-15 16,5 1-20-16,-4 2-12 0,5 0-16 0,3 1-11 16,-4 2-7-16,5 1-14 0,0 1-2 0,-1 3-9 15,6 0-5-15,-5 3-8 0,-1 1-3 0,1 2-4 16,-1-1-8-16,-4 5-1 0,-2-2-5 0,1 2-2 15,-3 3-1-15,-2-3-2 0,-5 1-2 0,0 2-4 16,-4-3 4-16,-1 0-2 0,-2 1 0 0,-1-2-1 16,-4-2-1-16,1-2 0 0,-1 2-2 0,1-3-1 15,3-4 2-15,1 2-3 0,0-4 4 16,3 0 7-16,-2-3 6 0,3 2 13 0,1-1 27 0,0 0 9 16,2-1 28-16,2-2 38 0,0 0-11 0,0 0-16 15,0 0-9-15,1-13-18 0,4 2-12 0,9-3-6 16,3-6-7-16,2-2-9 0,0-2-7 0,4 3-12 15,3 1-3-15,-1-2-4 0,-5 3-8 0,1 0 7 16,1 2-12-16,-8 3-3 0,1 3-6 0,-2 0 2 16,-2 3 2-16,-1-1-8 0,-3 4 6 0,0-1-7 15,-2 1-2-15,0 1 3 0,-3 2-4 0,2 0-2 16,-1 0-18-16,-1-1 10 0,-2 3-28 0,6-3-19 16,-6 3-2-16,0 0 9 0,-3 12 4 0,0-7 6 15,-1 5-4-15,-1 2 10 0,-1 5-1 0,-2-2 2 16,3 2 13-16,1 0-7 0,2-1 2 0,1 1 5 15,-1 2-3-15,4-2 4 0,1 3 5 0,3-6 1 16,4 5-9-16,-1-6-10 0,4 1-34 0,3-4-38 0,2-1-46 16,10-1-51-16,0-4-56 0,-5 0-308 15,-1-4-596-15,0-4 265 0</inkml:trace>
  <inkml:trace contextRef="#ctx0" brushRef="#br0" timeOffset="53657.58">17752 5762 52 0,'4'-2'263'16,"-4"2"-18"-16,4-2-16 0,-4 2-23 0,5 0-22 15,-5 0-20-15,4-4-16 0,-4 4-20 0,0 0-12 16,0 0-13-16,0 0-7 0,0 9-11 0,-4-2-5 16,-5 2-4-16,-5 4-13 0,-4 3-5 0,-6 1-4 15,0 3-7-15,-2 1-4 0,2-3-4 0,-3 2-2 16,0 2-5-16,4-6-4 0,-1 3-4 0,9-5 0 15,-2-2-3-15,4 1-6 0,-1-2 9 0,5-2-7 16,2-1-3-16,-1 0 2 0,2-3-3 0,2-1 1 16,0 0 4-16,1 0 10 0,2 0 19 0,1 2 10 15,1 1 10-15,2-1 2 0,2-1-1 0,2 2-3 16,3 1 5-16,4 4-1 0,2-4-7 0,-2 4-4 16,5 0-3-16,4 0-8 0,3 1-4 0,-8-3-7 15,6 3-1-15,0-1-2 0,-7 0-5 0,1-3-2 16,-3-1-4-16,1 2 12 0,-5-3-14 0,1 0-3 15,-1 0-9-15,-4-4 20 0,-1 0-12 0,0 0-4 16,-1 1 5-16,-1-2-6 0,1 1 3 0,-1-3-1 16,0 3-3-16,-4-3 4 0,6 1-1 0,-6-1-3 15,0 0 1-15,4 1-3 0,-4-1-2 0,0 0-16 16,0 0-8-16,0 0-10 0,0 0-25 0,0 0-50 16,0 0-45-16,12-2-39 0,-8-1-42 0,1 0-58 0,1-1-207 15,-1-1-534-15,2 3 236 0</inkml:trace>
  <inkml:trace contextRef="#ctx0" brushRef="#br0" timeOffset="53975.47">18280 5927 263 0,'1'-2'307'0,"-1"2"-6"0,3-5-7 16,-3 5-7-16,1-3-9 0,-1 3-12 0,0 0-16 15,2-4-16-15,-2 4-17 0,0 0-14 0,3-3-34 16,-3 3-26-16,0 0-13 0,0 0-11 0,0 0-18 16,0 0-15-16,0 0-18 0,0 0-11 0,0 0-4 15,0 0-6-15,-5 15-12 0,3-6 18 0,-1 3-19 16,1 5-7-16,-2 0-1 0,1 2-2 0,-2 8-4 15,2 0 1-15,0-1 0 0,-1 0-4 16,3-3-1-16,1-2 15 0,-3-1-9 0,3-3-29 0,0 0-39 16,0 0-44-16,-1-1-54 0,1-1-68 0,-1-2-77 15,-1 0-283-15,1-7-620 0,1 2 274 0</inkml:trace>
  <inkml:trace contextRef="#ctx0" brushRef="#br0" timeOffset="55971.41">12043 7821 39 0,'0'-4'324'16,"0"4"-1"-16,1-7 6 0,-1 3-1 0,0 4-12 16,0 0-16-16,0-6-34 0,0 6-23 0,0 0-22 15,0-4-26-15,0 4-30 0,0 0-24 0,0 0-13 0,0 0-14 16,-5 11-19-16,3 1-5 0,-2 2-13 0,-1 5-2 15,-2-1-7-15,2 7-12 0,-1 1-2 16,-2 0-3-16,2-1-43 0,2 1-41 0,1 0-60 0,1 1-54 16,-2-3-55-16,4-3-69 0,-3-3-273 0,5-1-588 15,-2-7 260-15</inkml:trace>
  <inkml:trace contextRef="#ctx0" brushRef="#br0" timeOffset="57056.87">15435 7545 39 0,'-2'-5'253'0,"1"1"-8"15,1 1-18-15,0 3-14 0,1-6-22 0,1 0-19 16,2 4-9-16,2-1-23 0,-1 0-15 0,0 0-12 16,3 3-16-16,0 0-9 0,3 0-9 0,-2 4-12 15,2 1-4-15,1 0-10 0,-3 2-5 0,3 2-3 16,-1 4-8-16,1 2-1 0,-3 0-2 0,-1 4-5 15,-3-1-2-15,-1-2-2 0,1 4-2 0,-5-2 0 16,0 2-5-16,-8-2-7 0,3 2 2 0,0-3 1 16,-4-2-1-16,0 0 0 0,0-1-1 15,2-5 4-15,-1-1 5 0,-2 0 3 0,1-2-5 0,2 1 4 16,2-2 5-16,0-1 9 0,1-3 13 0,1 2 19 16,0 0 24-16,3-3 31 0,-4 2 41 0,4-2-10 15,0 0-22-15,0 0-18 0,8-14-10 0,0 3-14 16,4-1-16-16,6-7 0 0,3-1-13 0,0-1-4 15,2 1-12-15,-2 3-1 0,2-2-2 0,-7 8-8 16,0-3 0-16,-1 3-18 0,-5 3 9 0,-1 1-3 16,-1 2-3-16,-2 0-8 0,1 2-1 0,-2-1-11 15,0 1-3-15,-2 3-26 0,-3 0-12 0,6-2 2 16,-6 2 1-16,2 6 0 0,-2 1 11 0,0 0-10 16,2 4 6-16,-4 2 4 0,2 1 11 0,-2 3-27 15,-1 0-10-15,6-5-14 0,-3 0-13 0,0 3-15 16,2-3-20-16,1 0-22 0,1-1-25 0,-2 0-28 0,5-4-56 15,-1 0-269-15,2 0-557 0,3-4 246 16</inkml:trace>
  <inkml:trace contextRef="#ctx0" brushRef="#br0" timeOffset="57539.53">15997 7552 66 0,'-2'-4'297'16,"2"-1"-25"-16,0 5-25 0,0 0-22 0,0-4-25 15,0 4-19-15,0 0-20 0,0 0-20 0,0 0-11 16,0 0-13-16,9 0-16 0,-9 0-10 0,18 2-11 16,-6 5-7-16,-1-3-9 0,6 2-2 0,1 4-9 15,-2-3-3-15,1 3-4 0,0 1-3 0,2-1-4 16,-2-1-4-16,0 1-5 0,1-1-1 0,-4 0-2 15,-2-3-4-15,-1-1-3 0,-2-2-3 0,1 3-1 16,-3-2 2-16,-2 0-4 0,-1-3-1 0,-2 1-1 16,2 1 5-16,-4-3 5 0,8 3 1 0,-8-3-1 15,2 1-3-15,-2-1-1 0,0 8-3 0,0-8-3 16,-6 5-3-16,-2 4-1 0,2-4 10 0,-2 7-10 16,-6 0-3-16,1 2 0 0,-1 1-1 0,-4 5 1 15,-1 0-1-15,-1 0-3 0,1-1 0 0,-1 1 2 16,2 2 0-16,5-7 0 0,-8 3-4 0,7-4 2 0,1 2-1 15,2-5 0-15,-1 2 2 0,4-4 2 16,2-2-3-16,1-2 3 0,-1-1-3 0,0 0 5 16,3 0-3-16,1 0-1 0,-3-3 11 0,5-1 21 0,-1 3 10 15,1-3 16-15,0 0 5 0,-4 2-3 16,4-2 6-16,0 0-3 0,0 0-11 0,0 0-27 16,0 0-25-16,0 0-18 0,4-10-26 0,1 4-31 15,-5 0-40-15,5 5-46 0,-5-7-51 0,5 1-64 0,-1 2-201 16,0-1-514-16,1 0 227 0</inkml:trace>
  <inkml:trace contextRef="#ctx0" brushRef="#br0" timeOffset="57794.05">16477 7800 180 0,'4'-4'324'0,"-4"4"-27"0,1-1-29 0,-1 1-17 16,0 0-26-16,0 0-26 0,0 0-20 0,3-5-21 16,-3 5-15-16,0 0-17 0,-8 11-13 0,-2-5-11 15,1 5 2-15,-3 2-25 0,-2 0-6 0,2 3-7 16,-4 1-5-16,0 5-7 0,-2-5-3 0,4-1-7 16,1-1-23-16,1 0-20 0,2 0-29 0,0-2-23 15,0 3-23-15,2-7-23 0,2 3-32 0,-2-3-38 16,2 0-81-16,-1-5-140 0,7 1-420 0,0-1 186 15</inkml:trace>
  <inkml:trace contextRef="#ctx0" brushRef="#br0" timeOffset="58123.36">16982 7607 234 0,'1'-4'285'0,"-1"0"-8"16,0 4-12-16,0 0-5 0,0 0-13 15,4-3-8-15,-4 3-12 0,0 0-13 0,0 0-16 0,0-5-15 16,0 5-24-16,0 0-16 0,0 0-17 0,0 0-12 15,0 0 3-15,0 0-35 0,0 0-9 0,0 0-8 16,0 0-13-16,0 0-8 0,-6 16 2 0,3-6-7 16,1 6 1-16,-1 1-8 0,-1 4 2 0,0 2-11 15,2 6 7-15,-2-3-43 0,2 3-40 0,-2-3-53 16,1 3-65-16,2-1-70 0,-2 1-303 0,2-4-590 16,1-9 261-16</inkml:trace>
  <inkml:trace contextRef="#ctx0" brushRef="#br0" timeOffset="60372.75">10751 4183 64 0,'0'0'116'0,"0"0"-6"0,0 0-8 15,0 0-2-15,0 0-14 0,0 0-3 0,0 0-7 0,0 0-2 16,0 0-4-16,0 0-5 0,0 0 2 0,0 0-5 16,0 0-6-16,0 0 3 0,0 0-12 0,0 0-6 15,0 0-5-15,0 0-2 0,0 0-4 0,0 0-8 16,0 0 5-16,0 0-5 0,0 0 4 0,0 0-1 15,0 0-6-15,0 0-1 0,0 0 2 0,0 0-2 16,0 0 2-16,0 0 1 0,0 0-2 0,0 0-2 16,0 0 6-16,0 0 0 0,0 0 3 0,0 0 15 15,0 0-6-15,0 0-4 0,0 0 6 0,0 0 2 16,0 0-1-16,0 0 2 0,0 0-1 0,0 0-3 16,0 0 0-16,0 0-3 0,0 0-2 0,0 0-3 15,0 0-2-15,0 0-2 0,0 0-4 0,0 0-3 16,0 0-2-16,0 0 0 0,0 0-3 0,0 0-3 15,0 0-15-15,0 0-12 0,0 0-21 0,0 0-11 16,0 0-1-16,0 0 11 0,-5 13 1 0,2-7 5 16,1 5 3-16,-2 2-2 0,-3 4 7 0,0 7 5 15,-1 5 0-15,-1 5 4 0,-1 12 1 0,0 5 1 16,-3 5 7-16,-3 3 3 0,-3 24-1 0,-2 5 8 16,-5-6-5-16,2 1 10 0,-5-2-3 0,7-25 2 15,-7 24 2-15,7-22 7 0,-8 22 5 0,10-22-3 16,1-6-1-16,1 3 4 0,-1 0 2 0,2-5-7 15,-1 0-1-15,-2 0 0 0,-1-5 0 16,-3-1 0-16,0-3-3 0,7-12-4 0,-2 1 1 0,0-2 2 16,-2-3 0-16,1-1 3 0,-2-1-1 0,-1-2 3 15,2-3 1-15,0-2-5 0,8-2 3 0,1-5-3 16,1-1 0-16,4-4 3 0,-2 4 15 0,4-5 10 16,1-1 15-16,0 1 14 0,4-3-5 0,0 0-9 15,-13 0-4-15,13 0-7 0,0 0-7 0,0 0-6 16,0-11-6-16,0 11-5 0,4-7 0 0,4 5-4 15,-3-1-4-15,0 1-4 0,-5 2-13 0,20 0-5 16,-8 2-4-16,1 1-2 0,1 6 3 0,1 3-3 16,-2 3 4-16,6 5 7 0,-4 5-6 0,-2 7-1 15,-4 2 3-15,4 15 6 0,-3 2-2 0,-9 6 3 16,-2 3-2-16,-12 23 3 0,7-24 1 0,-10 25 2 16,-9-2 3-16,-1 0 4 0,-3 3 7 0,1 0 1 15,1 0 8-15,-9-1 4 0,4-2 2 0,12-28 4 16,-16 27-2-16,11-26 2 0,-1 2 4 0,-11 21 5 15,13-27 7-15,-1 2 1 0,5 1 7 0,-3-1 0 16,0 2 4-16,6-3-1 0,0 0 1 0,1-1 0 16,2 1-3-16,4-1-3 0,2-2-4 0,3-4-3 15,5 0-3-15,4-9-6 0,1 8-7 0,9-8-9 16,-1-4 6-16,9 9-10 0,-4-10 2 0,3-2 0 16,6-4-4-16,2-1-4 0,2-4-3 0,1-1 0 15,1-3 2-15,-3-2-4 0,2 1 0 0,-2-5-5 16,-2-3 6-16,-7 0-6 0,-2 0 4 0,-1-3-2 15,-4 0-4-15,-1-1 1 0,-6-1-2 0,0 0 0 16,-7-2 2-16,14 3 7 0,-14-3 7 0,9 0 7 0,-9 0-7 16,0 0 1-16,0 0-5 0,5-11 4 15,-5 11-23-15,0-13-18 0,0 7-32 0,2-7-54 16,0-1-84-16,0-4-137 0,2-1-231 0,1-8-608 16,0-5 268-16</inkml:trace>
  <inkml:trace contextRef="#ctx0" brushRef="#br0" timeOffset="62855.31">3272 9432 28 0,'-1'-6'263'16,"1"-2"-4"-16,0 1-4 0,0-3-16 0,-3 3-4 0,3 0-7 15,0-2-12-15,-1 2-2 0,1 0-23 0,0 1-13 16,1-1-7-16,-2 2-15 0,2 0-8 15,-1 0-19-15,0 2-6 0,0 3-20 0,0-6-18 16,0 6-30-16,3-3-42 0,-3 3-5 0,0 0-4 0,-3 18-2 16,3 1-3-16,-6 12 4 0,2 3-2 0,-5 16 6 15,0 1-9-15,-1 0 0 0,1 3-2 16,0-5 1-16,-1-2 3 0,2 2 5 0,0-11-9 16,-1 7 3-16,2-12 1 0,3-4 2 0,0 2-2 0,-1-7 1 15,4-7-2-15,-2 0 7 0,1-4-3 0,0-2-2 16,1-2-2-16,-2-3 8 0,3 1-3 0,-1-3-1 15,1 1 1-15,-1 1-2 0,-1-4 0 0,2-2 1 16,0 5-1-16,0-5-8 0,-2 5-11 0,2-5-48 16,0 0-38-16,0 0-53 0,-14-5-44 0,9 3-74 15,-2-3-147-15,-1-1-454 0,1 0 201 0</inkml:trace>
  <inkml:trace contextRef="#ctx0" brushRef="#br0" timeOffset="63163.89">2938 9748 172 0,'-11'-1'180'16,"11"1"-5"-16,0 0-12 0,-8 0-15 0,8 0-7 16,0 0-8-16,-5-2-9 0,5 2-11 0,0 0-9 15,0 0-12-15,0 0-6 0,27-2-9 0,-4-1-5 16,9-1-11-16,5-1-1 0,19-3-5 0,-2 1-11 15,1 2-2-15,0-1-2 0,-4 0-2 0,-11 4-6 16,-3-1-5-16,-4 2-2 0,1 0 0 0,-3-1-7 16,-10 4 1-16,-1-1-2 0,-1 0-7 0,-7-1 0 15,-2 3 0-15,0-3-4 0,-4 0 0 0,-6 0-3 16,9 2 2-16,-5-2-5 0,-4 0 3 0,4 2-8 16,-4-2 4-16,0 0 1 0,-11 10-2 0,2-6-14 15,-3 2-20-15,2-1-30 0,1 0-47 0,-1-1-37 16,-1-3-175-16,4 2-352 0,2-2 157 0</inkml:trace>
  <inkml:trace contextRef="#ctx0" brushRef="#br0" timeOffset="64204.34">3787 9469 26 0,'3'-7'300'0,"-2"0"-21"0,0 1-3 0,0 0-14 15,1 0-16-15,-1 4-16 0,0-5-22 0,1 5-22 16,-1-1-29-16,-1 3-8 0,1-5-19 0,-1 5-21 16,0 0-21-16,0 0-12 0,0 0-5 0,5 15-9 0,-3-3-6 15,1 8-7-15,-3 4-7 0,0 5-4 0,-5 0-6 16,3 5 2-16,-3 1-5 0,-1 0-7 15,-1 8 0-15,1-9-1 0,-1 0-4 0,2-4-2 16,0 1-2-16,1-4 0 0,1-9 0 0,1-1-4 0,0-5 3 16,1-2-4-16,0 2 5 0,1-7 9 15,-2 0 15-15,2 2 25 0,-2-4 33 0,2-1 42 0,0-2 26 16,0 0 20-16,0 7 11 0,0-7 12 16,0 0-24-16,9-11-18 0,-4 1-20 0,0 0-18 15,3 0-9-15,2-4-16 0,-2 4-12 0,0 0-10 0,-2 2-14 16,1 2-12-16,-3 1-16 0,0 0-29 0,0 0-27 15,-1 3-36-15,3-1-17 0,-1 2-21 16,4 2-8-16,0 0-24 0,0 3-8 0,2-1-17 16,2 1-8-16,1 2-11 0,2 2 2 0,0 1-25 0,2-2 5 15,1 2-5-15,-1-4-8 0,3 3 3 0,-2-4 11 16,0 0 23-16,-9-1 15 0,3 2 12 0,1-3 18 16,-5-1 6-16,0-1 21 0,-4 0 14 0,3 4 23 15,-6-2 34-15,-2-2 28 0,9 0 14 0,-9 0 9 16,0 0 9-16,8 0 12 0,-8 0 4 0,0 0 4 15,0 0 12-15,0 0 0 0,0 0 8 0,9-1-3 16,-9 1 0-16,0 0-6 0,0 0 1 0,0 0 3 16,4-3-8-16,-4 3-6 0,5-2-8 0,-1 2-5 15,2-1-4-15,5-3-12 0,2-1 2 0,-1 0-2 16,6 1-8-16,1-5 1 0,-3 4-3 0,3-2-1 16,2 1 0-16,-3-2-7 0,-4 0 1 0,4-1-1 15,-3 2-2-15,-2 0-1 0,-4 0 2 0,1 0-1 16,-2 1-1-16,-3-1 10 0,-1 3-2 0,-2-1 5 15,0-1 2-15,-2 0-5 0,-2 3-5 0,-3-1-2 16,-1-1-3-16,-5 2 0 0,-1 1-7 0,-1 2 10 16,-6 0 3-16,0 5-3 0,1 0-12 0,-4 0-2 15,0 6 0-15,6-3 0 0,-1 1-5 0,0 2 2 16,2 2-7-16,2 2-5 0,4-3-7 0,1 3-2 16,2-1-6-16,5 5-3 0,2-4 1 0,5 0-1 15,4-1 5-15,4-1-1 0,4-3 7 0,10-1-1 16,2-2 0-16,5-3 3 0,1-3 1 0,1-2-1 15,0-1 5-15,2-5 0 0,-2-3 4 0,2 1-1 16,-6 1 1-16,-3-6 1 0,-2 2 1 0,-3 0 13 16,-6 4 12-16,-3 0 8 0,-6 3 22 0,1-2 15 15,-2 3 19-15,-1 2 24 0,-3-1-6 0,0 2-3 16,-5 1-10-16,4-4-11 0,0 2-5 0,-4 2-14 16,5-1-14-16,-5 1-6 0,0 0-14 0,0 0-1 15,0 0-3-15,4 12-4 0,-8-2-5 0,1 0 13 16,1 3-13-16,-2 3 9 0,-1 3-5 0,1-1-7 15,-4-1-6-15,6 0-4 0,-5-3-8 0,6-3-2 16,-3-2-1-16,3-1 6 0,-2-4 6 0,3 1 4 16,-1 1 39-16,1-3 37 0,0-3 14 0,0 0-11 15,0 0-9-15,13-17-8 0,-4 3-12 0,2-3 1 16,1 2-4-16,-2 1-3 0,3 0-7 0,-1 1-1 0,0 1-5 16,-4 3-6-16,1 1-1 0,-4 3-5 0,0 1-5 15,1-2-9-15,1 2-2 0,1 4 0 16,4 0-1-16,-1 2-7 0,0 1-27 0,2 6-26 15,2-4-35-15,0 7-20 0,-3 0-52 0,2 0-48 0,-5 3-73 16,0-5-424-16,1-1-770 0,-1-3 341 16</inkml:trace>
  <inkml:trace contextRef="#ctx0" brushRef="#br0" timeOffset="65875.28">5921 9287 148 0,'1'-4'198'0,"-1"2"-21"0,3-3-17 0,-3 5-17 16,2-3-16-16,-2 3-12 0,2 10-14 0,-2-1-9 15,2 9-8-15,-3 10-10 0,-4 2-8 0,0 17-6 16,-3 4-6-16,-5 1-6 0,2 0 0 15,-1 0-8-15,-3 2-3 0,5-2-4 0,3-4-5 0,-7 3 0 16,9-2 0-16,0-15-3 0,2-3-4 16,2 0 0-16,1-3-2 0,0-7-1 0,0-2 19 15,1-2 5-15,2-5-2 0,-3-2 6 0,0 0 4 0,1-3 7 16,-1 0 9-16,4-2 17 0,-3-3 6 0,3-1-4 16,-4-1-4-16,12-5-8 0,-6 0-4 0,3-1-8 15,-5-3-7-15,5-3-4 0,-3-2-4 16,-2-2-7-16,-1-2 2 0,-3-1-10 0,-3 0-8 0,-1-1-9 15,-7-3-3-15,-1 6-3 0,-3 1-3 0,2 2-2 16,-11-2 1-16,-3 3-2 0,2 4-3 0,-1 0 1 16,-1 2 2-16,4 3-3 0,3 2 2 0,-1-1-1 15,3 0 0-15,8 3 1 0,-4 0-4 0,6 0-2 16,3 0-24-16,0-2-8 0,5 2 4 0,-5 3 2 16,5-3 5-16,0 0-1 0,23 7 3 0,-4-4 4 15,16-2 0-15,2 2 0 0,15-3 1 0,0 0 0 16,1-3 1-16,2-1 0 0,-3 2 11 0,1-3-8 15,-15 4 2-15,-1-5 2 0,1 2 1 0,-1 0 0 16,-3 1 3-16,-5-3 0 0,-1 3 8 0,-9 0 11 16,-1 1 19-16,-5 0 22 0,0-1 21 0,-4 2 23 0,-3-3 23 15,1 4 23-15,-1-2 1 0,-1 2-2 16,-5 0-20-16,6-3-9 0,-6 3-7 0,0 0-15 16,7 0-14-16,-7 0-7 0,0 0-15 0,0 0-11 15,6 0-24-15,-6 0-3 0,0 0-4 0,4 5-8 0,-3 2 2 16,-1-2 1-16,3 3-3 0,-2 3 2 15,-1 0-2-15,0 0-2 0,3 1 2 0,-3-2-16 16,1 2-7-16,-1 0-10 0,0 2-18 0,-1-4-9 16,1 2-12-16,0-2-9 0,-2-5-20 0,2-1-6 0,-1 2 0 15,1-3 5-15,-1 1 2 0,1-4-37 0,0 0-40 16,-13-2-57-16,8-3-47 0,-2-3-185 16,2-2-500-16,0-1 222 0</inkml:trace>
  <inkml:trace contextRef="#ctx0" brushRef="#br0" timeOffset="66014.73">6334 9644 89 0,'1'-8'291'16,"-1"0"-15"-16,1 1-16 0,-1 2-22 0,3-1-24 16,-3 1-22-16,0 3-20 0,0 2-19 0,1-5-28 15,0 0-34-15,-1 5-22 0,0 0-9 0,0 0-17 16,0 0-25-16,9 7-31 0,-5-2-27 0,0 1-39 16,2 0-65-16,-2-1-193 0,0 5-363 0,0-5 161 15</inkml:trace>
  <inkml:trace contextRef="#ctx0" brushRef="#br0" timeOffset="66838.52">6585 9721 103 0,'6'1'271'0,"-6"-1"-20"16,3 2-29-16,-3-2-22 0,0 0-17 0,6 2-23 15,-6-2-13-15,3 2-16 0,-3-2-12 0,-2 9-13 16,-1-3-11-16,2 1-11 0,-3 0-6 0,0 5-10 15,0 1-3-15,2-3-9 0,-2 4-6 0,3-2-3 16,-3 3-3-16,3-4-7 0,-3-3 0 0,3 0-4 16,-1-3-9-16,2 2 9 0,0-3 0 0,-1-2 18 15,1-2 20-15,0 5 25 0,0-5 35 0,1 5 19 16,-1-5-12-16,0 0-20 0,12-7-14 0,-7-1-3 16,4-1-13-16,5-1-14 0,-3-4-6 0,2 2-2 15,2-1-10-15,-3 2-3 0,-2 3-9 0,-2 1 11 16,-2 1-24-16,-1 1-1 0,3-1-17 0,-4 5-18 0,-2-1-27 15,-2 2-8-15,8 0 1 0,-8 0 0 16,9 3 11-16,-5-1 0 0,2 6-1 0,-2-1 7 16,5 3 5-16,3 1 3 0,3 2-2 0,0-1 4 15,12 5 2-15,3-1 2 0,1-3-10 0,9-1-8 16,10 2-1-16,4-2-2 0,0-2-5 0,1-2 4 0,3-4 0 16,-6-4 1-16,1 0 7 0,-15-2-2 0,17-3 2 15,-18 3 4-15,0-6 9 0,-4 3-6 0,-3-3-1 16,-5 1 2-16,-6-2 12 0,-2 3 15 15,-7-1 10-15,1 1 3 0,-6-2 12 0,0 1-10 0,-3 2-3 16,-2-2-6-16,-5-2-6 0,0 1 1 0,-5 1-3 16,-7-1 0-16,-2 0-5 0,-8 0 5 0,-3 3-6 15,-2 0 4-15,-3 5 8 0,2 0-14 16,-4 1-2-16,5 5 0 0,1-3 3 0,2 2-3 0,8-1 4 16,1 3-5-16,2-2-5 0,3 1-12 0,3 1-2 15,2 2-5-15,1-3-5 0,5 3-8 0,0-2 5 16,4 0 4-16,4 2 2 0,0-1 13 0,5 0-10 15,4-2 3-15,3-3 2 0,3 1 2 0,0-1-1 16,2-5 1-16,7 0 4 0,-5-2 1 0,-5 0 4 16,9-8 2-16,-1-2 1 0,-3 2 5 0,-2-5 7 15,-5 5 5-15,3-8 6 0,-3-6 5 0,0 2 0 16,-1-4-3-16,-4 0 3 0,1-3 26 0,-3 1 17 16,-3-1 16-16,2-1 29 0,1 3 14 0,-4 3 27 15,-2 0 9-15,-2 8 0 0,4-1-8 0,-5 6-6 16,4 2-2-16,-4 0-14 0,0 0-6 0,0 5-18 15,1 0-9-15,-1 0-15 0,0 2-7 0,0-1-20 16,0 5-31-16,0-5-40 0,0 5-49 0,0 0-17 16,0 0 15-16,0 0 3 0,0 30 7 0,-5-1 6 15,0 0-4-15,0 5 14 0,-3 11 3 0,-2 1-5 16,-3 2 10-16,5-13 6 0,2-1 2 0,2 1 1 16,0-2 2-16,2-2 14 0,4-6-16 0,0 3 7 15,0-4-5-15,-1-5 15 0,3-5 3 0,0-1 1 16,0-3 14-16,1-2 7 0,4 1 11 0,0-2 2 15,5 1-3-15,4-6 3 0,5-2-7 0,5-2-16 0,3-3-30 16,2-5-65-16,1-2-91 0,2-5-110 16,9-3-160-16,-8 4-230 0,-2-2-733 0,-4-3 324 15</inkml:trace>
  <inkml:trace contextRef="#ctx0" brushRef="#br0" timeOffset="67838.92">9678 9622 70 0,'-2'-5'227'0,"1"-2"-5"16,1-1-4-16,0-1-10 0,-2 3-8 0,2 2-20 16,0-1-14-16,-2 0-8 0,2 5-11 0,-1-8-15 15,1 8-14-15,0-4-19 0,0 4-16 0,0 0-12 0,0 0-13 16,0 0-5-16,-4 17-7 0,2 0-3 15,-2 10-8-15,-1 0-3 0,-3 4-4 0,2 3-5 16,-4 12-2-16,-1 0 0 0,5-10-2 0,-3 12-3 16,4-1 1-16,1-13-3 0,3 0 2 0,1-3-6 15,-2 2 1-15,2-8 0 0,0 3-2 0,0-10-1 16,2-1-1-16,-2-5 0 0,0 0 1 0,0-3-2 0,1 0 2 16,-1-1-3-16,1-3 1 0,-1 0 3 15,-1 0 0-15,1-1-3 0,0-4 5 0,0 6-4 0,-1-3 5 16,1-3 0-16,1 5-1 0,-1-5 0 0,0 0-2 15,0 0-3-15,0 0-23 0,0 0-34 16,-6-16-31-16,3 9-31 0,2-3-37 0,-1-7-49 0,1-2-189 16,1-8-421-16,1 1 186 0</inkml:trace>
  <inkml:trace contextRef="#ctx0" brushRef="#br0" timeOffset="68205.78">9622 9341 64 0,'-2'-3'162'0,"1"1"-20"15,1 2-6-15,0 0-24 0,0-5-12 0,0 5-9 16,0 0-9-16,0 0 0 0,0 0-6 0,20 8-3 16,-7-1-5-16,-1 3-2 0,12 5-3 0,-1 1-5 15,0 2-4-15,-1 1 1 0,2 5-10 0,-4 0 1 16,1 0-7-16,-4 1-3 0,0 1-2 0,-1-1-3 15,-4-3-2-15,0 3 2 0,-6-8-5 0,0-2-3 16,-3-3 2-16,-3-2 4 0,-1 2 2 0,-3 0 1 16,-3 1-3-16,-5 0 5 0,-3-1-6 0,-3-3-5 15,-8 2 2-15,-1 3 1 0,-2-7-1 0,1 3 0 16,1-4 1-16,-1 3 2 0,0-4 2 0,5-1-7 16,4 1 0-16,1-2 1 0,2 0-4 0,3-1-4 15,2 1-8-15,2-2 8 0,3 0-2 0,1-1-1 16,5 0 0-16,-8 4 0 0,4-4-5 0,4 0 2 15,-1 3-1-15,1-3 0 0,0 0-4 0,10 2-23 16,-2-1-46-16,2 0-49 0,-1-2-87 0,1 1-146 16,2-3-373-16,-6 1 166 0</inkml:trace>
  <inkml:trace contextRef="#ctx0" brushRef="#br0" timeOffset="72003.97">10719 9693 24 0,'0'-3'252'0,"3"0"-5"0,-3-2-13 0,0 5-12 15,4-7-8-15,-3 2-8 0,0 2-7 0,1-1-16 16,0 0-12-16,-1 1-14 0,3 1-14 0,-4 2-18 16,4-6-12-16,-2 2-14 0,1 1-13 0,2 1-8 15,-5 2-7-15,7-2-7 0,0 2-11 0,2 2-8 16,-2 0-5-16,4 1-8 0,-2 4-2 0,0-2-5 15,0 4-7-15,2 4-4 0,-3-2-9 0,0 4 4 16,-3 0-4-16,1 1-2 0,-2 2 0 0,0 0 0 16,-5 0-2-16,1-1 0 0,-3 2-2 0,-3-4 5 15,1 1-7-15,-4 2 3 0,1-3 0 0,-5-1-2 16,8-5 4-16,-4 1-3 0,0 2 0 0,0-5-1 16,2 1 3-16,1-1-2 0,1-4 3 0,1 3 2 15,1-3 3-15,-1-1 13 0,0 0 22 0,0 1 19 16,4-3 29-16,-2 2 13 0,2-2-13 0,0 0-9 15,0 0-7-15,2-15-10 0,3 4-3 0,4 1-8 0,0-5-2 16,0 0-12-16,5-1-1 0,4-3-1 16,1 0-10-16,-2 1 1 0,-2 6 1 0,6-6-9 0,-6 5-3 15,0 0-2-15,-2 2 4 0,-3 1-6 0,2 2 5 16,-3-1-8-16,-2 4 4 0,0 0-8 0,-1 1-1 16,-3 1 4-16,1-1-6 0,-1 2 8 15,0-1-11-15,0 0-15 0,-3 3-13 0,6-2-16 0,-6 2-12 16,0 0 3-16,0 0 3 0,2 9 6 0,-2-1 3 15,0-3 2-15,-2 6 4 0,2 2 1 0,-3-2 4 16,2 4 3-16,1 0 6 0,0-1 1 0,0-2 6 16,1 0 0-16,2 1 0 0,3-1 2 0,-2 0 6 15,3-3-7-15,3-1-21 0,1 2-26 0,-2-3-39 16,9 2-63-16,0-7-75 0,1-2-285 0,3 1-565 16,-6-4 250-16</inkml:trace>
  <inkml:trace contextRef="#ctx0" brushRef="#br0" timeOffset="72253.7">11350 9600 165 0,'0'-5'345'0,"-1"3"-14"0,1 2-20 0,0-7-35 15,0 7-28-15,-1-4-24 0,1 4-25 0,0 0-26 16,0 0-18-16,0 0-16 0,0 0-16 15,0 0-16-15,2 21-7 0,-2-9-13 0,2 2-10 0,-2 5-7 16,1 5-7-16,-1 1-5 0,0 0-5 0,1 1-9 16,-2 2 3-16,0 0-5 0,-1 0-6 0,1 1-12 15,0 0-25-15,-2-4-23 0,-2 1-24 0,0 1-37 16,-1-3-32-16,-2-1-51 0,-1-5-84 0,-1-2-215 16,1-4-507-16,1-1 225 0</inkml:trace>
  <inkml:trace contextRef="#ctx0" brushRef="#br0" timeOffset="72691.08">10543 9560 269 0,'-1'-4'294'0,"-1"0"-9"0,1 1-29 0,1 3-29 15,0-5-24-15,0 5-22 0,0 0-24 16,0 0-15-16,0 0-14 0,0 0-15 0,0 16-9 16,0-4-15-16,-1 4-7 0,1 10-11 0,-1-1-6 0,-1 4-8 15,2 2-3-15,-4 5-6 0,2-4-3 16,2 2-24-16,-3 14-28 0,3-3-23 0,0-11-35 15,0 0-36-15,0-2-43 0,1 0-92 0,2-3-149 16,0-12-417-16,2 0 185 0</inkml:trace>
  <inkml:trace contextRef="#ctx0" brushRef="#br0" timeOffset="74540.8">12139 9457 221 0,'4'-2'222'0,"-4"2"-4"15,4-3-12-15,-4 3-20 0,2-4-15 0,-2 4-21 16,3-3-12-16,-3 3-15 0,0 0-15 0,0 0-20 16,0 0-10-16,0 0-8 0,0 0-5 0,-8 12-6 15,-1 0-8-15,-5 2-4 0,-7 4-7 0,-1 3-3 16,-1 4-2-16,-2 0-6 0,-1 1-1 0,1-2-5 15,1 2-3-15,0-6-1 0,2 2 0 0,1-1-3 0,7-6-3 16,4-1 0-16,1-2 0 0,4-4-4 0,-1 1 1 16,-1-2-2-16,3 0 4 0,2-3 14 15,-2 0 13-15,3 0 12 0,-3-1 10 0,4-3 9 16,-4 3 4-16,4-3-2 0,-2 3 0 0,2-3-2 0,0 0-6 16,-3 4-6-16,3-4-6 0,0 0-4 0,0 0-6 15,0 0-8-15,4 5 2 0,0-3-10 16,5 1 0-16,-3 0-8 0,6 1 1 0,0 3-3 0,5 1-3 15,2 2-3-15,4 1 6 0,-5 1-5 0,5 5-4 16,0 0 1-16,-1-2 2 0,-6-1-3 0,6 1-1 16,-7-3 3-16,3 0-3 0,-7 0-3 15,1-2-1-15,-3-2 4 0,0 1 2 0,-4-2-6 0,4 0-1 16,-5-4 3-16,0 2 0 0,0-2-2 0,-3 1 2 16,3-3-1-16,-3 2 3 0,-1-3 8 0,4 3 16 15,-4-3 3-15,4 5 2 0,-4-5-7 0,2 2 6 16,-2-2-3-16,0 0-5 0,0 0 0 0,4 0-5 15,-4 0-2-15,0 0 4 0,0 0-9 0,0 0 0 16,0 0-1-16,0 0-2 0,0 0 1 0,0 0-3 16,0 0-2-16,0 0-3 0,0 0 5 0,0 0-1 15,0 0-1-15,0 0-4 0,0 0-2 0,5 3 5 16,-5-3-3-16,0 0 2 0,0 0 0 0,0 0-1 16,0 0 6-16,0 0-7 0,0 0-4 0,0 0 1 0,0 0-1 15,0 0 1-15,0 0 10 0,0 0-9 16,0 0-4-16,0 0 3 0,0 0 3 0,0 0-6 15,0 0 7-15,0 0-3 0,0 0 3 0,0 0-1 16,0 0-1-16,0 0 1 0,3 2-1 0,-3-2 4 0,0 0-5 16,0 0 1-16,0 0-4 0,0 0 5 0,0 0 4 15,0 0-5-15,0 0-3 0,0 0-1 0,0 0 1 16,0 0 1-16,0 0 2 0,0 0 0 0,0 0-3 16,0 0 0-16,0 0 1 0,0 0-2 0,0 0-3 15,0 0 5-15,0 0 0 0,0 0 0 0,0 0-5 16,0 0 3-16,0 0-4 0,0 0 9 15,0 0-2-15,0 0 3 0,0 0-7 0,0 0-1 0,0 0 2 16,0 0-1-16,0 0-3 0,0 0-3 0,0 0 3 16,0 0 16-16,0 0-22 0,0 0-1 0,0 0 0 15,0 0-3-15,0 0-1 0,0 0-3 0,0 0-2 16,0 0-6-16,0 0 2 0,0 0-2 0,0 0-2 16,0 0 1-16,0 0-5 0,0 0 3 0,0 0 0 15,0 0 0-15,0 0 1 0,0 0 4 0,0 0-1 16,0 0 5-16,0 0 3 0,0 0 2 0,0 0-1 15,0 0 3-15,0 0 2 0,0 0 2 0,0 0 3 16,0 0-1-16,0 0 8 0,0 0-6 0,0 0 2 16,0 0 2-16,0 0-2 0,0 0 0 0,0 0 1 0,0 0 0 15,0 0 1-15,0 0 0 0,0 0-2 16,0 0 4-16,0 0 0 0,0 0-2 0,0 0 3 16,0 0-2-16,0 0-1 0,0 0 3 0,0 0 0 15,0 0 3-15,0 0 2 0,0 0 4 0,0 0 2 0,0 0 6 16,0 0 6-16,0 0 7 0,0 0-4 15,0 0 3-15,0 0 4 0,0 0-3 0,0 0-3 0,0 0 6 16,0 0-5-16,0 0-2 0,0 0-2 16,0 0 0-16,0 0-3 0,0 0-6 0,0 0-3 0,0 0 3 15,0 0-5-15,0 0 6 0,0 0-6 0,0 0-1 16,0 0-3-16,0 0-2 0,0 0-2 16,0 0 2-16,0 0-1 0,0 0-1 0,0 0-2 0,0 0 5 15,0 0-4-15,0 0 6 0,0 0-10 0,0 0 5 16,0 0 1-16,0 0-1 0,0 0-2 0,0 0 2 15,0 0-1-15,0 0-1 0,0 0 1 0,0 0 3 16,0 0-4-16,0 0-2 0,0 0 1 0,0 0-2 16,0 0 4-16,0 0-2 0,0 0-5 0,0 0 3 15,0 0 0-15,0 0-4 0,0 0-2 0,0 0 2 16,0 0-1-16,0 0 2 0,0 0 5 0,0 0-1 16,0 0 1-16,0 0-3 0,0 0 0 0,0 0-2 15,0 0 6-15,0 0-2 0,0 0 0 0,0 0 2 16,0 0 0-16,0 0-4 0,0 0 1 0,0 0-3 15,0 0-4-15,0 0-1 0,0 0-2 0,0 0-1 16,0 0 0-16,0 0 9 0,0 0-7 0,0 0 5 16,0 0-3-16,0 0 3 0,0 0-1 0,0 0 3 15,0 0-1-15,0 0 2 0,0 0 1 0,0 0-1 0,0 0 4 16,0 0-2-16,0 0 1 0,0 0 1 0,0 0 4 16,0 0 0-16,0 0-3 0,0 0-3 0,0 0 9 15,0 0-6-15,0 0 2 0,0 0-2 0,0 0-1 16,0 0 0-16,0 0 4 0,0 0-2 0,0 0-4 15,0 0 3-15,0 0-4 0,0 0 3 0,0 0 5 16,0 0-6-16,0 0 1 0,0 0 0 0,0 0-2 16,0 0-2-16,0 0 2 0,0 0-1 0,0 0 1 15,0 0-1-15,0 0 4 0,0 0 1 0,0 0-4 16,0 0 0-16,0 0 1 0,0 0-8 0,0 0-4 16,0 0-11-16,0 0-4 0,0 0-16 0,0 0-10 15,0 0-19-15,0 0-26 0,0 0-27 0,0 0-51 16,0 0-59-16,0 0-252 0,0 0-526 0,0 0 232 15</inkml:trace>
  <inkml:trace contextRef="#ctx0" brushRef="#br0" timeOffset="75373.78">11740 10069 121 0,'0'0'306'0,"-1"-5"-13"0,1 5-25 15,-4-4-23-15,4 4-22 0,0 0-25 0,-1-3-24 0,1 3-17 16,0 0-17-16,0 0-16 0,0 0-14 0,0 0-14 15,13 12-7-15,-7-4-11 0,8 4-6 0,-1 3-8 16,1-1-4-16,4 8-1 0,2-2-5 16,-2 1-6-16,3 0-5 0,0-1-4 0,-3 1 1 0,4-3-21 15,-3 0-40-15,-4-3-29 0,6 2-47 0,-4-4-48 16,0-3-85-16,0-1-200 0,-2-1-466 0,0-2 207 16</inkml:trace>
  <inkml:trace contextRef="#ctx0" brushRef="#br0" timeOffset="76254.58">12729 9547 197 0,'4'-9'276'0,"-4"2"-4"0,3-1-8 0,-1 2-5 15,-2-1-16-15,1 3-15 0,2 1-22 0,-3-1-23 16,1-1-16-16,-1 5-24 0,0 0-11 0,0-5-22 15,0 5-23-15,0 0-10 0,0 0-9 0,0 0-10 16,-4 19-6-16,3-7-4 0,1 3-1 0,-5 4-10 16,1 0-1-16,0 1-5 0,3 6 3 0,-3-1-6 15,2-1 1-15,-1-4-16 0,1-2-27 0,0 0-25 0,-2 1-24 16,-3-1-37-16,2-1-36 0,1-4-65 16,-4 2-261-16,4-4-501 0,0 0 221 0</inkml:trace>
  <inkml:trace contextRef="#ctx0" brushRef="#br0" timeOffset="76604.67">12545 9936 216 0,'-4'0'225'16,"4"0"-15"-16,-5 1-13 0,5-1-12 0,0 0-15 15,-9 2-15-15,9-2-14 0,0 0-10 0,0 0-12 16,0 0-13-16,-4 0-10 0,4 0-11 0,0 0-4 16,0 0-1-16,0 0 2 0,0 0 4 0,0 0 1 15,0 0-5-15,0 0-6 0,0 0-8 0,0 0-6 16,0 0-3-16,0 0-2 0,21-3-6 0,-2 3-4 16,3-3-1-16,10-3-7 0,4 1-2 0,2 2-2 15,14-4-5-15,-3 5-6 0,-8-2 1 0,-4 1-2 16,0-1-2-16,-4 3-2 0,-1-2-3 0,-9 1 0 15,-4 2-1-15,-6 0-6 0,4-3-4 0,-7 3-18 16,-5 0-15-16,3 0-19 0,-8 0-12 0,7 0-10 16,-7 0-19-16,0 0-35 0,-19 5-45 0,8-3-50 15,-7 0-200-15,1 1-451 0,-2-1 200 0</inkml:trace>
  <inkml:trace contextRef="#ctx0" brushRef="#br0" timeOffset="77221.67">12756 10066 208 0,'0'0'270'0,"0"0"-15"16,0 0-23-16,0 0-21 0,-5 3-22 0,5-3-20 15,0 0-17-15,0 0-15 0,0 0-15 0,15 5-12 16,-7-3-11-16,2 1-11 0,-1 4-10 0,5-2-9 16,-2 3-6-16,-1-1-5 0,1-2-11 0,-3 2-3 15,-1 2-5-15,0-1-3 0,-3 1-4 0,1 3-4 16,-4-1-1-16,-1 0-5 0,-1 4-5 0,-3-3 2 16,-3 2-2-16,-1 2 0 0,-3-2-3 0,-2 0 3 15,-1 1-1-15,0-1-2 0,2-4-2 0,-2-1 1 16,4-2-3-16,0 1-1 0,-2-3 1 0,3 2-1 15,3-2 0-15,-3-3-1 0,3 2-3 0,0-1 3 16,1 0-2-16,0-1 5 0,4-2 17 0,-5 3 14 16,5-3 9-16,-4 2 11 0,4-2 8 0,0 0 1 15,-1 3-1-15,1-3 1 0,0 0-7 0,-5 2-3 0,5-2-3 16,0 0-2-16,0 0-5 0,0 0-8 16,0 0-1-16,0 0-14 0,-1 5 5 0,1-5 1 15,0 0-5-15,0 0-1 0,0 0 0 0,0 0 1 16,0 0 3-16,0 0 1 0,0 0 5 0,0 0 4 0,0 0-1 15,0 0-10-15,0 0-3 0,16-6-5 16,-3 5-1-16,-4-3 11 0,10 0-12 0,-1 0-4 16,5-1-4-16,7-3-4 0,0 4 0 0,3-2 4 15,-2 2-3-15,-1-1 0 0,-1 1-5 0,-10 1 0 0,-2 0 4 16,-3 1-4-16,-3-1 5 0,-3 3 9 16,-2-2 9-16,2 0 3 0,-3 1 0 0,0 1 2 0,-5 0-5 15,7-2 4-15,-3 0-10 0,-4 2 0 16,0 0 2-16,7-1-5 0,-7 1-2 0,0 0-10 0,4-2-17 15,-4 2-13-15,0 0-23 0,0 0-20 0,0 0-11 16,0 0-16-16,0 0-13 0,0 0-18 0,0 0-16 16,0 0-22-16,0 0-79 0,0 0-58 0,0 0-278 15,0 0-625-15,-5-9 277 0</inkml:trace>
  <inkml:trace contextRef="#ctx0" brushRef="#br0" timeOffset="77701.88">13490 9390 84 0,'0'-5'293'0,"0"5"-24"0,0 0-25 0,0 0-28 15,0 0-22-15,0-3-20 0,0 3-21 0,0 0-15 16,7 8-21-16,-3-4-7 0,1 5-13 0,4 6-7 16,1 4-9-16,-1 8-7 0,4 2-8 0,2 5 0 15,-2 13-4-15,4 1-3 0,-4 3-5 0,-1 2 0 16,-3 2-2-16,-1 1-4 0,1 26 0 0,-8-26-5 16,-1-3 1-16,-4 5-4 0,-1-2-3 0,-4-4-1 15,0 0-5-15,-9-2-3 0,4-6 3 0,-9-2-5 16,-5 3-4-16,-5-8 4 0,-4-3 0 0,0 1-2 0,-8 2-4 15,-5-5-19-15,-7-1-61 0,-20 12-71 16,21-18-104-16,-28 4-241 0,21-12-514 0,-1-3 227 16</inkml:trace>
  <inkml:trace contextRef="#ctx0" brushRef="#br0" timeOffset="78454.19">10572 9118 259 0,'0'-3'253'0,"0"3"-14"0,-1-5-11 16,1 5-25-16,0 0-27 0,0-4-20 0,0 4-21 0,0 0-16 16,-13 18-12-16,-3 3-11 0,0 8-9 15,-12 12-14-15,0 9-8 0,-9 29-8 0,0-2-9 16,-3 2 2-16,10-1-11 0,0 0-2 0,14-20-1 16,-2 23-5-16,5 2 4 0,7-28-3 0,7-3-3 0,3 6-4 15,3-1 1-15,8-3 1 0,6-2 2 0,7-2-2 16,9-1 3-16,13-7-2 0,23 9 1 15,-17-20-3-15,31 7-5 0,-3-5-38 0,-24-11-70 0,30 2-102 16,-34-9-239-16,0 2-463 0,-4-8 205 0</inkml:trace>
  <inkml:trace contextRef="#ctx0" brushRef="#br0" timeOffset="82335.11">1148 11932 103 0,'0'-7'223'0,"0"3"-3"0,-1 1-6 0,1-2-20 15,0 5-11-15,0-7-13 0,-1 5-20 0,1 2-8 16,0-6-21-16,0 6-23 0,0 0-22 0,0 0-30 16,-2-4-37-16,2 4-2 0,0 0-6 0,0 0 4 15,2 24-8-15,-1-9 4 0,-1 3-2 0,0 1-1 16,1 8-1-16,-1-2 3 0,3 1-3 0,-2 2 0 16,0-3 6-16,2 0-2 0,1 0-2 0,-2-6 1 15,1 0 0-15,2-3 0 0,-3 5-2 16,1-4 4-16,1-3 0 0,-2-2-1 0,1-1-7 15,0-2-9-15,1 1-16 0,-2-4 0 0,2-1-2 16,0 0 2-16,-1 2-4 0,0-4-18 0,2-3-19 16,-1 1-41-16,-4-1-143 0,10-5-277 0,-1-4 123 0</inkml:trace>
  <inkml:trace contextRef="#ctx0" brushRef="#br0" timeOffset="82602.6">1369 11950 169 0,'2'-12'252'15,"0"0"0"-15,0 4-8 0,-1 0-8 0,-1 2-11 16,1 0-15-16,-1 1-27 0,0 1-9 0,1 1-27 16,-1 3-22-16,0-6-22 0,0 6-27 0,2-4-32 15,-2 4-18-15,0 0 0 0,0 0-5 0,6 13 5 16,-5-4-15-16,3 3 1 0,1 3 0 16,-2 3-1-16,-1-1-1 0,3 4 5 0,-2-2-9 0,2 0 2 15,-2 1 3-15,-1-3 0 0,1 1-3 16,-2 0 1-16,2-1-4 0,-1 0 6 0,1-4-26 15,-2-1-10-15,2-1-10 0,-2 2-24 0,0-2 3 16,-1-1-14-16,-1-1-6 0,0 1-18 0,-2-4-21 16,0 0-31-16,0-1-52 0,-6-1-101 0,-2 0-323 15,5-3 143-15</inkml:trace>
  <inkml:trace contextRef="#ctx0" brushRef="#br0" timeOffset="82765.78">1216 12165 157 0,'0'0'161'0,"-4"-1"-6"16,4 1-9-16,-2-4-5 0,2 4-6 0,0 0-8 16,0 0-13-16,0 0-10 0,0 0-12 0,0-5-9 15,0 5-9-15,6 0-4 0,3-1-8 0,5-5-11 16,0 1 0-16,5 3-9 0,-2-3-31 0,2 1-36 16,3 1-47-16,-4-3-47 0,-4 4-141 0,-1-2-282 15,4-3 124-15</inkml:trace>
  <inkml:trace contextRef="#ctx0" brushRef="#br0" timeOffset="82943.45">1673 12082 36 0,'0'0'265'0,"0"0"-23"0,0 0-22 16,0 0-21-16,0 0-17 0,-10-4-19 0,10 4-20 15,0 0-29-15,0 0-59 0,0 0-62 0,0 0-68 16,13-7-182-16,-9 4-277 0,3-1 123 0</inkml:trace>
  <inkml:trace contextRef="#ctx0" brushRef="#br0" timeOffset="83253.39">1864 11803 52 0,'-1'-7'291'0,"-1"1"-13"0,2 1-24 0,-1-2 2 16,1 3-29-16,-2-1-21 0,0 1-21 0,1 2-21 16,1 2-16-16,-1-6-19 0,1 6-32 0,0 0-37 15,-2-3-31-15,2 3-4 0,0 0-1 0,3 15-2 16,-3-2-7-16,3 2 0 0,-1 4-1 0,-1-1-1 15,2 6-2-15,3 2-4 0,-6-3 1 0,4-5 0 16,-1 4 2-16,0-4-5 0,1 1-3 0,0 0 5 16,0-3-3-16,0 0-9 0,-2-4-5 0,0 0-9 15,0 0-23-15,-1-1-11 0,2-1-19 0,-3 1-30 16,1 0-7-16,3-5-26 0,-4 0-29 0,0 0-146 16,1-2-334-16,2-3 148 0</inkml:trace>
  <inkml:trace contextRef="#ctx0" brushRef="#br0" timeOffset="83820.07">2071 11964 236 0,'0'0'237'0,"0"0"-26"0,3-4-25 0,-3 4-20 16,0 0-22-16,0 0-19 0,0 0-11 0,0 0-13 15,-3 15-8-15,-1-6-11 0,-1 0-11 0,-3 6-6 16,-2 4-6-16,-1 5-1 0,-2 2-10 0,-1-1-3 15,1-1-10-15,-1 1-1 0,4-8-5 0,-3-3-6 16,7 1 0-16,-1-6-1 0,2-2-5 0,1 2 3 16,3-4-4-16,-3 0 18 0,0-2 24 0,3-2 13 15,1-1-5-15,0 0-10 0,-4-10-3 0,8-1-6 16,-4 1-6-16,5-3-5 0,-4 1 1 0,6-6-6 16,-2 4 1-16,-1 2-6 0,1 2-1 15,-4 0 3-15,3 4 0 0,1-1-2 0,-4 1-5 0,3 1-7 16,-1 0-1-16,-2 3-6 0,3-1-2 0,0 1-2 15,2 2-1-15,2 0-2 0,-8 0 0 0,14 0-2 16,-3 2 2-16,2 1 0 0,-3-2-2 0,4 3 1 16,-2 0-3-16,-1 0 0 0,2-1 1 0,-1 0-2 15,0 1 0-15,0-3 3 0,-6 2 0 0,3-3-1 16,-4 2 7-16,2-2-2 0,-7 0 0 0,10-5 1 16,-5 1-1-16,0-1 4 0,-2-2 0 0,-2-1 10 15,0-1 4-15,-1-4 1 0,0 1 4 0,-1-7 0 16,1 1 1-16,-4-7-4 0,-1 0-2 0,1 5 11 15,3-6-3-15,-3 1 8 0,3 7 18 0,-3 1 3 16,0 0 10-16,3 7-5 0,-2 0-5 0,2 3-5 16,1 2-8-16,-3-1-10 0,2 1-1 0,1 1-22 15,0 4-26-15,0-4-29 0,0 4-4 0,0 0 3 16,0 0 8-16,0 0 3 0,4 20 6 0,-3-9 0 16,3 2 3-16,0 3 12 0,1 1-5 0,-1 1 2 15,1-2-3-15,0 1-17 0,0-2-8 0,-1 0-10 16,-1-3-16-16,0 0-3 0,0-1-17 0,0-3-20 15,-3 4-2-15,1-7-5 0,-1 2-33 0,0-1-34 16,-5-5-207-16,5-1-423 0,0 0 187 0</inkml:trace>
  <inkml:trace contextRef="#ctx0" brushRef="#br0" timeOffset="83971.32">2163 11718 221 0,'0'-5'263'0,"0"5"-30"15,1-3-23-15,-1 3-20 0,0 0-24 0,0-5-17 16,0 5-16-16,4-2-20 0,4 1-30 0,-8 1-33 16,12-2-36-16,-5 2-53 0,6-3-67 0,-4 2-174 15,1-3-304-15,-3 4 135 0</inkml:trace>
  <inkml:trace contextRef="#ctx0" brushRef="#br0" timeOffset="84733.76">1302 12609 99 0,'-7'3'128'0,"7"-3"-5"15,-6 1-6-15,6-1-7 0,0 0-5 0,0 0-3 16,0 0 6-16,-8 0-7 0,8 0 0 0,0 0 2 16,0 0-10-16,0 0-4 0,-5 2-6 0,5-2-8 15,0 0-5-15,0 0 0 0,0 0-16 0,0 0-6 16,0 0 0-16,0 0-2 0,-4 2-10 0,4-2 0 15,0 0-5-15,0 0-3 0,0 0-5 0,0 0 0 16,0 0-4-16,0 0 2 0,0 0-10 0,0 0-1 16,0 0-1-16,0 0 1 0,0 0 3 0,0 0-2 15,0 0-8-15,0 0 5 0,22 0 3 0,-8-2-2 16,13-5-4-16,9-2 6 0,21-6-10 0,6-3 7 16,31-6 2-16,1-3 0 0,6-1 6 0,1-1 3 15,-6 4 9-15,-4 2 2 0,-4 3-3 0,-29 7-7 16,-4 2 5-16,-7 0-5 0,-11 4 0 0,-1-2-2 15,-3 5 1-15,-5-4-6 0,-6 6-1 0,-6-1-1 16,-3 2 2-16,-1 0-5 0,-5-1 2 0,-7 2-4 16,13-1 2-16,-13 1 0 0,9-4-11 0,-9 4-22 15,0 0-50-15,0 0-97 0,0 0-209 0,0 0-413 16,0 0 182-16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23:50.90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4466 12446 10 0,'-2'-5'265'0,"2"5"-11"0,0 0-12 0,0 0-12 15,0 0-13-15,0 0-19 0,-2-4-19 0,2 4-16 16,0 0-16-16,0 0-15 0,0 0-15 0,0 0-14 15,-2-3-8-15,2 3-13 0,0 0-5 0,0 0-12 16,0 0-3-16,0 0-7 0,0 0-6 0,0 0-7 16,0 0 6-16,0 0-16 15,0 0-4-15,0 0-8 0,0 0 1 16,0 0-2-16,0 0-4 0,8-2 0 0,-8 2 0 0,11-1 5 0,1-1-8 0,-2-1-6 0,4 1-6 16,3-2-6-16,1-1-8 0,0 1-5 0,1-3-1 15,-1 3 0-15,0-2 3 0,0 0-1 0,-6 3 2 16,1-2 4-16,-1 1-1 0,-2-3 2 0,0 4 6 15,-4 0 3-15,1-1 6 16,-2 1 6-16,1 0 3 0,-2 1 3 0,0-2 4 16,-3-1 3-16,3 2-2 0,-4 3-1 0,0-4-2 15,0 4-6-15,-5-9-1 0,0 5-3 0,-4 4-4 16,0-1-3-16,0 2-3 0,-5-1 2 0,-1 0 0 16,1 0-2-16,-4 3 1 0,0-1-1 0,2 5-2 0,-4-2-1 15,1 4 1-15,-4 2-4 0,0 3 7 0,0 0-4 16,0 6-4-16,4-1-1 0,-2 5 2 0,5-2 1 0,0 4-1 15,5 1 5 1,1-2-1-16,5 3 0 0,2-1 0 0,3-3 1 0,6 1-1 0,2-6 2 0,5-2 1 16,4 2 4-16,3-2-3 0,3-4 18 0,4-2 0 15,-2-3 1-15,2 0-1 0,4-2 3 0,-3-6 0 16,1 0 2-16,-7 0 2 0,1 0 6 0,-1-2 2 16,-3-3 4-1,-4 3 17-15,-2-2 19 0,-3 3 10 0,-1 1 35 0,-1-3 13 16,-3 3 6-16,0-2 2 0,-1 0-1 0,-4 2-5 15,9-1-10-15,-5 0-12 0,-4 1-10 0,0 0-8 16,5-1-10-16,-5 1-9 0,0 0-11 0,5-2-6 16,-5 2-16-16,0 0-7 0,0 0-3 0,0 0-9 15,0 0-8-15,0 0-3 0,0 0-10 0,5-2-5 16,-5 2-12-16,0 0-8 0,0 0-7 0,0 0-11 0,0 0-16 0,0 0-15 16,0 0-9-16,0 0-30 0,0 0-22 15,0 0-21-15,0 0-18 0,0 0-25 0,0 0-106 0,0 0-56 16,0 0-192-16,-15-5-597 0,15 5 264 0</inkml:trace>
  <inkml:trace contextRef="#ctx0" brushRef="#br0" timeOffset="624.62">4653 12329 140 0,'-5'-3'221'0,"0"-1"-26"15,0 4-22-15,-3 0-16 0,-3 0-16 0,-1 4-16 16,-4 5-13-16,-2-1-14 0,-4 9-12 0,2 1-7 0,-2 1-6 0,0 3-3 31,1 2-15-31,1 1-4 0,2-1-8 0,2 2-1 0,3 0-7 16,4-4-2-16,3-1-1 0,5-3-5 0,1-1 3 15,4 0-6-15,0-5 1 0,4-2-1 0,1 0 1 16,8-1 1-16,3-4 5 0,7-2 2 0,1-5-1 16,4-1-1-16,-4-5 3 0,4-6-5 15,-4 0 1-15,-1-2-5 0,-3 0-1 0,-1-3-5 0,-6-1 1 0,-3 5-1 16,-3-8 0-16,-3 7-2 0,-4-2 1 15,-3 1 3-15,-1 2 4 0,-2 1 2 0,-2 4 3 16,-4 0-4-16,-1 3-5 0,-10-2 3 0,0 4-6 16,0 5-4-16,-9 2 0 0,-1 4-7 0,0 2-1 0,1 2 1 15,1 5-3-15,3-1-1 0,-1 6-1 0,4 2 2 16,4 2-4-16,6 2 5 0,3-2-4 0,7 1-2 0,7 1 1 16,3-9 2-16,9 3-4 0,6-2-3 0,3-3-3 15,9-3-1-15,-3-4-8 0,4-5-3 0,-1-2-2 0,1-3 5 16,0-1-6-16,-5-4-4 0,-5 0 5 15,0-3 2-15,-8 1 11 0,-6-3 3 0,2 1 14 16,-5-2 9-16,-5 1 6 0,2-4 7 0,-7 6-2 16,-3-6-2-16,-3 2-2 15,-1 1-1-15,0-1-4 0,-6 2-3 0,1 2-2 16,-3 0-3-16,4 5-5 0,-2 0-8 0,0 1-15 16,-1 2-9-16,5 1-31 0,-4 1-35 0,3 3-30 15,6-2-13-15,-1 2-42 0,1 1-189 0,4-4-396 16,5 7 176-16</inkml:trace>
  <inkml:trace contextRef="#ctx0" brushRef="#br0" timeOffset="885.81">5962 12258 279 0,'1'-4'312'0,"2"1"-29"16,-3 3-32 0,2-4-29-16,-2 4-21 0,0 0-26 0,0 0-19 0,0 0-17 0,0 0-15 0,-19 12-14 0,7 0-8 15,0 3-12-15,-2-2-12 0,-5 10-5 16,-3-2-7-16,0 4-10 0,0 1 6 0,-1-1-30 16,1 2-22-16,0-1-14 0,1 3-22 15,0-7-12-15,3 2-30 0,0-2-21 16,1-3-16-16,3-4-21 0,4-3-27 0,0-5-48 15,-2 0-135-15,4-3-363 0,2 0 162 0</inkml:trace>
  <inkml:trace contextRef="#ctx0" brushRef="#br0" timeOffset="1139.28">5594 12317 198 0,'1'-12'370'0,"2"3"10"0,-2 2-11 0,-1 1-35 15,0-1-38-15,1 2-36 0,3 3-49 0,-4-3-23 16,0 5-24-16,0 0-28 0,0 0-19 0,6 9-6 15,-2 1-10-15,3 8-20 0,-1 1-4 0,8 3-9 16,-1 7-10 0,5-2-4-16,0 4-6 0,2-2-5 0,-2 0 2 0,0 0-4 15,2-1-7-15,-1-3 8 0,-2-3-15 0,-2-1 2 16,-3-4 0-16,-2-4-9 0,-1 0 2 0,-1-5-4 16,-3 1-21-16,0-1-8 0,2-3-8 0,-4 0-4 15,0-1 8-15,-2-1-8 0,3 0-5 0,-4-3-6 16,1 3-9-16,-1-3-31 0,0 0-29 0,0 0-32 15,0 0-37-15,0 0-41 0,0 0-47 0,-12-10-210 16,12 5-508-16,0 5 225 0</inkml:trace>
  <inkml:trace contextRef="#ctx0" brushRef="#br0" timeOffset="1487.13">6422 12548 37 0,'-6'2'248'0,"6"-2"-18"15,-7 0-17-15,7 0-13 0,0 0-16 0,-8-2-17 0,8 2-5 16,0 0-3-16,0 0 0 0,0 0-14 0,27-1-11 15,-10 1-11-15,2-3-14 0,9-1-10 0,3 2-10 16,-2-1-9-16,2-2-8 0,0 3 1 0,-3 0-11 16,-9 1-11-16,0-3-1 0,-5 2-5 0,-4 1-5 15,-1-1-3-15,-1 1-2 0,-2 0 0 0,1 0 0 16,-7 1-10-16,6-2-10 0,-6 2-28 0,0 0-29 0,0 0-26 0,0 0-28 16,-19-3-26-16,19 3-33 0,-14 0-36 0,6-2-214 15,3 1-438-15,5 1 194 0</inkml:trace>
  <inkml:trace contextRef="#ctx0" brushRef="#br0" timeOffset="1772.27">6757 12380 212 0,'0'0'293'0,"0"0"-27"15,-4-5-27-15,4 5-25 0,0 0-25 0,0 0-22 16,0 0-19-16,0 0-13 0,0 0-10 0,0 0-7 15,15 10-8-15,-6-3-8 0,1-1-7 0,3 6-6 16,1-1-9-16,3 1-4 0,-4 3-6 0,1-3-8 0,-3 3-8 16,3-1 2-16,-4 1-8 0,2-3-7 0,-6 0-3 15,-2-2-7-15,1 0-1 0,-1 2-7 0,0-3-3 0,-4 1-6 16,0-1 0-16,-4 1-6 0,-1 0 1 0,-3-2 1 16,-2-2 1-16,-4 6-1 0,-3-4-4 0,1-1-1 15,-2-1-14-15,1-2-6 0,3-2-17 16,-2 3-26-16,2-3-29 15,2 1-49-15,1-3-48 0,2 0-266 0,2-3-487 16,2 1 216-16</inkml:trace>
  <inkml:trace contextRef="#ctx0" brushRef="#br0" timeOffset="2142.33">7316 12332 55 0,'8'-5'278'0,"1"3"-23"0,0-1-18 0,1 3-26 16,-2-1-8-16,2 1-16 0,-1 1-13 0,3 2-10 15,-1 4-10-15,3 2-12 0,0 1-13 0,-5-1-9 16,3 4-10-16,-2 1-7 0,-3 2-10 0,2 0-8 0,0 1-9 0,-6 2-6 16,-1-2-5-16,0 2-9 0,-2 0-4 0,-3-1-2 15,-1-1-7-15,-2-1-6 0,1-5-2 0,0 0-3 16,0-3 1-16,1-1 15 0,1 0 1 0,-1-3 21 15,3 0 36-15,-3 0 46 0,2 0 28 0,-1-3 30 16,3-1 22-16,0 0-4 0,0 0-13 0,0 0-25 16,0 0-3-16,1-17-19 15,2 8-18-15,2-3-13 0,1-3-15 0,1-4-11 16,4-1-13-16,2-4-10 0,-4 7-11 0,0 0-6 16,1 3-8-16,-1-1-8 0,-1 2-15 15,2 3-15-15,-5 1-24 0,3 0-31 0,-2 1-38 0,2 0-40 16,1 4-48-16,-4-1-58 0,3 3-40 0,3-2-50 15,-5 4-53-15,2 0-87 0,-8 0-288 0,17 6-792 16,-10-3 351-16</inkml:trace>
  <inkml:trace contextRef="#ctx0" brushRef="#br0" timeOffset="2304.81">7764 12565 174 0,'-3'2'418'15,"3"-2"-2"-15,-4 2-27 0,4-2-1 0,0 0-22 16,0 0-28-16,-5 2-32 0,5-2-41 0,0 0-28 16,0 0-31-16,0 0-49 0,0 0-79 0,0 0-103 15,0 0-89-15,0 0-103 0,0 0-116 0,15-7-176 0,-8 5-550 16,-7 2 244-16</inkml:trace>
  <inkml:trace contextRef="#ctx0" brushRef="#br0" timeOffset="2674.71">8005 12433 41 0,'1'-3'399'0,"2"-1"-17"16,-3 4-12 0,1-4-11-16,2 2-26 0,-3 2-28 0,4-4-30 0,-4 4-36 15,0 0-25-15,0 0-27 0,0 0-21 0,1-2-15 16,-1 2-17-16,0 0-12 0,9 7-12 0,-5-2-19 15,-2 1-2-15,2 0 3 0,0-1-22 0,-3 2-6 16,3 1-7-16,-1-2-5 0,-1 2-6 0,1-4-3 16,-2 4-3-16,2-3-9 0,0-1 6 0,-2 1-3 15,1-2 0-15,-2-3 2 0,1 5-22 0,-1-5 56 0,3 3 29 16,-3-3 37-16,4 1 32 0,-4-1 2 0,0 0-18 0,7-9-17 16,-2 4-11-16,4-2-13 0,-2-3-11 0,2 3-14 15,1-7-6-15,3-1-12 0,-2 4-7 0,4-2-21 16,-3-2-30-16,3 3-34 0,-4 0-36 15,1 0-52-15,6 2-38 0,-5 0-57 0,-3 4-42 0,-1 3-46 16,4 1-37-16,0-3-57 0,-2 4-347 0,1 1-795 0,-1 4 352 16</inkml:trace>
  <inkml:trace contextRef="#ctx0" brushRef="#br0" timeOffset="2808.19">8372 12522 270 0,'-2'4'353'0,"1"-2"6"0,1-2 19 16,-2 5 0-1,0-3 2-15,2-2-6 0,0 0-5 0,0 0-28 16,-1 5-31-16,1-5-30 0,0 0-29 0,0 0-48 16,0 0-65-16,0 0-102 0,0 0-123 0,0 0-149 15,0 0-448-15,0 0-739 0,19-8 328 16</inkml:trace>
  <inkml:trace contextRef="#ctx0" brushRef="#br0" timeOffset="4710.1">10438 12226 44 0,'0'0'144'0,"0"0"-5"0,-10 0-5 0,10 0-13 16,-9 1-19-16,9-1-1 0,-8 0-7 0,8 0-18 16,-5 1-2-16,5-1-10 0,-5 2-2 0,5-2-9 15,0 0-6-15,-6 2-2 0,6-2-8 0,0 0-1 0,0 0-4 0,-3 3-2 16,3-3-4-16,0 0 2 0,0 0-3 0,0 0 5 15,14 0-3-15,-6 0-4 0,2 0 2 0,3-2 8 16,-2-1-2-16,2-1 0 0,0 0 1 0,-3 0 3 16,3-1 6-16,-2-2 1 0,2 2-2 0,-3-2 3 15,1 0 1-15,-1 1 14 0,-4 0 2 0,1-1-4 16,-1-1-6-16,-5 6-6 16,2-3-3-16,-7 0-15 0,0 3-6 0,-5-3-1 15,-9 5-5-15,-2 0-3 0,-11 5-2 0,-4 4 2 16,0 0-6-16,-2 2 0 0,1 3-1 0,-14 6-3 15,4 1 3-15,-1 3-2 0,2 3-2 0,-2-3 1 16,16-2 1-16,2 2-4 0,1-2 2 0,4 5 0 16,2-2 0-16,4-1-1 0,6-1 1 0,6 4 1 15,5-1-4-15,4-7 2 0,14 2 1 0,1 1 1 0,9-4 2 16,3-3 0-16,8-6 3 0,15 3-3 0,4-2 2 0,0-6 2 16,1 0 2-16,-1-2-5 0,2-2 1 0,-8 0-3 15,-11 0 5-15,-3 0-1 0,-3-1-1 0,-7 0 1 16,-4 0-3-16,-4-1 1 0,-2 0 0 0,-6 2 4 15,-3 0-2-15,-2-3 3 0,1 1 3 0,-3 0 4 16,0-1-8-16,-4 3-5 16,2-5-14-16,-2 5-7 0,-6-6-19 0,2 0-21 15,-3 4-7-15,1-1-32 0,-1-2-17 16,1 1-28-16,1-1-197 0,0 2-366 0,1-3 161 16</inkml:trace>
  <inkml:trace contextRef="#ctx0" brushRef="#br0" timeOffset="4964.56">11086 12223 230 0,'0'-4'228'0,"0"3"-28"0,0 1-25 0,0-7-21 0,0 7-15 15,0 0-18-15,0 0-11 0,0 0-12 0,-9 14-11 16,8-4-5-16,-3 2-11 0,0 5-10 0,-1-1 1 0,1 3-10 16,-1 0-5-16,4 0-2 0,-3 0-4 0,-1 5-5 15,-2-3-11-15,2-3 0 0,3 1-22 16,-5-2-15-16,2 0-12 0,-3-2-17 0,1-1-12 16,1-4-15-16,3-3-16 0,-3 0-16 0,3-4-41 0,-1-1-121 15,4-2-284-15,0 0 127 0</inkml:trace>
  <inkml:trace contextRef="#ctx0" brushRef="#br0" timeOffset="5296.76">11000 12167 94 0,'-1'-7'210'0,"1"2"-11"0,-2 4-18 0,0-3-19 16,2 4-20-16,-1-7-22 0,1 7-7 0,0 0-11 15,0 0-12-15,0 0-8 0,0 0-7 0,5 12-13 16,3-7-6-16,-1 6-3 0,5 0-6 0,3 4-5 15,6 3-4-15,-1 3-3 0,6 2 3 0,-1-1-1 0,-3 2-4 16,1 0-3 0,0 0-5-16,-4 0-2 0,-1-3-7 0,-4 3 4 15,-5-5-3-15,-4-2-8 0,-1 1 3 0,-5 0 4 16,-2 1-5-16,-6-2 6 0,-2 0 0 0,-9 1 3 16,0-1-3-16,-3-1-6 0,-1-2 6 0,-4-1-1 15,1-1-4-15,0-3-1 0,7-1 2 0,-1-1-6 16,-1-2 4-16,7 0-2 0,-3 1 2 0,4-3-3 15,3 0-2-15,2-1-1 0,1-1-1 0,4 1-2 0,-1 0-5 0,5-2-23 16,0 0-29-16,0 0-30 0,0 0-26 0,19-8-31 16,-1 2-189-16,9-2-358 0,1-1 159 0</inkml:trace>
  <inkml:trace contextRef="#ctx0" brushRef="#br0" timeOffset="5713.34">11670 12283 250 0,'1'-11'301'0,"4"3"-2"0,-5-3-7 0,4 3 7 15,-4 1-28-15,0 1-23 0,0 1-25 0,1 1-24 16,2 2-22-16,-3 2-28 0,1-5-25 0,-1 5-37 16,0 0-9-16,0 0-12 0,0 0 0 0,4 14-11 0,-3-3-7 0,2 1-11 15,-2 5-7-15,2 2 3 0,-3 2-6 0,-3 4-3 16,3-6-4-16,-1 7-2 0,-2-1-2 0,2 2 1 15,-3-6-5-15,-1-2 2 0,5 0-2 0,-4-2 0 16,4-2 4-16,-1-3-6 0,-4 0-1 0,5-6 0 16,-3 2 0-16,2-4 1 0,1 2 2 0,-1-1 18 15,1-1 20-15,0-4 41 0,-4 3 41 0,4-3-6 0,0 0-9 0,0 0-8 16,-9-14-16 0,6 5 0-16,2-4-10 0,-3-4-2 0,3 0-10 15,1-11-1-15,0-2-7 0,0-1-10 0,5-15-7 16,2 0-2-16,-1 10-6 0,3 2-5 15,1 2-3-15,-1 3-3 0,-1 3 0 0,2 2-6 0,-5 5 2 16,4 2-8-16,-1 3-11 0,3 0 11 16,1 3-6-16,2 0-7 0,0 2-23 0,4 1-26 0,0 2-22 0,2 0-35 15,8 1-24-15,0 5-35 0,-1 0-28 0,1 3-37 16,-7 0-49-16,6 3-37 0,-8-1-292 0,-1 2-656 16,-2 1 291-16</inkml:trace>
  <inkml:trace contextRef="#ctx0" brushRef="#br0" timeOffset="5998.46">11688 12388 222 0,'-4'2'234'0,"4"-2"-3"0,-6 3-6 0,6-3-9 15,-3 2-13-15,3-2-17 0,0 0-16 16,0 0-16-16,0 0-18 0,0 0-5 0,26-3-21 16,-6-1-10-16,9 1-11 0,1-2-7 0,3 1-9 0,4 1-8 15,1-2-5-15,2 2-8 0,-2-1-5 0,0 2 1 16,-2-2-10-16,-4 2-5 0,-4 0-7 0,-7 2 2 16,-2-3-3-16,-7 3 6 0,-1 0-13 0,-3 0-4 0,-3-1-5 0,1 1-12 15,-6 0-15-15,9 0-5 0,-9 0-20 0,0 0-35 16,0 0-36-16,-28 4-58 0,12-1-263 15,3-3-470-15,-1 4 209 0</inkml:trace>
  <inkml:trace contextRef="#ctx0" brushRef="#br0" timeOffset="7200.19">13823 12230 42 0,'-2'-11'245'16,"2"2"-12"-16,0 2-15 0,0-2-7 0,2 4-8 15,-2 1-18-15,0-1-16 0,0 0-20 0,0 5-17 0,0-5-16 16,0 5-15-16,0 0-13 0,0 0-12 0,0 0-11 16,0 0-3-16,0 19-12 0,-2-3-5 0,2 4-3 15,-2 5-5-15,-2 1-3 0,1 3-2 0,-3 1-3 16,1 0-3-16,-3 2-3 0,1-3-14 0,-1 0 2 16,2-2 1-16,2 0-3 0,-3-3-3 0,3-4 3 0,-1-3-4 0,2-1 1 15,0-6-2-15,1-1 3 0,-1-1-4 0,2 1 8 16,0-5 26-16,-1 1 30 0,0 1 32 0,2-4 39 15,0-2 39-15,-1 4 32 0,1-4 27 0,0 0-19 16,0 0-25-16,0 0-14 0,-5-18-23 0,3 1-15 16,1-3-16-16,2-6-15 0,-1-6-15 0,4 0-16 15,0-6-8 1,3 4-11-16,5-16-8 0,3-4-3 0,-2 4-8 16,0 6-4-16,-2 10-5 0,1 2-3 0,-2 2 0 0,3 2-5 15,-3 2-4-15,0 2-5 0,3 2 4 0,-4 5-2 16,1 2-5-16,1 1-1 0,0 0 0 0,2 2-4 15,1 2-2-15,1-2-3 0,2 4-3 0,1 0-18 16,1 2-22-16,1 0-23 0,11 1-28 0,-3 3-25 16,-1 2-26-16,2 2-16 0,1 3-24 0,-10 1-22 0,-1 2-20 15,8 4-17-15,-13 0-22 0,0 0-33 0,0 0-271 16,-1 2-617-16,-5 0 274 0</inkml:trace>
  <inkml:trace contextRef="#ctx0" brushRef="#br0" timeOffset="7400.68">13810 12454 57 0,'-4'1'235'0,"3"2"-23"16,1-3-15-16,0 0-16 0,0 0-15 0,9 2-19 15,5-4-15-15,8-1-11 0,9 1-18 0,3-5-17 16,4 2-60-16,-1 1-68 0,3-1-82 0,-3-2-126 16,-5-1-271-16,2 1 121 0</inkml:trace>
  <inkml:trace contextRef="#ctx0" brushRef="#br0" timeOffset="7732.84">14612 12482 24 0,'1'-5'303'0,"0"3"-16"15,0-1-20-15,-1 3-20 0,0-8-19 0,0 8-26 16,4-4-20-16,-4 4-21 0,0-2-22 15,0 2-21-15,0 0-16 0,0 0-12 0,0 0-9 16,-11 8-7-16,4-2-9 0,-2 4-6 0,-3 2-17 0,-1 3-5 16,-2-1 1-16,2 0-8 0,-9 6-2 0,5-1-5 0,2-4-4 15,-2 3-16-15,2-2-17 0,2 0-7 0,1-3-16 16,0 1-18-16,4 0-18 0,-1-4-19 0,2 0-14 16,-1-1-9-16,3-3-27 0,1-1-2 0,0-1-31 15,3-2-138-15,1-2-339 0,0 0 151 0</inkml:trace>
  <inkml:trace contextRef="#ctx0" brushRef="#br0" timeOffset="7915.63">14415 12515 239 0,'0'-11'244'0,"1"0"0"0,-1 5-1 0,1-1-13 31,-1 2-21-31,2 2-23 0,-2-3-24 0,1 3-18 16,-1 3-15-16,1-3-15 0,-1 3-10 0,0 0-11 0,0 0-15 15,7 12-4-15,-4-5-6 0,4 3-10 0,-1 2-9 16,2 3-2-16,2 1-5 0,0 0 0 0,4 8-6 15,0-3-22-15,3 2-18 0,-3-8-29 16,-1 1-34-16,1 0-38 0,-4-2-44 0,6-2-73 0,-5-3-157 16,-1-3-409-16,0 1 181 0</inkml:trace>
  <inkml:trace contextRef="#ctx0" brushRef="#br0" timeOffset="8756.9">15097 12082 107 0,'4'-2'149'0,"2"0"-11"0,-1 1-22 0,-5 1-6 0,11 1-7 15,-5 1-10-15,2 3-2 0,-1-2-6 0,1 6-8 16,-3-2-4-16,5 3-8 0,-1 5-8 0,-1-1 5 0,-3 1-3 15,0-1-10-15,0 5-5 0,-2-4 0 16,-7 4-7-16,0-1-1 0,-2-2 5 0,-2 0-5 16,3 0-4-16,-3-2 6 0,1-1 4 0,-1-5 9 15,0 1 6-15,1-2-3 16,0-1 7-16,6-3 11 0,-3 2 10 0,2-1 16 16,-1-1 28-16,3-3 11 0,-4 1-7 0,4-1-13 15,0 0-11-15,2-16-9 0,3 9-13 0,-1-5-7 16,4-5-8-16,5 2-6 0,-1 0-9 0,2 2 0 15,-4-2-10-15,5 2 1 0,-3 2-8 0,-2-1-6 16,0 4-4-16,-2-1 0 0,-2 4-5 0,0 1-2 16,0 1-6-16,-2 0-2 0,-1 1-7 0,1 0-3 0,-4 2-4 0,9 2 3 15,-5 1-2-15,2 1 3 0,1 2-4 0,-1-2-1 16,-2 6 0-16,3-2 2 0,0 5-6 0,1 2-9 16,0-2-5-16,1 2-18 0,-1-1-17 0,-4 0-25 15,4-5-18-15,-3 5-22 0,0-1-26 0,0-4-35 16,0-1-27-16,-2-1-237 0,-2-2-482 0,0-2 213 15</inkml:trace>
  <inkml:trace contextRef="#ctx0" brushRef="#br0" timeOffset="8988.27">15428 12141 19 0,'0'-7'240'0,"3"-2"-26"0,-1 3-14 0,2 1-22 16,-3-1-16-16,3 2-21 0,0 2-12 0,0 1-16 0,2 0-16 0,-6 1-5 15,14 5-8-15,-6 2-6 16,1 1-9-16,0 1-3 0,1 5 3 0,0 1-11 16,-1 2-9-16,-4 2 1 0,0 8-1 0,-1-1-5 0,-3-3-9 15,-2 3 1-15,-3 0 0 0,-3 3-6 0,-5-5-6 16,-2 1-10-16,-1-3-6 0,-2-1-5 0,-3-2-10 16,-6 1-18-16,-2-3-24 0,0-3-28 0,1-2-41 0,-1-4-42 0,-4-4-166 15,2-1-352-15,0-1 156 0</inkml:trace>
  <inkml:trace contextRef="#ctx0" brushRef="#br0" timeOffset="9258.01">15014 12061 33 0,'-8'0'195'0,"2"0"-21"0,-2 3-19 0,-1 1-16 16,-1 5-9-16,-4 1-12 0,1 4-12 0,-1 7-10 0,-1 0-15 0,3 6-2 15,3-5-16-15,4 8-1 0,0-4-8 0,4 2-4 16,2 1-3-16,5 0-2 0,2-2-14 0,5-1 6 16,6-1 2-16,3-3-4 0,1-1-3 0,6-4-6 15,5 2 0-15,0-6-23 0,3-1-55 0,0-3-62 16,-1-6-168-16,1-1-305 0,0-2 135 0</inkml:trace>
  <inkml:trace contextRef="#ctx0" brushRef="#br0" timeOffset="9505.43">16089 12332 49 0,'1'-6'256'0,"-1"6"-27"0,5-4-28 0,0 0-15 0,3-1-18 16,1 2-18-16,2 3-19 0,5-2-19 0,0-1-39 15,7 3-46-15,-4 0-50 0,3 0-64 0,-4 0-159 16,1 0-266-16,-1 0 118 0</inkml:trace>
  <inkml:trace contextRef="#ctx0" brushRef="#br0" timeOffset="9659.09">16137 12479 13 0,'-6'5'215'0,"1"-2"3"0,1-1-7 0,1 0-6 16,2 0-3-16,1-2-3 0,10 5-18 15,3-4-15-15,8 1-17 0,14-2-31 0,-2 3-53 0,7-3-83 16,0-3-105-16,-1 1-178 0,2-3-324 0,-5 2 143 16</inkml:trace>
  <inkml:trace contextRef="#ctx0" brushRef="#br0" timeOffset="11028.33">17664 11521 137 0,'-1'-3'174'0,"1"3"-12"0,0 0-9 0,0 0-8 15,0-4-8-15,0 4-2 0,0 0-15 0,-3-3-5 16,3 3-11-16,0 0-11 0,-1-4-9 0,1 4-5 16,0 0-7-16,0 0-9 15,0 0-1-15,0 0-5 0,0 0-1 0,0 0-7 16,0 0 0-16,0 0-8 0,0 0-2 0,0 0-5 15,0 0-1-15,0 0-5 0,0 0-2 0,0 0 1 16,0 0-7-16,0 0-3 0,0 0 0 0,0 0-5 16,0 0-1-16,0 0-1 0,0 0-1 0,0 0-6 15,0 0-3-15,0 0-2 0,0 0-7 0,0 0 9 16,0 0-3-16,0 0 3 0,0 0-3 0,0 0 4 0,0 0-2 0,5 13 1 16,-5-10-1-16,0 3-1 0,0-4 0 0,0 2 1 15,0 3-1-15,0-2 2 0,-1 6 1 0,0-1-2 16,1 4-1-16,-4 5-8 0,0 5 7 0,-4 4 1 0,2 4-4 15,-3 2 8-15,-5 15-4 0,0 2-1 16,-8-1 3-16,-1 3-2 0,0 0 2 0,-4 2 0 16,-1 0 0-16,-15 22-2 0,2-4 5 0,10-22-2 0,2 0 0 0,-6-2-2 15,3-1-1-15,-2-2 1 0,4 1-3 0,-2-4-1 16,2-3 2-16,-1 1 3 0,4-12-5 0,6-2 3 16,-2-1-5-16,3-4 9 0,0 0-5 0,7-6 3 15,2 0 0-15,1-3-1 0,0-3-7 0,2-2-3 0,1-1-10 16,1-2 5-16,2 0 2 0,0-3 5 15,3 3 4-15,1-5 4 16,8 0 2-16,1 0 4 0,0-3-4 0,8 1 4 16,1-1-5-16,0-1 4 0,3 0-4 0,0 1 2 15,-3 2 4-15,3 0-4 0,0 1-2 0,0 1-2 16,-2 3-1-16,3 1 0 0,-4 6 0 0,7 3 7 0,-2 4-9 0,-4 1-2 16,1 5 1-16,-8 2 3 0,1 7 0 0,-7 15-2 15,-3-1 1-15,-7 7 2 0,-1-1 2 0,-9 7-6 16,-5 21 5-16,-7-1-3 0,-2 0-1 0,-6-1 4 15,8-30-1-15,-6 28 10 0,11-27-5 0,-1 4 1 16,3-3 8 0,6-1 1-16,-5-3 6 0,6-1 4 0,0 1-1 15,5-12-5-15,2-1 3 0,2 0 4 0,5 0-5 16,2-1 3-16,-1-3-2 0,8-3 2 0,5-1 1 0,2-5 1 0,5-1-1 16,8 1-1-16,1-3 3 0,1-2 2 15,16 1 0-15,-12-9 1 0,1 4-2 0,12 3-4 16,-14-6-4-16,2-1 3 0,-5-1-12 0,-1 0-17 0,-3 0-18 15,-8-4-20-15,-1-3-33 0,-2 0-49 0,0-2-68 16,-6-4-177-16,-3 1-402 0,0-1 178 0</inkml:trace>
  <inkml:trace contextRef="#ctx0" brushRef="#br0" timeOffset="13939.55">18802 11698 57 0,'0'-5'74'0,"0"5"-5"0,0-4-2 0,0 4 3 0,2-5 1 0,-2 5-4 31,0 0 5-31,0-4-5 0,0 4 3 0,0-4-2 0,0 4 11 16,0 0-10-16,0-6-5 0,0 6 5 0,0-3 3 15,0 3-5-15,-2-7-1 0,2 7-1 0,2-5-3 16,-2 2-2-16,0 3 1 0,0 0-13 16,0 0-2-16,0 0 1 0,-2-5-7 0,2 5-8 0,0 0 0 0,0 0-1 15,0 0-4-15,0 0-1 0,0 0-8 0,-15 6 0 16,10-1 0-16,-3 1-4 0,-4 1 0 0,-1 5-6 16,-1 1 1-16,1-4 0 0,1 8-3 0,-3 0 0 15,2 2-2-15,0 3-1 0,0 0 0 0,-1-1 0 16,3-1 0-16,0 2-3 0,6-2 3 0,-1-2-1 15,4 0-1-15,1-2 3 0,-2 1-2 0,7-1 4 16,1 0-2-16,3-2 4 0,-2-4 4 0,7 2 2 0,-5-3 6 0,3-3 3 16,6 1 4-16,3-3 3 0,-2-1 1 0,3-3 3 15,6-4 1-15,-6-1-2 0,1 0 4 0,5-5 1 16,-8 1 6-16,5-6 1 0,-4-2 0 0,-4 2 6 16,3-3 0-16,-5-2 2 0,-1-3 1 0,-4 5-6 15,-3-2-4-15,0 3-1 0,-3-2 1 0,-1-1-7 16,-2 0 2-1,-3 0-7-15,-1 2-1 0,-2 0-6 0,-1 3-4 0,-1 0-4 16,-3 1-4-16,1 2-5 0,0 3-17 0,0 1-16 0,-3 3-15 0,0 0-27 16,0 1-17-16,3 3-21 0,0 1-26 0,2 1-38 15,0 0-71-15,4 0-125 0,4-1-396 0,0 0 175 16</inkml:trace>
  <inkml:trace contextRef="#ctx0" brushRef="#br0" timeOffset="18891.3">21348 11625 112 0,'-1'-6'152'16,"1"6"-4"-16,0 0-19 0,1-4-9 0,-1 4-13 15,3-2-7-15,-3 2-8 0,5-6-6 0,-1 4-9 16,-1 0-7-16,1 0-10 0,-4 2-1 0,11-4-4 16,-4 1-10-16,2 2-7 0,-4 1-2 0,-5 0-2 15,15 0-7-15,-7 3-3 0,3-1-6 0,-1 3-8 16,-3-2 9-16,1 5 0 0,1-3-1 0,-4 4 2 16,3 2-11-16,-2 3 1 0,-3 0 7 0,-2 4-7 0,0 0-1 0,-2 6 2 15,-3-3-7-15,0-1 2 0,-3 4 1 0,-2 0 3 16,-3-1-9-16,-2 0 6 0,4-5-4 0,0-2 4 15,-2-1-3-15,3-2 0 0,-5 0 2 0,7-3 2 16,-2 0-6-16,2-3 6 16,1 0 2-16,0-2 6 0,0-2 4 0,3 2 21 0,0-2 25 15,-1-1 28-15,4-2 21 0,-2 2-6 0,2-2-14 0,0 0-8 0,6-15-10 0,2 5-7 16,4-4-5-16,6-5-9 0,3-3-8 0,0 0-3 16,1-2-5-16,4-2-4 0,-1 3-2 0,-2-2-5 15,-1 2 0-15,0 3-5 0,1-2-3 0,-4 4 0 16,-6 2 2-16,0 4-2 0,-1 0 0 0,-3 3 2 15,-1 2-1-15,-2 2 0 0,-1 0-7 0,-1 2-2 16,-3-1-6-16,2 1-11 16,2 0-17-16,-5 3-7 0,0 0 7 0,0 0-2 15,-1 10 4-15,-6-3-1 0,2 2 1 0,0 5 4 16,-4 2-1-16,3 1 1 0,-2 0 2 0,0 1 1 16,4 0 1-16,-2 0-4 0,5 0-2 0,-1 1 3 15,4 1 4-15,-1-3-2 0,7 0 4 0,2-2 1 16,4-2-3-16,4-1-17 0,9 2-20 0,0-6-27 15,0 1-32-15,3-6-48 0,-1 0-49 0,1-4-179 0,-3-1-415 0,-4 0 184 16</inkml:trace>
  <inkml:trace contextRef="#ctx0" brushRef="#br0" timeOffset="19978.29">22204 11548 105 0,'4'-5'230'0,"-1"0"-11"0,-2 2-15 0,0-1-12 0,-1 4-19 15,3-2-19-15,-3 2-18 0,1-7-15 0,-1 7-14 16,0 0-20-16,0 0-10 0,0 0-6 0,0 0-10 16,0 0-7-16,-9 20-7 0,-4-7-1 0,-1-1-7 15,-5 10-4-15,-4 0-3 0,4 2-5 0,-7-1-1 0,2-1-3 16,1 3-3-16,-4-1-3 0,4-2-4 0,2-2 2 0,2 1-1 16,-1-3-1-16,9-3-2 0,-2-1-2 0,0-2 1 15,4-1-7-15,4-4 1 0,-3-1 0 16,5-1 0-16,-4 0 2 0,6-1 17 0,-3-1 8 0,0 1 2 15,4-4 2-15,-3 2 6 0,3-2-5 0,-2 5 1 16,0-3-5 0,2-2-1-16,-2 4-5 0,2-4-1 0,4 4-1 15,-4-4-3-15,8 5-4 0,-5-4-3 0,4 3 0 16,-2 1-2-16,4 2-3 0,0-2-2 0,1 3-1 0,7 3-2 16,2 0 7-16,-5 2-7 0,4-3-4 0,4 7-1 15,-7-5 5-15,7 5 2 0,-5-3-1 16,0-2-3-16,-2 0 2 0,1-1-1 0,-3 2-1 15,2-2 1-15,-6-3-2 0,0-2 4 0,0 2-2 0,-1-1 1 0,-3-5-5 16,0 3 4-16,-2 0 1 0,1-5 0 0,-1 2 0 16,0-2 2-16,-3 0-2 0,2 5 12 0,-2-5 7 15,0 0 6-15,5 2 1 0,-5-2 4 0,3 2-2 0,-3-2 1 16,0 0 1-16,0 0-3 0,0 0-3 0,4 3-4 16,-4-3-2-16,0 0 0 0,0 0-2 15,0 0-3-15,0 0 0 16,0 0-5-16,0 0 1 0,0 0-4 0,0 0 3 0,0 0-1 15,2 3 5-15,-2-3-7 0,0 0-4 16,0 0 3-16,0 0-2 0,0 0-2 0,0 0 0 16,0 0 2-16,0 0-2 0,0 0 0 0,0 0-1 15,0 0 0-15,0 0-1 0,0 0-1 0,0 0 3 0,0 0-3 16,0 0 1-16,0 0 0 0,0 0-2 0,0 0 1 16,0 0 0-16,0 0 1 0,0 0-2 0,0 0-2 0,0 0 4 15,0 0-2-15,0 0-4 0,0 0 4 0,0 0-2 16,0 0 3-16,0 0-4 0,0 0 1 0,0 0 4 15,0 0-2-15,0 0-1 0,0 0 1 0,0 0 2 16,0 0 0-16,0 0-2 0,0 0-1 0,0 0 1 16,0 0 1-16,0 0 8 0,0 0-8 0,0 0 6 0,0 0-7 15,0 0 0 1,0 0 0-16,0 0 0 0,0 0-1 0,0 0-4 16,0 0 3-16,0 0 2 0,0 0-1 0,0 0 0 15,0 0 0-15,0 0-3 0,0 0 5 0,0 0-2 16,0 0-2-16,0 0 1 0,0 0 1 0,0 0 3 15,0 0-2-15,0 0-2 0,0 0 2 0,0 0-2 16,0 0-1-16,0 0 3 0,0 0 1 0,0 0-2 16,0 0 1-16,0 0-2 0,0 0-1 0,0 0 3 0,0 0-2 0,0 0 3 15,0 0-2-15,0 0 0 0,0 0-3 0,0 0 0 16,0 0 1-16,0 0-5 0,0 0 1 0,0 0-3 16,0 0 1-16,0 0 0 0,0 0-1 0,0 0 1 15,0 0 0-15,0 0 2 0,0 0 1 0,0 0-4 16,0 0 3-16,0 0 1 0,0 0-1 0,0 0 7 15,0 0-8-15,0 0 5 0,0 0-1 0,0 0-2 0,0 0-3 0,0 0 5 16,0 0-7-16,0 0-2 0,0 0-6 0,0 0-2 16,0 0-6-16,0 0-4 0,0 0-4 0,0 0-5 15,0 0-4-15,0 0-9 0,0 0-6 0,0 0-7 16,0 0-9-16,0 0-8 0,0 0-10 0,0 0-20 16,0 0-17-16,0 0-8 0,0 0-47 0,0 0-167 15,0 0-380-15,0 0 168 16</inkml:trace>
  <inkml:trace contextRef="#ctx0" brushRef="#br0" timeOffset="21273.92">22618 11673 53 0,'-2'-3'161'0,"2"3"-9"0,-3-3-4 0,3 3-6 31,0 0-16-31,-2-3-3 0,2 3-12 0,0 0-11 0,0 0-11 0,-3-4-4 15,3 4-11-15,0 0-8 0,0 0-5 0,-10 0-7 16,10 0 0-16,-6 7-6 0,-1-6-5 16,3 1-1-16,-2 3-9 0,-3 1-3 0,0 0-9 0,1 0 4 15,-1 4-5-15,2-1 4 0,-1 1-9 0,-1-1-3 16,-1 6 1-16,-2-2 0 16,3 1 2-16,-1 2-3 0,5-2-4 0,-4 1 4 0,5 0-2 0,-1-1-2 0,0-3-1 0,4 3-1 15,0 3-6-15,1-8 8 0,1 4 0 0,0-2 2 16,4 2 11-16,0-4 1 0,-1 1 4 0,3 0 8 15,2-2 14-15,1 1 3 0,-1-3 6 0,2 0 7 16,3-2 4-16,-2 0 3 0,-1-1 7 0,2-3 9 16,6 1 3-16,-5-3-2 0,5-4 2 0,-2 0 4 15,0-1 0 1,-3-4 1-16,2 2-1 0,-4-3-7 0,-1-2-5 16,-2 0 2-16,-2-1-12 0,-1-2-9 0,0 0-5 15,-4-3 2-15,-2 4-2 0,-2-1-13 0,-4-1 10 16,2 4-27-16,-3-2-16 0,-1 1-21 0,-5 0-43 15,0 3-38-15,-7 2-60 0,-4 0-57 0,4 3-95 16,0 0-233-16,2 1-579 0,4-1 255 0</inkml:trace>
  <inkml:trace contextRef="#ctx0" brushRef="#br0" timeOffset="23614.4">18237 12866 25 0,'0'-7'217'0,"1"-4"-9"16,-1 6-12-16,1-3-6 0,-1 1-14 0,0 2-11 0,0 0-17 15,3 1-9-15,-2 1-19 0,-1 1-11 0,0 2-11 16,3-4-17-16,-3 4-19 0,0 0-9 0,0 0-7 0,0 0-12 16,0 0 3-16,1 17 0 0,-2-7-6 0,1 3-7 15,-3 3-2-15,3-1-3 0,0 2-1 16,0 1-1-16,0 1 3 0,0 0-6 0,-4 3 0 16,4-4 1-16,-1 0-4 0,-3 1 0 0,3-2-16 0,-4-2-26 0,-3 3-27 15,4-5-34-15,-1-2-42 0,1 0-206 0,-1-4-368 16,-1 1 163-16</inkml:trace>
  <inkml:trace contextRef="#ctx0" brushRef="#br0" timeOffset="23930.64">17963 13293 44 0,'-5'1'237'0,"0"0"-13"0,5-1-15 0,-5 2-17 16,5-2-21-16,0 0-16 0,0 0-15 0,0 0-17 0,0 0-11 0,0 0-10 15,25-5-11-15,-3 3-6 0,6 1-13 0,7-4-7 16,1 1-4-16,-1 2-5 0,6-1-8 0,-4-4-3 16,-1 5-8-16,1-1-3 0,-1 0-1 0,-5 1-5 15,-2-2-5-15,-10 1 0 0,0 2-4 0,-7 0 3 16,-6-1-2-16,4 1-3 0,-3 1-2 0,-2-1-1 15,-5 1-4-15,9 0-3 16,-9 0-9-16,0 0-22 0,0 0-24 0,0 0-25 16,0 0-11-16,-21 2-47 0,11 0-28 0,-4-1-177 15,4 0-363-15,-3 2 160 0</inkml:trace>
  <inkml:trace contextRef="#ctx0" brushRef="#br0" timeOffset="24431.55">18211 13384 217 0,'0'0'216'0,"0"0"-20"0,0 0-23 0,0 0-18 16,0 0-15-16,0 0-17 0,0 0-13 0,-5-1-13 16,5 1-10-16,0 0-11 0,0 0-7 0,-4 11-6 15,3-5-3-15,-3-1-9 0,0 6-6 0,0-1-7 16,3-1-2-16,-4 6-2 0,1-3-2 0,0 2-9 0,-4 1 2 0,2 1-1 16,5-5-5-16,-5 5 0 0,3-4-3 0,3 0-1 15,-3-2-5-15,2 2 2 0,2 1-1 0,2-5 2 16,-2 3-2-16,5-4 5 0,1 1-2 0,3 0-3 15,3-3 1-15,6-1-4 0,-2 0 4 0,2-3-2 16,-6-1-3-16,5-1 4 0,-4-1-3 0,0-1-2 0,-3 0 0 16,2-1 2-16,-1-3-2 0,-1 4 5 0,-2-1 11 15,-1 0 10-15,-2 2 7 0,-1 0 2 0,0 0-7 0,-1-1-1 16,-4 3-3-16,5-2-3 0,-5 2-9 0,5-1-3 16,-5 1-5-16,0 0-2 0,3 6 1 0,-3-1-3 15,0 2-1-15,0 3-1 0,0 0 2 16,-3 1 1-16,2 1-1 0,-1 4-1 0,2 0-4 0,0-1 1 15,0 4 2 1,2-2-8-16,-2-1-24 0,1 1-12 0,2-4-40 16,-3-1-30-16,1-3-43 0,2 1-233 0,-2-5-417 15,0-3 185-15</inkml:trace>
  <inkml:trace contextRef="#ctx0" brushRef="#br0" timeOffset="24986.38">19003 13233 188 0,'0'0'216'0,"-1"-4"-9"0,1 4-13 16,0 0-14-16,-1-4-13 0,1 4-10 0,0 0-19 15,0 0-8-15,0 0-10 0,0 0-8 0,-1-4-15 16,1 4-7-16,0 0-10 0,0 0-7 0,0 0-8 0,0 0-6 16,0 0-7-16,0 0-4 0,0 0-5 0,0 0-2 15,0 0-3-15,0 0 3 0,0 0-1 0,0 0-1 0,0 0 4 16,0 0-4-16,0 0 0 0,0 0-1 0,0 0-7 15,0 0 1-15,0 0-6 0,0 0-2 0,0 0-4 16,0 0 1-16,0 0-2 0,0 0-6 0,0 0 3 16,0 0-3-16,0 0-2 0,0 0-3 0,0 0 3 0,0 0-2 0,0 0-2 15,0 0 0-15,0 0-1 0,0 0-2 0,0 0 3 16,0 0-1-16,0 0-2 0,0 0-2 16,0 0 4-16,0 0 0 0,0 0-3 0,0 0 2 15,0 0-4-15,0 0 2 0,0 0 2 0,0 0 0 0,0 0 1 16,0 0 5-16,0 0-1 0,0 0 2 0,0 0-1 15,0 0-2 1,0 0 0-16,7-3 1 0,-7 3-3 0,14-2 1 16,-5-1 6-16,4 1-6 0,7 1-2 0,1-4-3 15,-2 3 0-15,11-3 2 0,-1 3-1 0,-9-1-2 0,8-3 1 16,-10 2 2-16,1 3-6 0,-7-2-3 16,3 2-9-16,-3-1-20 0,-5 0-12 0,1 1-24 15,0 1-19-15,-4-2-30 0,-4 2-48 0,2-4-18 16,-2 4-34-16,0 0-168 0,-9-5-417 0,4 4 184 0</inkml:trace>
  <inkml:trace contextRef="#ctx0" brushRef="#br0" timeOffset="25186.84">19166 13083 5 0,'-2'-7'208'0,"2"3"2"16,-1-1 3-16,1 0 1 15,0 1-2-15,-1-1-7 0,1 5-17 0,0-5-17 16,0 5-19-16,0 0-19 0,0-5-16 0,0 5-19 15,0 0-13-15,0 0-15 0,-1 12 1 16,1-1-10-16,-2 7-5 0,1 2-3 0,-2 6-8 16,0 3-5-16,-1 3 0 0,0-1 2 0,0 5-8 0,-1 0-2 15,1-2-25-15,-1-1-34 0,0 0-47 0,0-5-52 16,1 2-90-16,-2-10-171 0,3-8-418 0,1-3 184 0</inkml:trace>
  <inkml:trace contextRef="#ctx0" brushRef="#br0" timeOffset="26457.9">20004 12751 101 0,'-1'-3'187'16,"1"3"-28"-16,0 0-6 15,0 0-19-15,0 0-14 0,0 0-17 16,0 0-7-16,-12 7-6 0,5 3-9 0,0 0-5 16,1 2-14-16,-3 2-1 0,-3 3-7 0,6-2-8 0,-2 4-4 15,-2-1-13-15,2 0 5 0,3-1-7 0,1 0 2 16,3 3-6-16,-2-2-2 0,3-2 2 0,3 2-2 15,-2-3 0-15,3-2-5 0,5 1 3 16,0-4 3-16,1-1-6 0,3 2 1 0,1-2 1 0,4-2-1 0,0-2-14 0,0 0-10 16,-2-3-18-16,-3 0-19 0,0-1-31 15,0-2-26-15,-2-2-34 0,0 2-121 0,-4-4-277 16,1-3 123-16</inkml:trace>
  <inkml:trace contextRef="#ctx0" brushRef="#br0" timeOffset="26619.5">20138 13009 6 0,'-1'-7'128'0,"1"2"18"0,0 1-4 16,-3-2 4-16,2 1 4 0,1 3-5 0,0 2-6 15,0-7-2-15,0 7-12 0,0-7-14 0,0 7-11 16,1-3-16-16,-1 3-7 0,0 0-10 0,0 0-6 16,0 0-2-16,0 0-10 0,0 15-4 0,-1-5 0 15,1-1-8-15,-3 3-5 0,2 5 0 0,1 0-1 16,-4 2-3-16,3 6-5 0,1-1 0 0,0-3 2 0,0 1-5 16,-4 3 1-1,4-6-28-15,-2 1-18 0,0-4-23 0,0 4-26 16,0-6-20-16,0-2-40 0,-2 1-175 0,2-8-335 15,0 4 148-15</inkml:trace>
  <inkml:trace contextRef="#ctx0" brushRef="#br0" timeOffset="27104.7">20405 12951 194 0,'4'-5'208'0,"2"1"-21"0,-3 1-16 16,2-2-22-16,0 4-14 0,2 1-9 0,-7 0-14 16,11 1-17-16,-6 4-3 0,2-2-10 0,-1 5-9 15,-1 1-8-15,-1 3-6 0,1 2-5 0,-3 1-7 16,-2 4-4-16,0-4-1 0,-2 4-1 0,-3-1-9 15,1 0-2-15,-2 1-3 0,-1-1-10 0,1-1 8 16,-3-1-7-16,4-4 0 0,-2-4-1 0,2 2 0 0,0-3 1 16,1 0 1-16,1-2 6 0,0-2 11 0,2 2 20 0,-2-1 26 15,3-4 27-15,-5 2 2 0,5-2-7 0,0 0-19 16,0 0-6-16,9-17-10 0,0 10-4 16,1-8-8-16,0 1-3 0,4-3-6 0,2-5-9 0,3 0 0 0,-4-2-2 15,-1 11-6-15,-1 2 3 0,-1-3 6 0,-5 5-5 16,1 1 0-16,-3 2-4 0,-1 0-6 0,2 3-2 15,-2 0-8-15,-3 1-13 0,2-1-6 0,-3 3-10 16,0 0-2-16,0 0 6 0,10 10-5 0,-10 2 0 16,4-1 2-16,-3 1 4 0,4 5 0 0,-1 2 1 15,1-1 2-15,2 0 1 0,-2 1-21 0,0-2-11 16,5 2-22-16,-2-3-28 0,1-2-36 0,0 0-55 16,1-4-81-16,-1-5-189 15,4 0-485-15,-1-5 215 0</inkml:trace>
  <inkml:trace contextRef="#ctx0" brushRef="#br0" timeOffset="27361.84">20854 13101 224 0,'0'0'220'0,"-7"0"-14"0,7 0-17 15,0 0-24-15,0 0-4 0,-10 0-7 0,10 0-9 16,0 0-10-16,0 0-13 0,0 0-9 0,0 0-12 16,0 0-7-16,0 0-8 15,0 0-9-15,0 0-8 0,32-1-5 0,-18-2-11 16,4 0-4-16,1 1-4 0,9-1-4 0,-5-2-3 16,-5 3-18-16,5-5-17 0,-4 4-29 0,1-1-31 0,-4-1-26 0,-4 3-35 15,2-1-39-15,-5-1-199 0,-3-2-385 0,-2 1 171 16</inkml:trace>
  <inkml:trace contextRef="#ctx0" brushRef="#br0" timeOffset="27872.45">21273 12828 40 0,'5'-5'185'0,"-4"4"-10"0,-1 1-13 0,9-1-13 0,-5 1-10 15,5-3-14-15,-9 3-11 0,11 3-13 0,-5-2-13 16,0 2-7-16,0 0-8 0,1 2-7 0,-2 4-2 15,-1-4-5-15,0 4-7 0,-2 1-8 0,-1 3-3 16,-1-1-5-16,-2 5 3 0,-1 0-7 0,-1-1-2 16,-2 3 1-16,0-3-6 0,-3 1-4 0,1-3-6 15,-1 2 8-15,0-2-2 0,0-5 3 0,4-1-2 0,1-1 2 16,-1-2 9-16,1 0 12 0,0-1 20 0,4 1 19 0,-6-2 29 16,6-3 27-16,0 0-6 0,0 0-14 0,0 0-10 15,0 0-14-15,14-22-6 0,-6 14-12 0,2-6-9 16,4 4-5-16,0-4-10 0,1 3-4 0,1-1-1 0,-1 0-6 15,-1 3-6-15,1-1-7 0,-6 4 0 16,4 0-6-16,-4 0-6 0,-2 4-1 0,0-2-3 16,-3 1-5-16,5 2-6 15,-3 1 2-15,2 1-8 0,-3 2-5 0,3 2-1 16,-2-1 1-16,1 4-4 0,-1-1-2 0,-2 3-6 16,2-1-8-16,-2 4-11 0,1 3-23 0,-2 1-25 15,-2 0-31-15,0-5-35 0,-1-1-32 0,0-2-63 16,-1-1-208-16,0-4-493 0,-1 1 219 0</inkml:trace>
  <inkml:trace contextRef="#ctx0" brushRef="#br0" timeOffset="28196.81">21636 12704 290 0,'2'-4'282'16,"0"1"-21"-16,0-1-25 0,-2 4-20 0,1-5-26 16,2 2-20-16,-3 3-13 0,6-1-22 0,-6 1-14 15,9 5-14-15,-4-1-9 0,3 1-10 0,-3 2-8 16,-1 2-11-16,1 1-7 0,0 0-6 0,-2 2-5 16,-1 0-8-16,-2 5-5 0,0-3-1 0,0-3-2 15,0 0-4-15,-2 0-3 0,2 1 0 0,-3-2-4 0,3-2-9 16,0-1 6-16,-1-1-7 0,2-2 0 0,-1 1 3 15,0-1 0-15,3-1-1 0,-1 0 3 0,7-1-2 0,2 0 2 16,8 1-2-16,1-3-5 0,1 0-1 0,8-2 2 16,-1 2-18-16,2-1-34 0,-1 0-46 0,-9 1-53 15,3-1-62-15,-3-1-248 16,-3 2-486-16,0-1 215 0</inkml:trace>
  <inkml:trace contextRef="#ctx0" brushRef="#br0" timeOffset="29076.1">19811 13602 159 0,'-9'2'187'16,"9"-2"-21"-16,0 0-11 0,0 0-14 0,0 0-15 0,-5 0-14 15,5 0-10-15,0 0-6 0,0 0-12 16,0 0-11-16,0 0-8 0,0 0-2 0,0 0-5 0,0 0-7 0,14-4-4 16,-14 4-6-16,0 0-5 0,0 0 4 0,0 0-9 15,0 0 0-15,2-3-3 0,-2 3-1 0,0 0-5 16,0 0-1-16,0 0-4 0,0 0-3 0,0 0 2 15,0 0-4-15,0 0-1 0,0 0 0 0,0 0-3 32,0 0 0-32,0 0-4 0,0 0 0 0,0 0-2 15,0 0 1-15,0 0 7 0,0 0-8 0,0 0 3 0,0 0 6 0,0 0-1 16,0 0-1-16,0 0 2 0,0 0 0 0,0 0-1 16,0 0-2-16,0 0 6 0,0 0-5 0,0 0 4 15,0 0 8-15,9 0 7 0,-9 0 5 0,12 0 0 16,-1 0-1-16,1-3-7 0,7 2 4 0,9-4-4 15,4 4-4-15,7-3-2 0,14-2 0 0,7 0 12 16,8 1-3-16,28-6 3 0,5 5 3 0,2-4-3 0,3 3 1 0,4 0-6 16,-5 3 1-1,2-1-5-15,-7 1 1 0,-5 0-2 0,-3-4-1 16,-30 4-2-16,6 1 1 0,-3 0-5 0,-4-3 1 16,1 4-2-16,-11-1-1 0,-13 0 10 0,-1-1 6 15,-5-1 15-15,-5 2 8 0,-5 1 16 0,-7 2 20 16,-2-3 14-16,-4 3 29 0,-1-2-2 0,-2 1 5 0,0 0 9 15,-6 1-2-15,9-3-2 0,-6 2-13 0,-3 1-15 16,5-1-9-16,-5 1-13 0,5 0-4 0,-5 0-19 0,0 0-26 16,0 0-28-16,8 0-34 0,-8 0-38 0,0 0-31 15,0 0-33-15,0 0-32 0,0 0-35 0,0 0-56 16,0 0-59-16,0 0-281 0,0 0-636 0,0 0 281 16</inkml:trace>
  <inkml:trace contextRef="#ctx0" brushRef="#br0" timeOffset="30425.92">20901 13822 191 0,'0'0'183'0,"0"0"-8"16,0-5-7-16,0 5-20 0,4-4-11 0,-4 4-7 16,5-3-12-16,-1 0-8 0,1 1-18 0,0-1-4 15,4 2-11-15,-1 1-7 0,-1-2-10 0,4 2 0 0,1 0-7 0,-1 2-13 16,1 0-2-16,-3 2 1 0,1 1-4 0,-1-1-3 15,0 3-5-15,0 2-1 0,0-1-8 0,-4 3 1 16,2 0-7-16,-5 0 4 0,1 5 1 0,-3 2-3 16,-3 1-4-16,-2-1 2 0,-6 8 0 0,-5-4-2 15,1 2 2-15,-6-1-2 0,1 2-4 0,0-1 1 16,-1 0-2 0,-1-2-2-16,3 0 15 0,0-2-4 0,3-1-2 15,3-2 0-15,0-4 2 0,3 2-5 0,2 0 1 0,4-2-3 0,-1-3-1 16,5 1 0-16,0 0 1 0,5-2 4 0,-1 2 1 15,1-2 14-15,7-3 10 0,6 4 7 16,-3-1-2-16,3-1-5 0,1-2-1 0,1-2 0 16,0 0-5-16,1-4 2 0,-3 3 1 0,1-3 9 15,-6 0 13-15,1-3 2 0,-2 0 2 0,-3-2-3 0,-2-1-4 16,1-5-8-16,-3 1 2 0,-5-6-17 0,-4-2-4 16,-2-9-6-16,-8-1-1 0,-3-3-8 0,-2 1 0 15,-8-10 0-15,9 9 0 0,-6 1-3 0,5-1 3 16,1 5 3-16,1-1 9 0,4 4 14 0,5 6 9 15,0 3 10-15,4 1-5 0,7 3-20 0,2-2-27 16,10 1-25-16,12 2-37 0,4 0-49 0,4 4-66 0,18 2-111 0,-1 1-204 16,-12-1-529-16,14-1 234 0</inkml:trace>
  <inkml:trace contextRef="#ctx0" brushRef="#br0" timeOffset="31644.45">23421 13000 199 0,'2'-5'212'0,"2"0"-12"0,1 0-26 0,2 0-14 0,-1 1-19 16,3-1-11-16,0-1-14 0,1 2-10 0,2 3-17 16,-2 0-6-16,3 0-10 0,-1 1-6 0,1 1-10 15,1 1 0-15,-2 2-8 0,-1 2-6 0,2-1-1 16,-4 3-4-16,0 2-5 0,0 1-1 0,-4 6-2 15,3-2-2-15,-7 3-2 0,0 2 0 0,-1 4-5 16,-1-5 0-16,-8 5-1 16,1 0-8-16,-2 0-3 0,-1-9-1 0,2 2 1 15,-3-2 1-15,1-1 3 0,4-4-3 0,-3-3 2 16,4 3 4-16,-1-5 2 0,2 1 2 0,1-2 5 16,2 0 13-16,-3-3 29 0,2 5 26 0,1-4 45 15,2-2 6-15,0 0-12 0,0 0-13 0,0 0-11 16,11-22-6-16,2 11-18 0,0-4-10 0,7-6-6 15,3-1-11-15,1 0-5 0,2 0-7 0,-3 3-1 0,4-3-6 16,-2 0-6-16,0 1-5 0,0 6-2 0,-8 1 0 0,-2 5-5 16,-6 3-4-16,0-1-2 0,1 0-5 0,-1 6-3 15,0-3 1-15,-5 3-15 0,6 2-13 0,-5 1-2 16,-1 3-3-16,0 3 0 0,0 3-4 0,0 1 4 0,1 6 2 16,-4-2 1-16,0 2-2 0,-1 3-1 0,4-1-13 15,-1-1-5-15,2 0-23 0,0-1-19 0,-2-1-16 16,2 0-27-16,1-1-26 0,-1-5-45 0,3-3-59 15,1-4-188-15,0 1-484 0,1-2 214 0</inkml:trace>
  <inkml:trace contextRef="#ctx0" brushRef="#br0" timeOffset="32160.97">24522 12855 111 0,'7'-7'305'0,"-5"3"-20"0,2-1-15 15,-1 0-23-15,-1 1-21 0,3 1-11 0,-3 1-33 0,-1-2-19 0,-1 4-21 16,1-3-24-16,-1 3-31 0,0 0-16 0,0 0-7 16,0 0-11-16,0 0-3 0,-11 14-7 0,2-7-3 15,-3 4-5-15,-6 1-6 0,-1 5 0 0,-4 2-4 16,0-1-4-16,3-1-1 0,0 1-2 0,0 3-4 15,1-1-2-15,2 2 0 0,5-7 0 0,0 2-5 16,2-2-1-16,1 2 1 16,1-2-1-16,3 1-2 0,1-4-1 0,0-1 3 15,3 1-4-15,1-2 2 0,0 0-1 0,1 0 3 16,3-3 0-16,0 3-1 0,0-2 6 0,1-2 2 16,0 4 1-16,5-3 4 0,1 3 3 0,-1-3-5 15,3 5 1-15,-2-3-2 0,0-1 0 0,2 1-3 16,-2-3 0-16,1 3-1 0,-1-3-1 0,-2 1-2 15,1-1-1-15,-3-1-1 0,1 0-1 0,-3 0-3 0,2-3 3 0,-4 1 1 16,1-1-3-16,0 1 10 0,0-1 16 0,-4-2 12 16,5 3 12-16,-5-3 7 0,0 0-1 0,5 2 11 15,-5-2-5-15,0 0-3 0,5 1 3 0,-5-1-6 16,0 0-10-16,0 0-2 0,5 2 0 0,-5-2-8 16,0 0-2-16,0 0-2 0,0 0-12 0,0 0 1 15,0 0-10-15,0 0-14 0,0 0-7 0,0 0-20 0,0 0-4 0,0 0-24 16,0 0-27-16,0 0-28 0,0 0-54 0,0 0-85 15,0 0-47-15,-28-3-215 0,19-1-552 0,-3 1 244 16</inkml:trace>
  <inkml:trace contextRef="#ctx0" brushRef="#br0" timeOffset="32882.94">24121 12954 61 0,'-37'2'175'0,"1"3"1"0,-12 6-17 0,-3 6-7 0,2-1-11 16,-2 3-11-16,2 3-12 0,1 2-9 0,4-2-4 16,14-1-14-16,0-1-12 0,2 2-12 0,4-1-2 15,3-1-9-15,4 0-1 0,6-3-11 0,6 0 7 16,3-1 4-16,5-2-2 0,6 1 9 0,8-1-9 0,7 0-4 15,12-3 0-15,14 1-6 0,0-7-1 16,2-3-5-16,3-5-6 16,-1-1-2-16,-3-3 0 0,-2-4-3 0,2-3-5 15,-14 2-1-15,10-10-2 0,-14 8 0 0,-1-7-1 16,-4 1-2-16,-2-4-2 0,-2-1 1 0,-2-3-6 16,-6 1 1-16,-3-3-3 0,0 0-2 0,-8 2 2 15,-2 4-2-15,-5 4 8 0,-3 2-2 0,-2 2-4 16,-6 3 0-16,-4 0-2 0,-2 5 0 0,-8 0-1 15,-5 4 2-15,0 4-2 0,-2 6-1 0,-2 1-1 0,-2 4-4 0,-10 7 0 16,4 4 2-16,1 2-3 0,0 5 2 0,6 0-1 16,10-4 5-16,3 1-2 0,5-2 1 0,5 3-2 15,7 0 6-15,7-3-4 0,4 2 4 0,9-2 6 16,7-5 3-16,7-2-6 0,5-2 0 0,8-7 0 16,15 1 2-16,4-7-1 0,-1-4-4 0,2-7 3 15,-1 1-2-15,-3-6-1 16,-5-1 5-16,-3-4-5 0,-12 4 1 15,-3-4-2-15,-3-3 0 0,-3 0 2 0,-4-2-5 16,0-5-3-16,-9 0-2 0,0 3-2 0,-5-5 1 0,-6 3 0 0,-2 2-2 16,-6-1 4-16,-5 5 0 0,-2 6 0 15,-7-4-1-15,-4 3 0 0,-4 7 3 0,-3 1 1 16,-2 5-7-16,-3 3 1 0,-2 1 2 0,-1 5-3 16,-13 5 1-16,11 2 0 0,4 1 1 0,-11 5 3 0,15 1-4 0,4 0 4 15,4 1-4-15,7 0 4 0,8-1 0 0,1-1-5 16,8 0 3-16,8-2 4 0,7 5 0 15,7-5-2-15,10-3 0 0,4-2 3 0,2-3-6 0,18-1-9 16,-3-7-4-16,-14-2 2 0,1-4-6 0,-4-5 1 16,-2-1 1-16,-2-3-2 0,-5-3 1 0,-5 1 1 15,-6-3 2-15,-4 3-3 0,-6 0 3 0,-2-1 9 0,-4 1-8 16,-2 0 6 0,-6 1 0-16,-1 2 2 0,-4 4-2 0,-5-1 2 0,0 3 2 15,-1 3 1-15,-3 2 0 0,-6 1-2 0,7 4 2 16,-9 1-6-16,2 1-10 0,5 1-26 0,5 3-32 15,3 0-53-15,-2 1-198 0,7 0-358 0,6-4 158 16</inkml:trace>
  <inkml:trace contextRef="#ctx0" brushRef="#br0" timeOffset="33364.15">25639 12714 124 0,'-14'0'129'15,"8"1"-8"-15,-6 1-8 0,2 2-9 0,-3 3-11 16,-1 1-10-16,-3 2-1 0,2 2-5 0,0 0-4 16,-7 5-10-16,7 1-3 0,0-2-14 0,2 0 4 15,-1-1-10-15,-2 5 6 0,5-1-7 0,1 2-7 16,-1-6 14-16,5 4 2 0,2-4-7 0,4 2 6 16,-1-1 8-16,2-3 8 0,8 3 4 0,-5-5 13 0,4 1 7 0,6 0 11 15,1-5-2-15,0 0 6 0,3-3 2 16,1-1 2-16,3 0-6 0,-1-5-8 15,0-3-4-15,0 0-2 0,2-10-7 0,-4 8-8 0,-1-4-2 0,-3 0-9 16,-1-1-4-16,0-2-5 0,-4-2-5 0,1 0-5 16,-5-1-9-16,-3 0-7 0,-2 1-3 0,-1-1-8 15,-1 2-6-15,-5-2-7 0,-1 3-4 0,-1 3-13 0,-3-1-7 0,-5 2-10 16,4 1-12-16,-9 2-14 0,6 2-13 0,1 2-17 16,2 1-34-16,-2 2-14 0,5 0-40 0,0 1-58 15,5 0-156-15,-2 2-423 0,6-3 186 0</inkml:trace>
  <inkml:trace contextRef="#ctx0" brushRef="#br0" timeOffset="33733.9">26344 12639 6 0,'3'-2'312'0,"1"-4"-22"16,-1 1-18-16,-1 1-21 0,-1 4-27 0,-1 0-23 16,2-5-23-16,-2 5-29 0,2-2-29 0,-2 2-27 15,0 0-13-15,0 0-7 0,0 0-6 0,-13 14-10 16,6-4-3-16,-10 5-6 0,-5 2-8 0,1 0-2 16,-4 2-4-16,0 0-3 0,-1-1-3 0,2 0-5 15,5 0-2-15,1-5-2 16,5 2-3-16,-1-5-2 0,6 0 0 0,1 1-4 15,-1-3-4-15,1-2 3 0,4 0-3 0,0 1-3 16,1-2 6-16,0 2-1 0,4-2 0 0,-1 1 2 0,2 1 6 16,3 1 9-16,3-1 2 0,0 2-5 0,6 1 0 15,1 2-2-15,1-3 0 0,-1 4-3 0,5 3-1 16,-3-4-1-16,5 5-1 0,0 0-4 0,-2 0-11 16,-7-5-21-16,2 0-28 0,-1 1-35 0,-5 0-32 15,0-2-40-15,-2-1-61 0,-4-1-182 0,-2-2-432 0,-3 0 191 16</inkml:trace>
  <inkml:trace contextRef="#ctx0" brushRef="#br0" timeOffset="33934.5">26008 13222 141 0,'0'0'216'0,"-1"5"-19"0,1-5-3 0,0 5 5 0,5-3-6 15,4 3-10-15,4 1-17 0,-3 0-8 0,9 2-23 16,-1-1-13-16,8 3-10 0,1-2-16 0,-1 2-23 16,1-2-43-16,-7-1-48 0,1-2-77 0,1-2-84 15,-4 1-142-15,2-3-347 0,2-2 153 0</inkml:trace>
  <inkml:trace contextRef="#ctx0" brushRef="#br0" timeOffset="34436.48">26802 12762 242 0,'4'-4'241'0,"2"0"-18"16,4 0-20-16,-1 2-17 0,-3 0-20 0,5 2-19 15,-1 0-7-15,-1 3-13 0,5-1-13 0,-5 5-8 16,3-2-9-16,-2 4-14 0,-1 1-8 0,1 1-3 16,-6 1-10-16,1 4-9 0,-1 2-6 0,-4-2-4 0,0 1-1 0,-4 2-8 15,0-2-2-15,-2 0-6 0,-1 1 0 0,-2 0-3 16,-1-2-4-16,1 0-2 0,0-3 3 15,1-3-5-15,2 0-3 16,1-4 0-16,1-1 11 0,-1 1-11 0,3-3 18 0,0 2 24 0,1-2 27 16,1-3 30-16,-5 4 46 0,5-4 5 0,0 0-13 15,0 0-21-15,15-10-7 0,-3 1-13 16,2-2-10-16,0-2-10 0,9-2-7 0,-1 0-4 16,2 1-20-16,-9 1-3 0,8-3 0 0,-7 6-10 15,0 0-1-15,-2 1-8 0,-4 4-2 16,-1-2-5-16,-3 2-3 0,0 3-12 0,-1 1-7 0,1-3-23 15,-2 3-14-15,0 0 0 0,-4 1-8 0,9 4-5 16,-5 1 1-16,1 0-5 0,-1 3 1 0,1 1 5 16,0 7-13-16,-1-4-17 0,1 3-27 0,3 4-28 0,-6-1-37 15,5-1-46-15,-1-1-78 0,-2-4-249 0,1-2-582 0,3-5 258 16</inkml:trace>
  <inkml:trace contextRef="#ctx0" brushRef="#br0" timeOffset="34906.71">27799 12666 218 0,'2'-5'216'0,"2"2"-4"0,-1 0-14 15,1 2-18-15,-4 1-16 0,2-5-19 0,-2 5-17 16,5-2-12-16,-5 2-15 0,0 0-9 0,0 0-16 16,0 0-5-16,0 0-10 0,-1 11-12 0,-5-4-3 15,-6 4-3-15,-2 1-7 0,-3 0-3 0,-6 5-5 16,-1 0-1-16,-3 3-4 0,5-2 0 0,-2-1-1 0,3-1-3 16,5-3-5-16,2-1-4 0,1-3 4 0,3-1-2 15,1 1-4-15,4-1 3 0,0-5-5 0,-2 2 2 16,4 1 0-16,0-3-9 0,-1 0 11 0,4 1 15 15,0 1 2-15,0-2 13 0,3 4 6 0,1-2 3 16,2 2 3-16,2 0-3 0,1 0 4 0,5 6 4 16,-1-1-2-16,3-2 8 0,5 8-10 0,-1-2 0 15,2 2-4-15,-2 2-4 16,3-2-4-16,-1-1-1 0,1-1-7 0,-4 3-3 16,4-7-3-16,1 2-1 0,-8-1-2 0,2-3 0 15,-2-1-2-15,1-4-3 0,-2 4-6 0,-5-5-15 16,1 0-9-16,1-1-17 0,-7-1-20 0,3-2-32 15,-8 0-40-15,9-4-40 0,-4-1-32 0,-1 2-25 16,-3-3-214-16,-1-2-467 0,3 2 207 0</inkml:trace>
  <inkml:trace contextRef="#ctx0" brushRef="#br0" timeOffset="35423.68">28285 12659 94 0,'3'-5'274'0,"4"2"-18"0,-1-1-18 16,1 1-22-16,4 1-15 0,0 2-22 0,1 1-22 0,-1 2-16 15,2 2-9-15,5 2-16 0,-3 3-13 0,-1-1-3 16,-1 2-18-16,0 4-7 0,-4-1-12 0,-1 1 0 16,-4 1-12-16,-2 1-5 0,-2 1-6 0,-2-1-5 0,-4 1-3 15,0 1-1-15,-3-1-3 0,-8 3-5 16,3-1-4-16,3-5 0 0,-2-1-1 0,-4 0-4 16,7-2-3-16,-3 0 1 0,3-2-1 0,1-3 0 0,0 1-1 0,4-3-3 15,-1-1 2-15,1-1-3 0,1 1-1 0,1-2 4 16,3-2 2-16,-4 5 17 15,2-4 21-15,2-1 13 0,-3 2 14 16,3-2 7-16,0 0-4 0,0 0-6 0,8 3-11 0,-2-3 1 16,7-1-8-16,6 0-10 0,-1 1 0 0,10-1-2 0,0 1-11 15,3-2 0-15,0-1 2 0,1 3 10 16,-2-2-25-16,-2 1 5 0,-6 0-8 0,0 0 2 16,-2 1 2-16,-7 0 3 0,1 1 5 0,-5-1 3 15,0-1-7-15,0 1 3 0,-3 0-3 0,-6 0-4 16,11 0 2-16,-6-2-1 0,-5 2-4 0,0 0-6 15,9 2-17-15,-9-2-25 0,3 1-33 0,-3-1-48 16,0 0-22-16,0 0-26 0,-6 7-57 0,0-5-121 16,1 0-185-16,5-2-566 0,-9 3 250 0</inkml:trace>
  <inkml:trace contextRef="#ctx0" brushRef="#br0" timeOffset="37158.55">19162 14924 207 0,'1'-4'209'0,"0"0"5"0,2-3-3 16,-3 2-6-16,1 2-4 0,-1 0-7 0,3-3-16 16,-3 6-19-16,0 0-19 0,1-5-12 0,-1 5-16 15,0 0-15-15,0 0-13 0,0 0-13 0,0 0-10 16,-1 15-5-16,-2-4-7 0,-1 6-4 0,1 7-2 0,-3 1-5 0,0 4-4 15,2 0-3-15,-1 0-20 0,0 2-27 0,0 1-34 16,1 0-40-16,2 0-52 0,0-1-80 0,2-5-155 16,2-1-407-16,-1-9 180 0</inkml:trace>
  <inkml:trace contextRef="#ctx0" brushRef="#br0" timeOffset="38090.78">23022 14679 71 0,'2'-3'163'0,"1"1"-7"0,1-3-7 15,-1 2-13-15,-1-1-10 0,1 1-10 0,2-1-8 16,0 3-10-16,-1-1-14 0,3 0-6 16,0 2-12-16,1 0-4 0,1 0-8 0,-1 0-4 15,1 5-8-15,0-1-2 0,1 1-4 0,-1 0-1 0,-1 5-6 16,-1-2 1-16,0 5-8 0,-2-2-1 0,-1 1 2 0,-3 6-3 16,-1 0-3-16,-1 1-2 0,-1 0 2 0,-5 0 2 15,0 1 7-15,-4 1-8 0,-2 1-3 0,-3-1 2 16,3-5-2-16,-6 1 0 0,7-3 0 0,-1-2-1 15,0-1-3-15,1-2 4 0,2-4 2 0,1 2 1 16,0-2 4-16,3 0 9 0,-1-2 11 0,3-2 17 16,2 2 23-16,-1 0 32 15,3-3 26-15,0 0-3 0,0 0-11 0,0 0-16 16,0-16-15-16,9 6-4 0,3-4-14 0,2 0-8 16,5-6-7-16,3 2-6 0,1-2-8 0,-2-4-3 15,1 6 0-15,1-3-11 0,-2 4 3 0,-6 5-6 16,0 0-2-16,-2 3-7 0,-3-1-3 0,-2 4-1 15,-3 2-1-15,0 1-4 0,-1-1-11 0,1 2-21 16,0 2-12-16,-5 0 3 0,0 0-6 0,7 2 0 0,-6 3 4 0,0 2-1 16,0 5 5-16,-1-2 1 0,0 2 4 0,3 5 0 15,0 0 1-15,-2 1 2 0,3 0-21 0,2 3-27 16,-2-2-18-16,1-1-31 0,1-1-37 16,2-4-65-16,-4-2-241 0,3-1-494 0,0-3 219 0</inkml:trace>
  <inkml:trace contextRef="#ctx0" brushRef="#br0" timeOffset="39114.47">23445 14645 114 0,'0'0'192'0,"0"-4"-21"0,0 4-15 0,0 0-14 16,0 0-19-16,0 0-9 0,0 0-13 0,14 6-15 16,-4-2-2-16,3 4-8 0,-1-1-11 15,3 1-4-15,3 3-4 0,2-3-9 0,-2 4-8 0,-2-2-5 0,2-2-8 16,2 1-5-16,-4-2-2 0,1-1-6 0,-4-1-4 0,-3-1 0 16,2 0-2-16,0-1 2 0,-3-1 0 0,-2-1-1 15,-1-1 13-15,2 0 6 0,-8 0 18 0,10-2 5 16,-5 1 10-16,-5 1 6 0,4-4 13 0,-4 4-3 15,4-3-11-15,-4 3-4 0,5-2-9 0,-5 2-6 16,4-2-8-16,-4 2-11 0,0 0-5 0,0 0 0 16,0 0-3-16,-12 14-2 15,5-5-3-15,-4 4-5 0,-4 1 1 16,-3 5-3-16,-1 3 1 0,1 1-4 0,-1 0 0 16,0 1 1-16,-1 1-2 0,3-2 0 0,0 1 5 0,2-2-8 15,1-7 0-15,5 2 0 0,0-3 2 0,2-3-1 16,1 0-4-16,0-1 0 0,2-3 3 0,0-2 0 15,0 2 6-15,2-4 14 0,-1 0 15 16,2 1 13-16,-2-3 9 0,3-1 13 0,-4 6 11 0,4-6 1 0,-1 3 9 16,1-3-4-16,-2 3 2 0,2-3-8 0,0 0-4 15,0 0-3-15,0 0-7 0,-2 4-5 0,2-4-7 16,0 0-8-16,0 0-4 0,0 0-2 0,0 0-7 16,0 0-5-16,0 0-2 0,0 0 10 0,0 0-19 15,0 0-2-15,0 0 0 0,0 0-11 0,0 0 7 16,0 0-10-16,0 0-5 0,-1 3 11 0,1-3-9 0,0 0-4 0,0 0 0 15,0 0-1-15,0 0 4 0,0 0-2 0,0 0-1 16,0 0 8-16,0 0 0 0,0 0 2 0,0 0-14 16,0 0 2-16,0 0 0 0,0 0 6 0,0 0 0 15,0 0-3-15,0 0 2 0,0 0-4 0,0 0-3 16,0 0 5-16,0 0 1 0,0 0 7 0,0 0-8 16,0 0 1-16,0 0 3 15,0 0-1-15,0 0 0 0,0 0-1 16,0 0-2-16,0 0-7 0,0 0 5 0,0 0-5 15,0 0 3-15,0 0-5 0,0 0 3 0,0 0-3 16,0 0 1-16,0 0-1 0,0 0 4 0,0 0 0 0,0 0 2 16,0 0 1-16,0 0 0 0,0 0 0 0,0 0-1 15,0 0 2-15,0 0 1 0,0 0-2 0,0 0 5 16,0 0-3-16,0 0 6 0,0 0-1 0,0 0-8 0,0 0 2 16,0 0-3-16,0 0 2 0,0 0 3 0,0 0 0 0,0 0 1 15,0 0-3-15,0 0 1 0,0 0 4 16,0 0-4-16,0 0 5 0,0 0-2 0,0 0-2 15,0 0 2-15,0 0 0 0,0 0 2 0,0 0-1 16,0 0 0-16,0 0-3 0,0 0-7 0,0 0-1 0,0 0 4 16,0 0-5-1,0 0 10-15,0 0-10 0,0 0-2 0,0 0 5 16,0 0-3-16,0 0 5 0,0 0 6 0,0 0-6 16,0 0 7-16,0 0-5 0,0 0-3 0,0 0 6 15,0 0-3-15,0 0 2 0,0 0 4 0,0 0-6 16,0 0 0-16,0 0-1 0,0 0 4 0,0 0 4 15,0 0-8-15,0 0 4 0,0 0 0 0,0 0 0 16,0 0 1-16,0 0-2 0,0 0 2 0,0 0-4 0,0 0-2 0,0 0 3 16,0 0-10-16,0 0 10 0,0 0-8 0,0 0 0 15,0 0 5-15,0 0 0 0,0 0-2 16,0 0 0-16,0 0 2 0,0 0-3 0,0 0-3 0,0 0-10 16,0 0-15-16,0 0-13 0,0 0-54 0,0 0-70 15,0 0-49-15,0 0-25 0,10-11-225 0,-7 7-512 16,-1 2 227-1</inkml:trace>
  <inkml:trace contextRef="#ctx0" brushRef="#br0" timeOffset="39832.54">24025 14916 2 0,'0'0'223'0,"-1"-1"-25"0,1 1-21 0,0 0-17 15,0 0-21-15,0 0-13 0,-12 5-14 0,5 4-13 16,-6 4-9-16,0 3-12 0,-3 2-7 0,-2 6-7 16,0-2-6-16,1 3-5 0,-2-1 0 0,1 0-11 15,0-2-2-15,1 4-1 0,-3-5-8 0,1 5-16 16,-1-4-30-16,2-1-36 0,-1-4-58 0,3-2-174 0,2-4-306 0,4-1 135 16</inkml:trace>
  <inkml:trace contextRef="#ctx0" brushRef="#br0" timeOffset="40417.58">24313 14625 155 0,'9'-4'221'0,"2"4"-15"0,1-1-17 0,-1 1-20 16,1 1-16-16,1 3-12 0,-1 1-16 16,-2 2-3-16,3 3-14 0,-1 5-10 0,-6-1-9 15,1 1-11-15,-4 2-7 0,-1 5-5 0,-4 2-2 0,-3 2-8 0,-4 2-9 16,-1 0 0-16,-7-3-1 0,0 0-7 0,1 0-4 15,-3-3-4-15,1-3-5 0,4-5-1 0,4-1-7 16,0-4 1-16,2 0-3 0,0-1 0 0,6-2-1 16,-5-2-2-16,6 1 4 0,1-2 29 0,1 3 16 15,7-3 15-15,4 2-1 16,9-2-9-16,11-1-1 0,2 2-11 0,1-3-4 16,4-1 5-16,-4 2-14 0,4-2-4 0,-3-2 0 15,-3 2 6-15,-1-1-4 0,-2-1-3 0,-3 4-6 16,-5-2-2-16,-9-2 0 0,-2 2-2 0,-2 2-7 15,0-2 2-15,-3 0-2 0,1 0-3 0,-7 0-2 16,8 0-10-16,-8 0-17 0,0 0-13 0,2 3-19 16,-2-3-42-16,-13 5-63 0,3-5-71 0,-3 4-280 15,-1 0-541-15,5-1 240 0</inkml:trace>
  <inkml:trace contextRef="#ctx0" brushRef="#br0" timeOffset="41920.47">6343 16145 152 0,'1'-16'222'0,"3"-3"-7"0,0 3-5 15,-2-1-10-15,1 6-5 0,-1-6-10 0,2 5-11 16,-1 1-8-16,-1 1-5 0,-2 5-4 0,1-4-24 15,-1 5-12-15,2-1-16 0,-1-2-10 0,-1 4-26 0,0 3-18 16,0 0-11-16,0 0-4 0,0 0-7 0,-1 20-4 16,-1-4-3-16,-4 8-2 0,-1 3-5 0,0 7 2 15,-1 0-5-15,1 2 2 0,-2-4-4 0,0 0 0 16,4 0 0-16,-3-2-3 0,2 2 1 0,1-6-1 16,1 1 31-16,0-8-7 0,0-1 0 0,0-9-5 15,3 4 1-15,-2-5-4 0,2 2 6 0,0-5 38 0,-3 1 34 0,4-2 42 16,0-2 26-16,0-2 3 0,0 0-19 15,-4-10-20-15,0-2-8 0,3-6-11 0,0-9-17 0,-3 2-9 16,4-4-7-16,-3-4-10 0,2-3-2 0,2 1-16 16,2-15-5-16,-2 1-11 0,2 14-10 0,-2-1 9 15,0 1-6-15,2 1 0 0,1 2-4 0,-3 3-2 16,4 5-1 0,-1 7-1-16,0 0-8 0,-3 7-1 0,0-1-2 15,2 1-7-15,1 2-5 0,0-1 4 0,1 5 1 0,5-4-5 0,0 3-1 16,7-3-9-16,1 4-30 0,3-3 5 0,7 5-25 15,3-2-24-15,-2 7-24 0,5-1-26 0,-5 0-28 16,3 4-24-16,-10 1-30 0,-6-2-33 0,4 4-51 16,-6-4-280-16,-3 0-630 0,-2 4 278 15</inkml:trace>
  <inkml:trace contextRef="#ctx0" brushRef="#br0" timeOffset="42236.58">6197 16217 127 0,'-4'3'210'0,"0"-1"7"0,0 1 2 0,4-3-7 0,-2 2-13 0,2-2-21 31,0 0-17-31,0 0-12 0,13 0-13 0,2-1-16 16,6-2-10-16,13-2-11 0,3-4-12 0,4 4-8 15,14-5-6-15,-2 0-8 0,0 3-10 0,2-1 0 0,-15 4-8 16,-2-1-5-16,-5-2-2 0,-1 2-3 0,-4 0-5 16,-10 0 0-16,1 3-5 0,-7-1-4 0,0 1-4 15,-5 2 1-15,-7 0-5 0,14 0 2 0,-14 0-5 16,9 0-4-16,-9 0-2 0,0 0-1 0,0 0-13 16,0 0-9-16,0 0-11 0,0 0-14 0,-24 14-24 15,12-9-23-15,-1-1-26 0,3 3-37 0,0-2-37 0,1 1-183 0,2-1-402 16,4 1 179-16</inkml:trace>
  <inkml:trace contextRef="#ctx0" brushRef="#br0" timeOffset="42521.35">7085 16198 337 0,'0'-5'362'15,"0"5"-14"-15,0-11-16 0,0 6-24 0,0 5-24 16,-2-8-36-16,4 4-23 0,-2 4-22 0,0-11-31 16,0 11-15-16,0 0-30 0,-2-4-28 15,2 4-12-15,0 0-6 0,0 0-11 0,2 16-10 16,-2-7-5-16,0 3-8 0,0-1 1 0,0 4-9 0,1 2-5 16,-1 0-12-16,4-2-5 0,-4 4-11 0,0-2-13 15,0-3-23-15,0 1-31 0,0-5-14 0,0-1-17 16,0 1-14-16,0-3-9 0,-4-2-1 15,3-1 10-15,1-4-52 0,0 0-53 0,0 0-238 16,-9-10-486-16,4-1 215 16</inkml:trace>
  <inkml:trace contextRef="#ctx0" brushRef="#br0" timeOffset="42652.62">7081 15934 242 0,'2'-6'227'0,"0"3"-24"0,-2-2-22 0,0 1-17 15,1 0-14-15,-1 4-24 0,7-3-28 0,-7 3-31 0,0 0-33 16,10 11-46-16,-9-4-66 0,-1 0-156 0,4 2-253 16,0 2 112-16</inkml:trace>
  <inkml:trace contextRef="#ctx0" brushRef="#br0" timeOffset="43639.86">7283 16186 170 0,'0'0'194'0,"-2"5"-18"16,2-2-10-16,-2 3-13 0,1 0-17 0,0 1-13 0,-1 5-9 15,1-3-10-15,0 2-11 0,0 1-10 0,-3 5-7 16,1-1-9-16,3-3-8 0,-1-1-8 15,-2 0-2-15,5-3-8 0,-4-1 6 0,4-2-9 16,-4 0-2-16,2-1 10 0,0 0 24 0,2-1 28 16,-2-4 15-16,2 2 4 0,-2-2-3 0,0 0-3 15,18-10-8-15,-11 4 0 0,0-1-9 0,5-5-5 0,-1 0-10 0,3-2-8 16,-1-2-9-16,0 0-4 0,1 3-9 0,-1-1-4 16,-3 4 3-16,-1 1-9 0,-4 1-13 0,1 5 4 15,-2-2-4-15,0 3-9 0,0-5-1 0,-2 5-6 16,1-1-7-16,1 1-4 0,-4 2-7 0,0 0 1 15,6 5-5-15,-3 0 4 0,-2 2-5 0,2 0-3 16,2 3 0 0,-2-1 4-16,3 2 3 0,-3 3-8 0,6-2-1 0,0 5-4 15,2-3-6-15,0 1-3 0,3-3-3 0,4 2 1 16,5-2-2-16,4-1 1 0,1 0 0 0,4-8-4 16,1 4-4-16,3-2-3 0,2-6 0 15,2 0 3-15,-2-4 1 0,-1 0 2 0,3-2 2 16,-2-3 9-16,-5-1 2 0,2 0 0 0,-7 1 3 15,0-4 8-15,-8 6 0 0,-5-1 1 0,0-3 15 0,-5 4 14 0,-1 1 23 16,-2 5 5-16,0-5 9 0,-4 3-11 0,-1-1 0 16,-2 0-6-16,-2 0-4 0,-1 1-4 0,-7 1-3 15,-2 3-4-15,-7-1-2 0,-1 4-2 0,-8 1-3 16,-3 1-4-16,-1 5 2 0,1 2-2 0,3-2 0 16,1 1-4-16,2-1 0 0,5 0 0 0,3 2-7 15,-1-2 5-15,5-1-18 0,2-3 6 0,3 3-1 0,3-4-1 0,0 1-1 16,1-1 2-16,1-2 4 0,3 0 1 0,7-1 4 15,-7-2 4-15,18-2-3 0,1-3-2 0,3-1 4 16,6-5-2-16,-3 1 2 0,1-7-2 16,2 1 3-16,-1-4 0 0,-3 1 2 0,-1-3-6 15,0-2 7-15,-2-4-2 0,-4 0-2 0,3-2-1 16,-4 0 6-16,0 3 12 16,-4-3 14-16,-3 1 22 0,0 3 17 0,-3-3 17 15,1 7-3-15,-6 3 12 0,1 2 7 16,0 1-9-16,-2 5-4 0,1 0-7 0,2 1-1 0,-3 4-25 0,0 0 14 0,0 0-11 15,1 1-9-15,-1 1-8 0,0 4-9 0,0-5-6 16,0 1-20-16,0 4-23 0,0 0 0 0,0 0 3 16,0 0 2-16,-4 16-6 0,3-6 11 0,-3 2-6 15,4 4 3-15,-5 3 1 0,2 1-3 0,2 3 6 16,-5 1-10-16,2-3 5 0,0 6 0 0,3-1 9 16,-2 4-7-16,2-2-7 0,-4 2 7 0,2-6-3 15,2 3 7-15,1-8 0 0,0 1-4 0,-2-2 3 16,0-3-1-16,1 2-3 0,-1-5 4 0,0 0-2 15,0 0 3-15,2 0 3 0,-3-2-12 0,3-1 15 16,-2-1-6 0,0-1-1-16,1 0 4 0,1 0-2 0,-1 1 0 0,-1-3 4 15,2 2 0-15,-1-2-5 0,1 0 1 0,-2-2-2 16,2 3 8-16,0-3-24 0,0-3 19 16,0 6 1-16,0-6 2 0,-2 4 7 0,2-4 12 0,3 5-8 15,1-5 16-15,5 0-5 0,11-5-4 0,16-2-25 0,1-3-54 0,21-7-84 16,4-5-146-16,24-17-367 0,-5-2-708 15,-24 11 313-15</inkml:trace>
  <inkml:trace contextRef="#ctx0" brushRef="#br0" timeOffset="47024.71">9947 15945 174 0,'0'-5'172'15,"3"-1"-11"-15,-3 2-14 0,0 0-18 0,0 0-11 16,0 4-18-16,0 0-20 0,0 0-8 0,0 0-8 16,0 0-5-16,-3 19-5 0,2-5-4 0,-4 7 0 0,0 6-5 15,-1 2-6-15,-1 4-5 0,-1 1 2 0,0 12-1 16,1 0-7-16,-1-14-4 0,3 4-9 0,1-5-12 15,0 1 3 1,1-1 5-16,2-2 0 0,-3-4-5 0,3-1 8 16,1-6-11-16,0-5 6 0,0-2 1 0,-2-1-3 15,4 1 6-15,-4-6-7 0,2 1-4 0,0-3 1 16,2 1 3-16,-2-4-4 0,0 0-25 0,0 0-23 16,-6-12-11-16,4 6-11 0,-1-6 1 0,-1-4 1 15,0-2-12-15,0-1-2 0,0-6-7 0,-1-4 2 16,2-2 5-16,-1-1 0 0,0-3 4 0,2 0 3 0,0 1 14 15,2-4 0-15,-1 4 22 0,1 0 15 0,-1 0 15 16,1 2 15-16,-4 1 16 0,3 3 20 0,0-1 20 16,-1 9 16-16,1 0 22 0,-2 3 11 0,2 1 6 15,0 0 16-15,0 5-3 0,-2 1-1 0,3 3-3 16,0 2-15-16,0-2-12 0,-1 1-7 0,1 4-13 16,-2-3-9-16,1 1-14 0,1 4-5 0,0 0-8 0,8 0-5 0,-8 0-10 15,15 7 0-15,-3-4-6 0,3 5-3 0,3 3-3 16,7 2-1-16,1 2 0 0,-3 2-3 0,0-2 0 15,3 0-5-15,-6 4 2 0,1-2-5 0,-8-2 1 16,-1 1-1-16,-1-2 3 0,-3 2-7 0,-4 0-4 16,-3-3 2-16,-1-1-3 0,-4-1 3 0,-2 0-4 15,-8 1 3 1,0 1 1-16,-9 1-1 0,-4 0 1 0,3-2 2 16,-1 1-4-16,5-7 3 0,1 4 1 0,-2-5-7 15,1-1 7-15,1 4 2 0,1-3-5 0,1 2-1 16,7-5 3-16,0 1-15 0,4-1-24 0,0 2-6 0,4-1-6 15,2-3-19-15,0 0-33 0,9 5-58 16,5-2-196-16,3-5-386 0,4 2 172 0</inkml:trace>
  <inkml:trace contextRef="#ctx0" brushRef="#br0" timeOffset="47278.59">10873 16003 10 0,'0'0'178'0,"0"0"-27"16,0 0-6-16,0 0-8 0,0 0-12 0,-8 9-10 0,0 0-11 15,6-1-10-15,-6 1-12 0,2 3-9 0,-6 3 2 16,2 1-19-16,-3 5-2 0,4-3 2 0,-7 6-8 0,1-2-4 15,0 3-6-15,0-1-7 0,0-2-35 0,-1-3-34 16,5-3-51-16,0-2-159 0,1 0-268 0,0-4 119 16</inkml:trace>
  <inkml:trace contextRef="#ctx0" brushRef="#br0" timeOffset="47494.98">10599 16038 185 0,'-1'-2'219'0,"1"-2"-21"0,0 4-22 0,0 0-17 15,0 0-20-15,0 0-10 0,9 6-15 0,-3 5-9 16,2-1-8-16,2 7-9 0,3 7-3 0,1 3-6 0,2-1-17 16,-3 0-3-16,5 3-5 0,1-2-5 0,2 0 1 15,-6-1-11-15,4 1-10 0,-1-3-30 0,-1-4-34 16,-3 3-48-16,0-11-74 0,-5-2-150 0,1-2-332 15,-2-2 147-15</inkml:trace>
  <inkml:trace contextRef="#ctx0" brushRef="#br0" timeOffset="51140.1">11119 15920 146 0,'5'0'146'15,"3"0"-10"-15,-8 0-15 0,18 5-7 0,-8 1-8 16,2 7 0-16,-1 3-10 0,3 7-8 0,-2 2-5 15,-1 4-4-15,-2 4-7 0,0 2-9 0,-5 0-4 16,2 12-5-16,-2-12-2 0,-4-1-5 0,0 1-10 16,-4 1-7-1,-2-5 4-15,-2 1-6 0,-5-3-2 0,1-3-4 0,0-2 4 16,-6-2 1-16,2-2-5 0,0-5-1 16,2-3-4-16,-1 1 9 0,1-3-12 0,-4 0 4 15,8-4-6-15,-3 1 4 0,4-2-5 0,0 0 2 16,-4-1-3-16,8-3-4 0,0 3-8 0,0-2-35 15,-3-1-43-15,8-1-91 0,-14-4-112 0,9 0-306 16,-1-3 136-16</inkml:trace>
  <inkml:trace contextRef="#ctx0" brushRef="#br0" timeOffset="51460.73">10476 15815 167 0,'-5'-4'240'0,"3"-2"-20"0,-1 1-25 0,1 2-21 15,-1 0-19-15,3 3-19 0,0 0-15 0,-15 10-15 0,4 2-7 0,-1 5-17 16,-5 9-2-16,3 3-11 0,0 3-12 0,-5 14-4 15,3 3-6-15,5 1-2 0,5 0-6 0,4 0 3 16,4-3-9-16,2-2 1 0,8-9-8 0,8 7 9 16,9-3-8-16,9-2-1 0,6-4-11 0,4-3-16 15,7-7-41-15,10-7-38 0,28 3-77 0,-30-11-184 16,33-1-369-16,-3-1 164 0</inkml:trace>
  <inkml:trace contextRef="#ctx0" brushRef="#br0" timeOffset="51935.32">13139 16031 87 0,'3'-4'208'0,"0"2"-4"0,-1-2-8 0,-2 4-5 16,3-6-10-16,-1 3-15 0,-2 3-17 0,4-1-13 16,-4 1-13-16,0 0-20 0,0 0-17 0,0 0-7 0,0 0-6 15,0 0-8-15,-5 11-5 0,-1-1-8 0,-2-1-4 16,-5 4-5-16,3 3-7 0,-3 1-2 0,-6 2-1 15,1 6-3-15,3-6-3 0,-4 5 1 0,2-2-8 16,3-6-8-16,-3 5-13 0,2-6-19 0,2-1-16 16,-5 7-21-16,4-9-23 0,-1 0-25 0,3-2-25 15,1-2-25-15,1-2-160 0,1-4-341 0,2-1 152 16</inkml:trace>
  <inkml:trace contextRef="#ctx0" brushRef="#br0" timeOffset="52120.6">12828 16131 105 0,'2'-15'187'0,"2"3"0"15,-1-1 1-15,-1 5-5 0,2-3-9 0,-4 5-10 16,4-1-20-16,-2 2-17 0,2 1-12 0,0 3-9 16,-4 1-11-16,9 0-8 0,-9 0-7 15,12 7-9-15,-2 2-5 16,1 3-8-16,1-1-2 0,-2 5-8 0,4 9-5 16,5-2-2-16,-3 2-5 0,1-2-4 0,4 2-4 15,-6-5-3-15,4 6-25 0,-2-6-25 0,-2-4-26 0,2 4-30 16,-3-6-46-16,-1-1-48 0,-3-5-157 15,5 2-359-15,-1-3 160 0</inkml:trace>
  <inkml:trace contextRef="#ctx0" brushRef="#br0" timeOffset="52436.68">13616 16123 5 0,'0'0'263'16,"0"-7"-19"-16,0 7-18 0,1-6-13 0,3 2-27 0,1 2-18 0,-1-3-20 15,5 1-13-15,4 2-16 0,-3-1-11 0,9 0-10 16,-2 0-12-16,5 2-17 0,-1-1-22 0,0 1-29 16,6 1-38-16,-6 0-45 0,2 0-51 0,-2 0-55 15,-5-2-123-15,1 2-318 0,-3 2 141 0</inkml:trace>
  <inkml:trace contextRef="#ctx0" brushRef="#br0" timeOffset="52606.16">13652 16242 88 0,'0'0'184'0,"0"0"-12"0,10 5-16 16,2-4-5-16,5 1-18 0,3 0-8 0,9-2-16 0,0 0-8 16,3 2-12-16,1-2-28 0,2 0-37 0,0 0-44 15,0-3-55-15,-1-1-142 0,-2 1-234 0,-2-1 104 16</inkml:trace>
  <inkml:trace contextRef="#ctx0" brushRef="#br0" timeOffset="53022.49">14580 15981 138 0,'0'0'169'0,"-4"-3"-14"15,4 3-16-15,-5-5-11 0,1 4-16 0,4 1-7 16,-8-3-21-16,8 3 1 0,-11 0-6 0,4 3-8 16,-2 1 1-16,-1-1-4 0,0 1-4 0,-2 4-2 0,-3 1-8 15,2 3-10-15,-1-2 3 0,0 2-7 0,0 0-5 16,4 1 1-16,0 3-3 0,1 2-1 0,1-2-4 0,3-1 3 15,1 1-6-15,1-4 5 0,2 5 13 16,2-5 5-16,3 0 14 0,1-2 5 0,3 0 11 0,7 0 0 16,2-1 1-16,2-4-7 0,4-1-5 0,5-4-3 15,0-1-11-15,2-2-2 0,-6-4-3 0,3 0-7 16,-8-1 2-16,-2-2 2 0,3-8-5 16,-9 3 2-16,-1-3-6 15,-4 0-4-15,-3-2-4 0,-5 2 0 0,-3-5-8 16,-4-2-3-16,-7 4-3 0,-5 3-20 0,-1 1-23 15,-8 4-30-15,-7 1-33 0,-12 0-41 0,-6 4-61 16,-2 4-248-16,-1 0-479 0,2 3 213 0</inkml:trace>
  <inkml:trace contextRef="#ctx0" brushRef="#br0" timeOffset="53493.55">11877 16566 47 0,'-8'6'123'0,"8"-6"-19"0,-1 9-3 0,-3-4-10 16,2 2-4-16,-2-1-9 0,1 5-20 0,-4-2-7 16,0 1-14-1,2-2-10-15,-1 0-27 0,-3 1-46 0,0-2-81 16,2-3-137-16,1-2 61 0</inkml:trace>
  <inkml:trace contextRef="#ctx0" brushRef="#br0" timeOffset="53656.47">11871 16319 349 0,'0'-7'384'0,"2"2"-31"15,-2-2-32-15,0 7-43 0,0-5-27 0,0 5-24 0,0-5-30 16,0 5-40-16,4-4-68 0,-4 4-32 0,0 0-44 15,0 0-52-15,16 9-59 0,-4-4-82 0,6-2-214 16,0 1-425-16,1 1 188 0</inkml:trace>
  <inkml:trace contextRef="#ctx0" brushRef="#br0" timeOffset="56017.59">15208 16260 90 0,'0'0'197'0,"-1"-6"-8"15,1 6-5-15,0-6-12 0,0 6-9 0,-1-4-12 16,1 4-22-16,0 0-5 0,0 0-19 0,0-4-10 16,0 4-16-16,0 0-12 0,0 0-4 0,-7 12-5 15,2-4-4-15,0 2-6 0,0 1-5 0,-5 11-2 0,-2-5-3 0,2 0-8 16,-5 7-18-16,-2 0-24 0,-5-3-33 15,2 4-39-15,-3-1-69 0,-4-2-154 0,4-4-332 0,1-1 148 0</inkml:trace>
  <inkml:trace contextRef="#ctx0" brushRef="#br0" timeOffset="56543.81">15548 15909 20 0,'0'-3'257'0,"0"3"-17"16,0 0-23-1,0-6-21-15,0 6-20 0,0 0-21 0,0 0-17 0,0 0-16 0,0 0-15 0,0 0-13 0,0 0-3 31,-4 14-16-31,3-3-5 0,0 5-12 0,-2-2-4 0,-1 7-5 16,2-2-6-16,-2 1-4 0,0 3-5 0,2-3-3 16,-1 9 0-16,-1-4-3 0,4 2-4 15,-2-11-2-15,0 6 1 0,1-8 1 0,0 4-7 16,-1-7-2-16,2-1 1 0,0 1-1 0,-1-5-3 16,0 1 1-16,0-2-3 0,1 0 2 0,-2 0 4 15,2-2-4-15,0-3 0 0,0 5 2 0,0-5 1 0,-1 4 3 0,1-4 1 16,0 0 1-16,0 0-5 0,0 0-9 0,0 0-17 15,0 0-12-15,0 0-23 0,-1-12-21 0,1 12-23 16,1-9-36-16,-1 4-48 16,3 0-183-16,-2-3-386 0,1-1 171 0</inkml:trace>
  <inkml:trace contextRef="#ctx0" brushRef="#br0" timeOffset="56725.56">15705 15981 50 0,'0'-4'268'0,"3"-1"-16"15,-3-1-27-15,0 6-19 0,2-4-17 0,-2 4-22 16,0-5-19-16,0 5-27 0,0 0-32 0,0 0-31 16,4-2-27-16,-4 2-30 0,0 0-33 0,0 0-44 15,16 6-67-15,-16-6-116 0,5 1-282 16,0-1 125-16</inkml:trace>
  <inkml:trace contextRef="#ctx0" brushRef="#br0" timeOffset="57329.97">16012 15906 64 0,'11'-5'188'0,"5"2"-21"0,2-2-14 0,2 0-15 0,-1 3-16 15,3-1 0-15,5-1-21 0,-6 4-21 16,0-2-13-16,-2 2-27 0,-2 0-21 0,-6-1-22 0,1 0-6 16,-6 1-18-16,2 0-11 0,-8 0 8 0,0 0-3 15,0 0 1-15,0 0 10 0,0 0-6 0,-26 7 7 0,12-5 2 16,-4 0 4-16,-1 0 6 0,-2 1 2 0,1-1 13 15,-1-1 5-15,0 1 14 0,2 1 12 0,-1 1-6 16,3-3 6-16,-1 3-4 0,4-3 0 0,3 2 5 0,1-1-5 16,0 2 7-16,3-2-9 0,0 0 1 15,3-1 1-15,-1 1 2 0,1-1-1 0,4-1 2 16,-7 1-2-16,7-1-2 0,-7 3 1 0,7-3 2 0,-5 4-4 0,3-4 0 16,2 0 2-16,0 0-1 0,-3 4 19 0,3-4-15 31,0 5 1-31,0-5 8 0,3 7-3 0,-1-2 3 15,2 2 2-15,1 0-4 0,2 1-1 0,2 1 6 0,0 0-5 16,2 7-1-16,3-5-8 0,0 5 2 0,0 0-6 16,4 5 0-16,3 1-2 0,-6 1-1 15,0 2 1-15,-1-3-9 0,0 0 0 0,-3 1-3 0,-3-7-2 16,-2 1-3-16,-4 2 2 0,-2-7-5 0,1-2 0 16,-3 4-3-16,-1-4 2 0,-2-1 3 0,-2 1-3 15,-1-3 3-15,-2-2-4 0,1 2 4 0,1-4-3 0,-1 0 4 16,4-2 19-16,-4 0 21 0,4-1 11 0,5 0 6 15,-10-3 6-15,3 0 2 0,5-1-1 16,-6-1 0-16,7 1-7 0,-2-1-8 0,3 0-8 0,3-2-3 0,2 4-7 16,0-2-4-16,4 0-9 0,0 0-17 0,4 3-23 15,0 0-28-15,-1-1-29 0,1 1-28 0,6-1-38 16,-3 3-46-16,3 0-69 0,-8 0-211 0,3 1-496 16,-1-1 220-16</inkml:trace>
  <inkml:trace contextRef="#ctx0" brushRef="#br0" timeOffset="57530.73">16531 16321 279 0,'0'0'272'0,"0"0"-29"0,0 0-30 0,0 6-19 0,0-6-23 16,-4 6-15-16,3-2-18 0,-3 3-12 0,0 2-23 15,-1 0-20-15,0 1-31 0,-3 1-39 0,-2 1-43 16,2-2-66-16,3 1-224 0,-5-4-346 0,2 1 153 16</inkml:trace>
  <inkml:trace contextRef="#ctx0" brushRef="#br0" timeOffset="58268.78">16992 15812 16 0,'5'-3'179'0,"2"-4"-14"0,-1 5-17 0,5-3-15 0,0 3-12 16,-1 0-10-1,3 1-7-15,0 1-11 0,0 1-10 0,3 1-7 16,-2 2-6-16,0 1-9 0,1 4-5 0,-6-4-5 16,4 8-9-16,-4-2 0 0,-1 3-4 0,-2-1-7 0,-1 4 2 0,-3 0-11 15,-4 0 6-15,-2 3-4 0,-6 4 0 0,1 0-4 16,-5 2-3-16,-5-2 0 0,1 1 4 0,-5 1-12 16,1-1-1-16,-1-1-3 0,-1-5-1 0,1 3 2 15,0-8 0-15,5-2 0 0,4-3 2 0,4-1-2 16,-2-3 4-16,2 2-6 0,5-2 20 15,0-4 28-15,1 2 26 0,0 0 18 0,4-3-3 16,0 0-12-16,0 0-11 0,0 0-4 0,9-12-10 0,0 5-5 16,1 2 3-16,6-7-13 0,-3 8-1 0,-2-5-7 15,4 1-3-15,1 0-5 0,-3 3-1 0,-1 0-4 16,1 2-6 0,-3 3 6-16,4 1-10 0,-3 1-3 0,2-2-3 15,-1 3 2-15,2 4-5 0,0 0 3 0,3 2-2 16,-2 0 0-16,-1 0-1 0,3 1 7 0,-2 1-4 15,-1-1-5-15,-4-2 2 0,3-1 2 0,-1-1-1 16,-1-1 5-16,3-2-5 0,-5 3 13 0,1-6 1 16,3 2 9-16,-4-4 5 0,5 0 9 0,-2-3 0 15,0-1 6-15,1 1-8 0,0-4 5 0,1 0-6 0,0-2-3 0,-2 2-5 16,0-2 0-16,0-2-6 0,-2-2 12 0,-1 1-12 16,1 6-9-16,-3-2 5 0,-2 2-4 0,2 0-6 15,-3 3-13-15,0 1-25 0,1-1-36 0,-4 2-45 16,-1 3-32-16,0 0-25 0,6-3-37 0,-6 3-54 15,0 0-156-15,0 0-449 0,0 0 199 0</inkml:trace>
  <inkml:trace contextRef="#ctx0" brushRef="#br0" timeOffset="58546.94">17846 16226 169 0,'0'0'344'0,"0"0"-34"0,0 0-26 15,2-4-33-15,-2 4-24 0,0 0-28 0,0 0-50 16,0 0-66-16,0 0-89 0,0 0-117 0,4-4-192 16,-4 4-340-16,0 0 150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25:21.05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1432 1826 98 0,'-3'-6'284'0,"2"2"-11"0,1-3 16 0,-2 0-16 16,0 0-9-16,4 1 0 0,-4-1-9 0,2 0-14 16,2 2-11-16,-2 5-22 0,0-10-5 15,0 6-24-15,2-1-24 0,-2 5-17 0,0-5-9 16,0 5-22-16,0 0-17 0,0-6-26 0,0 6-38 15,0 0-32-15,0 0-14 0,0 0 6 0,-4 17-3 16,3-1 1-16,1 3 4 0,-1 8 3 0,-3 1-3 0,3 4 14 0,-7-3-8 16,7 2 1-16,-4 3-3 15,1-4 4-15,2-2 5 0,0 4-13 16,1-8 15-16,-2 1 5 0,2-7-7 0,2-6-1 0,-1 1 5 16,-1 3-14-16,1-6 1 0,1 0 2 0,-1-5 3 15,-1 0-2-15,-1-1 5 0,2-4 5 0,0 0-2 16,2 8 5-16,-2-8 0 0,0 0-41 15,0 0-40-15,0 0-30 0,-2-20-36 0,4 8-38 16,-4-5-46-16,4-1-260 0,-1-8-523 0,-1 3 233 16</inkml:trace>
  <inkml:trace contextRef="#ctx0" brushRef="#br0" timeOffset="184.38">1448 1673 104 0,'0'-6'273'16,"3"-2"-3"-16,-3 2-6 0,1 0-17 0,-2 1-21 15,1 5-16-15,0-10-22 0,0 10-20 0,4-8-17 16,-1 3-16-16,7-1-13 0,0-2-14 0,0 1-13 16,9-1-10-16,8-2-6 0,-2 1-17 0,1 2-14 15,-5 0-36-15,-1 5-29 0,-1-1-20 0,0-1-31 16,-2 3-16-16,-3-1-36 0,-1-1-31 0,0 2-44 0,-7 2-168 0,-6-1-392 16,0 0 173-16</inkml:trace>
  <inkml:trace contextRef="#ctx0" brushRef="#br0" timeOffset="562.47">1441 2186 64 0,'-6'5'199'0,"6"-5"-21"0,-9 7-8 0,5-4-5 16,4-3-10-16,-7 7-4 0,7-7-5 0,-5 2-12 15,5-2-10-15,0 0-8 0,0 0 15 0,0 0 3 16,18 8 1-16,-5-11-12 0,16 1-6 0,6-1-11 16,2-1-12-16,13-1-2 0,-11 0 2 15,14 1-7-15,-14-2-1 0,0 1-5 0,-1 3-8 16,-5-6-12-16,-3 4 0 15,-10 1 0-15,-1 1-12 0,-6 0-6 0,-3 0 0 16,-1 1-6-16,-9 1-1 0,13-2 4 0,-13 2-11 16,8-2-7-16,-8 2-16 0,0 0-11 0,0 0-28 15,0 0-16-15,0 0-33 0,0 0-28 0,0 0-31 16,-44 2-52-16,29-2-72 0,-3 0-163 16,4 0-463-16,14 0 205 0</inkml:trace>
  <inkml:trace contextRef="#ctx0" brushRef="#br0" timeOffset="924.97">1400 1961 152 0,'0'0'285'0,"0"0"-20"0,-10 0-13 16,10 0-17-16,0 0-18 0,0 0-18 0,0 0-17 16,0 0-19-16,0 0-19 15,0 0-10-15,0 0-20 0,0 0-10 16,30-5-3-16,-3 5-13 0,5-2-10 0,3 0-10 16,2 1 0-16,0-4-10 0,2 1-6 0,-2 1-5 15,-1-2-6-15,-2 2 0 0,-5-1-3 0,-1 0-5 16,-9 3-5-16,-2-1 0 0,-6 1-1 0,-3 0 0 15,0 0 9-15,-8 1 11 0,11-2 7 0,-11 2 0 16,10-1 2-16,-10 1-7 0,4-1-5 0,-4 1-15 0,0 0-11 0,0 0-14 16,8-3-21-1,-8 3-29-15,0 0-25 0,0 0-40 0,0 0-38 16,0 0-26-16,0 0-63 0,0 0-238 0,0 0-515 0,0 0 228 16</inkml:trace>
  <inkml:trace contextRef="#ctx0" brushRef="#br0" timeOffset="1232.29">2491 1872 103 0,'4'-3'365'0,"-4"3"-22"0,0 0-29 0,0 0-28 16,0 0-22-16,0 0-25 0,0 0-22 0,0 0-26 15,0 0-23-15,0 0-24 0,0 0-25 0,0 0-23 16,0 0-5-16,10 11-13 0,-12-6-5 0,2-5-3 16,-8 20-8-16,0-6-15 0,2 1 1 0,-4 0-16 15,2-1 5-15,-1 2 5 16,0-2-2-16,-3 1-10 0,4-1 9 0,-3 0-20 0,3-4-12 0,0 1-7 0,-1 2-18 16,-5-1-14-16,4 0-21 0,1-2-27 0,-3-1-23 15,3-2-26-15,-1-1-31 0,0 1-48 0,-2-5-65 16,12-2-145-16,-23-6-454 0,23 6 201 0</inkml:trace>
  <inkml:trace contextRef="#ctx0" brushRef="#br0" timeOffset="1564.55">2293 1891 69 0,'0'-7'395'0,"0"2"-10"0,0 5-12 0,0-10-19 15,0 10-24-15,0-9-32 0,0 9-28 0,0 0-35 16,3-5-21-16,-3 5-28 0,0 0-29 0,2-5-22 15,-2 5-10-15,0 0-14 0,0 0-17 0,0 0-8 16,17 19-1-16,-7-9-17 0,3 1 2 0,5 2-8 0,1 7-8 0,4-2-14 16,-1 3 6-16,-2-4-9 0,3 2 8 0,0 0-11 15,-3-2-8-15,-5-5 2 0,-2 2-2 0,3-2 4 16,-3-2-5-16,-3-1-3 0,-1-2-3 0,-4-3-3 16,2 0 2-16,-1 2-3 0,-6-6 3 15,8 6 0-15,-8-6 1 0,6 2-11 0,-6-2 14 16,0 0-2-16,5 1-15 15,-5-1 10-15,0 0-1 0,0 0 7 0,0 0-4 16,4 8-6-16,-4-8 1 0,0 0-3 0,0 0 1 16,0 0 2-16,0 0-5 0,0 0-19 15,0 0-25-15,0 0-28 0,0 0-29 0,0 0-39 16,0 0-13-16,0 0-27 0,0 0-70 0,0 0-100 16,0 0-254-16,0 0-645 0,0 0 287 0</inkml:trace>
  <inkml:trace contextRef="#ctx0" brushRef="#br0" timeOffset="1971.16">3050 1901 217 0,'-12'-5'275'0,"6"0"-19"15,6 5-20-15,-14-2-15 0,2 1-20 0,3 2-12 16,-2 3-22-16,-2-3-16 0,-1 3-15 0,2 3-14 15,2-2-15 1,-9 3-10-16,5 4-11 0,-3-3-6 0,7 0-7 16,-2 0-7-16,2 3-7 0,1-5-7 0,3 2-2 15,-1-2-8-15,3 1-3 0,0-3 1 0,3 3-10 16,1-8-1-16,-3 9 2 0,-1-4-1 0,4-5 2 16,0 0 8-16,9 8 17 0,-2-7 9 0,-7-1 5 15,19-1 5-15,-9 0 0 0,3-3-2 0,-1 0 3 16,5-3 1-16,-2-2 1 0,-2 4-3 0,1-4-10 15,-1 3-6-15,-2 1 3 0,-2-1-14 0,4 0 2 0,-4 3 1 16,-4 1-7-16,3-2-10 0,-8 4-18 0,10-5 8 16,-10 5-2-16,9-3-4 0,-9 3-5 0,0 0 4 15,22 5-10-15,-16-3 3 16,3 1-8-16,1 2-11 0,1 0-12 0,-1 4-22 16,5-1-26-16,-5-3-33 0,2 2-37 0,1-2-44 15,-3 2-39-15,6 1-46 0,-4-3-71 0,1-4-172 16,-3 2-552-16,0-3 244 0</inkml:trace>
  <inkml:trace contextRef="#ctx0" brushRef="#br0" timeOffset="3274.16">3313 1919 120 0,'0'0'330'0,"0"0"-18"15,-3-6-25-15,3 6-28 0,0 0-24 0,0 0-24 0,0 0-18 0,0 0-23 16,0 0-24-16,0 0-16 0,0 0-12 0,0 0-24 15,0 0-6-15,0 0-1 0,0 0-9 0,-1 19-7 16,2-10-8-16,-1 2-3 0,0 0-9 0,-1-1-2 16,1 5-8-16,-1-2-2 0,1-2-2 0,-1-1 0 15,1 2-6-15,0-3-4 0,1-1 1 0,-2-2-7 16,1-6 2 0,1 11 1-16,-1-11 9 0,1 6 33 0,-1-6 33 15,0 0 32-15,0 0-12 0,0 0-4 0,0 0-16 16,0 0 7-16,20-17-24 0,-12 8 26 0,0-1-11 15,-2-1-6-15,7-2-12 0,-3 1-3 0,-1 2-5 16,0 2-13-16,0-3-9 0,0 6-2 0,-5-1-1 16,2 0-13-16,-2 2-2 0,-4 4 0 0,5-6-12 15,-5 6-7-15,8-4-1 0,-8 4-9 0,0 0-15 0,0 0 0 0,0 0 7 16,19 9-7-16,-14-6-3 0,2 5-6 0,-1 0-1 16,2 1-1-16,-2 0-8 0,-1 1-8 0,2 0 9 15,-2-1 8-15,0-1-2 0,0-2-2 16,-3-2 7-16,1 2-11 0,1-1 8 0,-4-5 15 15,5 5 2-15,-5-5 20 0,4 4 22 0,-4-4 27 16,0 0-8-16,0 0-6 0,0 0-9 0,18-9-4 0,-12 2 0 0,2-1-6 16,1 2-4-16,-2-2-3 0,1-2-3 0,5-1-4 15,-4 3-2-15,1-1-2 0,0 1-2 0,-1 1-14 16,1 0 7-16,3 1 1 0,-3 0-15 0,2 2-8 16,0 0-10-16,4 1-16 0,-3 3-8 0,-1-2-37 15,8 4 1-15,-10 0-13 0,2 1-9 0,0 2-14 16,-2 2-12-1,2-4-18-15,-2 5-7 0,-1-2-17 0,1-3-3 16,-1 2-5-16,-9-5 0 0,10 7 15 0,-3-3 22 16,-7-4 11-16,0 0 26 0,10 0 20 0,-10 0 31 15,0 0 27-15,5-14 31 0,-1 9 21 0,-4-7 31 16,1 2 27-16,-1-1 22 0,0-2 15 0,4-6 6 16,-4 2 13-16,3 0 19 0,-2-2 8 0,2 0-2 15,-1-1-2-15,-1 0-14 0,3 1-7 0,0 0 4 0,-2 2-5 16,1 4-1-16,-3 4-10 0,3 2-13 0,-2 0-11 15,-1 2-16-15,0 5-18 0,3-7-37 0,-3 7-43 16,0 0-42-16,0 0 8 0,0 0 1 0,0 0 5 16,1 29 2-1,-1-5 4-15,-1 4-7 0,-2 4 13 0,-1 2 6 0,1 0-3 0,-3 11 21 0,2-11-1 0,-2 2 3 16,2-3 5 0,0-2-4-16,3 1-3 0,0-6 6 0,-2 1-1 15,3-8 1-15,0-1-1 0,0-3 10 0,0-4-6 16,0-1-12-16,3-3 8 0,-3 0 7 0,0-7 1 15,0 10 9-15,0-10 31 0,0 0 27 0,0 7 29 16,0-7 26-16,0 0 28 0,0 0 18 16,1 9 14-16,-1-9 5 0,0 0-11 0,0 0-23 0,0 0-18 15,0 0-14-15,0 0-19 0,4-37-20 0,-3 20-17 0,3 0-20 16,2-3-17-16,-2-4-15 0,4-1-4 0,0 1-6 16,2 0-4-16,-1 8 3 0,-2-2-7 0,6 1 5 15,-5 1-2-15,5 1-3 0,-1 1-1 0,1 3-3 16,-4-1-1-16,4 5 0 0,-3 0-4 0,2 1 1 15,0 2-9-15,1 2-20 0,1-1-17 0,-2 3-14 16,-12 0-12-16,23 3-11 0,-13 2-8 0,3 0-15 0,-4 2-3 16,-3-1-7-16,-1 0-1 0,1 3 7 0,-3-3 6 15,-2 1 8 1,-1 0 6-16,0 1-4 0,-6 1 27 0,2-4-14 16,-1-1 21-16,-4 2 19 0,-1-1-1 0,-3-1 9 15,-1-2 3-15,-5-2-1 0,6 3 9 0,13-3 10 16,-27-3-1-16,13 3 7 0,5-2-7 0,0 0 4 15,-2 0 3-15,11 2 5 0,-12-5-15 0,7 2-11 0,1-2-12 16,4 5-13-16,-1-8-11 0,1 8-4 0,8-11 3 16,-1 5 5-16,5-1 12 0,4-3 4 0,4 2 3 15,-1-2 6-15,0 0 2 0,0 2 8 0,5-6 3 16,-1 0 1-16,-1 0 11 0,0-3 12 0,-4 5 18 16,-3-1 18-16,0 0 17 0,-1-3 19 0,-1 3 15 15,-1 2 20-15,-5-2 9 0,0 3 5 0,-1-6 16 0,1 6 11 16,-5 0 8-16,2 2 3 0,0 0-2 0,-3 3-2 15,0-2-11-15,3 2-13 0,-4 5-14 0,0-7-13 16,0 7-17-16,3-5-21 0,-3 5-27 0,0 0-33 16,0 0-41-16,0 0-20 0,0 0 13 0,0 0 0 15,-3 20 4-15,-2-2 9 0,0-1 4 0,4 10 4 16,-3-1 0-16,3 2 2 16,-3-2 11-16,1 0 3 0,2 0 3 0,1-1-19 15,0-8-9-15,0-4-8 0,0 3 1 16,0-4-13-16,0-2-26 0,0-2-3 0,1-1-27 15,-1 0-20-15,0-2-18 0,0-5-17 0,0 0-14 16,0 11-14-16,0-11-28 0,0 0-41 0,12 5-72 0,-12-5-190 16,0 0-569-16,18-2 252 0</inkml:trace>
  <inkml:trace contextRef="#ctx0" brushRef="#br0" timeOffset="3705.85">4428 2019 160 0,'8'0'205'0,"-8"0"-2"0,0 0-11 16,0 0 5-16,0 0-4 0,0 0 1 0,0 0 3 15,0 0-1-15,0 0 2 0,0 0-4 0,0 0-12 16,13-5-19-16,-13 5-8 0,11-2-17 0,1-1-14 0,-1 1-18 16,6-3-6-16,-3 0-21 0,4-2 4 0,1 0-17 15,-2 0 3-15,2 0 0 0,0-3-10 0,-1-1-3 16,1 0 6 0,-1 1-14-16,-4 0 8 0,-1-1-4 0,2 1 6 15,-6 2-3-15,0 0 0 0,0 2 8 0,-4-1 10 0,-1 0 14 16,0 2-12-16,-3 0-10 0,-1 5-12 0,0-9-10 15,0 9-9-15,-8-4-11 0,-2 2 7 16,-8 5-7-16,-1 0-3 0,0 4-3 0,-7 3-4 16,0 1 2-16,-1 1-7 0,3 1 0 0,2 3-1 15,0 1-2-15,8-3-5 0,0 1 4 0,4 0 3 16,0 1-1-16,6-3-9 0,1 1 10 0,3-1-8 0,1-2 9 16,5-1-9-16,4 2 9 0,3 0 7 0,4 0 6 15,10-2 2-15,4 2 12 0,1-5 0 0,4 0 9 0,1-4 1 16,-3 2-2-16,2-2 7 0,-8-1-11 0,2-2 23 15,-10 2 7-15,-6-2 10 0,-1 0 10 0,-13 0-2 16,16 0 3-16,-16 0-3 0,14 0-2 0,-14 0-9 16,0 0-6-16,0 0-8 0,15-2-11 0,-15 2-22 15,0 0-24-15,0 0-28 0,0 0-38 0,0 0-47 16,0 0-72 0,0 0-70-16,0 0-77 0,-53 4-92 0,21-3-345 15,-2-2-828-15,2 2 366 0</inkml:trace>
  <inkml:trace contextRef="#ctx0" brushRef="#br0" timeOffset="4405.84">1328 2542 97 0,'0'0'172'0,"0"0"-10"0,0 0-13 0,0 0-6 15,0 0-16-15,0 0-4 0,0 0-8 0,-6 2-11 0,6-2-12 0,0 0-9 16,0 0-6-16,0 0-14 0,0 0-8 0,0 0-4 15,0 0 9-15,0 0 2 0,18 0 1 0,-5 2 3 16,6-2 3-16,8-2-2 0,6 2-1 0,9-3-1 16,18 1 1-16,36-1 14 0,8-3-4 0,8 1 12 0,7-2-1 15,6 2-1-15,9-3-2 0,9-1-7 16,8 5-8 0,9-2-9-16,2 1-5 0,-1-1-4 0,-1-2-3 15,1 3 0-15,-1 0-8 0,-6 1-3 0,-6-3-5 16,3 2-1-16,-8-1-5 0,3 4 12 0,-8 1 1 15,-9 0 4-15,0-4 2 0,-13 2 2 0,-6 1 11 16,-9 2-3-16,-4-1-1 0,-33-1 7 0,-1-2 6 16,-6-1 2-16,-21 5 14 0,2-3 6 0,-7 1 10 15,-3 0 13-15,-11 1 20 0,-3 1 7 0,-4-3 10 0,-5 3 1 0,3-2 1 16,-8 2-11-16,13-2-7 0,-13 2-11 0,9 0-8 16,-9 0-16-16,0 0-4 0,0 0-17 0,10 0-13 15,-10 0-11-15,0 0-13 0,0 0-11 16,0 0-18-16,7 2-18 0,-7-2-22 0,0 0-11 15,0 0-26-15,0 0-24 0,0 0-16 0,0 0-28 16,0 0-19-16,0 0-22 0,7 2-20 0,-7-2-22 0,0 0-45 0,0 0-68 16,0 0-358-16,14-9-744 0,-8 6 329 0</inkml:trace>
  <inkml:trace contextRef="#ctx0" brushRef="#br0" timeOffset="4738.7">5860 1739 378 0,'0'-4'490'16,"0"4"-23"-16,0-5-35 16,-3 2-42-16,3 3-23 0,0 0-28 0,0-5-27 15,0 5-33-15,3-3-29 0,-3 3-27 0,0 0-36 16,0 0-54-16,-3-5-87 0,3 5-89 0,0 0-85 15,0 0-57-15,9 9-69 0,-2-1-62 0,-1 2-246 16,-1 2-607-16,0 5 269 0</inkml:trace>
  <inkml:trace contextRef="#ctx0" brushRef="#br0" timeOffset="4891.29">5906 2174 210 0,'-4'6'268'0,"4"-6"2"16,0 0 1-16,-1 5-3 0,1-5-1 0,-2 4-8 0,2-4-24 15,0 0-20-15,0 0-22 0,0 0-34 16,0 0-61-16,0 0-70 16,0 0-78-16,18-8-106 0,-10 4-267 0,3-1-457 15,-1 0 202-15</inkml:trace>
  <inkml:trace contextRef="#ctx0" brushRef="#br0" timeOffset="5192.14">6240 2029 197 0,'0'0'315'0,"0"0"-6"0,0 0-10 16,0 0-9-16,0 0-16 0,0 0-32 0,0 0-19 15,0 0-21-15,0 0-28 0,18-4-16 0,-4 3-18 0,-1-1-7 0,8 2-23 16,-7 0-8-16,0-1-8 0,4-1-7 0,-4 2-2 15,-2 0-16-15,-1 0-5 0,1 0-5 0,-4 0-7 16,-8 0-1-16,13 0-2 0,-13 0 19 0,10 2-9 16,-10-2-5-16,0 0 5 0,9-2-13 0,-9 2 2 15,0 0-9-15,0 0-10 0,0 0-28 0,7 0-33 16,-7 0-37 0,0 0-48-16,0 0-66 0,0 0-83 0,0 0-320 15,0 0-634-15,0 0 280 0</inkml:trace>
  <inkml:trace contextRef="#ctx0" brushRef="#br0" timeOffset="9184.52">9407 1768 159 0,'-1'-5'229'0,"1"5"-12"16,-2-5-16-16,2 5-14 0,0 0-14 0,-1-3-16 16,1 3-19-16,0 0-21 0,0 0-21 0,0 0-10 15,0 0-8-15,-14 15-10 0,1 0-3 16,-2 6-9-16,-4 2-3 0,-3 0-8 0,0 1 0 15,0 2-13-15,0 2-1 0,-1-2-1 0,-2 1-1 16,3 0-3-16,-1-3 1 0,3 0-1 0,2-1-3 16,-1 0-1-16,1-4-2 0,9-2 2 0,-5-2-4 15,4-1-5-15,1-4-15 0,3 2-19 0,-2-5-27 16,0 3-28-16,3-8-12 0,1 5-27 0,2-6-56 16,2-1-157-16,0 0-356 0,0 0 158 0</inkml:trace>
  <inkml:trace contextRef="#ctx0" brushRef="#br0" timeOffset="9522.5">8971 1896 34 0,'-2'-12'267'0,"0"-1"-13"0,2 4-2 16,-1-1-6-16,1 3-5 0,-1 0-15 16,1 2-12-16,-1 0-23 0,1 1-22 0,0 4-22 15,0-4-18-15,0 4-16 0,0 0-9 0,5-1-14 16,-5 1-13-16,11 10-3 0,1 2-11 0,4 2-2 15,6 6-4-15,2 1-6 0,3 3-3 0,1-2-10 16,2 5 2-16,2-4-9 0,6 7 1 0,1-1-2 16,-12-7 1-16,-1-3-8 0,2 4 2 0,-2-5-3 0,-4 0-1 0,-6-6 5 15,0-1-6-15,-1-1-7 0,-4-3-1 0,-6-2 1 16,4 0 2-16,-4-1 0 0,1 1-5 0,0-2 5 16,-4-2 0-16,-2-1 3 0,5 4 4 0,-5-4 4 0,4 2 8 15,-4-2-9-15,5 3 6 0,-5-3-15 0,0 0-1 16,0 0-4-16,0 0-34 0,5 1-46 15,-5-1-31-15,0 0-34 16,0 0-47-16,0 0-47 0,4-11-48 16,0 7-181-16,5-2-496 0,5 1 220 0</inkml:trace>
  <inkml:trace contextRef="#ctx0" brushRef="#br0" timeOffset="9886.54">10567 1961 50 0,'0'-4'368'0,"0"4"-19"31,-2-5-12-31,2 5-24 0,0 0-19 0,-2-3-34 15,2 3-20-15,0 0-27 0,0 0-17 0,0-5-33 16,0 5-17-16,0 0-23 0,0 0-8 0,0 0-15 16,0 0-4-16,0 0-18 0,0 0-4 0,-1 17-16 15,1-8-1-15,0 0-7 0,0 3 3 0,0-1-8 16,0 0-6-16,0 1-2 0,0-1-9 0,-3-1 3 0,2 2-5 16,1-3 2-16,0 1-6 0,-2-3 9 0,2-2-21 15,0 3-15-15,-3-4-19 0,4-1-16 0,1 0-8 16,0 3-11-16,-2-6-8 0,-2 6-2 0,2-6 4 15,0 0-7-15,0 0-47 0,0 0-56 0,0 0-42 16,-16-10-50-16,11 2-201 0,-3-4-506 0,5-4 225 16</inkml:trace>
  <inkml:trace contextRef="#ctx0" brushRef="#br0" timeOffset="10039.16">10496 1794 163 0,'-2'-8'270'0,"2"2"-13"0,0 0-15 16,0 0-24-16,2 1-18 0,-2 0-19 0,0 2-20 15,2-1-11-15,-1 1-22 16,2 1-25-16,1-3-39 0,1 4-39 0,-5 1-42 16,15 0-56-16,-4 1-45 0,-5 4-208 0,1-5-353 15,-1 2 156-15</inkml:trace>
  <inkml:trace contextRef="#ctx0" brushRef="#br0" timeOffset="10502.84">10999 1817 119 0,'0'0'264'0,"0"0"-17"0,0 0-27 16,0 0-15-16,0 0-19 0,0 0-20 0,0 0-18 0,0 0-17 0,-8 7-10 15,5-5-11-15,-4 3-11 0,1-1-11 0,-2-1-7 16,-1 2-10-16,-1 2-6 0,0-2-5 0,2 0-8 15,3 2-4-15,-2-5-8 0,1 5-5 0,1-3-3 16,1 1-2-16,-1 0-7 0,3 1 2 0,-1-1-3 16,3 1 0-16,-1 0-4 0,2 1 2 0,4 0-7 15,0 2 3 1,4 0-6-16,5 2 6 0,2-1 2 0,3 0-4 16,5 2-6-16,1 3 1 0,-3-1-1 0,-4-2 2 15,5 2-4-15,-6-4-2 0,-2 1 1 0,-5-2-4 0,-1 0 0 16,1-2 1-16,-3 2 0 0,-3-4 3 0,-3 1 6 15,-1 4 1-15,-3-8 7 0,-3 5 4 16,-4 0 7-16,-3-4-3 0,-5 2-2 0,-1-1 8 16,1 1 2-16,0-2 5 0,-1-1 3 0,0 0 14 0,6-1 0 0,4 1 7 15,-2-4-7-15,4 4 0 0,0-1-8 0,7-1-2 16,-11 0-6-16,11 0 1 0,0 0-7 0,-11 1 7 16,11-1-6-16,0 0-5 0,0 0-3 0,0 0-2 15,0 0-7-15,0 0-3 0,0 0-17 0,0 0-19 16,29-4-25-16,-15 3-38 0,-1 1-28 0,4-1-48 15,-4 1-32 1,3-3-62-16,1 1-254 0,-7 0-547 0,4-3 242 16</inkml:trace>
  <inkml:trace contextRef="#ctx0" brushRef="#br0" timeOffset="11351.87">12564 1833 24 0,'-1'-7'213'0,"1"1"-11"15,-1 0-4-15,-2 0-10 0,2-1-11 0,-3-3-8 16,3 4-8-16,-3 1-14 0,-1-2-13 0,1 1-16 16,-5-1-9-1,1 2-15-15,-3 1-10 0,-2-1-8 16,-5 3-8-16,0 2-6 0,1 0-11 0,-4 4-3 0,1 0-10 15,-7 7 1-15,-4-1-9 0,8 4 0 0,-2 0-4 16,2 1 0-16,2 2-7 0,1 1 1 0,4-5-6 0,-2 7 1 16,6-6-2-16,-5 8 2 0,11-6-5 0,-1 1 5 15,1-1-7-15,5-4 6 16,-2 0 0-16,6 0-3 0,-2-3 7 0,3 1 1 0,-2 0 4 0,2-5 10 16,4 2 16-16,-3-5 12 0,8 1 8 0,-2-2 8 0,2-2 5 15,1-2 1-15,4-1 10 0,-1-2 5 0,-1-1 8 16,0-2 4-16,0 0 0 0,-1-2 2 0,3-1 5 15,-5 0-8-15,-1 0 12 0,2-1 10 0,-8 4 8 16,3-1-7-16,0 1 7 0,-3-1 4 0,-2 3-5 16,1 0-7-16,1 2-10 0,-4-1-11 0,2 2-11 15,-2 2-15-15,-2-1-13 0,0 3-9 0,5-4-14 16,-5 4-24-16,3-2-28 0,-3 2-28 0,0 0-26 16,0 0 10-16,0 0 0 15,1 10 3-15,1-4 8 0,-1 4 5 0,-1-1 6 16,-1 3-1-16,3 0 1 0,-2 0 1 0,-1 4 7 15,0-5 1-15,1 1 3 0,0 1 2 0,0-3-1 16,0-4 1-16,0 2 1 0,-2 1 2 0,2-4-2 16,0 1 5-16,-2-2 3 0,2-4 1 0,1 7 4 15,-1-7 2-15,0 5 6 0,0-5 16 0,0 0 22 16,0 5 17-16,0-5 14 0,0 0 13 0,0 0 5 0,0 0-7 16,0 0-5-16,29-7-10 0,-2-3-18 0,9-1-39 15,15-2-61-15,4-4-72 0,3 0-81 0,-1 0-91 16,-6 3-91-16,-15 5-445 0,0-5-891 0,-3 3 394 15</inkml:trace>
  <inkml:trace contextRef="#ctx0" brushRef="#br0" timeOffset="12870.5">13897 1765 140 0,'-4'0'177'0,"4"0"-16"0,-6-1-11 0,6 1-21 16,0 0-17-16,0 0-7 0,0 0-13 0,0 0-10 0,0 0-9 0,-9-1-3 16,9 1-8-16,0 0-10 0,0 0-2 15,0 0-7-15,0 0 1 0,0 0-13 0,13-6 5 16,-8 2-8-16,0 2 2 0,4-3-5 0,5-2 2 15,-5 2-1-15,1-2 3 0,2 1 10 0,-6-1 14 16,1 3 11 0,-2 1 9-16,-1-2 3 0,0-1 4 0,-1 2 2 0,0 0-5 15,-2 0 1-15,0-1-14 0,-1 5-3 0,-1-6-11 16,-3 3-6-16,-2 0-7 0,-2 2-4 0,-5-1-7 16,-5 4 3-16,-2 2-5 0,-2-1 3 0,-6 7-11 15,0 0-2-15,-5 4-3 0,2-2 0 0,-1 5 1 16,0-1-3-16,0 2-2 0,4 1-1 0,1 1 0 15,3-3-1-15,2 0-1 0,4 4 1 0,4-6-3 16,4 2 2-16,4-3-4 0,2 3 1 0,4 0-5 0,4 0 5 0,5-5-4 16,7 2 8-16,16 0-3 0,5-3-2 0,21-1 3 15,4-3-1-15,29-5 1 0,-28 1 3 16,33-6-6-16,-34 2 3 0,2-7-1 0,3 0-3 16,-6 1-5-16,-1-4-8 0,0-1-1 0,-8-1-3 15,-14 3-3-15,-4-3-1 0,-1-3-4 0,-1 2 3 0,-9-2 7 16,-1-1 3-16,-7 4 5 0,-5 3 13 0,-4-1 10 0,-1 1 2 15,-3 2 6-15,-2 1-10 0,-5-3-1 0,0 3-3 16,-5 1-4-16,-3 2 0 0,-8 1 0 0,-8 4 0 16,2 4-5-16,-1 2 1 0,-4 1 2 0,3 1-6 15,-1 3 5-15,2 1-2 0,5 3-1 0,7-4 2 16,-1 0-2-16,4 3 4 0,-1-1-6 0,5 1-5 16,4-2-8-16,1-4 6 15,4 4-1-15,5-3 8 0,7-2-7 0,3 1 7 16,7-3 0-16,9-1 0 0,2-4 1 0,3-1 4 15,-1-4-5-15,1-1 1 0,-1-4-1 16,-2-2 2-16,-4 1 1 0,1-4 3 0,-3 2-3 16,-10-1-3-16,4-3 7 0,-6 3 1 0,-3-1 1 0,-3 0-1 15,1-2 1-15,-9 5 0 0,-1-6-1 0,-5 6-2 16,1-5-4-16,-6 7-1 0,-1-4-4 0,-1 5-4 0,-2-1-1 16,-4 2-1-16,1 2-7 0,-2 4-2 0,0-2 4 15,0 3-13-15,-1 3-13 0,2-2-32 0,4 0-29 16,1 4-41-16,0 0-25 0,4 1-190 0,5-1-389 15,3 2 173-15</inkml:trace>
  <inkml:trace contextRef="#ctx0" brushRef="#br0" timeOffset="13493.57">14973 1731 335 0,'0'0'316'16,"4"-2"-30"-16,-4 2-34 0,0 0-28 0,0 0-29 15,0 0-23-15,0 0-18 0,0 0-12 0,0 10-14 16,0-1-11-16,-1 3-16 16,-2 5-6-16,1 1-13 0,-2 1-7 0,-3 1-8 0,2 6-1 0,-4-1-12 0,7 0 2 15,-2-8-8-15,0 0-4 0,1-5-6 16,2 0-1-16,1-4-4 0,-1-1-2 0,-2-2-1 0,3-1 6 15,0 0 12-15,0-4 32 0,0 0 8 0,0 0-10 0,0 0-7 16,17-8-9-16,-8 0-5 0,0-1 4 0,1-5 3 16,4 3-1-16,-1-3-14 0,3 1-11 15,-1 0-2-15,-1 0-2 0,-3 1-5 0,-2 3-3 16,0 1 1-16,1 2-10 0,-3 0-3 0,-1 1 2 16,0 3 9-16,-1-2-21 15,1 1-4-15,0 3 0 0,-6 0 8 0,14 0-19 16,-5 2 0-16,4 1-6 0,1 4 2 0,1-2-9 15,3 4-9-15,1-1-3 0,-2 1-8 0,1 1-2 16,0 0-4-16,-2-3 0 0,1-1 3 0,1 0-3 16,-5-2 2-16,3 2 6 0,-3-5 6 0,-3 0 10 15,3-2-4-15,-4-3 5 0,1 0 1 0,-1-2 11 16,0-4 11-16,1-1 10 0,-6 0 7 0,6-5 12 0,-2-1 9 16,0 0 16-16,-2-9 3 0,2 1 2 0,-3-3 1 15,0 2-1-15,2-4-6 0,-3 0 5 0,1-1 14 0,1 5 12 16,-2-2 16-16,-1 10 16 0,-1 3 15 15,0 4-6-15,-2 3-9 0,3-2-13 0,-2 5-12 16,0 0-26-16,-1 5-36 0,1-5-46 0,-1 5-43 16,2-2-23-16,-2 2 5 15,0 0 10-15,-2 22 13 0,0-4 4 0,1 7 5 16,-4 5 11-16,1-1 9 0,1 3-2 0,-3-1 5 16,4-1-12-16,-1-1-12 0,3 0-14 0,-2-1-9 0,1-9-19 15,0-1-15-15,-2-1-13 0,1-6-20 16,1 0-21-16,-2 0-16 0,2-4 4 0,-2 0-9 15,2-3-33-15,-2-4-57 0,3 0-158 0,0 0-463 16,0 0 206-16</inkml:trace>
  <inkml:trace contextRef="#ctx0" brushRef="#br0" timeOffset="13741.19">15334 1748 20 0,'0'0'146'0,"-8"0"-2"0,8 0-26 16,-7-2-4-1,7 2-13-15,0 0 8 0,0 0 20 0,0 0 21 16,0 0 9-16,0 0-6 0,27 2-10 0,-8-4-6 16,12-1-10-16,1-1-5 0,9 1-5 0,10 1 3 15,4-2-7-15,-4 0-10 0,-13-1-14 0,0 1-6 16,-4 0-8-16,-2 1-6 0,-6-2-8 0,-6 2-4 0,-7 2-8 0,1 0-2 0,-8 1-7 0,3-2 0 16,-1 0-14-16,-3 1-11 15,-5 1-12-15,9-2-18 0,-9 2-16 0,5 0-29 16,-5 0-37-16,0 0-31 0,0 0-22 0,0 0-40 15,0 0-195-15,0 0-417 0,0 0 185 16</inkml:trace>
  <inkml:trace contextRef="#ctx0" brushRef="#br0" timeOffset="14026.39">16095 1688 241 0,'0'0'400'16,"-1"-5"-14"-16,1 5-4 0,-1-7-12 0,1 7-42 16,-2-3-22-1,2 3-34-15,0 0-32 0,0 0-28 0,-1-6-21 16,1 6-27-16,0 0-24 0,0 0-33 0,0 0-12 0,0 0-7 16,0 0-8-16,0 0-19 0,3 21-2 0,-2-9-3 15,-1 0-8-15,1 3-3 0,-2-2-6 0,1 3-15 16,-1-4-22-16,1 4-9 0,-2-4-13 0,0 1-10 15,-1-2-23-15,2-1-3 0,-2 0-20 0,1 0-8 16,-2-3-14-16,-2 0-13 0,-1-2-15 0,2 1-23 0,0-2-32 16,5-4-31-16,-14-3-58 0,5-2-208 0,-3-2-516 15,6 1 228-15</inkml:trace>
  <inkml:trace contextRef="#ctx0" brushRef="#br0" timeOffset="14172.94">15971 1557 205 0,'0'-9'309'0,"3"2"-4"0,-2-3-25 16,0 3-13-16,3-1-23 0,-4 3-13 0,5 0-34 16,-4 0-16-16,-1 5-26 0,4-6-29 0,-4 6-47 15,7-3-40-15,-7 3-44 0,11 0-47 0,-11 0-39 0,15 4-48 16,-8 0-72-16,-6 2-143 0,4-1-383 0,-5-5 170 16</inkml:trace>
  <inkml:trace contextRef="#ctx0" brushRef="#br0" timeOffset="14574.18">16314 1630 337 0,'0'0'336'0,"0"0"-36"0,0 0-24 15,0 0-41-15,5 4-25 0,-5-4-26 0,0 0-16 16,2 5-18-16,-2 0-15 0,1 1-17 0,1 3-14 15,-2 2-8-15,0 0-10 0,1 8-5 0,-4 0-9 16,0 0-6-16,-1 6-5 0,-1 1-8 0,1-6-6 16,0-3-8-16,0 0 2 15,-1-3-5-15,4-2-4 0,-2-2-4 0,2-3 2 16,0 0-3-16,-3-2-1 0,4-2 47 0,0-3 49 16,0 5 44-16,0-5 47 0,-1 4 37 0,1-4 23 15,0 0 13-15,0 0-29 0,0 0-16 0,10-9-36 16,-3 2-15-16,1-2-24 0,4-4-20 0,0 3-12 15,0-2-14-15,1 0-12 0,-4 4-14 0,-2 1-7 16,2 1-8-16,-2 1-11 0,-3 1-8 0,-1-2-6 0,1 3-13 0,0 0-32 16,2 2-40-16,-6 1-41 0,9-1-34 0,-1 1-40 15,6 1-42-15,-1 1-49 0,0 2-36 0,3 3-26 16,2-1-32-16,-1 0-34 0,-1 0-50 16,-2 2-311-16,0-4-786 0,-1-1 348 0</inkml:trace>
  <inkml:trace contextRef="#ctx0" brushRef="#br0" timeOffset="15228.8">16643 1833 33 0,'0'0'263'15,"0"0"-9"-15,0 0-10 0,-5-3-14 0,5 3-9 16,0 0-16-16,0 0-14 0,0 0-16 0,0 0-9 16,0 0-8-16,0 0-4 0,0 0-13 0,0 0-9 0,0 0-10 15,0 0-13-15,4-6-14 0,1 5-3 0,4-2-19 16,1 3-6-16,3-4-7 0,1 0-5 0,5-2-8 0,3 2-3 15,6-4-5-15,-6 3-4 0,8-3-4 16,2-3-1-16,-1 1-8 0,1-2-7 0,-4 2 1 16,3-2-4-16,-4 0-5 0,1 0 3 0,-10 3-4 15,2 0-2-15,-7-1 2 0,2 3 3 0,-4-1 3 16,-3 1 7-16,0 0 9 0,-4 3 16 0,1-2-4 0,-1 1-1 0,-3 2-13 31,-1-2-8-31,0 5-11 0,-6-5 2 0,-2 3-4 0,-5 4-1 0,0 0-4 0,-3 2 1 0,1 1-6 31,-6 1 6-31,-6 4 1 0,9-2-2 0,-1 2-2 0,-6 4 1 0,8-2 1 0,3 1-11 0,-3 0-12 16,3 4-7-16,5-2-12 0,4-1 3 0,0-1 2 16,5 0 2-1,4 0 2-15,2 2 9 0,7 0 4 0,14-1 4 16,0 0 3-16,5-4 2 0,4-1-1 0,13-4-1 16,6 2 6-16,-1-4-2 0,-3-3 2 0,2-2 1 0,-14-2 0 15,-2 0 3-15,1-1 10 0,-4-4 1 16,-4-1 9-16,-3-4 16 0,-4 2 11 0,-7 1 5 15,0-5 4-15,-3 3 4 0,-3 0 13 0,-1 2 17 16,-5 0-1-16,1 1-8 0,-1-2-3 0,-3 1-15 0,-1 5-9 0,0-1-6 16,-2-1-10-16,-5 6-11 0,2-3-4 0,-4 3-13 15,0 0-6-15,-1 3-10 0,-4 0 3 0,2 4-4 16,2 2-7-16,-4 0-7 0,5 0-10 16,-5 4-6-16,4-2-17 15,4 3-5-15,0-3 3 0,2 3 3 0,2-2 15 0,4 2-5 0,4 0 10 16,-2-1 7-16,5-2-1 15,4 2 3-15,2-2 10 0,1-3-3 0,0 0 1 16,1-4 8-16,1 0 1 0,-4-1 5 0,6-4 3 16,-6 1 15-16,-2-4 8 0,1 2 10 0,-3-3 7 15,1 0-4-15,-3-3-5 0,0-1-2 0,-3-3-4 0,-1 1-3 16,-1 2-2-16,-3-1-6 0,0 0 1 0,0 0-16 16,-7-4-12-16,3 7-4 0,-1-3-20 15,-2 3-15-15,-2 1-19 0,1 3-15 0,-3-1-20 0,0 2-24 0,1 0-33 16,1 2-38-16,-2 2-53 0,3 2-209 0,8-2-503 15,0 0 222-15</inkml:trace>
  <inkml:trace contextRef="#ctx0" brushRef="#br0" timeOffset="15630.03">17851 1603 250 0,'0'0'400'0,"-3"-7"-33"0,3 7-30 16,0 0-43-16,3-5-36 0,-3 5-28 0,1-2-29 15,-1 2-32-15,0 0-35 0,0 0-11 0,0 0-17 0,-1 14-8 0,0-5-11 16,-1 1-5-16,1 3-3 0,0 2-11 0,-2 3-7 16,2-1-10-16,-2-1-3 0,3 0-5 0,-1-3-3 15,1-2-1-15,1-1-10 0,0-1 1 16,-1-2 3-16,0-1-6 0,0-2 0 0,2 1 5 0,-1-2 23 15,-1-3 16-15,8 2 4 0,-2-3 12 0,3-1 6 16,1-2 4-16,-1-1 4 0,0-1 1 0,7-5-6 0,-5 4-2 0,-1-1-9 16,3-1-7-16,1-2-5 0,-5 5-7 0,0-1-4 15,-5 2-6-15,1 1-8 0,1 0-4 0,-2-1-7 16,1 3-7-16,-1 0-4 0,-4 2-11 16,4-4-18-16,-4 4-25 0,9 1-7 0,-9-1-12 15,9 5-10-15,-3-2-15 0,2 4-9 0,2 1-25 16,0-2-18-16,1 2-26 15,4 1-32-15,-1 3-42 0,-1-4-58 0,1-2-80 16,-2 0-219-16,0-4-628 0,-2 0 278 0</inkml:trace>
  <inkml:trace contextRef="#ctx0" brushRef="#br0" timeOffset="15946.09">18400 1548 273 0,'3'-2'368'0,"-3"2"-9"0,1-8-35 0,-1 8-21 0,0-4-38 16,0 4-20-16,0 0-25 0,0 0-26 0,0 0-23 16,4-4-21-16,-4 4-25 0,0 0-11 15,0 0-17-15,0 0-13 0,0 0-13 0,-13 8-5 16,9-3-6-16,-3 0-6 16,0-1-8-16,0 6 0 0,0-3-11 0,1 1-1 15,3 3-5-15,-2-1-2 0,3 2-6 0,0-2-5 16,1 6-3-16,4-2-2 0,2 0 6 0,1 2-4 15,2 1 2-15,2-2-4 0,1 2 2 0,1-2-7 16,-3 1 10-16,1-3-9 0,-2 1 10 0,-3-4-21 16,0 1-17-16,-2-5-7 0,0 3-9 0,1-2 1 15,-4 1-6-15,0-1 5 0,-4-1 5 0,-3 1 1 0,-5-1 9 16,-3 1-3-16,-6 1-1 0,-7-3-45 0,-2 0-81 16,-1-1-107-16,-2-4-261 0,2-4-561 0,12-1 249 15</inkml:trace>
  <inkml:trace contextRef="#ctx0" brushRef="#br0" timeOffset="16900.7">19536 1477 59 0,'0'0'267'0,"0"-3"-15"16,0 3-20-1,0 0-25-15,0-5-18 0,0 5-27 0,0 0-15 16,8 0-15-16,-8 0-20 0,8 5-7 0,-2-2-14 16,4 0-8-16,-2 6-13 0,1 1-2 0,2 2-4 15,1 1-5-15,-2 4-7 0,1-1-4 0,1 8-29 16,0 1-5-16,-2-1 1 0,-4-4-3 0,-1 8 0 0,-1-4-3 16,0 1 4-16,-3-6-3 0,-1 0 3 0,-1 1-7 15,-2-4 5-15,2 0-1 0,-3-4 0 0,2-1 0 16,-1-3 6-16,1-1 7 0,0-3 10 0,0 1 28 15,-1-2 24-15,2 1 39 0,0-1 46 0,1-3 18 0,0 0-17 16,0 0-7-16,-2-12-6 0,2 1-17 0,0-2-10 16,4-4-18-16,5-7-11 0,0-1-9 0,5-1-4 15,0-3-15-15,4 0-7 0,-1 0-6 0,2 0-12 16,0 1-4 0,-2 2-2-16,0 2-6 0,-5 7 1 0,0 3-6 15,-5 2-4-15,1 3-5 0,-2 3 0 0,-2-3-21 0,0 4-18 16,2 3-43-16,-4-1-43 0,0-2-39 15,1 3-34-15,-3 2-22 0,7 6-14 0,-3-3-13 16,1 5-17-16,2 1-24 0,-1 1-42 0,-6-3-195 16,5 3-544-16,-1-2 242 0</inkml:trace>
  <inkml:trace contextRef="#ctx0" brushRef="#br0" timeOffset="17063.41">20024 1736 295 0,'-2'4'302'0,"2"-4"-10"0,0 0-23 16,-4 6-11 0,4-6-23-16,0 0-23 0,0 0-23 0,-1 2-14 15,1-2-21-15,0 0-29 0,0 0-30 0,0 0-35 16,7 0-49-16,-7 0-54 0,0 0-52 0,14-2-79 0,-8 0-220 16,1-2-426-16,0 2 189 0</inkml:trace>
  <inkml:trace contextRef="#ctx0" brushRef="#br0" timeOffset="17502.89">20340 1557 275 0,'0'0'403'0,"0"0"-40"0,0-5-31 16,0 5-25-16,0 0-57 0,0 0-19 0,6-2-27 15,-6 2-24-15,0 0-22 0,0 0-13 0,0 0-14 16,0 0-22-16,9 14-7 0,-5-6-17 0,0 1-4 16,0 3-9-16,-2 0-3 0,2 0-8 0,0 3-9 15,1 2-2-15,-1 0-12 0,-3 0 0 0,3 0 4 16,0-3-9 0,-3-1-7-16,2 3 0 0,-2-6-1 0,2 1-3 0,-3-1-6 15,1-3 4-15,0-1-2 0,-1 1 5 0,0-4-7 16,3 2 3-16,-3-5 22 0,1 6 44 0,-1-6 40 15,3 1 43-15,-3-1 36 0,0 0 30 0,0 0-23 16,10-7-26-16,-5-3-18 0,3 0-18 16,3-5-14-16,-1-1-14 0,6-9-19 0,2 4-6 15,-1-1-17-15,-4 0-7 0,4 0-10 0,-6 6-8 0,2 3-4 0,-3-1-6 16,-5 4-4-16,3 4-5 0,-3-1-4 0,-1 3-3 0,2-1-13 16,-3 1-24-16,-2-1-32 0,2 2-39 0,-3 3-45 15,0 0-52-15,6-4-45 0,-3 4-31 0,-3 0-20 16,0 0-16-16,10 4-22 0,-2 0-30 0,-2 0-40 15,-1 0-295-15,0 3-732 0,0-1 324 0</inkml:trace>
  <inkml:trace contextRef="#ctx0" brushRef="#br0" timeOffset="17680.23">20865 1842 290 0,'0'0'420'16,"0"5"-11"-16,0-5 8 0,0 4-12 0,0-4-20 16,0 0-26-16,0 0-42 0,0 0-33 0,0 0-50 15,0 4-45-15,0-4-63 0,0 0-81 0,0 0-114 16,0 0-156-16,0 0-373 0,0 0-647 0,9-15 285 16</inkml:trace>
  <inkml:trace contextRef="#ctx0" brushRef="#br0" timeOffset="20685.3">22254 1434 158 0,'0'-5'210'0,"-2"-1"4"0,4 2-4 0,-2-1-13 16,0-2-15-16,0 5-3 0,0 2-20 0,0-8-10 0,0 6-19 15,0 2-12-15,0-6-20 0,0 6-22 0,0 0-32 16,0 0-10-16,0 0 4 0,0 0-13 0,-9 25 0 16,-1-1-2-16,0 1-5 0,-2 6 1 0,1-1-3 0,1 5 1 15,-5 9-1-15,4-10-3 0,-3 13 7 16,1-14-8-16,7 2 1 0,-6-2 2 0,7 1-1 15,-4-6-3-15,4 0 8 0,-3-5-6 0,5-3-2 0,1-3 2 0,-2-4-1 16,2 0 1-16,-2-4-8 0,2 0-16 0,0-3 1 16,1 0 0-16,-2-2-1 0,3-4-38 0,-5 1-49 15,5-1-44-15,0 0-31 0,-1-16-22 0,2 6-112 16,-5-7-332-16,4-1 146 0</inkml:trace>
  <inkml:trace contextRef="#ctx0" brushRef="#br0" timeOffset="21054.48">22166 1229 158 0,'0'-3'185'0,"-1"0"-10"0,1 3-26 0,0 0-11 16,-1-5-18-16,1 5-21 0,0 0-6 0,2-4-18 0,-2 4 0 0,0 0-10 15,15 7-13-15,-4-2-3 0,5 3 0 0,2-2-2 16,8 6-6-16,-1 0-6 0,3 1-1 0,-1-1-3 15,0 2-4-15,-5 1-7 0,-1 0 5 0,-6-2-6 16,-3 2-1-16,-4 0-4 0,0 2 1 0,-3-1 0 16,-4 1-2-16,-5 1 2 0,0 1 2 0,-11 3 2 15,-4-1-2 1,-9-1 4-16,2-5-6 0,-1 1 4 0,-1-1-9 0,-3 1 10 16,3-3-6-16,0-4 7 0,0 0-7 15,0 2-2-15,5-5-3 0,6 2 0 0,-2-2-2 0,6-2 4 16,2 0-5-16,2-1 4 0,1 0-4 15,0 0-1-15,2-2-4 0,6-1 5 0,-9 5-10 16,9-5-4-16,-6 1 0 0,6-1 1 0,0 0 6 0,1 6-3 16,-1-6 4-16,9 5-27 0,0-5-18 0,1 3-26 0,1-3-39 15,0 0-40-15,-1 0-132 0,3 0-304 0,1-3 136 16</inkml:trace>
  <inkml:trace contextRef="#ctx0" brushRef="#br0" timeOffset="21308.31">22493 1969 233 0,'0'-5'290'0,"0"5"-28"16,0-8-34-16,0 3-17 0,1 0-24 0,-1 1-23 16,2-1-23-16,0 2-34 0,0-1-34 0,1 1-38 15,0-2-37-15,1 1-45 0,2 3-40 0,-2-3-55 16,-1 1-134-16,-3 3-298 0,7-5 131 0</inkml:trace>
  <inkml:trace contextRef="#ctx0" brushRef="#br0" timeOffset="23628.41">23236 1652 135 0,'0'-6'196'0,"-3"1"-14"0,-1-2-20 0,-1 0-11 0,0 2-17 0,-4-2-19 31,-4 5-8-31,-3-4-11 0,-1 2-6 0,-6 2-12 16,1 2-9-16,-5 4-5 0,1-1-3 0,7 3-4 0,-11 4-9 0,11-4-3 15,-3 3-7-15,3 2-2 0,6 0-6 0,-5 1-1 16,6 0-8-16,0 3 3 0,3-3-1 0,4-2-7 16,0 4 1-16,4-4 0 0,-1 1-1 0,4 0-3 15,3-2 5-15,0-1-3 0,4 1 5 0,4-6-9 16,5 2 5-16,3-5-4 0,7-1 12 0,3-3 9 16,-3-4 7-16,1-3 11 0,1-3 4 0,-3 1 7 0,1-7 7 0,-3-2 1 15,-3 1 5-15,1-5 5 0,-1 0 8 16,-4 0 1-16,0-4-9 0,-1-3-9 0,-2 0-1 15,-3-1 1-15,2 2 8 0,-5 1 10 0,3 2-2 16,-6 0 9-16,-1 3 17 0,-1 9-5 0,0 2 7 16,-3 3-3-16,1 2-13 0,0 5-10 0,-2 0-12 0,0-1-9 15,1 0-9 1,-1 1-39-16,4 4-48 0,-4 1-39 0,0 0-29 16,0 0 8-16,0 0 14 0,-5 16 4 0,3-2 9 15,-5 6 3-15,3 6 11 0,-3 3 2 0,0 6 9 16,4 0 3-16,-1 11 5 0,4-12 1 0,0-2 5 15,0-1 3-15,2 1 4 0,1-3 0 0,4-5 4 0,-3-4-1 16,-1-2 5-16,3-2 2 0,-5-5 2 0,3-1 0 16,0-3 2-16,-4 0 2 0,5-2 11 0,-4-1 8 0,-1-4 19 15,3 8 4-15,-2-5 8 0,-1-3 12 16,0 0-4-16,0 0 3 0,0 5-12 0,0-5 9 16,0 0-11-16,0 0 0 0,4 4-3 0,-4-4-10 15,0 0 1-15,0 0-6 0,0 0-4 0,0 0-35 16,0 0-40-16,17-4-28 0,-6 1-37 0,2 1-37 0,6-4-52 15,-1 2-57 1,1-1-69-16,2 0-183 0,-1-3-552 0,-1 3 244 16</inkml:trace>
  <inkml:trace contextRef="#ctx0" brushRef="#br0" timeOffset="23800.16">23715 1721 184 0,'0'0'328'0,"0"0"-31"16,0 0-25-16,0 0-28 0,0 0-24 0,0 0-47 0,0 0-52 16,0 0-59-1,0 0-40-15,0 0-46 0,16-12-54 0,-9 8-37 0,-1-1-170 16,1-3-308-16,3 1 137 0</inkml:trace>
  <inkml:trace contextRef="#ctx0" brushRef="#br0" timeOffset="24560.62">24181 1210 118 0,'-1'-10'233'0,"1"4"5"16,-3 1-6-16,3-2-6 15,-1 3-15-15,1 0-22 0,0 4-18 0,-1-8-24 16,1 8-10-16,0-3-22 0,0 3-24 15,1-3-25-15,-1 3-13 0,0 0-11 0,0 0-1 16,-4 14-7-16,4-6-3 0,-4 10-10 0,1 1-1 0,-3 12-1 16,0 3 5-16,-1 15-6 0,0 10 4 0,3-6-1 15,0 6 0-15,2-7 1 0,0 5-1 0,1-7-4 16,2 1 1-16,2-17-2 0,-2 0-4 0,2-2 4 0,-4-3-1 16,3-3-1-16,-2-7-3 0,-1-1-1 0,0-6-2 15,-3 4 4-15,2-6-3 0,1 0 6 0,-1-3 8 16,-1 1 7-16,-2-4 5 0,1 1 3 0,-5-3-7 15,3-1 2-15,-7-2-9 0,3 1 3 0,-2-2-9 16,1 0 4-16,-1-1-3 0,3-1-2 0,-1-1 0 16,1 3-3-16,1-3-3 0,3 4-2 0,-1-3-2 0,6 4-12 15,-10-7-22-15,7 4-30 0,1-2-39 0,0 0-27 16,2 5-52-16,6-12-28 0,-1 5-205 0,0-4-442 16,6-2 196-16</inkml:trace>
  <inkml:trace contextRef="#ctx0" brushRef="#br0" timeOffset="24861.1">24083 1602 102 0,'-9'-1'255'0,"9"1"-22"0,0 0-10 0,-8 0-12 0,8 0-18 0,0 0-21 15,0 0-13-15,0 0-17 0,0 0-11 0,41-3-13 16,-8 1-6-16,3-1-18 0,15 0-11 0,4-2-5 16,-15 4-12-16,17-3-4 0,-3-2-7 0,-17 3-4 15,-5-1-5-15,-3 0 1 0,-7 3-8 0,-9-1-4 16,2 2-4-16,-5 0-1 0,-3-1-4 0,0-1-2 16,-7 2-4-16,11-1-1 15,-11 1-7-15,0 0-17 0,7-1-30 0,-7 1-38 16,0 0-42-16,0 0-50 0,0 0-248 0,-34 0-448 15,34 0 199-15</inkml:trace>
  <inkml:trace contextRef="#ctx0" brushRef="#br0" timeOffset="25497.54">25799 1417 320 0,'-3'-7'344'16,"3"3"-17"-16,0-1-14 15,0 5-14-15,-4-6-30 0,3 3-21 0,1 3-31 16,0-7-18-16,0 7-30 0,0 0-23 0,0-4-16 15,0 4-22-15,0 0-19 0,0 0-12 0,0 0 4 16,-2 19-15-16,-1-9 1 0,3 3-13 0,0-1-4 16,0 5-8-16,0 0 4 0,0 3-8 0,0-1-4 15,-4-1-2-15,3-1 2 0,1 2-8 0,-2-4 2 16,2 1-8-16,-2-6-27 0,2 1-9 0,-1-1-11 0,1-4-14 16,-3 0-13-16,3 2 0 0,0-6-2 0,0 2 9 0,0-4 1 15,0 4-10-15,0-4-63 0,0 0-37 0,-13-10-34 0,7 0-16 16,1-5-18-16,1-3-21 0,-2 1-144 0,3-11-420 15,-1 1 186-15</inkml:trace>
  <inkml:trace contextRef="#ctx0" brushRef="#br0" timeOffset="25615.17">25752 1308 57 0,'4'-27'168'0,"-1"8"30"0,1 2 24 0,-3 1 17 15,1 4 23-15,0 4 8 0,-1-2-11 0,-1 5-16 32,0-4-26-32,3 4-21 0,-3 2-16 0,0 3-21 0,0-7-25 0,1 3-34 0,-1 4-41 0,4-2-15 31,-4 2-28-31,0 0-25 0,15 8-34 0,-7-3-41 15,4-2-36-15,-2 6-38 0,4-1-59 0,-5-1-182 16,4 0-432-16,-3 1 191 0</inkml:trace>
  <inkml:trace contextRef="#ctx0" brushRef="#br0" timeOffset="26203.68">26578 1298 118 0,'0'0'152'0,"0"0"-15"0,0 0-14 16,0 0-11-16,0 0-10 0,0 0 2 15,0 0-13-15,0 0-13 0,0 0 5 0,0 0-5 16,0 0-3-16,0 0-2 0,0 0-10 0,0 0 0 0,0 0 1 16,0 0 2-16,0 0-14 0,0 0 0 15,0 0-4-15,0 0-9 0,0 0-5 0,0 0 1 0,-11 0-4 16,11 0-1-1,-12 4-7-15,2-1 3 0,0 2-10 0,-2-2 3 16,-3-1-7-16,1 8 7 0,-5-5-7 0,2 4 1 16,-2 1-4-16,1-1 4 0,0 1-8 0,-1 0 3 15,2 1-5-15,1 5 5 0,0-4 0 0,4 1 0 16,2 1-2-16,2 2 4 0,2-2-4 0,2 1 4 16,2 2-2-16,5 0 5 0,3-5 0 0,3 5 4 15,0-2-1-15,13-1 6 0,-5 1-2 0,6-4 6 16,2 2-6-16,-1-1 2 0,-6 0-5 0,3-6 0 15,-2 0 0-15,-6-1-1 0,-2-2-7 0,1 1 3 16,-3 1-4-16,-2-4 0 0,0 3-7 0,-4-2 4 0,1-1 0 0,-4-1 4 16,0 0-6-16,-7 7 2 0,-7-3 1 15,-5-1-3-15,-10-1-1 0,-4-1-13 0,1 2-28 16,-5-6-49-16,0 1-44 0,1-2-63 0,3 0-137 0,2 0-360 16,3-1 159-16</inkml:trace>
  <inkml:trace contextRef="#ctx0" brushRef="#br0" timeOffset="27318.59">28173 1301 87 0,'-5'-11'259'0,"-3"5"-24"0,-1-4-19 0,4 5-26 15,-4 0-16-15,0 0-20 0,-1 2-13 0,-3 3-18 16,-2 1-11-16,-2 4-12 0,-2 0-14 0,0 1-7 0,0 5-13 0,1 1-9 15,5 2-19-15,-5 0-11 0,8-1-16 0,-3 9-6 16,5-5-10-16,6 3-2 0,2-2 1 0,5-1 1 16,4 0-8-16,1-3 7 0,7-2-1 0,1-3 1 15,6 2-3-15,4-6-1 0,-5-3-2 0,-2-2 3 16,8 3 0-16,-8-10-1 0,0 4 6 0,-3-6 0 16,1 2 11-16,-2-6 1 15,1 1 15-15,-6-1 9 0,1 3 17 0,-4 1 9 16,-1 1 22-16,1 0 14 0,-5 3 3 15,0 1-6-15,-2-1-10 0,1 2-3 0,-1-1-35 16,-2 4-29-16,4-3-23 0,-4 3 1 0,0 0-3 16,-1 14 11-16,-3-4-9 0,0 15 2 0,0 1 0 15,-2 1 2-15,1 4 0 0,-1 3 4 0,-2-1-2 16,0 13 3-16,0-14 1 0,1 4 3 0,-3-2-7 0,2 0 7 0,-1-8 1 16,0 8-1-16,0-6-2 0,0-4 4 0,-5-3-1 15,5-4 2-15,1-3 0 0,-2-5-3 0,1-1 4 16,-2 0 0-16,-1-4 6 0,-1-1 1 0,-4-1 0 15,4-2 5-15,-1-4 9 0,-2-1 15 0,0-3 5 16,2-4 9-16,1 0 10 0,4-2 3 0,1-3-1 16,3-8-5-1,5-1-12-15,8-6-13 0,2-1-10 0,7 0 1 16,10-15-18-16,5 6-1 0,3 5 0 0,1-5-9 0,1 6 2 16,5 5 0-16,-2 1 0 0,4 4-3 0,-14 8-4 15,2 2 3-15,1-2-1 0,-2 5 0 16,-4 1 0-16,-2 2 12 0,-7 1 5 0,-2 2 13 15,-5 3 13-15,-1-3 17 0,-3 3 5 0,2 4 11 16,-4-3-1-16,0 1-18 0,1 0-1 0,-6 2-11 0,7-3 3 0,-7 3-11 16,7-2-6-16,-7 2-11 0,0 0-1 0,0 0-11 15,0 0-8-15,0 0-15 0,0 0 4 0,0 0-2 16,5 9 5-16,-6-4 5 0,-2 4-3 0,2 0 0 16,-4 0 4-16,3 3 1 0,-1 5-3 0,-1 0-1 15,2-1-4-15,-1 1 8 0,2-2 2 0,0-3-4 16,-1 0 2-1,0 0 4-15,0-1 8 0,2-2-9 0,-2-2 1 16,2 0 0-16,-1-4 1 0,1-3 15 0,0 7-14 0,0-7 2 16,0 0 0-16,0 7 7 0,0-7 1 0,0 0 0 15,-2 5 5-15,2-5-22 0,0 0-67 0,0 0-52 16,0 0-41-16,0-19-40 0,-3 6-45 0,1-3-84 16,-2-1-190-16,3 0-565 0,0-1 251 0</inkml:trace>
  <inkml:trace contextRef="#ctx0" brushRef="#br0" timeOffset="27467.09">28514 1267 4 0,'0'-4'240'0,"-1"-2"2"0,1 1 2 16,0 0-9-16,0 5-7 0,-1-8-22 0,1 7-12 15,0 1-19-15,0-7-14 0,0 7-21 0,0-3-10 0,0 3-16 16,0 0-9-16,0 0-29 0,2-5-30 0,-2 5-40 16,8-2-26-16,-8 2-40 0,8 0-36 0,-8 0-47 0,10 2-48 15,-10-2-149-15,11 3-367 0,-8-3 162 16</inkml:trace>
  <inkml:trace contextRef="#ctx0" brushRef="#br0" timeOffset="27850.78">28747 1264 141 0,'0'0'258'0,"0"0"-29"15,0 0-22-15,4 3-25 0,-4-3-18 0,6 2-19 16,0 0-14-16,-3 0-18 0,3 2-11 0,0 3-10 0,-1 3-9 0,1-1-4 16,2 2-6-16,3 3-6 0,-3 2-7 0,-2 2-4 15,3-1-6-15,-4 6-3 0,3-6-8 0,0 3 0 16,-5-3-3-16,1-5 3 0,1 0-11 16,-1 0-2-16,0-4-4 0,-4 1 8 0,4-4-12 0,-4 2 31 15,0-4 37-15,0-3 50 0,0 0 52 0,3 9 37 0,-3-9 40 31,0 0-2-31,0 0-33 0,0 0-23 0,7-19-20 16,-2 9-21-16,-2 0-11 0,6-4-20 0,-1-3-16 16,2 2-13-16,-3 1-11 0,4-3-8 0,-3 1-9 15,3 0-12-15,-2-1-15 0,3 3-11 0,-5 4-14 16,-1-1-15-16,3 5-25 0,-4-5-29 0,0 5-50 16,0-1-41-16,3 5-41 0,-1-3-34 0,1 3-33 15,1 1-36-15,3 2-25 0,-1 0-56 0,-3 2-255 0,4 0-663 0,0 1 294 16</inkml:trace>
  <inkml:trace contextRef="#ctx0" brushRef="#br0" timeOffset="28467.18">29244 1465 218 0,'0'0'319'0,"-4"4"-23"15,4-4-10-15,0 0-22 0,0 0-20 0,0 0-13 16,0 0-34-16,0 0-18 0,0 0-23 0,23-9-12 15,-14 2-14 1,6 2-11-16,-2-2-19 0,8 1-7 0,-6 0-5 16,7-4-10-16,3 0-13 0,-1-2-6 0,-6 3-5 15,5-3-9-15,3-3 0 0,-7 4-3 0,-5 2-14 0,1-2 2 16,0 0-2-16,0 2-1 0,-8 1 9 16,1 0-5-16,-3 3 14 0,1-3-6 0,-3 3 5 0,0-2-12 15,-2 2-5-15,-2 0-14 0,-4 1 3 0,-4 0-7 16,-2 0-1-16,-2 2-5 0,-2 2 4 0,-6 1-7 15,0 1 2-15,-4 5-8 0,4-3 1 0,2 4-1 16,-1 2 0-16,3-1 3 0,-2 3-15 0,5 2-2 0,2-2-15 16,0 3 10-16,5-5-13 0,3 5 4 0,2 1 0 15,4 2 8-15,6-3-1 0,6 1 9 0,3-5 1 16,11 5 2-16,1-7-2 0,4 4 6 0,3-8-7 16,-1 1 5-16,0-3 1 0,2-1 2 0,-3-5-4 15,2-2 5-15,-2-3 1 0,-3-3 8 0,-4 1 14 16,-2-2 11-16,-7 1 12 15,-1-1 22-15,-2 0 14 0,-4-2 15 16,4 2 23-16,-3 1 11 0,-5 0 19 0,0 3 10 0,-3 1 16 16,1 2 2-16,-1 0-14 0,-3-2-17 0,3 4-13 15,0 0-19-15,-4 3-14 0,3-5-14 0,-3 5-14 16,2-5-31-16,-2 5-34 0,0 0-32 0,0 0-23 16,0 0-30-16,0 0 19 0,0 0 6 0,0 0 13 0,0 19 3 15,-2-8 7-15,0 1 5 0,-2-6-3 0,1 3-3 16,1-4-5-16,1 2 3 0,1-7 4 0,-3 9 10 15,2-4-2-15,1-5 10 0,-2 5 10 0,2-5 14 16,0 0 14-16,0 0-3 0,9 3-5 0,2-3 14 16,1 0-15-16,-1-4 4 0,3 1-9 0,0 0 3 15,0 1-9-15,0 1 0 0,-1 1 4 0,0-1-7 16,-2 2-9-16,2 3 9 0,1 0 3 0,-1-2-4 0,6 6-28 0,-5 3-30 16,2 2-53-16,-4-1-62 0,2 5-66 0,-5-3-83 15,-5-4-300-15,-1 0-678 0,-2-1 301 16</inkml:trace>
  <inkml:trace contextRef="#ctx0" brushRef="#br0" timeOffset="30402.64">8208 3687 98 0,'-6'0'175'0,"6"0"-8"0,0 0-8 16,-4 1-5 0,4-1-6-16,0 0-7 0,0 0-4 0,0 0-5 15,0 0-4-15,0 0-2 0,0 0-5 0,0 0 3 16,0 0-6-16,0 0-6 0,0 0-12 0,9-8-10 15,0 2-12-15,0-1-7 0,4-1-6 0,5-5-9 0,6 0-5 16,1-2-6-16,-4-2-17 0,2-1 7 16,1-3 4-16,-1 0 5 0,0-3 4 0,0 0 3 15,-1-5 2-15,-3 0 8 0,0-1-2 0,5-13 1 0,-8 13-5 0,-2-1-6 16,-1 1-2-16,-3-3-1 0,-1 0-4 0,-3 4-6 16,-1-3-3-16,-3 4-7 0,-1 1 1 0,-4 0-3 15,2 3 5-15,-4 5-2 0,1 2-4 0,-2 3 2 16,-3-1-1-16,6 5-2 0,-1 1-5 0,1 1-1 15,0 4-3-15,0 0 0 0,1 0-5 0,-1-3-13 16,2 6-16-16,1 1-8 0,-8-1-4 0,8 1 0 0,-10 7 4 16,4 4 3-16,-5 5 7 0,-1 10 1 0,0-1-1 0,0 5 4 15,-1 2-3-15,1 4 1 0,1 8 7 16,-1 2 0-16,4 0 3 0,5-10 0 0,-1-1 2 16,5-1-2-16,2 1 6 0,-2-3 2 0,5 0 0 15,2-4 1-15,1-4 0 0,1-3 3 0,2-3 0 31,-2-3-1-31,5-3 5 0,-2-1 5 0,0-4 8 0,0-2 8 0,3-1 8 16,-3-1 11-16,0-4 3 0,1 1 19 0,-1-3 6 16,1-4 2-16,-3 2 2 0,-2-3-3 15,5-2-3-15,-5-1-7 0,-1 2 2 0,-2-3-10 0,-1-4-2 16,-1 2-7-16,0 2-3 0,-4 0-11 0,0 0 0 16,0 2 0-16,-1-1 2 0,-2 2-13 15,-1 2-3-15,2 2-13 0,-2-1-10 0,-5 3-16 0,4-1-13 0,-3 3-2 0,-2 1-12 16,-3 2-16-16,-1 1-19 0,1 4-24 0,2-2-22 15,-4 5-23-15,4 1-28 0,2-1-23 16,-2 1-16-16,7 0-18 0,3 0-34 0,-1-1-216 0,2-3-523 16,6-3 232-16</inkml:trace>
  <inkml:trace contextRef="#ctx0" brushRef="#br0" timeOffset="31019.83">8834 3337 19 0,'3'-10'274'16,"-2"4"-8"-16,3 0-7 0,-4 1-7 0,0 1-13 16,1 0-25-16,2 0-21 0,-3 4-23 0,1-4-19 15,-1 4-17-15,4-5-31 0,-4 5-22 0,0 0-7 0,0 0-9 0,9 8-7 16,-4-1-4-16,3-1-3 0,-3 1-8 0,5 4-18 16,2 0-8-16,-2 2-9 0,-1-3-5 0,-2 0-4 15,1-1-1-15,2 2 0 0,-2-5-1 0,-2 2 3 16,0-4-4-16,-3 2 3 0,4-2-3 15,-5-2 10-15,2 1 2 0,-4-3-3 0,0 0 2 16,12-9 4-16,-7 3 13 16,2 0-1-16,-2-3 5 0,3-2 1 0,-4 1 8 15,1-3 4-15,3-1 22 0,-4 2 0 0,-1 2 4 16,1-1 1-16,0 2 1 0,0 1 5 0,-3 0-3 16,3 1-1-16,-4 2-8 0,1 3-15 0,3-2-4 15,-4 4-22-15,1-5-29 0,-1 5-11 0,0 0 1 16,0 0 1-16,12 15 0 0,-8-4 0 0,1 6 4 15,4 7 7-15,-3 4-1 0,3 2 0 0,-1 2-2 0,2 1 3 0,-2 17 1 16,-3-2 3-16,0 3 2 0,-2 1 1 0,4 4 8 16,-4-1-7-16,-2-3 4 0,3-6-1 0,-4 1 2 15,-2-14-1-15,2 0 0 0,-2 0-2 0,-6-3 5 16,1-4-4-16,-1-6 1 0,2-3 2 0,-6-1-3 16,3-3 6-16,-4 2 1 0,2-6 8 15,-2-1 9-15,-5-4 9 0,4 0 5 0,-8-4 1 0,1-3 1 0,0-1 28 16,1-4 20-16,-4-5 24 0,3-4 9 0,3-2 6 15,2-6-5-15,4-1-9 0,7-8-14 0,5-18-8 16,9-3-18-16,9-3-9 0,15-21-6 0,-2 28-11 16,2 1-5-16,7 2-8 0,0 4-3 0,5 2-10 15,1 2-3-15,-1 5-3 0,2 1-2 0,-6 3-3 16,-9 9 0-16,-4 4-1 16,0 2-1-16,-6 1 5 0,-8 8-3 0,-4-1-1 15,0 3-1-15,-2 0-5 0,-3 4 2 0,0-3-8 16,-1 1-21-16,1 2-14 0,-5 1-26 0,4-2-37 15,-4 2-14-15,0 0-21 0,-19 15-46 0,1-4-47 16,-9 5-56-16,3 0-74 0,1-3-305 0,4-3-715 16,2 1 317-16</inkml:trace>
  <inkml:trace contextRef="#ctx0" brushRef="#br0">11636 4389 62 0,'2'-9'135'0,"-2"0"-3"16,1-1 4-16,3-1-14 0,-1 0 3 0,-1 2-4 15,-1 2-2-15,2 0-3 0,-3 2 9 16,0 0-13-16,0 0-10 0,1 3-11 0,-1 2-8 0,0-6-12 16,0 6-16-16,0 0-11 0,0 0-13 0,0 0 1 15,-10 20-5-15,5-1-4 0,-4 6 2 0,3 9 0 0,-7 11-4 16,3 8 9 0,-1 3-3-16,4 24 5 0,-1-21 0 0,3 23 5 0,2-23-2 15,2 1-5-15,4-3-3 0,-1-1 2 0,1-5-3 16,3-4-1-16,2-1-3 0,-3-11 5 15,1-1-1-15,0-4-8 0,-3 0 0 0,-3-4 0 16,3-6-4-16,-4-3 3 0,-2 0-1 0,1-5-2 16,-2-2 5-16,-4-2-1 0,-1-3 1 0,-4-3 3 0,-5 2-4 15,-2-5 1-15</inkml:trace>
  <inkml:trace contextRef="#ctx0" brushRef="#br0" timeOffset="34684.39">11317 4919 163 0,'0'0'166'16,"-5"1"-15"-16,5-1-10 0,0 0-15 0,0 0-8 15,-10 1-13-15,10-1-8 16,0 0-10-16,0 0-6 0,0 0-5 0,0 0-10 0,0 0-5 16,20 3-6-16,-1-4 0 0,11-1-6 0,3 0-8 15,8-1-1-15,10-5-4 0,2 2-2 0,-14 2-11 16,11-3 2-16,-10 1-3 0,-3 2 0 0,-3 1-5 15,-3-1 2-15,-3 3-4 0,-9-1 0 0,-1 2 0 16,-7-1-4-16,1-1-3 0,-6 2-1 0,2 0-5 16,-3-1-1-16,-5 1-1 0,0 0-1 0,0 0 7 15,0 0-16-15,0 0-18 0,-16 5-19 0,7-4-27 16,-3 1-31-16,3 0-35 0,-1 1-119 0,1-3-280 0,1 0 124 0</inkml:trace>
  <inkml:trace contextRef="#ctx0" brushRef="#br0" timeOffset="35294.93">12228 4681 81 0,'7'-2'161'0,"0"2"-16"0,2-1-11 0,3 1-16 15,-1 1-7-15,2 0-14 0,1 2-11 0,5 2-6 16,-2 0-11-16,-4 2-5 0,1 1-7 15,0 5-4-15,-5-2-4 0,0 2-6 0,0 1-6 16,-6 2-3-16,-1 1-2 0,-4 0-3 0,-5 0-4 0,-2 3 7 16,-4 1-7-16,-1-6-2 0,1 1-2 0,-6 2 3 15,1-2-4 1,-1-6 2-16,1-1 2 0,3 1 6 0,0-2 9 16,2-3 6-16,2 0 9 0,1 0 16 0,3-3 17 15,0 0 20-15,2 1 17 0,0-3 18 0,5 0 25 0,0 0-13 16,0 0-20-16,-6-6-9 0,11-3-13 15,2 0-12-15,6-7-13 0,6-2-5 0,1-4-14 16,1 2-3-16,2-3-10 0,0 3-6 0,-1-4-7 16,5 4-6-16,-3-1-1 0,0 1-10 0,-2 0 6 0,0 4-8 0,-7 6-3 15,-2-2-3-15,2 2 0 0,-6 3-6 0,0 2 6 16,-5 0 5-16,4 0-14 0,-5 3-2 0,1-2-11 16,0 0-12-16,-3 2-17 0,-1 2-6 0,0 0 4 15,8 7 3-15,-9-2 7 0,-2 3-1 0,2 0 3 16,-3 5-1-16,3-1 7 0,-3 3 2 0,0 2-3 15,4 0 5-15,-2 0 1 0,2-1 6 0,0 0-1 0,2 2 1 0,2-1 3 16,1-2-1-16,3-3 5 0,-1 0-5 0,1-3-19 16,6 0-28-16,4-2-42 0,4 0-56 15,-2-6-71-15,2-1-276 0,1-3-537 0,-2-2 237 16</inkml:trace>
  <inkml:trace contextRef="#ctx0" brushRef="#br0" timeOffset="35549">12792 4553 84 0,'0'0'279'0,"-1"-5"-29"0,1 5-25 16,0 0-24-16,0 0-26 0,1-3-16 0,-1 3-15 0,0 0-14 15,18 10-7-15,-9-1-11 0,5 1-4 0,4 8-9 16,1 3-9-16,-4 1-7 0,2 2-8 0,-4 1 3 15,1 2-13-15,-5 3-6 0,1 2-5 0,-7-3-1 16,0 5-6-16,-7-3 0 0,-5 2-8 0,-1-3-3 16,-8-1-5-16,-4 3-4 0,-3-6-10 0,-11 6-31 15,4-12-45-15,0-1-48 16,-6-3-72-16,-9 1-244 0,12-10-456 0,-3 1 202 16</inkml:trace>
  <inkml:trace contextRef="#ctx0" brushRef="#br0" timeOffset="35880.46">12232 4357 2 0,'-5'-1'161'0,"-1"1"-13"0,-6 1-17 0,1 4-14 15,-5 4-4-15,1 3-11 0,-8 5-10 0,0 3 4 16,2 3-14-16,-1 8 0 0,-5 13-5 0,4 2-7 16,2 1-9-16,3 1-3 0,3 1-3 0,7 2-3 15,5-1-5-15,5-2 1 16,6-3 5-16,5-12-11 0,2-1 0 15,16 7 2-15,8-6-1 0,7-3-4 0,7-4-31 0,4-7-66 16,2-7-244-16,1-4-326 0,-1-11 145 0</inkml:trace>
  <inkml:trace contextRef="#ctx0" brushRef="#br0" timeOffset="36682.85">13892 4782 87 0,'0'0'194'16,"-5"-2"-5"-16,5 2-12 0,0 0-9 0,0 0-4 15,0 0-12-15,0 0-6 0,-5-2-5 0,5 2-3 16,0 0-8-16,0 0-9 0,0 0-13 0,0 0-10 16,0 0-11-16,0 0-6 0,0 0-7 0,24-3-10 0,-3 2-5 0,-1 0-8 15,10-1-20-15,0 2-30 0,-3-1-47 0,1 0-57 16,-1-2-64-16,-8 3-191 0,-1-3-388 0,0 3 173 16</inkml:trace>
  <inkml:trace contextRef="#ctx0" brushRef="#br0" timeOffset="36836.24">13892 5000 56 0,'-6'4'196'16,"2"-1"5"-16,0 0-7 0,4 0-8 0,0-3 24 0,5 4-3 16,7-3-14-16,6 1-23 0,10-4-12 0,4 2-23 15,2-1-45-15,4-2-65 0,1-2-84 0,-1 1-122 16,2-1-117-16,-2-4-321 0,-3 2 143 0</inkml:trace>
  <inkml:trace contextRef="#ctx0" brushRef="#br0" timeOffset="38086.32">15087 4332 225 0,'0'-11'282'0,"0"3"-1"0,0 2-8 0,0-1-5 16,0 2-18-16,0-1-26 0,0 2-23 0,0 4-22 15,-1-5-23-15,2 2-17 0,-1 3-20 0,0 0-14 16,0 0-15-16,0 0-9 0,4 12-10 0,-3-1-7 16,0 2-5-16,3 7-9 0,-4 3 2 0,3 5-8 15,0-1-5-15,1 1-3 0,0 1 0 0,-1 3-6 16,1-3 8-16,-2-3-32 0,3 1-26 0,-3-3-30 0,0-5-27 0,-2-2-32 16,0 2-38-16,1-2-47 0,-2-2-82 0,-3-3-146 15,0-3-455-15,3-5 202 0</inkml:trace>
  <inkml:trace contextRef="#ctx0" brushRef="#br0" timeOffset="38401.08">14904 4889 2 0,'-6'1'247'0,"0"1"-9"0,2 0-10 0,1 0-1 0,3-2-8 15,0 0-3 1,-8 3-8-16,8-3-22 0,0 0-20 0,0 0-14 16,0 0-15-16,31-7-15 0,1 1-13 0,4 1-13 0,19-4-6 15,6 1-11-15,0-3-8 0,5 0-7 0,0 2-3 16,0-3-11-16,-2 5-4 0,-6 0-3 16,-6 0-5-16,-14 2-6 0,-3 0-4 0,-4 2 0 15,-13 0-5-15,-1 2 0 0,-6 0-6 0,-3-1-4 0,0 2-15 16,-3 0-8-16,-1-2-4 0,-4 2 2 0,0 0-21 0,0 0-29 15,-23 4-22-15,4 1-41 0,-4 0-32 16,4-1-43-16,-2 2-227 16,1-1-462-16,3 0 204 0</inkml:trace>
  <inkml:trace contextRef="#ctx0" brushRef="#br0" timeOffset="38840.78">15282 5031 118 0,'-3'3'307'0,"3"-3"-34"0,0 0-27 16,-3 2-28-16,3-2-20 0,0 0-22 0,9 4-16 15,-3-3-17-15,5 2-16 0,0 1-11 0,8 1-15 16,-8 0-13-16,5 3-6 0,-3-1-10 0,-3 0-8 0,0 8-2 15,-2-3-9-15,-3 5-6 0,-1 0-3 16,-8 0-9-16,-1 1-2 0,-3 5-1 0,-6 3-2 16,-1-1-3-16,-5-1-2 15,0 4-4-15,-1-8-2 0,4 2 0 0,2-8 1 16,0 1-6-16,3-2 3 0,3-4-5 0,0-1 0 16,0-2-1-16,4-2 1 0,0 2-3 0,2-4 5 15,-1 3 12-15,4-5 13 0,7 10 12 0,3-8 8 16,9 1-6-16,3-2-2 0,10 0-5 0,0-2-2 0,3 4-5 0,1-3-9 0,0-2 0 0,6 2-1 15,-5-1 9 1,-2 0 20-16,-2 1-9 0,-1 0-3 0,-10 0 6 0,-4-3 0 16,-4 6-1-16,-3-3 7 0,0 0 16 0,-3 0 27 15,-8 0-17-15,11-3 15 0,-11 3-12 16,10 0 4-16,-10 0-13 0,0 0-8 0,7-2-11 0,-7 2-5 16,0 0-12-16,7-3-18 0,-7 3-28 15,0 0-33-15,2-7-142 0,-2 7-95 0,2-9-95 0,-1 4-291 16,5-3-715-16,3 0 316 0</inkml:trace>
  <inkml:trace contextRef="#ctx0" brushRef="#br0" timeOffset="39357.98">16385 4769 7 0,'0'0'199'0,"0"0"-6"0,0 0-7 0,-4-3-11 15,4 3-3-15,0 0-8 0,0 0-5 0,0 0-7 16,0 0-15-16,0 0-13 0,0 0-10 0,0 0-10 16,14-3-9-16,0 1-10 15,3-5-9-15,11 3-8 0,3-4-6 0,-1 0-5 16,2-1-6-16,2-2-7 0,-2-1-1 0,2-2-5 16,-3-1-3-16,-4-1-5 0,1 1-4 0,-3-3-1 15,-3 3 1-15,-7 1 6 0,-2 1 4 0,-3 1 13 16,-3 2 8-16,-5 0-3 0,0-2-7 0,-4 4-6 15,-3-1-2-15,-4 1-6 0,-7 1-8 0,-5 2-5 16,-6 4 2-16,-2 0-5 0,-6 4-3 0,2 7-3 0,-6 2-1 16,-8 6 0-16,14-4-2 0,0 4 2 0,2 1-6 0,3 5-2 15,4 1 3-15,2 1-1 0,7 1 2 0,4 1 0 16,4 0 1-16,6-1 6 0,9 2 5 16,8-3 2-16,10-3 0 0,8-4 3 0,16 4 2 15,9-8-10-15,-2-3-37 0,3-5-56 0,3-4-81 16,2-8-125-16,-5-2-185 0,-1-3-506 0,-4-7 224 0</inkml:trace>
  <inkml:trace contextRef="#ctx0" brushRef="#br0" timeOffset="40144.55">16941 4313 67 0,'-13'0'182'0,"3"0"-4"15,2 0-3-15,3 0-12 0,5 0-8 0,-9 0-9 0,9 0-8 16,-9 3-2-1,9-3-16-15,0 0-12 0,-10-3-7 0,10 3-6 16,0 0-4-16,0 0-2 0,0 0 11 0,0 0-4 16,0 0 4-16,-5 3-1 0,5-3 3 0,0 0 2 15,0 0-9-15,0 0-6 0,0 0-3 0,0 0-11 16,0 0-4-16,0 0-9 0,0 0-9 0,0 0-4 16,0 0-4-16,0 0-8 0,0 0-4 0,-8 0-4 15,8 0 1-15,0 0-2 0,0 0-8 0,0 0-4 0,0 0 2 0,0 0-7 16,0 0 4-16,0 0-3 0,0 0-2 0,0 0 1 15,0 0-1-15,0 0-3 0,0 0 2 0,0 0 8 16,0 0-3-16,0 0 16 0,36-3 9 0,-18 1-10 16,17-1-3-16,3-1-4 0,13-1-1 0,7 2-3 15,3-3-1-15,3 0-2 0,-2 0-1 0,3 2-3 16,1 2 0-16,-9-4-2 0,-7 1 2 0,-13 1 0 0,-6 2-5 0,-11 0 4 16,1 1-1-16,-10-1 0 0,0 2 5 15,0-2-8-15,-5 2-6 0,-1-2 4 0,3 1-11 16,-8 1-7-16,0 0-27 0,2-2-23 0,-2 2-14 15,0 0-18-15,-21-1-21 0,9 1-23 0,-2 1-35 0,4-1-46 16,-4 0-260-16,5 0-522 0,3 0 231 0</inkml:trace>
  <inkml:trace contextRef="#ctx0" brushRef="#br0" timeOffset="40761.65">18069 3980 112 0,'9'-2'218'0,"-1"2"-22"0,2 0-24 0,4 1-15 0,3 0-17 0,1 3-14 16,2 2-12-16,2 0-12 0,-3 5-7 0,5 2-12 16,-2 2-4-16,-7 0-14 0,-2-1-1 15,4 7-6-15,-10-3-6 0,0-1-8 0,-5 1-3 16,0 1 1-16,-6 6-1 0,1-6 0 0,-7 4 0 15,-1-6-3-15,-6 3-3 0,-2 1-1 0,-2-7 3 16,2 3 0-16,0-7 2 0,2-1 1 0,-2-2 1 16,4 1 5-16,1-4-7 0,4 0 5 0,-1 2 2 15,5-4 4-15,1 1 6 0,-2-2 11 0,2 0 17 16,5-1 25-16,-5 3 30 0,5-3 35 0,0 0 11 0,0 0-14 0,-2-8-22 16,8 0-10-16,3-1-16 0,4-4-18 0,2-2-9 15,5-4-11-15,1-2-15 0,3-2-4 0,3-1-16 16,-1 2 0-16,0-3-2 0,-1 4-5 15,-3 1 4-15,-1 1-13 0,-3 1-3 0,-4 6-4 16,-5 3-5-16,-2 2 2 0,0 2-7 0,-2 0 1 0,-1 0-2 16,0 1-7-1,1 2-10-15,-1-1-21 0,1 0-11 0,-5 3-27 16,4-1-16-16,-4 1 9 0,0 0 15 0,-8 13-4 16,3-3 10-16,0 2 6 0,-1 2 0 0,-3 3 5 15,2-1 5-15,2 1 7 0,-1 0 0 0,4 0 2 16,1 1 2-16,2-1 7 0,5 0 3 0,0 1-2 15,8-5-9-15,0-1-22 0,13 2-39 0,-3-3-40 16,3-1-47-16,2 0-60 0,3-5-75 0,-2-3-235 0,0 0-582 0,-2-4 258 16</inkml:trace>
  <inkml:trace contextRef="#ctx0" brushRef="#br0" timeOffset="41008.6">18780 4033 2080 0,'0'-11'164'0,"0"2"50"0,-2-3 4 0,2 6 11 16,-1-2 13-16,1 2-33 0,0 2-35 0,-1-1-33 0,1 0-15 15,0 5-28-15,-4-5-11 0,4 5-18 16,0-3-8-16,0 3-12 0,0 0-15 0,0 0-9 16,0 0-5-16,2 21 7 0,0-5-4 0,-1 4-3 15,-1-2 2-15,5 8-9 0,-2 2 4 0,3-2-3 0,-2 3 1 16,1 0-3-16,4 0-38 0,-4-3-34 0,0 2-40 0,1-1-49 15,-3-1-48-15,-3-4-59 0,0-5-71 16,-1 2-221-16,-3-1-594 0,-1-8 262 0</inkml:trace>
  <inkml:trace contextRef="#ctx0" brushRef="#br0" timeOffset="41402.94">17999 3917 107 0,'-4'-5'399'0,"3"2"0"0,-2-1-16 16,3 0-30-16,0 4-38 0,-4-2-33 0,4 2-34 16,-3-3-26-16,3 3-25 0,0 0-29 0,0 0-21 15,-3 10-17-15,3 2-17 0,-4 8-9 0,4 8-5 16,0 2-12-16,0 6-8 15,0 10-3-15,4 0-10 0,2 0 2 0,1-9-5 16,3 8-27-16,-1-12-44 0,4 2-48 0,1 11-70 16,-1-2-92-16,-3-9-107 0,-1-7-243 0,1-2-616 15,-2-13 273-15</inkml:trace>
  <inkml:trace contextRef="#ctx0" brushRef="#br0" timeOffset="44952.34">20868 4741 171 0,'-3'-5'243'0,"2"1"-8"16,1-3-15-16,-1 3-14 0,1-2-14 0,2 1-12 16,1 0-28-16,-2 0-13 0,3 0-16 0,1-2-12 0,1 5-10 15,3-3-15-15,3 2-10 0,1-1-3 0,4 1-13 16,-4 3-7-16,5 2-5 0,0 0-5 0,-1 3-4 0,-2 1-8 15,3 3 0-15,-4 1 1 0,0 0-8 16,-2 3 1-16,-1 1-7 0,-5 2 1 0,-1 4-3 16,-1-2-5-16,-1 7 0 0,-8 4-1 0,-3-4 1 15,-2 1 4-15,-3 1-4 0,-3-4-5 0,-1 0 4 0,-1 0-2 0,-3-3 1 16,1-2-1-16,4-5 1 0,0 0-1 0,-2-4 1 16,3 1 2-16,0 0 1 0,4-5-1 0,1 0 6 15,4-1 5-15,1-1 18 0,0-1 27 0,1 1 6 16,1-1 19-16,3-2 13 0,-4 4 17 0,4-4-2 15,0 0-21-15,0 0-4 0,16-19-15 0,0 7-2 16,8-4-7-16,1-2-17 16,2-1-4-16,3-2-11 0,-3-1-8 0,4 0-6 15,-2-2-2-15,-1 2 2 0,-1 1-5 0,-4 3 0 16,1-3-7-16,-6 0-2 0,-4 9 0 0,0-1 1 16,-2 1 1-16,-2 2 3 0,-2 3 14 0,-2-1 11 15,-2 3-11-15,-1 0-6 0,0 3-5 0,1-3-11 16,-1 3-5-16,-3 2-14 0,5-3-25 0,-5 3-16 15,0 0 3-15,0 0 5 0,-8 17 5 0,1 0 10 0,-5 0-7 0,-1 7 8 16,4-7 5-16,-1 7 4 0,1 2 0 0,-1-3 3 16,6-4 0-16,-1 7 3 0,2-6 4 0,6-2 3 15,0-1-1-15,6 1-6 0,3-1 8 16,10 0-15-16,1-2-17 0,8-5-40 0,2-3-48 16,6-1-55-16,15 1-67 0,-3-6-313 0,-10-4-607 0,10-3 268 15</inkml:trace>
  <inkml:trace contextRef="#ctx0" brushRef="#br0" timeOffset="45315.01">22429 4587 27 0,'2'-3'296'0,"-1"1"-21"0,-1 2-23 0,2-5-30 0,0 2-19 16,-2 3-26-16,0 0-19 0,0 0-15 0,0 0-16 16,0 0-12-16,-17 15-14 0,2-2-11 15,-7 5-1-15,4 2-13 0,-5 4-11 0,0 0-6 0,0 5-5 16,1-3-4-16,-1 2-5 0,3 2-3 0,3-3-1 15,1 0-9-15,3-2 1 0,2-1-2 0,4-5-5 16,3-1 0 0,4 0-4-16,0-3 1 0,7 2 2 0,-2-6 0 15,5-3-3-15,5 4 1 0,11 0-10 0,1-4-14 16,3-2-33-16,2-2-43 0,-1-2-52 0,1-3-65 0,-1-1-236 16,-1-4-464-16,-3 1 206 0</inkml:trace>
  <inkml:trace contextRef="#ctx0" brushRef="#br0" timeOffset="45546.39">22160 4916 96 0,'-4'0'286'0,"4"0"-12"0,-5 2-27 0,5-2-22 0,0 0-21 0,0 0-19 0,0 0-19 0,32-5-22 32,-4 3-17-32,4-2-22 0,5-1-41 0,16 1-49 15,6-2-43-15,-4 1-66 0,4-2-80 0,-4-2-133 16,-4 1-334-16,0-2 148 0</inkml:trace>
  <inkml:trace contextRef="#ctx0" brushRef="#br0" timeOffset="45816.12">23090 4573 259 0,'-1'-3'310'0,"-1"0"-21"16,2 3-31-16,0 0-29 0,-2-5-28 0,2 5-22 15,0 0-23-15,0 0-19 0,0 0-13 0,0 0-14 16,0 13-12-16,0-3-12 0,0 4-5 0,-1 3-8 0,1 2-10 15,1 1-5-15,-2 8-5 0,2-4-7 16,3 4-1-16,-3-2-3 16,3 3-3-16,-3-2-4 0,2-5-8 0,-2 1-21 15,0-7-23-15,-1 2-19 0,-1-1-19 0,0-5-23 16,-2 1-17-16,0-2-11 0,0-3-11 0,-2-1-4 16,1 0-42-16,-1-7-58 0,-3 3-112 0,8-3-360 15,-14-3 159-15</inkml:trace>
  <inkml:trace contextRef="#ctx0" brushRef="#br0" timeOffset="46348.45">23081 4467 99 0,'11'-14'250'0,"1"-2"-21"0,3 2-25 16,-1 2-20-16,5 1-15 0,7-4-20 0,1 4-13 15,1 3-11 1,4-1-19-16,2 4-8 0,-2 4-11 0,-2 0-11 15,-1 1-6-15,-3 1-9 0,-6 3-7 0,-1 2-6 0,-3 1-9 16,-6 0-2-16,-1 2-6 0,-5 0-3 16,-2 3 2-16,-4 0-11 0,-5 5 0 0,-9 5-2 15,-7 0-3-15,-3 0 2 0,-5-1-3 0,-11 10 0 16,-1-4 7-16,10-7-8 0,-13 2-1 0,11-6 8 16,3-3 6-16,0-2 3 0,-1-1 9 0,4 0 8 0,8-3 11 0,3-2 10 15,2 2 3-15,4-5 13 0,3 1 8 0,3-3 15 16,-2 2 21-16,8-2 18 0,-8 1 14 0,8-1 4 15,-7 2-2-15,7-2 1 0,0 0-14 0,0 0-20 16,0 0-9-16,14-8-14 0,-4 4-6 0,3 1-22 16,-3-3-7-16,9 5-10 0,-1 1-8 0,-5 0-1 15,6 0-8-15,0 5-2 0,2 2-11 0,-1-2 0 0,7 5 0 16,-3 2-8-16,3 0 0 0,-3 2 1 0,1 3-7 0,-1-1-3 16,0 3 2-16,-1-3-1 0,3 2-10 0,-4 0 11 15,-1 0 2-15,2-3-3 0,-6-4 0 0,-2-1 6 16,1-2-6-16,-4-2-5 0,-1-3 7 0,-1 1 3 15,1-1-4-15,2-3 0 0,2-3 2 0,-4 1 8 16,5-4 2 0,0-2-2-16,1-1 6 0,-4 1-1 0,5-4-8 0,-4 0 3 15,0 1-2-15,4-1-6 0,-4-1 0 0,-5 7-2 16,-1-6-2-16,2 9-5 0,-5-3-1 0,0 3-28 16,-1-1-45-16,0 3-78 0,2-1-76 0,-6 2-83 15,19 7-124-15,-8-4-313 0,1 2-802 16,-4-4 354-16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26:46.19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2312 7246 231 0,'0'0'246'16,"3"-6"-11"-16,-3 4-9 0,0 2-15 0,0 0-23 15,0 0-19-15,0-6-17 0,0 6-22 0,0 0-17 16,0 0-27-16,0 0-15 0,0 0-9 0,0 0-5 15,-4 21-8-15,4-4-6 0,-2 1-4 0,4 10-7 16,-6 3-3-16,2-1-3 0,0 1 0 0,4 5-1 16,0-2-6-16,0 10-1 0,0-9 2 0,2-1-2 15,-3-4-1-15,2 1-2 0,-1-2 0 0,2-2-1 0,-3-7 0 0,2 1-3 0,-3-4-4 16,0-5 3-16,1-1 1 0,-1-1-3 0,0-3 1 16,0-1-3-16,1-3 4 0,-2 3 1 0,2-3 3 15,-1 2-2-15,0-5 4 0,3 3 8 0,-3-3 6 16,0 7 4-16,0-7-1 0,0 0-9 0,0 0-37 15,0 0-44-15,-3-15-28 0,2 6-39 0,1-4-45 16,0-3-234-16,0-2-438 0,4-1 194 0</inkml:trace>
  <inkml:trace contextRef="#ctx0" brushRef="#br0" timeOffset="300.02">2348 7146 150 0,'-1'-4'241'16,"-3"1"-9"-16,3 1-14 0,1 2-12 0,-3-5-16 15,3 5-14-15,-1-3-15 0,1 3-19 0,-3-2-14 16,3 2-14-16,0 0-12 0,0 0-11 0,0 0-9 16,12-3-7-16,-2 2-3 0,11 1-13 0,8-2-4 15,9 2 14-15,12-1-11 0,6-2-2 0,3-4-4 0,1 4-1 0,-2 2-7 16,-2-2-4-16,-19 3-4 0,1-3-1 0,-2 1-8 15,-4 0 0-15,-9 2-4 0,-6 0-2 0,-5 0-3 16,1-1 0-16,-4 1-4 0,-4 0-4 16,2 0-4-16,-7 0-14 0,10 0-16 0,-9 3-2 0,-1-3-8 15,0 0-20-15,-15 12-22 0,-2-5-36 0,-2 4-31 16,-7-2-34 0,2 3-231-16,1 2-441 0,5-4 195 0</inkml:trace>
  <inkml:trace contextRef="#ctx0" brushRef="#br0" timeOffset="662.57">2362 7549 154 0,'0'0'248'16,"-5"3"-8"-16,0-2-15 0,5-1-10 0,0 0-8 0,-4 3-9 16,4-3-10-16,0 0-14 0,0 0-16 0,0 0-15 15,-4 1-13-15,4-1-16 0,0 0-8 0,0 0-10 16,18-1-10-16,-5-2-5 0,16 2-7 0,3-6-13 16,7 3-3-16,13-1-4 0,3-4-1 15,-1 4-10-15,-3-1-3 0,-16 3-5 0,0 0-1 0,-7-1-4 16,-6 1-4-16,6 2-6 15,-10-1 0-15,-6 1-1 0,0 1-3 16,-4-2-3-16,-2 2 1 0,1 0-1 0,0-1-1 16,-7 1-4-16,8-1-4 0,-8 1-9 0,6 0-18 15,-6 0-20-15,0 0-21 0,6 1-10 0,-6-1-30 0,0 0-38 16,0 0-47-16,-9 8-65 0,5-5-165 16,1 0-454-16,3-3 202 0</inkml:trace>
  <inkml:trace contextRef="#ctx0" brushRef="#br0" timeOffset="1000.43">3392 7495 55 0,'-4'-5'449'0,"4"1"-4"16,0 4-14-16,-1-4-24 0,1 4-19 0,-1-4-31 15,1 4-34-15,0 0-28 0,0 0-33 0,0-5-28 16,0 5-26-16,0 0-30 0,0 0-13 0,0 0-28 16,0 0-12-16,0 0-31 0,0 0-21 0,0 0-23 15,0 0-5-15,0 0-3 0,6 12-5 16,-6-7-21-16,1 2 19 0,1 3-4 0,0 1-6 0,2-5-2 0,-4 6-6 0,1-4-12 0,2 4-16 0,-3-3-11 16,0 0-12-16,0-1-7 0,1-3-17 15,1 3-17-15,-2-3-22 0,2 2-19 0,-4-3-26 16,2-4-11-16,0 6-12 0,0-2-3 0,0-4 8 15,-2 4-67-15,2-4-74 0,0 0-230 0,-11-12-575 16,4 3 256-16</inkml:trace>
  <inkml:trace contextRef="#ctx0" brushRef="#br0" timeOffset="1147.76">3333 7300 284 0,'0'-4'335'0,"-1"-1"-11"0,0 0-13 0,1 1-18 15,0 4-24-15,0-5-10 0,0 5-40 0,-2-7-3 0,2 7-44 16,0 0-26-16,0-3-40 0,0 3-53 0,0 0-53 16,0 0-38-16,0 0-51 0,0 0-61 0,17 6-66 15,-8-2-200-15,-3 1-451 0,2-2 200 0</inkml:trace>
  <inkml:trace contextRef="#ctx0" brushRef="#br0" timeOffset="2202.01">3673 7425 125 0,'0'4'374'0,"0"-4"-34"0,0 0-32 16,0 0-34-16,0 0-16 0,0 0-31 0,0 0-25 15,4 3-21-15,-4-3-20 0,0 0-19 0,0 0-20 16,0 0-11-16,0 5-16 0,0-1-11 0,0 1-6 16,-1 1-7-16,1 0-6 0,1 4-5 0,-2 1-10 0,1 0-7 15,0 2 4-15,-3 0-9 0,3-2-8 0,0 1-2 0,3-2 0 16,-3-1 0-16,0-2 1 0,0-2-6 0,0 2-3 16,0-5 3-16,1 4-3 0,-1-6 8 0,0 6 42 15,0-6 40-15,3 3 32 0,-3-3 29 0,0 0 23 16,0 0-8-16,0 0-19 0,10-11-21 0,-3 3-16 15,0-2-12-15,2-3-12 0,1 0-13 0,3-5-14 16,-3 3-8-16,2-1-7 0,-2 4-10 0,0 0-9 0,-1 2-2 0,-4 3-8 31,-1 2-5-31,0-2-6 0,0 2-7 0,-2 2-17 16,3 1-25-16,-5-1-9 0,0 3-19 0,0 0-27 16,4-4-23-16,-4 4-16 0,0 0 14 0,6 7 9 15,-2-2 9-15,0 0 11 0,4 3-5 0,-2 1 10 0,3 1-3 0,1 1-1 0,3 2-6 0,1 1-3 31,10 0 9-31,2-2 1 0,1 1-9 0,2-1-2 0,4-5-7 0,2-2-2 16,1 0-3-16,1-5 3 0,4 2 8 0,-4-6 9 16,1-3 6-16,2 2 8 0,-2-2 5 0,-2-2 8 15,-4-2 9-15,-4 3 6 0,-3-2 14 0,-7 2 13 16,-1 0 27-16,-5 1 24 0,0 2 20 0,-3-3 26 16,0 3-3-16,-5 0 13 0,0 1 2 0,1-2-14 15,-5 1-5-15,0 5-14 0,-5-6-20 0,-3 2 2 0,-1 0-13 16,-6 4-6-16,-2-1-5 0,-4 2-7 0,-8 3-15 0,8 1 1 15,0 0-9-15,-4 3-13 0,6 1-8 0,2 2-21 16,-1 0-10-16,5 2-3 0,-2-1-9 16,6 2-4-16,0-1 1 0,1 3-2 0,5-3 8 15,1-1 5-15,4 1 5 0,1-2 5 0,7 1 2 16,2 1 7-16,2-4 0 16,4 0 0-16,1-5 3 0,4-1-3 0,6-3 9 15,-7-3 1-15,6-3 4 0,-2-3 11 0,-6-1 11 16,2-4 17-16,1-1 15 0,-1-5 16 0,-8-1 14 15,4 2 12-15,-5-6 7 0,-1-1 16 0,-4-1 9 16,0-5-2-16,-3-1 15 0,-1-3 2 0,-2-13 7 16,-2 13 16-16,-1 0 10 0,0 0 8 0,-1 5 7 15,-1 0 15-15,0 3 1 0,0 4 8 0,1 6-4 0,-1 1-1 0,2 3-5 16,0 7-1-16,1-2-13 16,-2 2-20-16,2 1-13 0,0 1-18 0,0 2-18 0,0-1-28 0,0 4-22 0,-2-4-42 15,2 4-46-15,0 0-55 0,0 0-12 0,0 0 12 16,-4 14 9-16,1-2 8 0,2 6 5 0,-1 8 12 15,-3 2 6-15,3 2 7 0,-1 1 3 0,3 0 6 0,-4 3 6 16,2-4 2-16,2-1 5 0,-1-1 0 0,4 0 5 16,-2-2 2-16,-1 0 4 0,4-6 1 0,-3 3-7 15,3-3 13-15,0-3 2 0,1 0 3 0,-1 0 1 16,-2-6 3-16,1 0 0 0,-1 3 0 0,1-5 0 16,-1 2 2-16,0-6 0 0,-1 4 1 0,2-4 0 15,-2 2 2-15,1 0 0 0,0-1-4 0,-2-2 3 16,1 1 1-16,1-1-2 15,-2 1-1-15,2-1 3 0,-2 1 0 16,1 1-2-16,-1-2 0 0,1 0 1 0,-1 0 1 0,2 1 1 16,-1 0 5-16,-1-5-3 0,1 4-7 0,0-1 8 15,-1-3 1-15,0 0 6 0,3 5 7 0,-3-5 2 16,5 0 5-16,8-1 3 0,0-3-7 16,16-6 3-16,22-5-24 0,3-1-62 0,3-4-120 0,0-2-166 15,0 1-543-15,-3-4-960 0,-8 3 426 0</inkml:trace>
  <inkml:trace contextRef="#ctx0" brushRef="#br0" timeOffset="6054.57">6824 7159 86 0,'0'0'189'0,"-5"-2"-14"0,5 2-5 0,0 0-8 0,-5-2-18 16,5 2-6-16,-4-2-13 0,4 2-13 0,0 0-7 16,0 0-12-16,0 0-11 0,0 0-8 0,0 0-9 15,0 0-7-15,0 0-10 0,0 0 4 0,0 0-12 16,0 0-6-16,0 0 1 0,0 0-4 0,0 0-2 16,0 0-2-16,0 0-1 0,0 0-3 0,13-4-4 15,-6 1-2-15,3-2 0 16,2 1-3-16,1-1-2 0,1 1-1 0,3-3-3 15,-3 3 2-15,0-6-3 0,-1 3-1 0,-3 1 6 16,3-4-2-16,-3 3-1 0,3 0 2 0,-4-1 3 16,0-1 9-16,0 1 6 0,-3 1 5 0,1-3 5 15,-1 6 0-15,-2-3 3 0,-2 3-4 0,1-1 2 16,-2-1-2-16,-1 0 2 0,-1 4-11 0,-3-1-2 16,-1 0-6-16,-5 1-1 0,-1 0-3 0,-8 2-6 0,0 4 0 0,-8 4 9 15,-2 1-14-15,-4 2-1 0,1 6 4 0,-3 1-6 16,-10 5 2-16,3 3-2 0,-1 3-3 0,3 3-1 15,2-3 0-15,11-4-3 0,1 0 6 0,4 2-4 16,1-2 1-16,6 0 0 0,-2-2 3 0,11-3-1 16,2-2 1-16,4 0 1 0,4-2 4 0,2 0 2 15,7-3 1-15,11 0 7 0,2 0-2 0,9-5 0 0,15 1-5 0,4-5 4 16,2-3-1-16,3-4 1 0,-3 2-2 0,0-2-2 16,-3-1-1-16,-14 4 1 0,-4-3-4 0,-2 1-1 15,-5-1 2-15,-7 1-4 0,-6 1 0 16,-3-1 3-16,-5 2-3 0,2-1 5 0,-2 0 11 0,-2 1 14 31,-5 0 22-31,10 0-9 0,-10 0 0 0,8-2-3 16,-8 2-7-16,0 0 1 0,0 0-6 0,0 0 0 0,0 0-12 15,0 0 6-15,0 0-10 0,0 0-15 0,0 0-16 16,-21 4-17-16,16-3-28 0,0 0-29 0,0 2-37 0,-3-2-28 16,8-1-55-16,-9 1-257 0,9-1-505 15,0 0 224-15</inkml:trace>
  <inkml:trace contextRef="#ctx0" brushRef="#br0" timeOffset="6756.13">7567 7095 126 0,'-3'-6'255'0,"2"1"-9"16,1 0-6-16,-3 0-7 0,2 2-13 0,1 3-9 15,0-5-10-15,-1 1-22 0,1 4-14 0,-3-5-16 16,3 5-19-16,0 0-17 0,0 0-13 0,0-4-17 0,0 4-31 15,0 0-7-15,0 0-5 0,0 0-4 0,-5 17-6 0,4-5-2 16,-3 4-4-16,0 1-2 0,3 2-2 0,-4 8-8 16,1-3 5-16,-2 2 0 0,3 1-2 0,0-8-4 15,0-1 8-15,1 1-8 0,0-5 0 0,1 0-1 16,-1-1-1-16,1-2 1 0,1-1-2 0,-2 1-1 16,2-7 1-16,0 2-6 0,-2 0 8 0,2 0-3 15,-1-5 3-15,1-1 1 16,0 6-1-16,-1-3 7 0,1-3 4 0,0 0 0 15,0 4-5-15,0-4-1 0,0 0 3 0,0 0-2 16,0 0-19-16,0 0-46 0,0 0-24 0,0 0-27 16,0 0-33-16,0 0-37 0,-8-13-47 0,5 9-207 15,-1-1-459-15,3-2 203 0</inkml:trace>
  <inkml:trace contextRef="#ctx0" brushRef="#br0" timeOffset="7156.86">7459 7008 64 0,'-1'-3'220'0,"1"3"-15"15,-4-2-21-15,4 2-21 0,0 0-19 0,-5-3-12 16,5 3-14-16,0 0-17 0,0 0-2 0,0 0-13 15,22 8-9-15,-4-3-11 0,-1 2-7 0,9 6-2 16,1-1-11-16,0 0 2 0,1 5-6 0,1 0-2 16,-2 3-9-16,-1-2-3 0,0 2-3 15,-5 1 0-15,2-1-5 0,-5 1-3 0,-4 1-7 0,-2-5 3 16,-6-2-1-16,-1 2-2 0,-5-4-1 0,-5 3 5 16,0-2 3-16,-8 1-1 0,-10 2 1 0,0-2 5 15,-5 2 0-15,0-7 2 0,-2-1 4 0,1 3 3 16,-3-4 0-16,4 0 3 0,0 0-1 0,6-3-1 15,3-4-1-15,2 3-4 0,3-2-3 0,3 0-2 0,3 1-2 0,1-1 1 0,1-2-3 16,1 1-3-16,5-1-1 0,-7 2 5 0,7-2-8 16,0 0-14-16,-7 0-5 0,7 0-21 0,0 0-30 15,0 0-36-15,21-5-42 0,-7 0-49 0,-3 1-178 16,6-2-392-16,0-1 174 0</inkml:trace>
  <inkml:trace contextRef="#ctx0" brushRef="#br0" timeOffset="7596.02">8103 7124 84 0,'0'0'327'0,"3"-4"-20"0,-2 1-28 0,-1 3-26 0,0 0-30 15,0 0-21-15,4-2-23 0,-4 2-20 0,0 0-18 0,0 0-19 16,0 0-11-16,0 0-15 0,5 9-12 0,-3-1-6 15,1 2-9-15,-1 2-7 0,3 5-3 0,-4 0-11 16,3 2-3-16,-2-2 0 0,1 3-6 0,-2-2-5 16,3-1-1-16,-3 0-4 0,2 0-4 0,-3-5-4 15,1 1 1-15,-1-2-4 16,0-3 1-16,0 2-2 0,0-5-4 0,0 1 7 16,-1 1 5-16,2-3 12 0,-2-2 16 15,1 3 21-15,0-5 27 0,0 6 12 0,0-6-9 0,0 0-8 16,-12-8-9-16,7 3-2 0,-1-2 10 0,0-4 1 15,-2 0 8-15,0-4-11 0,3-2 3 0,-4-9-11 16,2-1-7-16,1-3-8 0,0 0-8 16,5 2-6-16,-1 2-2 0,5-1-7 0,-3 1-4 0,4 8-4 0,0 2-5 0,1-1-3 15,0 0-6-15,4 2-1 0,1 1 0 0,3-1-10 16,3 3-6-16,2 2-1 0,0 1-2 16,4 0-21-16,6-2-25 0,0 4-22 0,-7 3-28 15,8 1-24-15,-7 3-30 0,6-2-25 0,-7 5-26 0,0-1-34 16,-2 2-29-16,-4-2-41 0,-3 3-301 0,-3 0-650 15,-4-1 288 1</inkml:trace>
  <inkml:trace contextRef="#ctx0" brushRef="#br0" timeOffset="7796.23">8147 7256 205 0,'-4'1'219'0,"2"3"7"0,-1-2-2 16,3-2-6-16,-4 4-17 0,4-4-10 0,0 0-5 16,9 3-9-16,1-3-17 0,12 0-11 0,6-3-19 15,13 1-9-15,14-6-12 0,8 1-31 0,4-2-41 16,24 1-65-16,-31-1-78 0,4 3-110 0,-5-5-165 16,-5 5-411-16,-5-5 182 0</inkml:trace>
  <inkml:trace contextRef="#ctx0" brushRef="#br0" timeOffset="8475.57">10126 7117 126 0,'-3'-2'237'0,"1"-2"-9"0,2 4-16 0,-4-5-18 15,3 2-20-15,1 3-14 0,-4-4-17 0,4 4-13 16,-9 0-8-16,3 0-14 0,6 0-13 0,-12 4-6 0,3 0-10 16,2 2-8-16,-6 1-10 0,3 2-4 0,-4 3-2 15,1 0-12-15,0 1-4 0,-1 3-3 0,4-3-1 16,1 2-7-16,-4-1-5 0,4 0-1 0,4-3-10 16,-1 0-1-16,2-1 3 0,1-1-5 0,2 2 6 0,2-5-2 0,2 2 12 15,2-1 10-15,4-1 12 0,1-1 2 16,3-3 0-1,5-2 4-15,1 0-4 0,2-2 10 0,-1-3-1 0,-1 1 3 16,-1-4 6-16,-1-1 10 0,-2 0 3 0,2 0-4 16,-5-4-8-16,2-2-2 0,-2 1-10 0,-7-3-7 15,4 0-6-15,-5-1-1 0,-3-1-4 16,-1 0-3-16,-4 2-2 0,4 3-9 0,-5-2-11 0,-4 1-1 16,4 2-8-16,0 4-6 0,-8-1-3 0,3 3 1 15,0 0-16-15,-2 2-9 0,-1-1-14 0,2 2-13 16,-3 1-17-16,4 0-20 0,1 1-33 0,0 2-27 15,2 0-35-15,7 0-14 0,-6 1-41 0,6-1-203 0,0 0-482 16,0 0 213-16</inkml:trace>
  <inkml:trace contextRef="#ctx0" brushRef="#br0" timeOffset="8914.12">10369 6849 49 0,'0'-3'288'0,"0"-1"-14"16,0 4-23-16,1-6-24 0,-1 6-21 0,0-4-26 16,0 4-22-16,3-3-20 0,-3 3-14 0,0 0-15 15,0 0-10-15,-3 17-9 0,3-5-14 0,-1 3-2 16,-4 2-12-16,5 13-1 0,-4-2-10 0,3 2-5 16,-3 0-3-16,4 2-6 0,-3 0-1 0,2 2-4 15,-1-3-4-15,0-1-2 0,4-2-3 0,-2-1 1 16,0 0-2-16,2-9-4 0,-2 0 2 0,1-3-4 0,-1-2 1 0,3-2-1 15,1 0 0-15,-4-4-1 0,3 0 1 0,-3-3 3 16,2 0 6-16,-2-1 9 0,1 3 21 0,3-3 27 16,-4-3 15-16,0 2 23 15,0-2-4-15,0 0-13 0,0 0-8 0,9-9 4 16,-9 4-19-16,5-3-14 0,-1-2-3 0,-4-1-22 0,4-2-13 16,-4-3-8-16,0 3-6 0,-4-3-6 0,0 6-2 0,-1-6 2 0,1 5-6 0,-5-1 7 15,4 2 0-15,0 1 5 0,-1 0 4 0,3 5 12 31,-1-1-19-31,-1 0 13 0,1 1-3 0,3 1-5 0,-3 1-6 16,4 2 1-16,-2-4-9 0,2 4-5 0,0 0 9 16,7-3-14-16,6 1-1 0,5 0-20 15,16 0-27-15,6 0-37 0,15-4-41 0,4 3-57 16,-4-2-70-16,-2-4-330 0,-1 0-641 0,-4-1 283 0</inkml:trace>
  <inkml:trace contextRef="#ctx0" brushRef="#br0" timeOffset="9478.1">11743 6903 146 0,'-3'-2'273'0,"3"2"-16"16,0-4-27-1,0 4-20-15,0 0-23 0,-2-5-21 0,2 5-19 16,0 0-15-16,0 0-14 0,0 0-11 0,0 0-12 15,0 0-12-15,15 10-10 0,-7-5-6 0,4 4-7 16,1-1 2-16,5 4-10 0,-2-2 0 0,3 2-9 16,4 2-1-16,-7-2-3 0,7 3-5 0,-4-4-4 15,-2 0 4-15,-3-4-7 0,0 3-5 0,-3-5 0 0,-3 3-14 16,-1-6 1-16,-1 1 2 0,-1 0 3 0,0-3-3 0,-1 5-1 16,1-4-3-16,-2 2 4 0,-3-3 0 0,4 2-3 15,-4-2 4-15,3 1-5 0,-3-1-4 0,0 0-39 16,0 0-53-16,0 0-34 0,0 0-26 0,0-9-58 0,0 4-181 15,0 5-421-15,2-5 186 0</inkml:trace>
  <inkml:trace contextRef="#ctx0" brushRef="#br0" timeOffset="9716.53">12378 6878 217 0,'0'-6'269'0,"0"6"-26"16,0 0-24-16,0 0-21 0,-3-4-23 0,3 4-18 15,-6-2-19-15,6 2-15 0,-13 5-11 0,4 1-12 16,-1 2-10-16,-4 2-8 0,-4 2-10 0,-4 3-11 16,2 2-14-16,-1 1-18 0,0 2-18 0,0-2-23 15,2 0-20-15,1 1-18 0,3-6-16 0,2 1-20 16,0-1-21-16,4 1-22 0,4-4-38 0,-3 1-116 0,2-3-306 0,2 1 136 15</inkml:trace>
  <inkml:trace contextRef="#ctx0" brushRef="#br0" timeOffset="10101.81">12076 7082 131 0,'0'0'322'0,"0"-5"-7"0,0 5-14 15,-2-5 0-15,2 5-28 0,0 0-17 0,-2-2-16 0,2 2-18 16,0 0-16-16,0 0-24 0,0 0-26 0,0 0-10 16,0 0-19-16,0 0-13 0,0 0-22 0,0 0-17 15,0 0-9-15,0 0-5 0,0 0-9 16,2 19-2-16,-2-9-2 0,-2 3-9 0,2 4 11 0,-1 3-23 0,-2 5-2 16,2 3 5-16,-2-1-10 0,1 0 7 0,1-1-3 15,0-3-7-15,-1-4-6 0,2 0 1 0,2-1 3 16,-1 3-7-16,2-5 1 0,0-6 3 0,-3 4-2 0,4-3 0 15,-3 1 2-15,-1-4-4 0,2 0-5 0,-2-2 0 16,2 0 2-16,-2-1 5 0,0-2-3 16,0 0-4-16,2 1 5 0,0-2 1 0,-2-2 0 0,0 6-2 0,0-6 6 0,1 3 3 15,-1-3-8-15,0 0 1 0,0 0 2 16,0 3-2-16,0-3-1 16,0 0 0-16,0 0-7 0,0 0 1 15,0 0-13-15,0 0-11 0,0 0-18 0,0 0-18 0,2 4-16 16,-2-4-19-16,0 0-25 0,0 0-33 0,0 0-84 15,0 0-105-15,2-11-179 0,2 8-561 0,1-1 249 16</inkml:trace>
  <inkml:trace contextRef="#ctx0" brushRef="#br0" timeOffset="12553.27">12840 7240 150 0,'0'0'193'16,"0"0"-16"-16,-6 0-9 0,6 0-17 0,0 0-10 15,0 0-8-15,0 0-9 0,0 0-7 0,0 0-4 16,0 0-4-16,0 0-7 0,0 0-4 0,0 0 3 0,0 0-5 0,0 0-1 16,0 0-7-16,-5-2 0 0,5 2-12 0,0 0-3 15,0 0-10-15,0 0-2 0,14-6-12 0,-4 5-2 16,7-6-5-16,4 4-5 0,8-7 0 15,5 5-9-15,2-1-5 0,1-4 4 0,3 5-5 0,9-3-1 16,-14 3-3-16,2 1-3 0,-4-1-8 0,-6 3-9 16,-5 0-11-16,-2 0-22 15,-2 0-27-15,-6 2-32 0,-1 0-17 16,-4 1-31-16,0-1-16 0,-7 0-10 0,5 3-184 0,-5-3-379 16,0 0 168-16</inkml:trace>
  <inkml:trace contextRef="#ctx0" brushRef="#br0" timeOffset="12907.84">13046 7328 19 0,'-5'3'218'0,"-1"-2"2"16,1 0-8-16,1 1-10 0,4-2-10 0,-8 1-7 0,8-1-8 16,-4 2-13-16,4-2-16 0,0 0-9 15,0 0-14-15,0 0-12 0,0 0-9 0,17 0-12 16,-3 0-8-16,6-4-7 0,10 1 3 0,0-3-18 16,2 3-7-16,4-3-4 0,-3 3-5 0,2-3-8 0,-5 4-2 15,1-1-5-15,-9 0-1 0,-2 3-3 0,2-3-6 0,-8 2 2 16,-1 1-3-16,-3-1 4 0,3 1-12 0,-8-3-3 15,-5 3-2-15,10 1-9 0,-6-2-10 0,-4 1-1 0,0 0-3 16,0 0-14-16,0 0-14 0,0 0-15 16,0 0-18-16,-28 4-20 0,16-3-12 0,6-1-17 15,-3 0-27-15,1 0-60 0,-1-2-136 0,4 0-378 16,5 2 168-16</inkml:trace>
  <inkml:trace contextRef="#ctx0" brushRef="#br0" timeOffset="13972.25">14429 6915 221 0,'1'-4'230'16,"2"0"-4"-16,-1 3-11 0,-2 1-7 0,1-4-16 15,-1 4-19-15,4-5-19 0,-4 5-17 0,0 0-17 16,0 0-15-16,0 0-14 0,0 0-13 0,0 0-4 16,0 0-7-16,-12 17-6 0,4-9-3 0,0 4-5 15,-6 4-5-15,1 1-6 0,-4 3-2 0,1 1-6 16,-2-1-2-16,4 3 0 16,-4-4-5-16,3 0-2 0,2-2-1 0,2-2-2 15,-3 1-2-15,2-1-1 0,0-2-13 0,1 1-15 16,0-1-26-16,2-3-14 0,0-2-29 0,0 3-21 15,1-4-27-15,2-3-25 0,-1 0-75 0,1-2-118 16,-1-1-372-16,1-1 165 0</inkml:trace>
  <inkml:trace contextRef="#ctx0" brushRef="#br0" timeOffset="14290.21">14094 6999 61 0,'0'-10'305'0,"0"3"-7"0,3 0-16 0,-3 2-19 16,0 0-28-16,1 2-24 0,-1-2-22 0,0 5-23 15,1-4-20-15,-1 4-13 0,8 0-18 0,-8 0-10 16,15 8-14-16,-4 1-9 16,2 3-2-16,10 2-15 0,-2 3 4 0,3 4-7 0,0-2-8 0,-1 2-3 0,4 1-6 15,-5-1-7-15,4 3 2 0,-5-4-2 16,1 1-7-16,-2-2-6 0,-4-3 5 0,-2-5-5 16,0 2-6-16,-3-1 1 0,-2-4-2 0,0-2-1 0,-4 0 3 15,-1-1-6-15,1-1 0 0,-1 0-1 0,0-2-1 16,-2 2 4-16,1-1 1 0,-3-3 1 15,4 1 2-15,-4-1 4 0,1 4-1 0,-1-4 1 16,5 2-2-16,-5-2-5 0,0 0-2 16,0 0-1-16,4 2-10 0,-4-2-4 0,0 0-22 0,0 0-54 15,0 0-36-15,0 0-25 0,-4-14-28 0,4 9-41 16,-4-2-64-16,3-1-182 0,0-2-488 0,1 0 216 16</inkml:trace>
  <inkml:trace contextRef="#ctx0" brushRef="#br0" timeOffset="14812.03">14567 6631 16 0,'1'-5'304'0,"3"-1"-21"0,-2 0-17 0,1 1-28 16,4-1-18-16,-1 5-16 0,0-3-21 0,3 1-20 0,-2 0-20 0,3 3-14 16,0-2-17-16,-2 4-10 0,3 1-14 0,1 1-11 15,-1 1-6-15,-1 3-6 0,-2 0-6 0,2 4-4 16,-1 0-8-16,-4 2-3 0,-1 2-6 0,1-1-6 16,-2 4 2-16,-6-4 0 0,3 2-6 0,-5 2 0 15,1-1-1-15,-4-4-2 0,1 2-4 0,-2-2 2 16,-1-1-4-16,2 2-1 0,-1-5 4 0,4-2-6 15,0-1-1-15,1 1 2 0,-1-5-2 0,3 2-2 16,0 0 4-16,-2-3 14 16,2 2 10-16,2-4 13 0,-3 2 8 0,3-2 17 15,-1 4 0-15,1-4 13 0,0 0-4 0,0 0 2 16,0 0-2-16,0 0-3 0,0 0-4 0,0 0-7 16,0 0-10-16,0 0-11 0,0 0 4 0,22-5-8 15,-2 2-7-15,12-1-4 0,6-4-5 0,15 3-6 16,-12-2-1-16,7-1-2 0,-7 2 1 0,-1 1 0 15,-4 1-1-15,-1 4-11 0,-3-3 5 0,-1-3-3 0,-11 4-5 0,2-2 6 16,-9 3-7-16,1-1 4 0,-4 2-6 0,-1-2 5 16,-1 4 18-16,-3-4 7 0,-5 2 2 0,9 0-5 15,-4-3 2-15,-5 3-7 0,5 0-1 0,-5 0-14 16,0 0-28-16,8-1-39 0,-8 1-62 0,0 0-50 16,0 0-66-16,3 4-57 0,-3-4-62 0,0 0-298 15,0 0-702-15,0 0 311 0</inkml:trace>
  <inkml:trace contextRef="#ctx0" brushRef="#br0" timeOffset="15529.65">15308 7347 21 0,'0'0'398'0,"0"0"-3"16,1 4-12-16,-1-4-8 0,0 0-19 0,0 0-28 16,0 0-29-16,0 0-32 0,0 0-43 0,0 0-52 0,0 0-82 0,0 0-96 15,0 0-124-15,0 0-399 0,0 0-573 0,0 0 254 16</inkml:trace>
  <inkml:trace contextRef="#ctx0" brushRef="#br0" timeOffset="45499.5">3301 9650 30 0,'0'0'103'0,"-2"-4"-5"0,2 4-18 0,0 0 14 15,0-5-1-15,0 5-1 0,0 0-15 0,0 0-7 0,-2-5 2 16,2 5 2-16,-2-3-5 0,2 3-3 0,0 0 0 16,2-8-2-16,-2 8 0 0,0-4 8 0,0 4 3 0,0-4-6 15,0 4 9-15,0-7 1 0,-2 2-8 0,2 5 1 16,0-7-4-16,0 2 2 0,0 0 4 0,0 5-4 0,0-6-3 15,0 2-3-15,0 4-3 0,0-6 6 16,0 6-8-16,0-7-5 0,0 7-1 0,0 0-11 16,0-4-9-16,0 4-19 0,0 0-21 0,0 0-8 15,0 0-4-15,0 0 2 16,2 22-2-16,-2-7 7 0,-2 4-1 0,2 7 0 16,-4 2 3-16,3 2 1 0,1 1 1 0,0 2-3 0,-1 3 1 0,1-5-6 15,0 1 10-15,1-2-2 0,0-2 4 0,1 4 0 16,-2-5-9-16,2-7 11 0,-2 0 0 0,4-3-2 0,-2 0-3 15,0-7 2-15,-2 2 6 0,1 0-1 16,-1-5-8-16,1 0 13 0,1-2-7 0,-2-2 6 16,0 1-6-16,0-1 4 0,0-3 12 0,0 7 9 15,1-5 2-15,-1-2 5 0,0 5 3 0,0-5 2 16,0 3 1-16,0-3 0 0,0 0 2 0,0 0-3 16,0 0-4-16,0 0 2 0,0 0-3 0,0 0-6 15,0 0-1-15,0 5-2 0,0-5 1 0,0 0-2 16,0 0-2-16,0 0-5 0,0 0 2 0,0 0-19 15,0 0-48-15,0 0-43 0,0 0-20 0,-7-13-13 0,6 8-28 0,-2 0-36 16,1-2-159-16,-2-3-379 0,2-1 167 0</inkml:trace>
  <inkml:trace contextRef="#ctx0" brushRef="#br0" timeOffset="46047.31">3230 9482 42 0,'0'0'141'15,"-4"-6"11"-15,4 2-5 0,0 4-6 0,0 0-6 16,-1-3-10-16,1 3-12 0,0 0-4 0,0 0-11 16,-3-3-9-16,3 3-14 0,0 0-2 0,0 0-7 15,4-4-3-15,5 4-8 16,-9 0-3-16,18 0 2 0,-5 0-7 0,5 2-6 16,1 1-4-16,1-1 0 0,8 3 1 0,2 4-7 15,-1 0 0-15,-1 2-5 0,3 0-2 0,-4 2-1 16,-3 0-2-16,0 3 1 0,-7-4-5 0,-2 3-1 15,-1 0-3-15,-1-3-2 0,-5 0-6 0,-2 2 1 16,-6-1-3-16,0-1 7 0,-5 3-7 0,-5 1 4 16,-9 2 1-16,-3-2-1 0,-5 1 1 0,-2 0-6 0,2-3 5 0,-3-1-6 15,2 0 2-15,1-4 2 0,3 0-3 16,2 0 0-16,4-4 2 0,1 0-1 0,0 1 1 0,3-2 0 16,5-1 5-16,3-1-10 0,-3 0 6 0,5 0-3 15,-1-1 4-15,5-1 5 0,-8 4 3 0,4-4 0 16,4 0 3-16,0 0 0 0,0 0-4 0,-7 0 0 15,7 0-2-15,0 0 0 0,0 0-2 0,0 0-1 0,-4 3 1 16,4-3-1-16,0 0-1 0,0 0-8 0,0 0 6 16,0 0-10-16,-7 1-20 0,7-1-29 0,0 0-25 15,0 0 3-15,0 0-3 0,0 0-33 0,8 7-41 16,-8-7-158-16,4 2-336 0,-4-2 149 0</inkml:trace>
  <inkml:trace contextRef="#ctx0" brushRef="#br0" timeOffset="48137.48">3588 9993 84 0,'0'0'155'0,"0"-5"-7"15,0 5-9-15,0-5-6 0,0 5-13 0,2-3-10 0,-2-1 0 16,0 4-10-16,2-4-4 0,0 0-5 0,-2 4-9 16,0-3-10-16,0 3-5 0,5-3-9 0,-5 3-7 15,4-3-6-15,-4 3-3 0,0 0-6 0,0 0-2 16,14 6-3-16,-10-3-5 0,1 0-3 0,0 1 1 16,0 1-6-16,3 2-3 0,-3-1 1 0,3 2-3 15,-2 2-2-15,-1-2 3 0,0 1-7 0,3 3 1 16,-3-2 6-16,0 2-5 0,-1 0-3 0,-2-2 3 15,1 0-4-15,-3-3 6 16,0 2-4-16,3-4 2 0,-3 1 3 0,1-1 4 16,-1 0 7-16,0-1 11 0,0-1 9 0,0-3 20 15,0 5 17-15,0-5 23 0,0 4 29 0,0-4 31 16,0 0-1-16,0 0-20 0,0 0-15 0,6-18-13 16,-3 7-12-16,1-1-13 0,-1 0-7 0,4-5-3 15,-3 2-14-15,1-2-4 0,1 0-9 0,-2 6-8 16,2-1 1-16,-2 0-5 0,0 2-6 0,0 0-4 0,0 2-4 15,-2 1-5-15,0 2-10 0,-1 1-17 0,2-1-24 16,-3 2-22-16,0 3-35 0,2-5-36 0,-2 5-39 0,0 0-52 16,-1-4-34-16,1 4-47 0,0 0-177 0,0 0-510 15,0 0 226-15</inkml:trace>
  <inkml:trace contextRef="#ctx0" brushRef="#br0" timeOffset="48839.05">4471 9326 127 0,'0'0'182'0,"0"0"-21"15,0 0-15-15,0 0-16 0,0 0-14 0,-13 13-5 16,0 4-13-16,-2 9-1 0,-8 15-10 0,-4 5-8 16,1 3-11-16,2 3-12 0,1 0-5 15,4 3-2-15,1 3-8 0,4-4-1 0,6 4-3 0,3-3-6 0,5-3-1 0,1 0-3 16,7-3 17-16,6-3-2 0,0-3-1 0,-1-9 6 15,2-1 8 1,6-1-6-16,-3-4-2 0,2-2-2 0,-2-4-4 0,1-1 16 16,-4-6-2-16,-2-3-3 0,0-1-4 15,-3 0-1-15,-2-7-4 0,-3 1-4 0,0-2 12 0,0 3 16 16,-1-3 13-16,0-1 5 0,-2 0 14 0,1 2 0 16,-3-4 1-16,5 3 1 0,-5-3-5 15,4 2 2-15,-4-2-13 0,0 0-12 0,1 5-11 16,-1-5-6-16,0 0-5 0,4 1-4 0,-4-1-3 0,0 0-1 15,0 0-12-15,0 0 3 0,0 0-6 0,0 0-3 0,0 0-1 16,0 0-2-16,0 0-6 0,0 0-4 0,0 0 0 16,0 0-4-16,0 0 0 0,0 0-1 0,0 0-8 15,0 0-3-15,0 0-2 0,0 0-2 0,0 0-5 16,0 0-9-16,0 0-8 0,0 0-4 0,0 0-14 16,0 0-12-16,0 0-71 0,0 0-31 0,0-11-12 15,0 11-8-15,-1-6-5 0,1 4-22 0,0 2-38 16,0-10-180-16,-3 3-464 0,3 3 206 0</inkml:trace>
  <inkml:trace contextRef="#ctx0" brushRef="#br0" timeOffset="50628.49">4716 9726 69 0,'0'-7'176'0,"1"2"-2"0,-1 0-6 0,4-3-4 0,-3 1-3 0,3 2-4 32,-4-1-6-32,1 0-1 0,2 1-4 0,-3 0-8 15,1-1-4-15,2 3-2 0,-2-2-5 0,-1 2-11 0,0 3-7 16,0-7-13-16,0 7-6 0,0-4-12 0,0 4-10 16,4-3-10-16,-4 3-9 0,0 0-10 0,0 0 0 15,0 0-7-15,8 8-7 0,-7-2 3 0,4 2-7 16,3 2-3-16,-3 0-3 0,0 1-1 0,4 2 6 15,0 0-8-15,0 3-3 0,-4-4-2 0,5-1 2 16,-2 1-1-16,1-4 3 0,-3 2-3 0,2-2-2 0,-3 1 1 0,-1-4-2 16,1-1-3-16,0 1 5 0,-2-2 0 0,-1 1 8 15,-1 0-10-15,-1-4 1 0,5 6 3 0,-3-6-3 16,-2 0-2-16,3 3 1 0,-3-3 3 0,2 3-1 16,-2-3 3-16,0 0 1 0,0 0 0 0,2 2 0 15,-2-2 1-15,0 0-2 0,0 0-2 0,0 0-3 16,0 0 4-1,0 0-23-15,0 0-22 0,0 0-19 0,0 0-14 16,8-5-27-16,-8 5-31 0,5-3-26 0,-1-1-42 0,0 1-217 16,-2-2-445-16,2 0 197 0</inkml:trace>
  <inkml:trace contextRef="#ctx0" brushRef="#br0" timeOffset="50896.52">5163 9595 16 0,'-4'-5'200'0,"4"5"-28"0,-3-3-11 0,3 3-13 16,0 0-18-16,-7 0-15 0,7 0-12 0,-14 6-5 0,5 0-11 16,0 0-7-16,-4 4-12 0,1-1-5 0,-1 6-11 15,-3-1 0-15,3 0-4 0,0 0-11 0,4-1-4 16,-4 3-4-16,3 0-2 0,1-2 3 0,0 0-6 15,0 1-2 1,1-6-4-16,2 2-1 0,-3 0-9 0,4-1-7 16,-3-2-15-16,3 2-7 0,-4-3-28 0,4 0-39 15,1-2-17-15,2 0-41 0,-1-1-90 0,-1 0-256 0,2-3 113 16</inkml:trace>
  <inkml:trace contextRef="#ctx0" brushRef="#br0" timeOffset="51274.67">4932 9821 241 0,'0'0'277'0,"0"0"-12"0,0 0-20 0,0 0-13 16,0 0-22-16,0 0-19 0,0 0-17 0,0 0-23 16,0 0-12-16,0 0-20 0,0 0-17 0,0 0-13 0,0 0-9 15,0 0-9-15,0 14-1 0,2-10-14 0,-2 6 2 16,3 1-15-1,-2 5-5-15,3 10-1 0,-4-4-4 16,0 5-2-16,1-2-5 0,-2 3-6 0,2-4 0 16,2 4 1-16,-2-3-4 0,2-5-2 0,-2-1-3 0,0-1-1 15,2-2 0-15,-3-3-4 0,1-2 0 0,2 0-1 16,-3-3 2-16,0 0 1 0,0-3-3 0,0 1 5 16,1 0 8-16,-1-4-10 0,0 2 1 15,0-4 23-15,0 5 18 0,0-5 6 0,0 6 16 0,0-6-7 0,0 0-9 16,4 2-4-16,-4-2 14 0,0 0-22 0,0 0-12 15,0 4 3-15,0-4-6 0,0 0-1 0,0 0-3 16,0 0-23-16,0 0-38 0,0 0-20 0,0 0-20 0,6-13-26 16,-2 8-24-16,-1 0-36 0,-1-2-33 0,5-3-50 15,-2-1-234-15,1 1-517 0,6-6 228 16</inkml:trace>
  <inkml:trace contextRef="#ctx0" brushRef="#br0" timeOffset="51959.9">5798 9496 219 0,'0'-5'212'0,"0"5"-21"0,4-2-17 0,-4 2-19 16,0 0-17-16,0 0-14 15,0 0-13-15,0 0-14 0,0 0-13 0,-8 14-7 16,2-4-7-16,-5 4-4 0,-5 8-7 16,-3-1-6-16,1 3-4 0,-2 1-9 0,-1-3-3 0,1 4-2 15,2-5-9-15,3 1-2 0,-2-1-1 0,4-8 0 0,3 3-4 16,1-2-4-16,0 1 1 0,2-5-2 16,1-3-4-16,3 0-1 0,-1-2 3 0,0 0 13 15,1-1 18-15,2 1 18 0,-2-2 10 0,0-1 11 0,3-2 8 0,-3 3 5 16,3-3-1-16,-1 4-8 0,1-4-4 15,0 0-9-15,-1 3-5 0,1-3-9 0,0 0-8 16,0 0-4-16,-2 4-10 0,2-4-4 0,0 0-2 16,3 4-4-16,-1 0-4 0,1-2-2 0,3 2-4 0,1 2-4 15,0 1 2-15,2 1-3 0,1 1-4 0,2 3 0 16,2 3 3-16,-4 0-1 0,3-1-2 0,1 0-3 0,-1-2 3 16,2 0-1-16,-1 0 0 0,0 1-2 0,-5-4-1 15,0 0 2-15,1-1-6 0,-2-1 3 0,-3-2 2 16,0 0 0-16,2 0-3 0,-1-2 4 0,-1 1-3 15,-4-1 1-15,2-1-1 0,0 0-2 0,-1 0 4 16,-2-2-1 0,4 3 1-16,-4-3-3 0,4 1 2 0,-4-1 3 0,1 4-6 15,-1-4 1-15,0 0 2 0,0 0-12 0,0 0-8 16,0 0-18-16,0 0-16 0,0 0-22 0,0 0-24 16,0 0-23-16,0 0-17 0,0 0 12 0,-1 5-1 15,1-5-16-15,-4 5-60 0,-2-2-211 0,-1-2-446 16,1 2 197-16</inkml:trace>
  <inkml:trace contextRef="#ctx0" brushRef="#br0" timeOffset="52363.46">5516 10169 20 0,'0'0'184'0,"0"0"-7"16,-4 3-18-16,4-3-11 0,0 0-11 0,0 0-20 15,-1 2-8-15,1-2-15 0,0 0-8 0,0 0-9 16,0 0-5-16,5 7 2 0,-1-4 3 0,1 1-2 16,0 1-1-16,3 0-8 0,3 3-3 0,-1 0-8 15,6 2-2-15,-1-2 9 0,4 1-5 0,-2 3-4 0,1-2-2 16,-2 2-7-16,1-2-2 0,1-1-6 0,-4-1-5 0,-3 0-2 15,1-2-3-15,-3 0-1 0,-1-2-2 16,0 3-4-16,-4-4 0 0,0 0-5 0,1 1 1 16,-1-3 0-16,-1 0 0 0,-1 2 11 0,-2-3 11 15,5 4 0-15,-5-4 11 0,4 3 2 0,-4-3 1 0,0 0 1 16,5 0-5-16,-5 0-8 16,0 0-2-16,1 2-4 0,-1-2-3 0,0 0-4 15,0 0-4-15,0 0-2 0,0 0-11 0,0 0-17 16,0 0-16-16,0 0-28 0,0 0-22 0,0 0-29 15,3 4 4-15,-3-4 0 0,0 4-29 0,0-4-39 16,0 0-218-16,0 0-415 0,0 0 184 0</inkml:trace>
  <inkml:trace contextRef="#ctx0" brushRef="#br0" timeOffset="53947.31">6193 9622 48 0,'-2'-6'232'16,"2"1"-8"-16,2-1-9 0,-2 4-9 0,0-3-10 15,0 0-16-15,0 5-14 0,0-6-15 0,0 6-15 16,0-4-16-16,0 4-12 0,1-5-10 0,-1 5-12 16,0 0-12-16,0 0-8 0,0 0-8 0,0 0-7 15,0 0-3-15,0 0-5 0,8 12-4 0,-4-7-7 0,0 3-6 0,2-1-3 16,-1 2-6-16,3-3-5 0,-3 5 0 0,4-4-1 16,-3 3-3-16,2-4-3 0,-3 2 1 0,3-4-3 15,-3 1 5-15,-1-1-2 0,1 1 2 0,-1-3 1 16,1 0-3-16,0-1 1 0,3-1-1 0,-8 0 2 15,10-3-1-15,-1-2-5 0,-2-1 7 0,1-2 4 16,0 3 7-16,-3-4 3 0,1 1 4 0,2 1 6 0,-2 0 6 0,-2-1 0 16,1 1-5-16,-1 0-1 0,-1 2 4 0,2 0 7 15,-3 0-4-15,1 3-8 0,-2-3 0 0,-1 5-8 16,4-3-2-16,-4 3-11 0,3-3-12 0,-3 3-17 16,0 0-8-16,0 0 4 0,0 0-3 0,3 8 4 15,-1 0 4-15,-2 1-1 0,-2 5 1 0,1 2 0 16,1 3 2-16,0 1 0 15,0 3 0-15,0 4 5 0,0 1 3 0,0-1-1 16,0-2 4-16,0 1-4 0,1 3 3 16,1 0-1-16,-1-2 0 0,2-1 6 15,-1 1 0-15,-2-3 0 0,0-4-1 0,1-1 0 0,-1 3 0 0,0-5 2 16,0 0 1-16,0 0 0 0,-1-5 2 0,1 0-4 16,-4-2 7-16,2 2-1 0,-1-3-2 0,1 1-1 15,-1-3 2-15,0 0 1 0,1-2 0 0,-2 0 2 0,1 0-5 0,0 0 2 16,0-3 4-16,1 2 2 0,0 0-2 0,0-2 2 15,-1 3 6-15,3-5 2 0,-5 0 1 0,5 0 2 16,0 0-1-16,-10-3 13 0,6-1 15 0,-1-1-5 16,1-3 0-16,-1-1-4 0,1-3 6 0,0-5-1 15,2-3-4-15,0-6-2 0,2-3 1 0,4-3-11 16,1-2 0 0,4-1 0-16,4 1-9 0,8-10 5 0,-6 15-5 15,2 0 11-15,0 3-12 0,0 1 4 0,1 2 9 16,-3 2 3-16,-2 7 2 0,1-1 2 0,-1 2 1 0,-3 2 4 15,-2 1 8-15,1 4-10 0,-2-1 2 0,0 2-9 16,-3 0-5-16,1 2-5 0,-2-2 1 16,0 2-3-16,1 1 1 0,-2 0-11 0,-2 2 1 15,4-3-6-15,-4 3-16 0,4-3-9 0,-4 3-17 0,0 0-28 0,0 0-17 16,1-4-14-16,-1 4-25 0,0 0-20 0,0 0-2 16,0 0 7-16,0 0-5 0,0 0-7 0,0 0-7 15,-5 12-24-15,5-12-30 0,-4 3-47 0,4-3-166 0,0 0-455 16,0 0 202-16</inkml:trace>
  <inkml:trace contextRef="#ctx0" brushRef="#br0" timeOffset="54565.24">6662 9273 159 0,'0'0'207'0,"0"0"-18"0,-4-3-24 16,4 3-16-16,0 0-22 0,0 0-9 0,0 0-13 15,0 0-17-15,9 15-5 0,-4-6-10 16,3 5-12-16,2 3 0 0,7 9-5 16,-3 4-2-16,8 13-7 0,-2 2 0 0,-3 3-3 15,1 0-2-15,-3 4-3 0,-2-4-2 0,-2 1-4 16,-2 3 2-16,-4 0-7 0,-2 1-3 0,-3-3 0 15,-2 0-5-15,-1-4-6 0,-6-8 9 0,2-6-7 16,-3 2 7-16,-4-1 5 0,0-3 12 0,-1-2 2 16,-2 1 3-16,-2-3 3 0,2-5-4 0,2 0 5 15,1-8 4-15,0 0-5 0,1-3 3 0,3 0 2 0,-2-3-10 0,5 0 2 16,0-2-3-16,1-1 0 0,1 0 3 0,2-1 1 16,-1 1 2-16,2-2 4 0,2-2 2 15,-5 4 8-15,5-4 7 0,-3 3-5 0,3-3 8 16,-4 2-8-16,4-2 8 0,-2 3-2 0,2-3-6 0,0 0-4 15,0 0-1-15,0 0 2 0,-5 2-14 16,5-2-1-16,0 0-8 0,0 0-2 0,0 0 1 0,0 0-6 0,0 0-2 31,0 0-8-31,0 0 3 0,0 0-3 0,0 0-5 0,0 0-12 16,0 0-10-16,0 0-8 0,0 0-11 0,0 0-16 16,0 0-14-16,0 0-12 0,0 0-11 0,0 0-31 15,0 0-74-15,0 0-70 0,-3-12-306 0,4 8-603 16,-1-4 267-16</inkml:trace>
  <inkml:trace contextRef="#ctx0" brushRef="#br0" timeOffset="55688.11">7661 9786 180 0,'0'0'183'0,"-7"0"-9"0,7 0-8 16,0 0-7-16,0 0-11 0,-5 0-12 0,5 0-10 16,0 0-13-16,0 0-8 0,0 0-12 0,0 0-10 15,0 0-8-15,0 0-8 0,0 0-3 0,0 0-11 0,0 0-4 0,0 0-5 16,0 0-2-16,0 0-2 0,0 0 9 0,0 0-5 16,0 0 7-16,0 0-7 0,0 0-1 0,0 0-4 15,0 0-3-15,0 0-2 0,0 0-7 0,0 0 0 16,0 0-7-16,0 0 2 0,0 0-1 0,0 0-5 15,0 0-2-15,0 0-2 0,0 0-1 0,0 0-1 16,0 0-2-16,0 0 2 16,0 0-2-16,0 0-1 0,0 0-2 0,0 0 4 15,0 0-6-15,0 0 1 0,0 0-1 0,0 0 3 16,0 0 1-16,0 0 6 0,0 0 1 0,0 0 0 16,-4-3-3-16,4 3 2 0,0 0 0 0,0 0-2 15,0 0 0-15,21 0 0 0,-6-1 1 0,4 0 2 16,10-2-3-16,0 6 2 0,3-6-1 0,2 1 0 15,-1 0 5-15,0 0-1 0,0 2 5 0,1-3 2 0,-4 3-5 0,1-2 2 16,-8 1 0-16,-3 0 5 0,-3-3-8 0,-4 4-1 16,-6-1-1-16,1 1-1 0,-1 0 0 0,-1 0 3 15,-6 0-6-15,10-3-2 0,-10 3-4 16,5 0-8-16,-5 0-20 0,0 0-20 16,0 0-21-16,0 0-23 0,-23 3-19 0,12 2-27 0,-1-4-41 0,1 0-246 15,-1 3-455-15,2-3 201 0</inkml:trace>
  <inkml:trace contextRef="#ctx0" brushRef="#br0" timeOffset="56166.84">7728 10006 142 0,'0'0'184'0,"-6"0"-5"0,6 0-12 0,-4 3-8 15,4-3-9-15,0 0-13 0,0 0-8 0,0 0-7 0,0 0-11 0,0 0-10 16,-7 1-11-16,7-1-7 0,0 0-10 0,0 0-3 16,0 0-11-16,0 0-1 0,0 0-3 0,0 0-2 15,0 0-2-15,0 0-3 0,0 0-6 0,0 0-3 16,0 0-4-16,0 0-3 0,0 0-4 0,0 0-2 15,0 0-3-15,0 0-3 0,0 0-2 0,0 0-1 16,0 0 2-16,0 0 6 16,0 0 3-16,0 0-5 0,0 0 2 0,0 0-3 15,0 0 1-15,0 0-2 0,0 0-2 0,0 0 1 16,0 0-2-16,21 0 0 0,-14 0 0 0,6-1 4 16,5-1-4-16,5 1-2 0,5 2 3 15,4-2-7-15,0 0 0 0,-1 0 2 0,3-1-5 0,-1 0 2 16,1-1 4-16,-5 3-1 0,6 0 2 0,-14 0-1 15,0-3 2-15,-7 3-3 0,-1-1 13 0,-2 1 4 0,-2-3 3 16,0 3 4-16,-3-1 3 0,-6 1-1 0,11 0 2 0,-8-1-1 16,-3 1-6-16,0 0-6 0,8-1-12 0,-8 1-15 15,0 0-29-15,0 0-37 0,0 0-33 0,0 0-44 16,0 0-62-16,-18 6-273 0,14-5-513 0,-1 2 227 16</inkml:trace>
  <inkml:trace contextRef="#ctx0" brushRef="#br0" timeOffset="57823.5">8856 9453 87 0,'0'0'221'0,"0"-5"-14"0,0 5-18 0,0-5-8 0,0 5-13 15,0 0-9-15,0-6-14 0,0 6-18 0,0 0-15 0,0 0-11 16,0-2-13-16,0 2-12 0,0 0-10 0,0 0-6 16,1 13-9-16,2-4-2 0,-3 3-8 0,0 5 0 15,4 3-3-15,-4 6-10 0,1 3 0 0,3-2-2 16,-4 4-5-16,1 0 1 0,2-3-1 0,-2 3-4 16,3-3-3-16,-2 4 0 0,2-5-2 15,0 0 4-15,1 0-6 0,-1-1 0 16,-1-9-1-16,1 2 2 0,-2-2-2 0,3-3-5 0,-2-1 3 15,-1-2 0-15,1-5 0 0,-2 2-1 0,-1-2 0 16,3-1 4-16,-2 0-2 0,-1-1 1 0,1-1-3 0,-1 0 5 16,0-3 12-16,0 7 5 0,0-7 4 0,1 1-2 15,1 3 0-15,-2-4-2 0,0 0 1 16,0 0-4-16,-2 4-3 0,2-4-5 0,0 0-25 16,0 0-31-16,0 0-44 0,-7-13-43 0,4 3-41 0,-2 2-55 15,0-3-141-15,0-2-392 0,5-4 173 0</inkml:trace>
  <inkml:trace contextRef="#ctx0" brushRef="#br0" timeOffset="58208.14">8846 9372 47 0,'-3'-7'222'0,"2"1"-2"0,0 0-3 15,-2 3-14-15,2-3-17 0,1 1-19 0,0 5-13 16,0-5-22-16,0 5-16 16,0 0-11-16,4-3-9 0,-4 3-11 0,11 1-11 15,-3 1-7-15,2 3-6 0,8 2-9 0,0 1-5 16,0 3-6-16,9 6-5 0,-4 0-3 0,-3 3-3 16,3 1-5-16,-5 3-1 0,-4-2-3 0,4-2 1 15,-8 2-4-15,-2-6 1 0,1 4-2 0,-4-3-3 16,-4-3 5-16,-1 5 3 0,-4-5-3 0,2-3 1 15,-7 1-3-15,0 2 3 0,-4-2-3 0,-5 0-2 0,-1-2-1 0,-3 5 0 16,-2-5-3-16,-1 1 12 0,-1-3-14 0,7-1-2 16,-3 0 0-16,3-3 1 0,6 2-2 0,-5-2 2 15,8-3-3-15,-1 4 0 0,2 0-1 0,2-3-18 16,1 0-17-16,2 1-26 0,-1-3 0 0,2 2-4 16,3-2-9-16,0 0-23 0,9 9-33 0,-4-8-36 15,3 1-197 1,1-1-388-16,-3 1 172 0</inkml:trace>
  <inkml:trace contextRef="#ctx0" brushRef="#br0" timeOffset="58574.41">9141 9868 25 0,'4'3'190'0,"0"-2"-11"0,2 1-9 0,-1 0-12 0,2 0-19 16,-1 3-10-16,-1 0-13 0,4 1-11 0,-3 4-11 16,1-3-8-16,-1 4-4 0,0-4-10 15,0 3-5-15,-4 2-10 16,2-4-3-16,-1 1-7 0,-2-1-2 0,0-2 0 16,-1 1 6-16,0 1 7 0,0-3 0 0,-1-1 5 15,2 1 1-15,-2-2 9 0,1 2 14 0,0-5 18 16,0 7 23-16,0-7 25 0,0 0 7 0,-3 0-19 0,3 0-6 15,0 0 12-15,0 0-26 0,0-21-2 0,0 9-12 16,3-5-12-16,0 0-11 0,2-1-9 16,-1-1-7-16,6 3-9 0,-3-1-8 0,2 0-10 0,1 2-10 0,-1 1-5 15,2 1-9-15,0 1-13 0,2 0-20 0,-4 4-24 16,5-1-25-16,-5 2-25 0,3-1-29 0,-1 3-26 0,1-2-36 16,-1 2-41-16,-1 0-63 0,0-3-218 0,-1 3-546 15,-1-2 242-15</inkml:trace>
  <inkml:trace contextRef="#ctx0" brushRef="#br0" timeOffset="59041.46">10055 9136 104 0,'0'-5'254'15,"-1"-2"-13"-15,1 3-10 0,-2 0-14 0,2 4-24 16,0-6-22-16,-1 2-17 0,1 4-19 0,-4-2-11 16,4 2-16-16,-15 11-10 0,2 2-14 0,-1 7-2 0,-4 6-15 15,-5 4-6-15,-8 13-6 0,2 4-5 0,2 0-10 16,3 1-3-16,0 0-2 0,4 1-7 0,5-4-2 15,4-12-11-15,4 3-1 0,2-3 0 0,1-1-3 16,4-3-2-16,4 1 1 0,4-4-1 0,0 0 0 16,4-2 0-16,1-2 3 0,4-1 1 0,-1-3 3 15,-1-3 15-15,1-3 4 16,2-2 2-16,-3 2-5 0,0-3 7 0,-3-2 1 16,3 0 6-16,-3-1-1 0,-6-1 4 0,3 0-3 15,-4-3 14-15,2 1-6 0,-5-1 7 0,2 1 1 16,1-3 3-16,-1 4 3 0,-4-4 2 0,4 2 1 0,-3 1-13 15,-1-3-9-15,0 0-1 0,6 0-7 0,-6 0-3 16,0 0-4-16,2 4-2 0,-2-4-10 0,0 0-18 16,0 0-8-16,0 0-39 0,0 0-22 0,0 0-25 0,0 0-27 15,0 0-35-15,0 0-34 0,0 0-73 0,4-7-251 16,-4 7-552-16,3-9 245 0</inkml:trace>
  <inkml:trace contextRef="#ctx0" brushRef="#br0" timeOffset="59478.39">10724 9428 15 0,'0'0'260'0,"4"-4"-13"0,-4 4-21 0,2-4-26 16,-2 4-17 0,0 0-25-16,3-2-20 0,-3 2-17 0,0 0-11 15,0 0-11-15,-11 15-7 0,3-8-10 0,-2 8-9 0,-4 1-9 16,-3 2-7-16,-2 4-3 0,0-1-5 0,1 2-5 16,-4-2 1-16,3 1-9 0,1-1-2 0,2-1-8 15,3-5-15-15,0 2-10 0,-4 2-8 0,2-4-19 16,4-2-9-16,-1 0-10 0,2-4-18 0,2 3-16 15,0-7-32-15,2 0-37 0,0 0-171 0,1-3-345 16,1 0 153-16</inkml:trace>
  <inkml:trace contextRef="#ctx0" brushRef="#br0" timeOffset="59776.47">10476 9527 216 0,'0'-5'301'0,"0"1"-13"0,2 0-25 0,-2 4-22 16,2-5-28-16,-2 2-24 0,0 3-22 0,0 0-20 15,4-3-15 1,-4 3-14-16,0 0-9 0,12 12-13 0,-5-4-8 16,4 4-15-16,2 2-5 0,2-2 6 0,5 8-16 15,0-1-8-15,1 0-4 0,-2-2-2 0,0 3-2 16,-1-3-4-16,0 4-3 0,-4-6-8 0,0-2 0 16,-2 0-1-16,-2-1-6 0,0-2 2 0,-2-1-4 15,-2-3-3-15,-1 3 8 0,4-1-9 0,-8-5-1 16,3 3-4-16,-2-4 4 0,1 1-4 0,0 0 8 0,-3-3-10 0,1 3-12 15,-1-3 0-15,4 2 1 16,-4-2 4-16,0 4-6 0,0-4 2 0,0 0-6 0,0 0 0 0,0 0-40 0,0 0-47 16,0 0-28-16,0 0-40 0,-4-14-37 0,3 8-244 15,-2-3-483-15,3-1 214 0</inkml:trace>
  <inkml:trace contextRef="#ctx0" brushRef="#br0" timeOffset="60297.09">10901 9175 59 0,'0'-3'284'0,"2"-2"-10"16,1 0-11-16,-2 1-13 0,0-1-12 0,1 2-18 0,0 1-17 0,-2 2-23 15,3-5-16-15,-3 5-23 0,2-3-14 0,-2 3-18 16,5-3-9-16,-5 3-14 0,9 5-11 0,-3-3-7 16,-1 3-8-16,5 1-4 0,-4 4-6 0,3 2-10 15,-1 2-1-15,-2 1-7 0,1 2-5 0,-1 2 2 0,-3-1-5 16,-1 3-2-16,-2-2-4 0,-4 5 0 15,0-4-2-15,-2-1-5 16,2-1 5-16,-5-2-4 0,4 1 0 0,-3-5 4 16,5-1-6-16,-3-1-6 0,1-3 4 0,2 0-1 15,-1-1-2-15,3-1 4 0,-2-3 9 0,2 5-6 16,-1-4-1-16,2-3 23 0,0 5 13 0,0-5 0 16,-2 2 8-16,2-2-5 0,0 0 2 0,9 0-10 15,-9 0-3-15,18-2 12 0,-7-1-18 0,3 3-4 0,-4-3-4 16,4-1-3-16,-1 1 2 0,5-1-5 0,-1 3-2 0,-3-1 4 15,-4 0-14-15,2 0 5 0,-2-1-1 0,-3 2 1 16,1-3-5-16,-1 4 0 0,1-2 7 0,-3 0-22 16,1 1-16-16,-1-1-24 0,0 1-31 0,-1-1-32 15,-4 2-44-15,9-4-49 0,-4 1-52 0,-3 1-281 16,2 0-580-16,0 1 258 0</inkml:trace>
  <inkml:trace contextRef="#ctx0" brushRef="#br0" timeOffset="60860.49">11796 9238 61 0,'3'-3'262'0,"-1"-1"-3"0,1 0-4 0,-2 2-17 16,2-2-12-16,-3 4-10 0,5-6-19 0,-4 5-18 0,-1 1-19 0,0 0-18 15,4-4-17-15,-4 4-11 0,2-4-16 0,-2 4-19 16,0 0-17-16,0 0-11 0,0 0-5 16,0 0-3-16,-11 17-6 0,0-5-1 0,-3 2 0 15,-2 6-6-15,-8 1-4 0,6 1-2 0,-4 2-2 0,2-4 6 16,-2 1-13-16,4-4-3 0,2 4 0 0,4-8-3 15,1 2-1 1,1-3-2-16,3 0-1 0,-2-3-1 0,4 1 5 16,0-5-6-16,1 0 1 0,3 2 0 0,0-4-2 0,-1 2 1 15,1-1-1-15,1 1 3 0,0 0 1 16,1 0 0-16,4 0 6 0,-1-2 7 0,3 3 1 16,1 1 0-16,2 2 2 0,1-4 3 0,0 2-7 15,6-1 0-15,1 3-1 0,-3-1-5 0,3 1 2 0,0-2-2 16,-4 1-5-16,4-2 2 0,-5 3-1 0,-3-4 0 0,0 2 1 15,1 0-5-15,-4-4 1 16,1 1 13-16,-3 1-10 0,-1-3-5 0,1-1 1 0,-1 2 4 0,0-2-5 0,-2 2 3 16,-2-3 2-16,4 2-3 0,-4-2 0 15,4 3 0-15,-4-3 10 0,0 0-6 0,5 2-7 16,-5-2 1-16,0 0 2 0,0 0-2 0,0 0-3 16,0 0-8-16,5 0-17 0,-5 0-19 0,0 0-27 0,0 0-27 0,0 0-25 15,1 3 9-15,-1-3 3 0,0 0-10 0,-5 9-27 16,1-6-50-16,-1-1-215 0,2 0-447 0,-1 2 198 15</inkml:trace>
  <inkml:trace contextRef="#ctx0" brushRef="#br0" timeOffset="61214.75">11544 9791 115 0,'0'0'208'0,"-7"4"-13"0,7-4-10 16,0 0-27-16,-3 4-9 0,3-4 12 0,0 0-6 0,7 7 0 0,-2-4-11 15,5 3 7-15,0-1-21 0,8 2-3 0,-2 1 5 16,3-1-10-16,8 1-8 0,-2 1-10 0,-3-4-3 16,0 2-10-16,-3 0-12 0,-3-3-7 0,0 0-3 15,-3 0-12-15,-2-1 1 0,-1-1-7 0,-1 1 3 16,-2 2 5-16,-2-4 0 0,1 1 4 0,-2-1 5 15,0 2 4-15,-4-3-1 16,6 1 5-16,-6-1-7 0,0 0-6 0,5 0-7 16,-5 0 0-16,4 3-9 0,-4-3-10 0,0 0 13 15,0 0-21-15,0 0-3 0,0 0-1 0,0 0-8 16,6 1-15-16,-6-1 1 0,0 0-22 0,0 0-18 16,0 0-13-16,0 0-16 0,0 0-11 0,0 0-16 15,0 0-16-15,0 0-50 0,0 0-56 0,8-5-55 16,-7 1-229-16,3 1-540 0,1-3 240 0</inkml:trace>
  <inkml:trace contextRef="#ctx0" brushRef="#br0" timeOffset="62533.97">12288 9231 168 0,'0'0'255'0,"2"-5"-17"0,0 2-16 0,-2 3-10 0,0 0-18 16,2-5-20-16,-2 5-17 0,2-3-14 0,-2 3-15 15,0 0-20-15,0 0-12 0,0 0-4 0,0 0-13 16,0 0-8-16,0 0-7 0,9 11-8 0,-4-6-3 16,0 3-8-16,3 2-9 0,-3 0-6 0,4 1-2 15,0 1-5-15,-3-2 2 0,6 1-4 0,-3-2-3 16,-3 0-1-16,3-3 0 0,-2 3-3 0,0-4 1 0,2 0-2 16,-3-1-1-16,0-1 0 0,-1-2-2 0,2 1 1 0,0-2-2 15,-7 0 1-15,13-6-2 0,-6 0 3 0,1 0 5 16,1-3-2-16,-3-1 11 0,-1 1 3 0,4-1 4 15,1-4 5-15,-6 4 4 0,2-2 5 0,1-1 6 16,-2 5 5-16,-1 0 0 0,-3 1-4 0,3-1-8 16,0 2-7-16,-3 0 4 0,3 1-7 0,-4 0-6 0,0 1 1 0,5-1-7 15,-5 4-9-15,1-3-11 0,-1 4-14 16,3-4-11-16,-3 4-15 0,0 0-1 0,0 0 1 0,0 0 8 16,1 14 0-16,-1-4 4 0,0 1 8 0,0 1-11 15,-1 5 5-15,-2 3 3 0,2 1 0 0,0 4 2 16,-3 3 3-16,4-1 1 0,-1 1 3 15,2 2 2-15,-1 0 1 0,0-1 0 16,0-1 0-16,4 1 3 0,-4-3 2 0,1 2 2 16,-1-2 1-16,-1-6 0 0,1-1 3 0,0-2-1 15,-4 1 0-15,3-1 1 0,1-1-2 0,-7-2 5 16,6 0-2-16,-3-2 0 0,0-1-1 0,1 1 2 16,-3-1 1-16,2-1 1 0,0 0-1 0,-3-2-2 15,1 2 2-15,1-1-1 0,1-4 11 0,-2 4-12 16,0-5-1-16,3 3 5 0,-3-3-5 0,1 1 3 0,1 0-4 0,-1-1-4 15,0-1 5-15,1-1 1 0,1 2-1 0,-1 0 3 16,0-3-1-16,1 2-3 0,3-3 10 0,-7 3-7 16,4-2-4-16,3-1 2 0,-5 4 12 0,5-4-9 15,0 0-1-15,-9-1 0 0,9 1 1 0,0 0-4 16,-9-3 8-16,9 3 21 0,-6-4 0 0,2 3-2 16,0-2 14-1,2-1 5-15,-1-2 9 0,-1 1 0 0,3-2 1 16,-2-2-2-16,2-2 0 0,0-1-13 0,1-5-3 0,0 0 1 15,2-9 2-15,5 2-4 0,2-5-2 0,5 0-2 16,0-2-2-16,1-4-2 0,7-4-7 16,5-2 0-16,-10 11 0 0,4 2 14 0,2-3 4 15,-3 9-2-15,2-4 7 0,0 1-2 0,-3 7-6 0,-5 2-1 16,0 4 7-16,-2 1 0 0,-2 3-1 0,-1 1-13 0,-3 1 6 16,-1 0-6-16,1 1 0 0,-3-1-6 0,1 5 0 15,1-4-2-15,-5 5-4 0,4-3-13 0,-3 0 7 0,-1 3-1 16,4-4-2-16,-4 4-9 0,0 0 0 0,4-3-14 15,-4 3-8-15,0 0-16 0,0 0-16 16,5-2-12-16,-5 2-11 0,0 0-22 0,0 0-23 16,0 0-16-16,0 0-28 15,0 0 0-15,0 0 11 0,0 0-8 0,0 0-11 16,0 0-37-16,0 0-34 0,-4 11-265 0,4-11-550 16,0 0 243-16</inkml:trace>
  <inkml:trace contextRef="#ctx0" brushRef="#br0" timeOffset="64236.83">12840 8926 64 0,'-1'-3'169'0,"1"3"-11"0,0-5-7 0,0 5 0 0,0 0 1 16,0-4-4-16,0 4-5 0,0 0-4 0,0-5-11 15,0 5-11-15,0 0-13 0,0 0-11 0,0 0-9 16,0 0-13-16,0 0-9 0,3-3-6 0,-3 3-10 15,10 7-4-15,0-2-4 0,4 4-5 0,1 4-1 16,6 5-3-16,2 2-1 0,1 5-5 0,3 3-1 16,5 9 0-16,0 6 1 15,0 1-2-15,-7 5-4 0,-4 0 6 0,-2 6-8 16,-5 0-1-16,-5 1-3 0,-4 1 2 0,-5 2-3 16,-4-6 0-16,-5 0 2 0,-2-4-5 0,-4-3-2 15,-1-11 2-15,-2-3 2 0,-2-2 2 0,-11 9-2 16,1-4 5-16,3-8 3 0,0-3-2 0,-2-4 4 15,2 1 8-15,0-3-5 0,4-4 4 0,5-2 1 16,4 0-6-16,-1-6 0 0,3 2-3 0,3-3 0 0,3 0 1 0,-2 0-4 16,4-3-1-16,-1 1-1 0,1-1 2 15,-1 1 16-15,5-3 6 0,-4 5-3 0,3-3 5 16,1-2-2-16,0 0-1 0,-4 3-4 0,4-3-2 0,0 0 1 16,0 0-7-16,-4 2 1 0,4-2-3 0,0 0-2 15,0 0 3-15,0 0-7 0,0 0-2 0,0 0-7 16,0 0-17-1,0 0-18-15,0 0-36 0,0 0-49 0,16-5-59 0,-5-1-73 16,-2 2-201-16,5-1-481 0,3-4 214 0</inkml:trace>
  <inkml:trace contextRef="#ctx0" brushRef="#br0" timeOffset="64938.18">13690 9556 46 0,'0'0'157'0,"0"0"-2"16,0 0-9-16,-6-1-2 0,6 1-4 0,0 0 0 15,-8-1-7-15,8 1 0 0,0 0-2 0,0 0-9 0,0 0-1 16,0 0 2-16,0 0-4 0,0 0-2 16,0 0-8-16,0 0-8 0,0 0-6 0,0 0-7 0,0 0-13 0,0 0-17 15,18-5-5-15,-9 3-6 0,5 2-9 0,6-3 0 16,1 3-2-16,8-1-7 0,2 0-1 0,1-2-4 15,-1 3-4-15,-2-1-2 0,-1 0-1 0,0 1-3 16,-7-2 0-16,-1 2 0 0,-6 0 0 0,-4 0 0 16,3-3-4-16,-8 3 0 0,3 0 2 0,-3 0 4 15,-5 0-4-15,10-1-4 0,-10 1-4 0,4-1-9 16,-4 1-6-16,0 0-12 0,0 0-20 0,0 0-20 0,-18 5-21 0,9-2-35 16,-5-1-25-16,5 2-41 0,-2-1-193 0,-1-1-409 15,5 1 181-15</inkml:trace>
  <inkml:trace contextRef="#ctx0" brushRef="#br0" timeOffset="65239.01">13657 9694 96 0,'-4'0'216'0,"4"0"-13"0,-10 3-15 16,10-3-15-16,0 0-10 0,0 0-9 0,15 2-13 0,-2 0-14 0,9-2-17 16,10 4-7-16,2-3-7 0,3 0-14 0,4 1-7 15,9 0-6-15,-12-2-4 0,-3 3-4 0,-3-3-12 16,-2 1 0-16,-8 0-5 0,-6-1-6 0,-3 2-1 16,-1-2-1-16,-3 0-3 0,0 0-4 0,-4 1 0 15,0-1 0-15,-5 0-2 0,0 0-4 0,0 0-12 16,0 0-18-16,0 0-29 15,0 0-28-15,-29-1-43 0,17 1-69 0,0 0-185 16,1-2-392-16,6 2 174 0</inkml:trace>
  <inkml:trace contextRef="#ctx0" brushRef="#br0" timeOffset="67057.87">15215 9167 16 0,'0'-7'196'0,"-3"2"-3"0,2 0-13 16,0 3-11-16,1-3-22 0,1 0-15 0,-1 5-19 0,-3-3-17 0,3 3-7 0,0 0-10 15,0 0-13-15,-2 19-5 0,3-4 0 0,-2 2-5 0,-2 7-10 16,2 4 0-16,-2 0-6 0,3 5-5 0,4 2 2 16,-1-1-3-16,1 3-6 0,-2-2-9 0,-2 1 0 15,4-1-4-15,-3-2 1 0,2 1 0 0,-3-7-4 16,2 4 0 0,2-7-3-16,-4-4 3 0,0-3-2 0,3 0-3 15,-6-5 1-15,6 1 0 0,-3-2 2 0,0-4-3 16,0-2 8-16,0 2-2 0,1-4 10 0,0 3 4 0,-1-1 8 15,0-2 7-15,1 0 0 0,-1-3-1 0,0 0 0 16,0 6-2-16,0-6-2 0,0 0-5 0,-1 4 3 16,1-4-7-16,0 0-1 0,0 0-2 15,0 0-8-15,0 0-12 0,0 0-25 0,0 0-17 0,-19-10-32 0,17 5-22 16,-1-1-33-16,-1-3-27 0,3 0-41 0,-3-4-132 16,0-3-350-16,4 0 155 0</inkml:trace>
  <inkml:trace contextRef="#ctx0" brushRef="#br0" timeOffset="67389.1">15144 9065 84 0,'-1'-6'200'0,"-2"0"-7"0,2 0-14 0,1 0-17 0,0 3-17 15,-2-1-14-15,2 4-16 0,2-5-12 0,3 3-7 31,3 1-13-31,-8 1-7 0,24 5-5 0,-6 0-9 0,3 1-6 16,4 5-5-16,2 1-3 0,-3 3-3 0,-1-1-3 0,0 7-8 16,0-1 4-16,-4 3-3 0,-2 2-4 0,0 0-5 15,-4-1-6-15,-4 3 2 0,-2-3-5 0,-3-4 1 16,-3-1 3-16,-6 0 0 0,0 0 1 0,-4-2-3 16,-5 5 0-16,-4-3-1 0,0-2 4 0,-5 1-5 15,0-4-3-15,5-5 0 0,-1 1-1 0,-5 2-2 0,5-4-1 16,-2-3-3-16,1 2 3 0,-2 1 0 0,4-3-3 15,-1 1 1-15,2-1-3 0,0 0 3 0,4-1-4 0,1 0 3 16,3 1-6-16,-1-1-20 0,2-2-28 0,2 2-30 16,1 0-34-16,1 0-47 0,1-1-186 0,2-1-372 15,1-2 165-15</inkml:trace>
  <inkml:trace contextRef="#ctx0" brushRef="#br0" timeOffset="68441.86">16177 8919 161 0,'0'-5'192'0,"0"5"-8"0,0 0-19 16,0-5-15-16,0 5-19 0,0 0-16 0,0 0-9 15,0 0-12-15,0 0-13 0,-8 10-10 0,2 3-8 16,-3 2-2-16,-3 11-9 0,-3 4-5 0,-4 14 4 15,-5 6-2-15,3 3-5 0,-2 3-6 0,5 2-3 0,3-1-5 0,3 0-4 16,7-2 0-16,-4-2-6 0,13-4 1 0,1-2 0 16,2-10 20-16,4-3-5 0,3-2 2 0,0-1 8 15,7 0 8-15,-1-4-1 0,-2-1-4 0,4-4 2 16,-2-2-8-16,-6-6-5 0,-1-1-4 0,0-1-3 16,-3-4-3-16,-3-2 2 0,0 3-4 0,-2-6 1 0,-1 2 12 0,-1-2 16 15,1-1 10-15,-1 0 12 0,0 1 6 0,-3-3 3 16,4 0-1-16,-4 0-5 0,2 4-4 0,-2-4-10 15,0 0-4-15,4 2-7 0,-4-2-7 0,1 4-2 16,-1-4-4-16,0 0-9 0,0 0-3 0,0 0-2 16,0 0-13-16,4 2-5 0,-4-2-11 0,0 0-13 15,0 0-14-15,0 0-17 0,0 0-17 0,0 0-14 0,0 0-20 16,0 0-18 0,0 0-20-16,0 0-33 0,0 0-80 0,0 0-213 15,-11-8-497-15,7 4 219 0</inkml:trace>
  <inkml:trace contextRef="#ctx0" brushRef="#br0" timeOffset="69463.28">16515 9508 157 0,'-6'1'167'0,"-3"-1"-10"15,4 0-9-15,5 0-3 0,-9 1-3 0,9-1-15 16,-5 1-13-16,5-1-7 0,0 0-5 0,0 0-4 16,-5 2 1-16,5-2-2 0,0 0-5 0,0 0-2 0,0 0-4 15,0 0-1-15,0 0-7 0,0 0-2 0,0 0-2 16,0 0-1-16,0 0-4 0,0 0-5 0,0 0-5 15,0 0-2-15,0 0-9 0,0 0-3 0,19-3-6 0,-19 3-4 16,0 0-1-16,0 0-4 0,0 0 0 16,0 0-7-16,0 0 2 0,0 0-9 0,0 0-2 15,0 0 0-15,0 0-1 0,0 0-3 0,0 0-1 0,0 0 1 0,0 0 0 16,0 0-3-16,0 0-2 0,0 0-6 0,0 0 3 16,0 0 4-16,0 0 4 0,0 0-1 0,0 0 0 15,0 0-4-15,0 0 3 0,0 0 1 0,0 0-1 16,0 0-1-16,0 0-4 0,0 0-1 0,0 0 0 15,0 0 1-15,0 0-2 0,0 0 0 0,0 0 1 16,0 0-1-16,0 0 0 16,0 0 2-16,5 4-2 0,-5-4 2 0,0 0 1 15,0 0 1-15,0 0 10 0,0 0 6 0,0 0 4 16,0 0-3-16,0 0 2 0,0 0 2 0,0 0-3 0,0 0 0 16,0 0 0-16,0 0-4 0,0 0 0 15,0 0-3-15,0 0-3 0,0 0-2 0,0 0 1 16,0 0 10-16,0 0-13 0,0 0-1 0,0 0-2 15,0 0-1-15,0 0-2 0,0 0 7 0,0 0-9 0,0 0-1 0,0 0 4 16,0 0 1-16,0 0-2 0,0 0 1 0,0 0-2 16,0 0-3-16,0 0 3 0,0 0 1 0,0 0-2 15,0 0 4-15,0 0-5 0,0 0 1 0,0 0 1 0,0 0-4 16,0 0 4-16,0 0 4 0,0 0-3 16,0 0-3-16,0 0-2 0,0 0 0 0,0 0 6 15,0 0-4-15,9-5 2 16,0 4-2-16,5-1 3 0,4-1 0 0,2 1-6 15,1-1 9-15,5-1-6 0,2-1-3 0,-7 4 10 0,6-3-8 0,1-1-2 16,-9 3-2-16,1-1 4 0,-7 1 1 0,0 2-1 16,-1 0 0-16,-3-1 0 0,-2-1 0 0,0 2 4 15,-1 0-2-15,-6 0 5 0,9-2 2 0,-9 2 1 16,9 0-1-16,-9 0 1 0,0 0-2 0,0 0-3 16,7-2-6-16,-7 2-8 0,0 0-12 0,0 0-18 15,0 0-19-15,0 0-26 0,0 0-18 0,0 0-41 16,0 0-39-16,0 0-66 0,0 0-192 0,0 0-476 15,0 0 212-15</inkml:trace>
  <inkml:trace contextRef="#ctx0" brushRef="#br0" timeOffset="75228.03">17120 9474 22 0,'0'0'90'0,"4"-2"9"16,-4 2-9-16,1-3 1 0,-1 3-2 0,0 0-3 0,4-4-2 15,-4 4-6-15,0 0 1 0,1-4-3 16,-1 4 2-16,0-4-1 0,0 4-2 0,0 0 1 16,4-4-8-16,-4 4 0 0,0 0-5 0,0 0-2 15,0 0-3-15,0-3-7 0,0 3-8 0,0 0-1 0,0 0-8 16,0 0-7-16,0 0-3 0,0 0 3 0,0 0-7 15,10 7-3-15,-7 0-2 0,-1-2 1 0,5 2 1 16,-2 3 1-16,1 0-2 0,3 3 1 0,1 0 0 16,2 2-2-16,-2-1 5 0,2 0-5 0,-1-1-1 15,1 2-1-15,-2-1 0 0,-1-4-3 0,-2-2-2 16,1 3 1-16,-1-4 3 0,-1 0-6 0,-2-1 3 0,-1-3 5 0,0 1 30 16,2-2 21-16,-5 1 30 0,0-3 28 0,4 4 22 15,-4-4-7-15,0 0-16 0,5-7-7 0,0 1-14 16,-4-4-8-16,2-3-12 0,-2-4-5 0,3-2-11 15,-3-7-8-15,3-1-6 0,-4-2-9 0,4-1-10 16,0-3-5-16,-3-2-2 0,3 0-5 0,2 1-2 16,-2-1-1-16,0 1-3 15,1 1-4-15,-1 2 1 0,-1 5 0 0,-2 6-1 16,2 3-4-16,-2 6 3 0,-1-1-4 0,1 1 0 16,-1 5-5-16,4 0-6 0,-4-2-26 0,0 4-37 15,0 0-37-15,0 4-5 0,0 0-7 0,0 0-12 16,0 0-10-16,13 9-20 0,-11-2-33 0,5-1-58 15,0 3-147-15,0 2-430 0,-1-3 190 0</inkml:trace>
  <inkml:trace contextRef="#ctx0" brushRef="#br0" timeOffset="76022.39">17359 9138 105 0,'-9'0'202'0,"0"0"-8"0,4 0-12 0,5 0-4 0,-8-1-15 16,8 1-13-16,-9 0-15 0,9 0-8 0,0 0-14 16,-6 1-10-1,6-1-15-15,0 0-4 0,0 0-12 0,0 0-5 16,-7 2 0-16,7-2-7 0,0 0 4 0,0 0 6 0,0 0 1 15,0 0 0-15,0 0-1 0,0 0 1 0,0 0-4 16,0 0-3-16,0 0-5 0,0 0-5 16,0 0-9-16,0 0-3 0,-6-4-4 0,6 4-3 0,0 0-1 15,0 0-8-15,0 0-2 0,0 0-1 0,0 0 0 16,0 0-7-16,0 0-2 0,0 0 1 0,0 0 5 0,0 0-7 16,0 0 3-16,0 0-6 0,0 0-2 0,0 0 1 15,0 0 3-15,0 0-1 0,0 0 1 0,0 0-2 0,0 0 3 16,0 0-2-16,0 0 2 0,0 0-2 0,0 0-3 15,0 0-1-15,0 0 0 0,0 0-1 16,0 0 0-16,0 0 0 0,0 0-2 0,0 0 0 16,0 0 1-16,0 0-1 0,23 1 4 15,-23-1-5-15,5-1-1 0,-5 1-1 0,0 0-2 16,8-1 1-16,-8 1 4 0,0 0-4 16,9 0 3-16,-9 0-2 0,6-2-1 0,-6 2 2 15,5-1-1-15,-5 1 0 0,8 1 0 0,-8-1-2 0,0 0 2 16,8 0 0-16,-8 0-2 0,0 0 1 15,6-2 1-15,-6 2 3 0,0 0-2 0,0 0 1 16,0 0-4-16,8 0 3 0,-8 0-1 0,0 0 1 0,0 0-3 0,0 0 3 0,0 0 1 16,0 0-2-16,0 0 0 0,0 0 0 0,0 0-1 15,0 0 0-15,0 0 0 0,0 0 1 16,0 0 0-16,0 0-3 0,0 0 3 0,0 0-2 16,0 0 4-16,0 0-3 0,0 0 0 0,0 0 2 0,0 0 1 15,0 0-6-15,0 0 1 0,0 0 1 0,0 0 1 16,0 0 1-16,0 0 1 0,0 0-3 0,10 0 1 0,-5 0 0 15,-5 0-1-15,20-3 3 0,-1 3 1 0,9-5-2 0,7 1 1 16,5 0-2-16,-2 0 1 0,22-3-1 16,-1 0 4-16,1-1 5 0,7 1 5 0,21-4-4 15,-26 4 5-15,1-1-2 0,-4 5 0 0,-7-3-4 16,-15 3 2-16,-2 0 3 0,-3 1-6 0,-12-1-2 0,0 1 8 16,-7 0-3-1,0 1 0-15,-3 0 8 0,-3 1 2 16,-1-1-1-16,-1-1 2 0,1 1 0 0,-6 1-7 0,9-1-1 15,-9 1-1-15,0 0-7 0,8 0-13 0,-8 0-17 16,0 0-24-16,0 0-26 0,0 0-15 0,4 4-17 16,-4-4-18-16,-9 7-12 0,5-4-44 0,-2 0-47 15,-2 2-218-15,2-1-483 0,-1-1 214 0</inkml:trace>
  <inkml:trace contextRef="#ctx0" brushRef="#br0" timeOffset="77031.56">17811 9322 82 0,'0'-6'224'0,"0"0"3"0,0 0-9 0,0 4-7 16,3-3-13-16,-2-2-12 0,-1 3-15 0,0 4-13 16,-1-4-17-16,1 4-15 0,1-4-14 0,-1 4-13 15,3-2-13-15,-3 2-8 0,0 0-8 0,5-2-8 0,-5 2-6 16,5 7 0-16,0-3-15 0,-1 1-1 0,-1 2-6 15,4 0-3-15,-1 3-1 0,1-2-2 0,3 3-3 0,-2-2 0 16,-1 2-10-16,1-4-3 0,0 1-2 0,-1-3-1 16,0 2 2-16,0-2-6 0,0 0-1 0,-1-2 1 15,-1 1 3-15,-1-2 1 0,1-2-3 0,-5 0 1 16,9-2 1-16,-3-1-2 0,1-1-1 0,-2-1 2 0,0-4-4 16,1 1 2-1,1-2 2-15,-2 2 6 0,-1-3 5 0,1 4-2 16,-1-3 6-16,-3 4 12 0,4 0 4 0,-1-1-4 0,-3 3-1 15,2-1-8-15,-2 1-3 0,-1 0-5 0,4 3-1 16,-4 1-10-16,1-4-17 0,-1 4-14 16,0 0 0-16,0 0 0 0,0 0 2 0,0 0 2 15,7 13 3-15,-6-4 3 0,0 4-1 0,2 4-2 0,-2 1 2 0,3 7-1 16,-3 0 3-16,3 2 2 0,0 0 4 0,0 2 4 16,0-2-9-16,1 1 2 0,-1-2-2 15,2 2 6-15,-1 1 0 0,0-5 6 0,-2 2-5 16,-1-5 0-16,5 2-1 0,-5-4 0 0,2 0 2 0,0-1 8 15,-3 1-6-15,0-4 1 0,1 2-1 0,-4-1-1 16,1-3 4-16,0-1 0 0,-2 0 3 0,-1 0-1 0,1 4 2 16,-3-6-2-16,3 0 3 0,-3 0 1 0,1-3 0 15,-2 3-3-15,-1-5 1 0,0 4 3 0,2-6-4 16,-2 5 0-16,-2-3 3 0,5-1 2 0,-3 0-5 16,3-1 4-16,-5-1-2 0,2-2 1 0,2 3 0 15,-4-3-4-15,2 0 4 0,-1 0-1 0,3 0 0 16,-4-4 5-16,3 3 14 15,1-2-1-15,-1-1 10 0,-3-4 9 0,4-1 1 16,-1 0 8-16,2-1 2 0,0-5-1 0,0-2 0 16,3-3-5-16,4-6-3 0,4-3-1 0,3 0-11 15,4-3-1-15,11-13-1 0,7 3-1 0,5-1-6 16,5 2 6-16,-2 3-12 0,6 1-1 0,-3 5-2 16,-2 1 3-16,-9 12 0 0,-2 1-1 0,-1-1 2 15,-4 6 10-15,-6 3 0 0,-1-1 0 0,-4 2-6 0,-1 4 1 16,-4 0 5-16,-3 1-5 0,-1 1-4 15,2 0-2-15,-3 0-4 0,-1 0-2 0,2 0-5 0,-4 3-13 16,5-2-17-16,-5 2-22 0,0 0-19 0,0 0 3 16,0 0-23-16,0 0-23 0,0 0-29 0,-14 9-40 0,5-6-42 15,3 1-75-15,-2-1-177 0,1 0-511 0,-1-3 226 16</inkml:trace>
  <inkml:trace contextRef="#ctx0" brushRef="#br0" timeOffset="79755.25">19238 8947 77 0,'3'-3'147'0,"-2"-1"-1"0,-1 4-1 0,4-4-8 15,-4 4-9-15,4-1-10 0,-4 1-10 0,0 0-7 0,0-4-15 16,0 4-7-16,0 0-8 0,0 0-7 0,0 0-5 16,-17 13-8-16,5-3-2 0,-5 4-9 0,-6 5 2 0,-1 1-1 0,-3 2-5 15,-1 0 1-15,0 0-6 0,-2 2-6 0,2 2 4 16,3 0 0-16,-1-3-6 0,4-2-3 0,3 0-2 16,3-3 0-16,3-3 0 0,4-1-6 0,1-5 0 15,3 2-2-15,-4-5 0 0,5-1 3 0,2 1 9 16,-2-1 6-16,1-3 9 0,2 1 5 0,-2 1 6 15,3-4 7-15,-1 5 8 0,1-5 1 0,0 0 2 16,-4 2 3-16,4-2-1 0,0 0 0 0,0 0-2 16,0 0-8-16,-1 3-7 0,1-3 2 0,0 0-12 15,0 0-7-15,5 4-2 0,-1-3-3 0,1 3-5 16,4-1-3-16,1 2 1 16,1 0-5-16,5 4-2 0,2 1 2 0,8 3-4 15,-1 0-2-15,3 1-2 0,-1 2-1 0,1 0-11 16,3 3 1-16,-2-2-4 0,1 0 5 0,-5-2 0 0,0 0-1 0,-4-1 3 15,-4-2-1-15,-1 0 0 0,1-4 0 0,-8 0 0 16,1-2-2-16,-1 1 2 0,-4-4 0 0,2 2 2 16,-2-4 4-16,-4 3-8 0,4-2 4 0,-2 1 0 15,-3-3 1-15,6 1 4 0,-6-1 9 0,4 3 1 16,-4-3 4-16,1 3 9 0,2-2-15 0,-3-1 3 16,0 0-3-16,0 0 1 0,0 0-7 0,0 0-1 15,1 4 1-15,-1-4-4 0,0 0-12 0,0 0-11 16,0 0-19-16,0 0-12 0,0 0-22 0,0 0-18 0,0 0-24 15,0 0-21-15,-10 4-33 0,2-4-49 16,2 0-195-16,-2 0-444 16,-1 0 196-16</inkml:trace>
  <inkml:trace contextRef="#ctx0" brushRef="#br0" timeOffset="80172.3">18759 9660 214 0,'0'0'207'16,"0"0"-15"-16,0 0-17 0,-5 1-18 0,5-1-17 15,0 0-10-15,0 0-14 0,0 0-11 0,0 0-1 16,7 7-6-16,-2-4-3 0,1-1-4 0,7 5-6 16,2-2-4-16,7 3-6 0,6-2 0 0,5 4 0 15,2-3-5-15,1 3-4 0,2 0-6 0,0-1-7 0,-5 3-6 0,1-2 0 16,-5 0-7-16,0-1-4 0,-2 0-4 0,-10-3-1 16,1 2-4-16,-7-2-2 0,2-3-6 0,-3 2-3 15,-1-1 2-15,0 1-5 0,-4-2 1 0,-1-3-1 16,1 2 2-16,-1-1 1 0,-4-1 13 0,5 2 5 15,0 0 4-15,-5-2 4 0,0 0-2 0,4 2-4 16,-4-2-1-16,0 0-6 0,0 0-2 0,0 0 5 16,0 0-11-16,0 0-22 0,0 0-22 0,0 0-27 15,0 0-18-15,0 0-29 0,0 0-28 0,-8-9-32 0,7 4-44 0,-1 0-218 16,4 0-455-16,-2 0 202 0</inkml:trace>
  <inkml:trace contextRef="#ctx0" brushRef="#br0" timeOffset="80673.33">20016 9053 149 0,'1'-5'191'0,"-1"5"-19"0,0 0-17 16,0 0-18-16,0 0-15 0,0 0-9 0,0 0-6 0,0 0-11 15,0 0-13-15,-17 11-7 0,8-5-2 0,-2 6-8 0,-5 0-3 16,1 8-6-16,-7 2-9 0,4-4 0 15,1 2-3-15,0 0-6 0,-1 1-5 0,3 0-3 16,-1-1 0-16,5-3-5 0,-6 2-4 0,6-2 6 0,-2-2-11 16,3 2-6-16,-2 0-5 0,1-2-16 0,-1-1-14 15,3-2-26-15,-1-3-13 0,1-1-25 0,1-1-35 0,3-2-159 16,-1-4-305-16,0 1 136 0</inkml:trace>
  <inkml:trace contextRef="#ctx0" brushRef="#br0" timeOffset="80889.23">19658 9180 85 0,'2'-5'234'0,"-1"1"-9"16,-1-1-6-16,2 1-22 0,0 0-12 0,-2 4-22 16,0-4-18-16,0 4-15 0,4-1-13 0,-4 1-6 15,9 5-8-15,-4 3-6 0,5 1-4 0,2 4-2 16,3 2-8-16,3 4 1 0,5 2-9 0,0 1-9 15,5 1-4-15,-3 1-6 0,3 0-5 0,-1-2-3 0,2 0-15 0,-5-1-24 16,2 1-35-16,-6 0-38 0,-2-3-54 0,-3-7-66 16,-4 1-211-16,-2-3-429 0,1-5 190 0</inkml:trace>
  <inkml:trace contextRef="#ctx0" brushRef="#br0" timeOffset="83125.12">20962 8811 148 0,'0'0'157'16,"0"-5"-16"-16,0 5-10 0,1-4-15 0,-1 4-13 0,2-3-15 0,-2 3-7 15,0 0-7-15,0 0-6 0,-8 12-7 0,1-5-6 16,-2 6-3-16,-5 1-1 0,-4 5-6 0,-4 5 1 16,-1-2-6-16,0 3-4 0,-3-2-3 0,2 2-5 15,1-1-6-15,0-4 4 0,3 4-6 0,0-4 3 16,1-1-3-16,7-5 1 0,1-2-1 0,-1 3 2 15,5-9-5-15,-2 5 0 0,5-5 0 0,-2 0-3 0,2-1 7 0,2-1 17 16,-1 1 3-16,-1-4 5 0,4-1-2 0,-1 4 3 16,-2 0 1-16,3-4 3 0,0 0 9 0,-2 3-3 15,2-3-2-15,5 3 2 0,-5-3-5 0,8 0-6 16,-6 3-6-16,7-2-4 0,-4 4-4 0,5-2-6 16,3 2-2-16,0-1-1 0,2 4-5 0,4 0 0 15,8 4-2-15,0 3-2 16,1 0 2-16,0 0 2 0,-1 1-2 0,2 0-2 15,1 1-1-15,-6-1-1 0,2 1-2 0,-1-2-1 16,-7-3 7-16,0-1-9 0,-3 1 4 0,-2-1-6 16,0-4 2-16,-3 0-4 0,-2 0 3 0,-3-2 0 15,3-3 0-15,-3 1 4 0,-1 2-6 0,-2-2 4 16,2-1 3-16,0 0 8 16,-4-2 10-16,0 0 2 0,5 2 2 0,-4-1 4 0,-1-1-9 0,0 0 0 0,0 0-6 0,5 2-1 15,-5-2-1-15,0 0-1 0,0 0-2 0,3 3-4 16,-3-3-12-16,0 0-13 0,0 0-14 15,0 0-16-15,0 0-20 0,0 0-19 0,0 0-20 16,4 4-23-16,-4-4-35 0,0 0-46 0,0 0-199 0,-13 1-435 16,13-1 192-16</inkml:trace>
  <inkml:trace contextRef="#ctx0" brushRef="#br0" timeOffset="83562.37">20552 9600 14 0,'0'0'250'0,"0"0"-25"0,0 0-22 16,0 0-22-16,0 0-17 0,0 0-19 0,0 0-16 15,13 7-10-15,-2-4-10 16,2 3-10-16,6-1-9 0,7 5-2 0,2-4-5 16,1 5-10-16,-1-3-7 0,2 1-4 0,-2 1-7 15,0 0-6-15,-1-2-4 0,-5-2 0 0,-3 2-8 16,0-1-6-16,-6-2-3 0,2 2-2 0,-3-2-3 0,-2-1-4 16,-2-3-2-16,-3 2 2 0,2-2-2 15,-3 2-3-15,1-2 3 0,-1 0 10 0,-1 2 11 16,1-1 7-16,-4-2 6 0,0 0 4 0,6 2 0 0,-6-2-2 0,0 0-5 15,0 0-3-15,0 0-4 0,6 1 2 0,-6-1-12 16,0 0-4-16,0 0-3 0,0 0-1 0,4 1-4 16,-4-1-5-16,0 0-12 0,0 0-7 0,0 0-11 15,0 0-14-15,0 0-14 0,0 0-18 0,0 0-14 16,3 3-17-16,-3-3-8 0,0 0-21 0,0 0-34 16,0 0-23-16,0 0-205 0,0 0-415 0,0 0 185 0</inkml:trace>
  <inkml:trace contextRef="#ctx0" brushRef="#br0" timeOffset="85666.4">21431 9188 89 0,'0'-4'150'0,"4"1"-3"0,-4-1-7 0,1 1 1 16,3 0 3-16,-4-1-5 0,0 4 0 0,3-7-2 15,-3 5-1-15,1-2-5 16,-1 4-4-16,1-4 1 0,3 2-5 0,-4 2-2 16,0 0-6-16,1-5-6 0,-1 5-9 0,0-5-12 15,0 5-3-15,0 0-17 0,0 0-8 0,3-3-8 0,-3 3-8 16,0 0-8-16,0 0-2 0,0 0-4 16,0 0-4-16,6 14-4 0,-2-5-1 0,1 2-1 15,2 1-3-15,0 1 2 0,0 3-3 0,-1 1-2 16,2 0-1-16,2-1 2 0,-2 0-4 0,-2 0-2 0,3-1 3 0,-3-3-4 15,1 0 0-15,1-4 3 0,-3 0-1 0,0-1-3 16,0 0 1-16,0-3-1 0,-3 1 19 0,1-2 28 16,0 1 34-16,-1-1 31 0,-2-3 4 0,0 0-2 15,14-8-15-15,-9 1-10 0,2-2-8 0,2-6-16 16,-3-2 0-16,4 0-8 0,-1-5-9 0,0-6-9 16,4 3 1-16,-4-4-5 15,-3 0 5-15,6-2-19 0,-3-2 3 0,-3 1-3 16,6 1-8-16,-6 1-3 0,-1-1 4 0,4 6-3 15,-4-1-3-15,1 6-1 0,-3 2-6 0,1 1 3 16,-3 6-4-16,0-1 3 0,2 3-7 0,-2 1 2 0,2 1 1 16,-2 2-19-16,1-2-8 0,-2 2-35 15,1 3-23-15,-1 2-26 0,0-6-39 0,0 6-27 16,4-2-21-16,-4 2-8 0,0 0-18 0,10 8-29 0,-5-7-279 0,-1 0-568 16,1 4 252-16</inkml:trace>
  <inkml:trace contextRef="#ctx0" brushRef="#br0" timeOffset="86403.86">21738 8836 59 0,'-6'0'214'0,"-1"0"-12"0,1 2-7 0,6-2-9 15,-9 0-12-15,9 0-13 16,-8 0-13-16,8 0-12 0,0 0-14 0,0 0-12 16,-9 0-10-16,9 0-9 0,0 0-9 0,0 0-8 15,0 0-7-15,0 0-7 0,0 0-3 0,0 0 2 16,0 0 4-16,-6-2 1 0,6 2 0 0,0 0 3 16,0 0-5-16,0 0 1 0,0 0 4 0,0 0-11 15,0 0 1-15,0 0-10 0,0 0-2 0,0 0-3 16,0 0-4-16,0 0-3 0,0 0-1 0,0 0-1 0,0 0-6 0,0 0 1 15,0 0-7-15,0 0-2 0,0 0-2 0,0 0 5 16,0 0-5-16,0 0-3 0,0 0 2 0,0 0-3 16,0 0 5-16,0 0 0 0,0 0 3 0,0 0-2 15,0 0 0-15,0 0-4 0,0 0 9 0,0 0-6 16,0 0-4-16,0 0 0 0,0 0 0 0,0 0 0 16,0 0-3-16,0 0-2 15,0 0 8-15,0 0-10 0,0 0 8 0,0 0-6 16,0 0-1-16,0 0-3 0,0 0 2 15,0 0 0-15,0 0-1 0,0 0 0 0,0 0-2 0,0 0 1 0,0 0-4 0,0 0 6 16,0 0-2-16,0 0 0 0,0 0-1 0,0 0 0 0,0 0-2 16,0 0 0-16,0 0 15 0,0 0-6 0,0 0 1 15,0 0 2-15,0 0-3 0,0 0 1 16,0 0-1-16,0 0-4 0,0 0 5 0,0 0-5 16,0 0 1-16,0 0 1 0,0 0-4 0,0 0 2 15,0 0 1-15,0 0-2 0,0 0-2 0,0 0 7 16,0 0-8-16,0 0 3 0,0 0-2 0,0 0-1 15,0 0-1-15,0 0 3 0,0 0-1 0,0 0 3 16,0 0-7-16,0 0 4 0,24-5 1 0,-6 2-5 16,5 1 0-16,6-4 6 15,7 4-6-15,3-1 2 0,17-3-1 0,0-1-4 16,1 2 4-16,3-5-1 0,4 4 9 0,-1-3-5 16,-2 2 4-16,-2 0-1 0,-9 0-3 0,-11 3-1 0,-3-2 1 15,-6 1-2-15,-10 3 5 0,-1-1-3 0,-2 1-1 16,-7-1 4-16,-1 1 1 0,1 2-3 0,-3-2 4 15,-2 1-4-15,-5 1 3 0,9-1 3 0,-9 1-7 0,5-1 0 16,-5 1-15-16,8-2-10 0,-8 2-25 0,3-2-28 16,-3 2-35-16,0 0-18 0,0 0-13 0,0 0-16 15,-11 11-33-15,8-7-55 0,-4 1-241 0,0 0-523 0,-2-1 232 16</inkml:trace>
  <inkml:trace contextRef="#ctx0" brushRef="#br0" timeOffset="87332.18">22083 8961 54 0,'-2'-5'264'15,"2"5"-14"-15,0-7-15 0,0 7-16 0,0-2-24 16,0 2-18-16,0 0-18 0,0-7-17 0,0 7-17 16,0 0-14-16,0 0-10 15,0 0-11-15,0 0-10 0,0 0-7 16,12 9-8-16,-7-6-4 0,-1 2-5 0,4 3-9 16,-2-2-4-16,2 4-6 0,-3-4-5 0,0 4-4 15,0-4-6-15,3 3 2 0,-4-2 0 0,1-2-7 0,0 1-2 16,-1 0 1-16,-3-3 2 0,6 1-5 0,-4 0-1 15,0-2 4-15,1 0-6 0,-4-2 0 0,5 2-2 0,-5-2 4 16,0 0-2-16,11-9 6 0,-7 6 14 0,1 0 3 0,-1-4 0 16,0 1-1-16,1 0 1 0,-1-1 6 15,0 2 3-15,-2-2-4 0,2 2 2 0,2-2 0 16,-4 4 1-16,-1 0-4 0,0-1-3 0,2 1-1 0,-3 3-6 16,2-5-5-16,-2 5-9 15,0 0-11-15,4-2-10 0,-4 2-4 0,0 0 2 0,0 0 1 16,4 8-7-16,-1-2 5 0,-1 0-7 0,0 6 2 0,1 0 2 0,-2 0 2 0,3 7-2 15,0 1 2-15,1 4 4 0,-3 3 0 0,0-1 3 16,3 1 2-16,-1 0-2 0,-4 1 1 0,0 1 2 16,3 1 6-16,-1-6-4 0,-2 4-2 15,0-5 2-15,-2-2 0 0,-1-4-3 0,-2 4 3 0,1-4 0 16,0 0 1-16,-1-2-1 0,-1-5 2 0,-2 2 1 16,1-4-1-1,0 2 2-15,-1-3-1 0,0 0 2 0,-1-2 3 16,0 0-4-16,-2-2 4 0,1-2 9 0,0-1 8 15,-3-1 6-15,3-3 8 0,-2-2 8 16,2-1 0-16,0 1 12 0,2-3 9 0,-3-4-1 0,2-4-7 0,5 1 8 0,1-2-10 16,3-10-5-16,7 1-7 0,2-5-4 0,5 5 0 0,1-6-8 15,6 4-6-15,3 2 3 0,-1 1-5 16,1 4-4-16,3 0-4 0,1 3-3 0,0 1 1 16,-1 3-8-16,0 2 7 0,-2 1-9 0,-7 4 0 15,-5 3 5-15,3-2-5 0,-5 2 0 0,-3 3 5 0,-1 0-1 16,-1-1-9-16,-1 1 2 0,1-1-1 15,-2 1-5-15,0 0 4 0,-4 2-2 0,7-2 5 16,-5-1-8-16,-2 3 5 0,0 0-1 0,6-1-4 0,-6 1 2 16,0 0-14-1,0 0-3-15,0 0-5 0,0 0 0 0,4-2-5 16,-4 2-8-16,0 0 3 0,0 0-8 0,0 0-2 16,0 0-4-16,0 0-9 0,0 0-8 0,0 0-20 0,0 0-24 15,0 0-24-15,0 0-30 0,0 0-35 16,-8-7-34-16,8 7-48 0,-2-5-172 0,2 5-487 15,2-7 215-15</inkml:trace>
  <inkml:trace contextRef="#ctx0" brushRef="#br0" timeOffset="88086.64">22859 8252 188 0,'0'0'200'0,"0"0"-23"16,-3-5-16-16,3 5-17 0,0 0-18 0,0 0-13 15,0 0-11-15,12 7-9 0,-4 0-7 0,1 1-9 16,4 3-9-16,3 5-6 0,0 6-4 0,3 7-7 15,7 14-2-15,-7 3-3 0,4 5-6 0,-1 7 4 16,-1 25-7-16,-4-3 0 0,-10-20-1 0,-1 24-5 0,-9-4-4 16,-3-18 0-16,-6 22 2 0,-3 0-4 0,1-26-3 15,-5-2-2-15,-8 22 0 0,5-27-1 0,-6-3 1 0,0-1 4 16,0-4-1-16,5-14 0 0,-11 6 3 0,7-9 2 16,0-3 0-1,-2-1 1-15,0-3 2 0,4-1 4 0,-1-2 1 16,1-3-1-16,7-2 8 0,0-4 4 0,3 2 10 0,3-4-9 0,3 1-5 0,-1-2 5 0,2-3-3 15,4 1 7-15,-1 1 13 0,1 0 9 0,2 0 7 16,2-3 6-16,-5 2 5 0,5-2 0 0,-4 1 6 16,4-1-14-16,0 0-4 0,0 0-2 0,0 0-12 0,-4 2 1 31,4-2-11-31,0 0-2 0,0 0-7 0,0 0-15 0,0 0-16 0,-5 1-19 0,5-1-26 16,0 0-32-16,0 0-66 15,0 0-92-15,0 0-86 0,-4-8-256 0,1 4-606 0,3 1 268 16</inkml:trace>
  <inkml:trace contextRef="#ctx0" brushRef="#br0" timeOffset="105852.48">23680 9090 46 0,'0'0'103'15,"0"0"-7"-15,0 0-15 0,0 0-7 0,0 0-10 0,0 0-10 16,0 0 3-16,0 0-8 0,0 0-8 0,0 0 0 16,0 0-1-16,0 0-2 0,0 0-5 15,0 0 3-15,0 0 1 0,-9 3-5 0,9-3 0 0,0 0-3 16,0 0 1-16,0 0-3 0,0 0 3 0,0 0 0 15,0 0-1-15,0 0-3 0,0 0-6 0,0 0 7 0,0 0-6 16,-10-1-5-16,10 1 6 0,0 0-3 0,0 0-2 0,0 0 2 16,0 0-5-16,0 0-4 0,0 0 1 0,0 0-2 15,0 0 5-15,0 0-6 0,0 0-3 16,0 0 5-16,0 0-1 0,0 0 5 0,0 0 7 0,0 0-8 16,-5 2 11-16,5-2-3 0,0 0 0 0,0 0-2 15,0 0 4 1,0 0-5-16,0 0 3 0,0 0-2 0,0 0-1 15,0 0 1-15,24-1-8 0,-9 0 10 0,5-1 5 0,0 1 6 16,8-2-6-16,2 2 2 0,-1-2-2 16,-1 2-2-16,-6 2 0 0,-3-2-2 0,3 1-2 15,-5 0 2-15,0-1-4 0,-4 2-9 0,0-2 4 0,-3 1-1 16,-2-2-1-16,-1 1 2 0,-2 1-10 0,-5 0 0 16,9-1-3-16,-5 0-1 0,-4 1-15 0,0 0-1 0,8 2-7 15,-8-2 2-15,0 0 0 0,-4 5-12 0,4-5-16 0,-5 4-18 16,-1-1-22-16,0 0-36 0,1-1-133 15,-3 1-280-15,1-1 124 0</inkml:trace>
  <inkml:trace contextRef="#ctx0" brushRef="#br0" timeOffset="106354.02">23646 9273 103 0,'0'0'98'0,"0"0"-15"0,-7 3-2 15,7-3-21-15,0 0-1 0,0 0-11 0,0 0 10 0,0 0 1 0,0 0-6 0,0 0-2 16,0 0-9-16,-5 0 6 0,5 0-3 16,0 0 1-16,0 0-8 0,0 0 3 0,0 0-6 15,0 0 1-15,0 0-1 0,0 0 3 0,0 0-8 0,0 0-7 16,0 0-1-16,0 0 2 0,0 0 1 0,0 0 8 16,0 0-3-16,0 0 4 0,0 0-7 0,0 0 3 15,0 0-7 1,0 0 2-16,0 0-2 0,22 0-11 0,-3 0 13 0,3-2-4 15,8 1 6-15,4-1-5 0,2 1 8 16,2 1-1-16,3-2-4 0,-4 0-1 0,1 2 2 16,-3-1 3-16,-1 2-9 0,-6-2-2 0,2 1 1 0,-11 0-1 15,-2 1-5-15,-5-2 6 0,-2 2-5 0,-2-1-4 16,0-1 6-16,-3 2-5 0,-5-1 3 16,9 0-4-16,-9 0 0 0,6-1 2 0,-6 1-7 0,0 0-1 0,0 0 0 0,0 0 0 15,0 0-14-15,0 0-11 0,0 0-22 16,0 0-33-16,-23 4-39 0,16-3-174 0,-1-1-313 15,1 1 139-15</inkml:trace>
  <inkml:trace contextRef="#ctx0" brushRef="#br0" timeOffset="109327.89">25464 8704 74 0,'1'-6'131'15,"-1"1"-7"-15,2-1-12 0,-4-2-1 0,2 3-5 16,0-3-9-16,0 3-10 0,2-2 4 0,-2 2-5 15,0 3-6 1,1-1-7-16,-1 3-12 0,-1-8-1 0,1 8-5 0,1-4-7 16,-1 4-7-16,0 0-6 0,0 0-4 0,0 0-3 15,0 0 0-15,-10 9-2 0,2 2-5 0,-3 12-6 16,-2 4-2-16,-4 5 6 0,-2 12-2 0,2 6 1 16,-2 1-3-16,1 2 5 0,2 2 1 0,4 4 0 15,2-3 11-15,2 2-5 0,-1 0 2 0,-2-2-5 16,3-5-3-16,2-3-2 0,-1-12-5 0,0-5 1 0,-1 0 3 0,0-6-3 15,3-6 0-15,-2-2-1 0,-1-5 0 0,4 0 5 16,-2-4-3-16,1 1-3 0,-3-4 3 0,-1 2-2 16,-1-7-3-16,-2 2 3 0,-2-3-5 0,0 0 2 15,0-2 0-15,1-1-2 0,1 0-4 0,0-1 2 16,0 0 0-16,1 1-5 0,1 1 5 0,1 0-4 16,1 0 2-16,1 1-9 0,0 2-20 0,1 0-20 0,6 0-19 15,-13 0-28-15,9 5-34 0,0-3-184 0,4-2-334 0,2 5 148 16</inkml:trace>
  <inkml:trace contextRef="#ctx0" brushRef="#br0" timeOffset="109744.62">24737 9927 21 0,'0'0'137'0,"-8"1"-3"0,8-1-1 15,-6 0-7-15,6 0-11 0,0 0-1 0,-8 1-6 16,8-1-6-16,0 0-10 0,0 0-7 0,0 0-6 31,0 0-7-31,0 0-6 0,26-3-5 0,-4-1-9 0,6-1 1 16,2-2-5-16,4 3 7 0,1 0 1 15,0-3-2-15,-3 2-6 0,-4 1 1 0,-6 1-7 16,-4 1-5-16,-1-1-3 0,-5 1 0 0,-1 0 3 0,-3 1-5 16,-1 0 3-16,-2 0-3 0,2 1-2 0,-2-2-4 15,-5 2 3-15,0 0-4 0,0 0-5 0,8-1 0 16,-8 1-3-16,0 0-2 0,0 0-4 0,-18 6-8 0,9-4-22 0,3 0-19 15,-5-2-20-15,3 3-27 0,1-3-27 0,0 2-41 16,0 0-160-16,0-2-338 0,1 1 150 16</inkml:trace>
  <inkml:trace contextRef="#ctx0" brushRef="#br0" timeOffset="110699.56">25318 9832 42 0,'0'-5'208'0,"0"5"-13"0,0-5-13 0,0 5-16 15,0 0-16-15,0 0-20 0,-1-5-9 0,1 5-17 16,0 0-12-16,0 0-13 0,0 0-10 0,0 0-6 16,0 0-4-16,0 0-8 0,0 0-6 0,1 13-4 15,1-8-6-15,-2 2-5 0,2-2-3 0,-2 3-1 16,2-3-2-16,0 1-3 0,-2 0 0 0,4-2-5 0,-3 1-1 0,-1 0-3 31,3-1 2-31,-1-1-1 0,-2-3-1 0,5 1 0 16,-5-1 0-16,12-1-2 0,-12 1-2 0,14-8 1 15,-8 4-5-15,2-3 3 0,0 1 1 0,-1-1-2 16,2 2 4-16,-5 0 4 0,3 1 2 0,-4 0 3 16,0 0 4-16,2 0-7 0,-2 2-1 0,-1 1-3 15,-2 1 1-15,4-4-10 0,-1 2-14 0,-3 2-2 0,0 0-2 16,5 6 2-16,-5-1 0 0,0 1 5 0,-3 5-2 0,3 0 0 16,-1 9 5-16,-2 9 4 15,2 0-1-15,-3 3 5 0,-2-1 0 0,1 2 5 0,1 2-2 0,0 12 1 0,0-12-3 0,0-1 4 16,-1 2 1-16,1-2-1 0,-2 0-5 0,2-4 0 15,-1 1 3-15,0-3-1 0,1-1 1 0,0-9-3 16,-1 0 5-16,0-4 4 0,0 2-6 0,1-7 8 16,0 0-3-16,3-2-1 0,-3-3 10 0,2 1 20 15,-2-3 11-15,0 0-4 0,4-2-3 0,-10-4 1 16,5-5-4-16,-1-2 1 0,3-1-2 0,1-7-2 16,-1-11-4-16,6 0-2 0,2-4-4 0,10-12-5 15,1 0 1 1,2-1-5-16,5 2-1 0,1 2-4 0,3 4 0 15,-4 9 0-15,10-7 7 0,-9 11 12 0,0 1 3 16,1 3 6-16,-2 4 4 0,-5-1 1 0,-4 8 7 0,-5 6 2 16,4-4 3-16,-5 2 0 0,-1 0-2 0,-2 5-10 15,-1-3-9-15,1 2-3 0,-2 1-3 0,1-1-4 16,-2 0-3-16,-2 3-3 0,4-4-17 0,-4 4-15 16,1-4-25-16,-1 4-17 0,0 0-29 0,0 0-33 15,4-2-50-15,-4 2-55 0,1-4-56 0,-1 4-182 16,0 0-496-16,-2-8 220 0</inkml:trace>
  <inkml:trace contextRef="#ctx0" brushRef="#br0" timeOffset="114799.47">25756 8112 90 0,'3'-5'172'0,"-3"1"-1"16,0 1-8-16,0 3-9 0,0-7-3 0,0 4-6 0,0 3-10 0,0-5-11 15,0 5-14-15,1-3-11 0,-1 3-9 0,0 0-13 32,0 0-6-32,0-4-11 0,0 4-16 0,0 0-8 15,0 0-1-15,0 0-8 0,8 6-4 0,-4-2-2 16,1 1-6-16,-1 0 0 0,0 4 4 0,0-4 0 16,2 1-7-16,-1 0-1 0,0 1-3 0,3-2 1 0,-2 2-1 15,-2-2 0-15,1-2-2 0,2 2 5 0,-3-3-5 16,-2 1 4-16,3-1 2 0,0 0-2 0,-5-2 5 0,12 0 2 15,-6 0 5-15,1-2 2 0,-1-3-2 0,0 3 2 16,1-3-3-16,-1 2 1 0,1-2-5 0,0 1-6 16,-3-2 6-16,1 2-2 0,-1 0 8 15,-1 1-4-15,0-1 2 0,1 0-3 0,0 2-3 0,-3 0 0 16,-1 2-3-16,5-3-3 0,-5 3-6 0,2-4-11 0,-2 4-12 16,0 0-14-16,0 0 3 0,0 0 0 0,0 0 9 15,4 12-6-15,-4-5 4 0,0 4 5 0,0 2 5 0,0 2 2 16,0 3-1-1,0 0 1-15,2 8 2 0,-1-2 4 16,3 3-3-16,-2-9 5 0,1 10-2 0,2-1 6 16,0 4-1-16,-1-2 2 0,-2-4 3 0,0 2-3 0,-2-1-3 15,1 0 1-15,-1-6 3 0,0-1-1 0,-1 0 2 16,-3-2-2-16,3 0 5 0,-3 0-2 0,-3-5-4 16,4 0 3-16,-3-4 0 0,-1 4 1 0,1-7-3 15,-2 2 6-15,-3-1-5 0,0-3 0 0,-1 2-4 16,0-3 8-16,2-1 12 0,0-1 14 0,1-3 9 15,0 0 8-15,-4-2 15 0,8-2 2 0,-3-4 5 16,3 0 2-16,1-6-1 0,4-8-4 0,3-4-8 0,6 1-5 0,11-18-8 16,6 3-1-16,5 3-6 0,2 1-4 0,5 0-2 15,-2 6-8-15,2 0 2 0,-8 9-9 0,9-5 5 16,-8 8-1-16,-1-1 1 0,-3 2 10 0,0 1 8 16,0 3 3-16,-9 5 21 0,-3 0-12 0,1 1 0 0,-7 4 5 15,0-1-16-15,-3 3-1 0,0-2-10 16,-2 4-1-16,1-2-1 15,-2 1-12-15,1 1 2 0,-2-1 0 0,-2 3-5 16,5-3-12-16,-5 3-22 0,0 0-23 0,3-2-24 16,-3 2 0-16,0 0-15 0,0 0-6 0,0 0-11 15,-12 7-13-15,9-3-15 0,-3 2-21 0,-1-1-12 16,1 2-29-16,2 0-19 0,0-2-211 0,0-1-454 16,1 2 201-16</inkml:trace>
  <inkml:trace contextRef="#ctx0" brushRef="#br0" timeOffset="116965.25">26835 8906 2 0,'0'0'130'0,"0"-7"-1"0,2 2-9 16,-2 0 3-16,2-2-1 0,-2 2 5 0,0-1-2 16,1-2-1-16,1 2-3 0,0-3-5 0,0 3-3 15,0-1-1-15,-1 0 0 0,4-1 1 0,-5 3-8 16,0 4-5-16,2-5-7 0,0 1-8 0,-2 1-11 0,0 4-10 16,4-2-8-16,-4 2-8 0,0-6-9 0,0 6-2 15,0 0-6-15,0 0-2 0,1 12-5 0,-1-1-3 0,-1-1-5 16,-2 1 1-16,2 2-6 0,1 2 2 0,-2 1-2 15,-1 1-2 1,-1-5-1-16,3 5 1 0,-1-5-2 0,0 0 1 16,0 0 1-16,0-3-1 0,1 2-2 0,-1-6 0 15,0 3 0-15,2-2-1 0,-2-1 2 0,0-2-3 16,2 2 1-16,-4 1 1 0,4-3-3 0,-1 0 1 16,1-3-6-16,0 5-6 0,-2-3-7 0,2-2-4 0,-2 6-12 15,0-5-15-15,2-1-27 0,-6 7-15 0,4-6-40 16,-2 3-35-16,3-1-187 0,1-3-380 0,-4 4 169 15</inkml:trace>
  <inkml:trace contextRef="#ctx0" brushRef="#br0" timeOffset="117527.85">26562 9243 153 0,'0'0'179'0,"-7"1"-6"16,7-1-5-16,-6 0-11 0,6 0-10 0,0 0-14 16,0 0-16-16,0 0-9 0,-9 0-10 0,9 0-8 15,0 0-9-15,0 0-7 0,0 0-7 0,0 0-7 16,-5 0-6-16,5 0-2 0,0 0 2 0,0 0-1 15,0 0 5-15,0 0-3 0,0 0 1 0,0 0-6 0,0 0-2 0,0 0-3 16,0 0-6-16,0 0-1 0,0 0-4 0,0 0 0 16,0 0 0-16,0 0-9 0,0 0-3 0,0 0 2 15,0 0-2-15,0 0-6 0,0 0-2 0,0 0 1 16,0 0-4-16,0 0-2 0,0 0-1 0,0 0 0 16,0 0-1-16,0 0-3 0,0 0 2 0,0 0 0 15,0 0-2-15,0 0 2 0,0 0-2 0,0 0-2 0,0 0 2 16,0 0 1-16,0 0-2 0,0 0 1 0,0 0-3 0,0 0 0 15,0 0 1-15,0 0 2 0,0 0-1 0,0 0 0 16,0 0 2-16,25-1-3 0,-5-2 2 16,8 1 3-16,6-4-7 0,3 5 2 0,19-8 4 15,2 5 16 1,3-3 5-16,3 2 6 0,1-4 2 0,-3 0-2 0,-5 0-4 16,-2 2-2-16,-16 4 1 0,-4-1-5 0,-5 3-3 15,-9-3 0-15,0 4-4 0,-7-2-2 0,-4 1-1 16,0-1 0-16,-1 2-4 0,-2 0-6 0,-2-1-4 0,-5 1-6 15,9-1-1-15,-9 1-7 0,0 0-12 16,0 0-9-16,0 0-16 0,0 0-23 0,-30 7-15 16,19-1-15-16,-2-3-10 0,-1 3-18 15,-3 0-34-15,2 1-14 0,0-2-175 0,1 0-385 0,-3 0 171 0</inkml:trace>
  <inkml:trace contextRef="#ctx0" brushRef="#br0" timeOffset="118190.97">26868 9403 9 0,'0'0'179'15,"0"0"-18"-15,0 0-13 0,0 0-18 0,0 0-11 0,0 0-14 0,0 0-8 16,13 8-12-16,-8-5-3 0,3-2-8 0,2 0-5 16,4 4-5-16,-3 0-8 0,0 1-6 0,2-1-6 15,-2 3-4-15,1 0-2 0,-5-3-3 0,2 6-7 16,-1-3-3-16,-3 4 1 0,0-2-4 0,-2 1-4 16,-3 5 0-16,-3-3-2 0,-2 3 2 0,-4-1 5 15,0 0 1-15,-4 0-3 0,-3-1-4 0,-2-3 2 0,4 1-1 0,-4 0-4 16,1-5 0-16,2 2-1 0,4-2 1 0,0-1 1 15,1-1-2-15,1 0-2 0,0 0-4 0,5-1 0 16,-3-2 4-16,4 0-5 0,-2 1 2 0,3-1 4 16,-2 1 16-16,4-3 12 0,-4 2 3 0,4-2 7 15,0 0-1-15,-7 3 7 0,7-3 2 0,0 0-4 16,0 0-3 0,0 0-2-16,-3 1-5 0,3-1-5 0,0 0 2 15,0 0-11-15,0 0-2 0,0 0-5 0,0 0-1 0,0 0-11 16,0 0-1-16,0 0-2 0,0 0 0 0,0 0-4 15,0 0 0-15,0 0-1 0,-5 1 2 16,5-1-2-16,0 0-2 0,0 0 0 0,0 0 2 16,0 0-2-16,-4 2 1 0,4-2 0 0,0 0 2 0,0 0-1 15,0 0-3-15,0 0 3 0,0 0 2 0,0 0-2 0,0 0-1 16,0 0 10-16,0 0-7 0,18 3 1 0,-4-5 0 16,5 1 0-16,10-1-3 0,3 0-1 0,4-1 3 0,1 1-1 15,14-3 5-15,0-2 7 0,-11 4 5 16,-3 1-5-16,0-2-4 0,-6 1 1 0,-3 1 3 15,-8 1-3-15,-4 0-2 0,-4 1 0 0,-3 0 1 16,0-1-3-16,0 1 2 0,-4-2 4 16,-5 2 0-16,9 0 2 0,-5-1 5 15,-4 1-6-15,0 0-3 0,10 0 4 0,-10 0-6 16,0 0 0-16,0 0-6 0,5-1-10 0,-5 1-12 16,0 0-17-16,0 0-20 0,0 0-21 0,0 0-27 0,0 0-26 15,0 0-24-15,0 0-46 0,0 0-204 0,0 0-435 16,0 0 192-16</inkml:trace>
  <inkml:trace contextRef="#ctx0" brushRef="#br0" timeOffset="118892.58">28024 9238 156 0,'0'0'198'0,"-7"-2"-11"0,7 2-10 0,-2-1-7 15,2 1-10-15,0 0-11 0,0 0-13 0,0 0-8 0,0 0-15 16,-7-3-9-16,7 3-6 0,0 0-14 16,0 0-6-16,14-4-7 0,-3-1-6 0,1 3-5 15,6-4-10-15,-1 0-3 0,2 0-7 0,2 0-5 16,5-3-1-16,-1-2-1 0,-4 3-7 0,1-6 2 0,-3 6-6 15,5-7-4-15,-7 2-1 0,2 3 1 0,3-5 0 0,-9 3-4 16,1-1 0-16,-5 2-1 0,-3 1-3 0,-1 1-2 16,-1-3 2-16,-3 4-2 0,-2 1-2 0,-3-2-2 15,-5 4-2-15,-2 0 2 0,-7-1-5 0,-4 5 4 0,-5 1-5 16,-6 2-1-16,0 5 3 0,-3 1-1 16,0 2-2-16,2 2-4 0,2 5-2 0,-1-1 3 15,3 3-1-15,3 1-1 16,3 4 6-16,1 3-6 0,6-1 6 0,5-1-4 15,5 1 7-15,5 0-2 0,8-1 1 0,3-6 5 16,10 3-2-16,8-3 1 0,9-2-1 0,16-2 4 16,6-2-15-16,4-5-32 0,2-7-49 0,31-3-65 15,-35-4-227-15,1-1-412 0,-2-8 183 0</inkml:trace>
  <inkml:trace contextRef="#ctx0" brushRef="#br0" timeOffset="119847.6">28381 8705 64 0,'0'0'127'0,"0"0"-1"16,-7-1-7-16,7 1 6 0,0 0-4 0,0 0-7 16,0 0 5-16,-8-2-4 0,8 2 0 0,0 0-11 15,0 0-10-15,0 0 0 0,0 0-8 0,0 0-7 16,0 0-9-16,0 0-3 0,21 0-13 0,-4-4 3 15,4 3-2-15,10 0-2 0,4 0-6 0,0-4 3 0,1 5-2 16,3-2 0-16,-3-1-3 0,1 1-4 0,-6-2-3 0,-10 3-4 0,-1 1-3 16,-3-2-1-16,-4 1-3 0,-4 0-2 0,-2 0 1 15,0 1-2-15,-2 0-5 0,-5 0-2 16,9-4-3-16,-9 4-6 0,8 0-8 0,-8 0-10 0,0 0-8 16,0 0-7-16,0 0-14 0,0 0-15 0,-12 9-14 31,9-8-26-31,-3 2-18 0,1 0-35 0,-1 2-181 15,2-5-354-15,4 0 157 0</inkml:trace>
  <inkml:trace contextRef="#ctx0" brushRef="#br0" timeOffset="120584.23">29155 8511 36 0,'7'-3'123'0,"3"2"-3"0,2 1-8 0,1 1-12 0,-1 2-4 15,6-1-8-15,0 0-7 0,4 4-10 0,5 1-6 0,-8 1-5 16,-2 1-6-16,-1-1-5 0,-2 1-3 0,0 1-10 16,-5 0-2-16,-2 1-2 0,0-1-2 0,-5 2-4 0,0 1-6 15,-2-2 2-15,-4 2-1 0,1 3-5 0,-7-1-3 16,0-1 0-16,-1 1-2 0,-3-3 4 0,-2 0 0 16,2-2-5-16,-1-3-9 0,2 1 16 0,3-1-1 15,0-3-4 1,0 2-1-16,-1-4-5 0,5 0 9 0,0 1 16 15,2-2 16-15,4-1 20 0,-7 4 16 0,5-3 17 16,2-1 13-16,0 0-9 0,0 0-14 0,0 0-8 16,0 0-11-16,7-15-3 0,2 7-7 0,4-1-8 15,0-3-3-15,5 1-10 0,2-4-3 0,3-1 0 0,0 1-7 16,3 0-4-16,-4 1 0 0,3 0-6 16,-2 2 1-16,-4 1-6 0,-1 1-2 0,-4-1-1 0,-1 6 0 0,-2-2 2 15,-2 2-2-15,-2 1-3 0,-2-1 1 0,0 2 0 16,-1 1-4-16,0 1 0 0,-4 1-5 0,6-4-6 15,-3 2-7-15,-3 2-9 0,2-2-1 0,-2 2 2 16,0 0 2-16,0 0 2 0,0 0-12 0,-2 11 0 0,0-6 1 16,1 1 0-16,0 1 4 0,-1 0 2 15,2 3 0-15,0-1 5 0,2 1 4 0,-1-2 0 0,3 3 1 0,0 0-2 32,2-3 2-32,4 4-12 0,2-2-25 0,-2-2-36 15,5 0-40-15,2-4-50 0,-4 0-169 0,0-3-370 0,-1-1 164 16</inkml:trace>
  <inkml:trace contextRef="#ctx0" brushRef="#br0" timeOffset="120896.46">29860 8451 23 0,'0'0'254'0,"0"0"-19"0,0-5-10 0,0 5-11 15,2-5-15-15,-2 5-15 0,0 0-15 0,0-5-17 16,0 5-16-16,0 0-13 0,0 0-16 0,0 0-14 31,0 0-22-31,0 0-13 0,0 0-9 0,0 13-3 16,0-2-6-16,0 4-5 0,-2 5-4 0,2-1-3 0,0 7 3 15,-2 3-4-15,1 0-2 0,1 3-1 0,0-1-3 16,-1 3 1-16,-1-3-16 0,0 1-19 0,-2-3-17 16,2-1-24-16,-5 1-34 0,1-10-47 0,-1 0-250 15,0-3-417-15,-2-3 185 0</inkml:trace>
  <inkml:trace contextRef="#ctx0" brushRef="#br0" timeOffset="121365.78">29079 8383 138 0,'-1'-4'256'0,"-2"0"1"0,3 0-23 16,0 4-13-16,0-6-19 0,0 6-23 0,0-4-19 16,0 4-14-16,-4-3-19 0,4 3-15 0,0 0-13 31,0 0-14-31,0 0-12 0,0 0-8 0,0 18-4 0,0-1-7 16,3 2-5-16,-3 5-6 0,1 5-3 0,-1 3-4 15,0 0-2-15,0 4-1 0,3 10-12 0,-2-10-4 16,-5 0-11-16,7 10-20 0,-7-11-26 0,1 0-13 15,-3 1-19-15,1-2-23 0,-3-2-37 0,3-1-68 0,-3-5-157 16,2-1-387-16,2-6 171 0</inkml:trace>
  <inkml:trace contextRef="#ctx0" brushRef="#br0" timeOffset="122666.3">30726 9316 90 0,'0'-6'157'0,"0"3"-14"0,0 3-13 0,-2-7-11 0,0 4-12 0,0-2-13 16,-2 0-1-16,1 1-22 0,-4-1 2 0,-2 1-8 16,1-2-5-16,-5 3-11 0,-5-1 0 15,6 4-3-15,-6-4-5 0,-1 3-8 0,6 1-2 16,-5 3-4 0,4-1-7-16,0 1 7 0,1 1-8 0,0 1 1 15,-1 0-5-15,3 2 2 0,-1 0-4 0,5 3 3 16,-2-2 0-16,1 1-2 0,2 4-2 0,2-2-6 0,0 2 4 15,3-1-3-15,1 0 12 0,0 0-7 0,2 1-1 16,2-3-3-16,1 1 4 0,1-1-1 0,2 1-3 16,-1-5 12-16,2-1 7 0,-1 1 5 0,1-3 9 15,-1-1 12-15,2-2 7 0,3-2 8 0,-3-3 4 16,3-2 0-16,0-5 4 0,2 0 3 0,-1-10-15 16,4-2-6-16,-4-3-7 0,-1-2-8 0,-2-1-6 0,-1-4-1 0,5-11-3 15,-6 11 1-15,-4-2-6 0,4 1-3 0,-2 1 1 16,-3 2 3-16,5 2 6 0,-6 4 9 0,-1-1 2 15,3 10 1-15,-1 0-5 0,-4 5-2 0,1 3-6 16,1 2 0-16,-2 1-5 0,2 0-7 0,-2 2 2 16,0 0-10-16,0 1-17 0,0 3-26 0,0 0-1 15,0 0 3-15,0 0 3 16,-5 15 1-16,5-3 1 0,-7 6 3 0,5 3 4 16,-1 3-1-16,-3 7 1 0,3-1 4 15,0 1-1-15,0-1 3 0,1 1 2 0,0-1 4 0,1 0-2 16,1-3 2-16,-1-2 1 0,1-7 1 0,-1 1 0 0,-2-4-2 15,3 0 1-15,0-4 5 0,0-3-4 0,0 3 8 16,0-5-20-16,-2 2-16 0,0-2-13 0,2 0-12 16,-1 0-25-16,0-3-10 0,2 1-16 0,-2 0-19 0,1-4-29 15,0 0-24-15,-4 4-175 0,4-4-380 16,0 0 168-16</inkml:trace>
  <inkml:trace contextRef="#ctx0" brushRef="#br0" timeOffset="123250.79">30841 9206 81 0,'7'-2'184'0,"0"1"-10"0,5-3-15 0,-3 6-17 0,1-2-13 0,0 2-12 16,0 1-15-16,-1 0-9 0,3 3-12 0,-4 1 0 0,1 2-15 16,-1 2-7-16,-4-1-11 0,-1 6-3 15,-1 1-2-15,-2 1-3 16,-2 1-8-16,-1-2-2 0,-7 2-3 0,2-1-1 15,-1-1-4-15,-5 0-6 0,2-1 0 0,-1-2-2 16,-4 0-3-16,3-2 1 0,0-4 0 0,1 0 0 16,3-2 1-16,0-1-1 0,3 0 5 0,-3-2 1 15,5-1 23-15,1-1 12 0,-1 1 22 0,5-2 21 16,-8 3 19-16,8-3 27 0,0 0 3 0,0 0-24 16,-1-8-16-16,6 3-9 0,7-2-12 0,2-6-6 0,1 1-10 0,11-7-10 15,-3 2-5-15,2-1-8 0,2-2-8 16,1 2-2-16,-1 2-4 0,1-2-2 0,-5 1-1 15,0 0-5-15,1 3-1 0,-8 5-7 0,-1-3 1 0,-5 4 9 16,-2 0 3-16,0 2-16 0,-1 3 3 0,-3-1-5 16,1-1-1-16,-2 5-3 0,1-3-4 0,-2 1-5 15,-2 2-11 1,0 0-5-16,0 0 2 0,0 0 5 0,0 0-2 16,-13 17 0-16,3-10 5 0,-4 8-2 0,-1 4-3 15,-6 1 3-15,4 3 3 0,0-1 0 0,0-2 2 16,6 1-5-16,-1-1 13 0,3-6-6 0,4 3-1 15,1-4-2-15,1 1 5 0,3 0 6 0,2-4 23 16,3 2-2-16,0-2 2 0,9 3 12 0,11 0 9 16,3 2-1-16,4-5 4 0,5-1 5 0,1-1 1 0,1-1 6 0,-1-5 8 15,-1 2-6-15,-7-4 2 0,0 0 2 0,-4-1 13 16,-5-2 8-16,-7 2-5 0,-5 0 24 0,2 1-4 16,-3 0-10-16,-3 0-8 0,2-3-7 0,-7 3-12 15,6 0-5-15,-6 0-6 0,8 0-9 0,-8 0-5 16,0 0-8-16,0 0-27 0,9 0-44 0,-9 0-54 15,0 0-14-15,0 0-44 0,0 0-48 0,-22 8-42 0,12-3-65 0,-3-3-385 16,0 3-743-16,1-1 329 0</inkml:trace>
  <inkml:trace contextRef="#ctx0" brushRef="#br0" timeOffset="135239.79">19462 12908 47 0,'0'0'107'0,"0"0"-11"15,0 0-11-15,-9-3-6 0,9 3 2 0,0 0-5 16,0 0 0-16,0 0-14 0,0 0-3 0,0 0 0 16,0 0-1-16,0 0-5 0,0 0-6 0,0 0-7 15,0 0-4-15,0 0 1 0,0 0-6 0,0 0 2 16,0 0-8-16,0 0-3 16,0 0-2-16,0 0-2 0,0 0 0 0,0 0-5 15,0 0 0-15,-4 3-3 0,4-3 6 0,0 0-2 16,0 0 0-16,0 0 2 0,0 0 7 0,-7 0 6 15,7 0 9-15,0 0-1 0,0 0 3 0,0 0 0 16,0 0-4-16,0 0 1 0,0 0-9 0,0 0 0 16,18-4-6-16,-1 0-1 0,4 0-4 0,6 1 1 15,2-3-1-15,3 2 4 0,1 0-3 0,4-3-4 0,-1 2 5 0,1 2-10 16,-5-2-1-16,0 2-10 0,-4 0 12 0,-6 0-2 16,-3 1 1-16,0 1-6 0,-6 1 3 0,-2 0-1 15,-2-2-1-15,3 2-11 0,-6 0-9 0,-6 0-21 16,8 2 3-16,-7-1 5 0,-1-1-12 0,-9 7-17 15,3-3-28-15,-6 1-24 0,2 0-141 0,-4-2-273 16,1 4 121-16</inkml:trace>
  <inkml:trace contextRef="#ctx0" brushRef="#br0" timeOffset="136073.41">19503 13063 7 0,'0'0'113'0,"0"0"-7"0,-9 0-11 0,9 0-3 16,-4 2-10-16,4-2-5 0,0 0-1 0,0 0-13 16,0 0 0-16,0 0-15 0,0 0 7 15,0 0 7-15,0 0 3 0,0 0-8 0,0 0 6 0,0 0 5 16,0 0-5-16,0 0 0 0,0 0-2 0,-9-2-2 16,9 2-7-16,0 0-2 0,0 0-8 0,0 0-1 0,0 0-5 15,0 0 0-15,0 0-10 0,0 0-2 0,0 0-1 16,0 0 1-16,0 0-2 0,0 0-3 0,0 0-3 0,0 0-1 15,0 0 2-15,0 0-3 0,0 0-2 0,0 0 8 16,0 0 2-16,0 0 2 0,0 0-4 0,0 0 12 16,0-5-5-16,0 5 4 0,0 0-7 15,0 0-2-15,0 0-1 0,0 0-3 0,0 0-4 0,12 0-1 0,-12 0 0 16,0 0-1-16,6 0-2 0,-6 0-2 0,0 0 2 16,9-3-6-16,-9 3 6 0,8 0-6 0,-8 0 5 15,0 0-7-15,0 0 3 0,9 0-1 0,-9 0-2 16,0 0 4-16,0 0-3 0,6 0 2 0,-6 0 2 0,0 0 4 15,0 0 1-15,0 0 1 0,8-1-3 0,-8 1 0 16,0 0 0 0,0 0-1-16,0 0 2 0,0 0-3 15,0 0-3-15,0 0 5 0,5-1-4 0,-5 1 2 0,0 0-5 0,0 0 2 0,0 0-4 0,0 0 5 32,0 0-1-32,0 0-2 0,0 0-3 0,0 0 4 15,0 0-1-15,0 0-2 0,0 0 4 0,0 0-4 16,0 0-3-16,0 0 6 0,0 0-1 0,0 0-4 15,0 0 3-15,0 0 3 0,0 0-4 0,0 0 0 0,0 0 2 0,0 0 1 0,0 0 0 16,0 0-3-16,0 0-2 0,0 0 2 0,0 0 2 16,0 0-5-16,0 0-1 0,0 0 5 0,0 0-1 15,0 0-1-15,0 0 2 0,0 0 1 0,0 0 0 16,0 0-2-16,5-3-2 0,-5 3 1 0,0 0-3 16,6 0 1-16,5-1 3 0,-1-2-2 0,7 3 3 15,9-3 0 1,2 1 0-16,7-1-1 0,-2 1 3 0,4-3-4 0,-1 3 1 15,-2-1 0-15,0 0-4 0,-4 2 5 0,-7-2 0 16,-5 1-3-16,3 1-1 0,-7 1 5 0,-3-1-3 16,-2 2 3-16,0-2-1 0,-9 1 2 0,9-1-1 15,-5 1 16-15,-4 0 4 0,0 0 1 0,10 0 2 16,-10 0-1-16,0 0-4 0,0 0-1 0,5 1-7 16,-5-1-2-16,0 0-15 0,0 0-24 0,0 0-31 0,0 0-28 0,0 0-38 15,0 0-48-15,8-1-199 0,-8 1-403 0,0 0 178 16</inkml:trace>
  <inkml:trace contextRef="#ctx0" brushRef="#br0" timeOffset="137006.94">20988 12703 80 0,'0'0'175'16,"0"0"-6"-16,0 0-4 0,-3-3-3 0,3 3-9 0,0 0-7 0,0 0-5 15,0 0-3-15,0 0-7 0,3-5-6 16,-3 5-1-16,0 0-7 0,0 0-7 0,-4-3-5 16,4 3-8-16,0 0-13 0,0 0-8 0,0 0-9 15,0 0-5-15,0 0-5 0,0 0-12 0,0 0-7 16,0 0-23-16,0 0-21 0,0 0-17 0,0 0-5 15,0 0 6-15,0 12-1 0,0-1 3 0,0 4 2 0,0 3-2 0,-2 2 5 0,2 5 4 16,-2 3 1-16,2-2 0 0,2 1-1 0,-2 0 0 16,2-2 5-16,-2 0-3 0,0-4 4 0,1-4 3 15,-1 0-4-15,0-1 10 0,0-6-11 0,0 2 4 16,0-6 3-16,0-1-1 0,0 3-2 0,0-3 2 16,3-1 6-16,-3-1 12 0,1 1 4 0,-1-4 1 15,-1 5 3-15,1-5 3 16,1 7-2-16,-1-7-2 0,-1 2-1 0,1-2-7 15,0 0 4-15,0 0-2 0,0 0-1 0,0 0-12 16,0 0-9-16,0 0-13 0,0 0-47 0,0 0-39 16,0 0-53-16,0 0-26 0,0 0-161 0,0 0-371 15,6-10 163-15</inkml:trace>
  <inkml:trace contextRef="#ctx0" brushRef="#br0" timeOffset="138023.96">21422 12898 27 0,'-10'1'143'15,"10"-1"-12"-15,-8 0-10 0,8 0-17 0,0 0-14 16,0 0-5-16,-5 1-9 0,5-1-10 0,0 0 2 16,0 0-11-16,0 0-9 0,0 0-4 0,0 0-6 15,-5 1-2-15,5-1 4 16,0 0-7-16,0 0 12 0,0 0-2 0,0 0-7 15,0 0-3-15,0 0 4 0,0 0-5 0,0 0-3 16,0 0 1-16,0 0-6 0,0 0 3 0,0 0-5 0,0 0-2 16,0 0 0-16,0 0 3 0,0 0-6 15,0 0-1-15,0 0-2 0,0 0 1 0,0 0 2 16,0 0 3-16,0 0 4 0,0 0-1 0,0 0 0 16,0 0-1-16,0 0 6 0,0 0-5 0,0 0 4 0,0 0-1 0,0 0 0 15,0 0 1-15,0 0 2 0,0 0-1 0,0 0-4 16,0 0-6-16,0 0-3 0,0 0 4 0,0 0-5 15,0 0 1-15,0 0 3 0,0 0-7 0,0 0-2 16,0 0-3-16,0 0 5 0,0 0-4 0,0 0-2 16,0 0 2-16,0 0-6 0,0 0 4 0,0 0-3 15,0 0 5 1,0 0 1-16,0 0 8 0,0 0 0 0,0 0 1 16,0 0-3-16,0 0 7 0,0 0-5 0,0 0 0 15,0 0 3-15,0 0-7 0,0 0-5 0,0 0 5 0,0 0-1 16,0 0-1-16,0 0-2 0,0 0 4 0,0 0-6 15,0 0 1-15,0 0 2 0,0 0-7 16,0 0 4-16,0 0-4 0,0 0 3 0,0 0-2 16,0 0 1-16,0 0 0 0,0 0-2 0,0 0 3 0,0 0-2 0,0 0-6 15,0 0 8-15,0 0-4 0,0 0 4 0,0 0-7 16,0 0 2-16,0 0 2 16,0 0 1-16,0 0 2 0,0 0-4 0,0 0 0 15,0 0 0-15,0 0 2 0,0 0-2 0,0 0 1 0,0 0-3 16,0 0 3-16,0 0 0 0,0 0 0 0,0 0-1 15,0 0-1-15,0 0 3 0,0 0-1 0,0 0 2 0,0 0-3 0,0 0 0 0,0 0-3 16,0 0 7-16,0 0-2 0,0 0-2 0,0 0 3 16,0 0-1-16,24-2-2 0,-11 1-2 0,10-1 2 15,8-1 1-15,2 3 1 0,2-2-4 0,2-2-1 16,1 1 4-16,0 1-1 0,1-2 2 0,-5 2-2 16,-2 2-2-16,-2-4 2 0,-9 2 0 0,2 2-3 15,-5-1 0-15,-4-1 4 16,-5 1-1-16,3 1 0 0,-6 0 2 0,-1-1 0 15,0 0 0-15,-5 1-1 0,11 0 0 0,-11 0 2 16,6 0-3-16,-6 0-8 0,0 0-12 0,6 1-25 16,-6-1-15-16,0 0-4 0,0 0-31 0,0 0-54 15,0 0-211-15,0 0-388 0,-12 9 172 0</inkml:trace>
  <inkml:trace contextRef="#ctx0" brushRef="#br0" timeOffset="139026.56">22860 12830 121 0,'0'0'144'0,"0"0"-7"0,0 0-13 0,0 0-3 0,0 0-11 0,0 0-6 15,0 0-6-15,0 0-10 0,0 0-6 0,0 0-12 0,0 0-5 16,0 0-6-16,16-7 0 0,-5 5-4 16,2-1-11-16,6-4-1 15,6 1-2-15,-2-1-1 0,9 0 2 16,1-4 0-16,2 3-5 0,-1-5 2 0,4 2-5 0,-3 0 1 15,-3-2-2-15,3 1 0 0,-7-2 3 0,-1 0-7 16,0 1 3-16,-5-2 9 0,-4 1 2 0,-4 1 9 16,0 0-3-16,-6 2 3 0,1-1 3 0,-4 2 3 15,-5 1-7-15,3 1-7 0,-6 2-6 0,-2-2 0 16,-4 1-6-16,-9 2-4 0,0 0-3 0,-10 3-4 16,-1 4-7-16,-3 0 2 0,-1 8-3 0,-2-2-4 15,2 4-2-15,-1 3-1 0,4 2-1 0,1 1-1 16,3 2-2-16,6-3-2 0,-2 2 1 0,9-2-4 0,3 0 2 0,5-2 2 15,2 1 4-15,7-1-3 0,4-1 4 0,6-2 1 16,11 1-2-16,9-1 2 0,18-5-8 0,3 0-24 16,4-3-39-16,1-5-41 0,4-5-69 0,-3 0-220 0,-1-2-427 15,-2-1 190-15</inkml:trace>
  <inkml:trace contextRef="#ctx0" brushRef="#br0" timeOffset="139881.46">23329 12339 92 0,'-6'2'167'0,"6"-2"-14"0,0 0-16 16,-8 1-13-16,8-1-11 0,0 0-14 0,0 0-5 16,0 0-3-16,0 0-4 0,0 0-12 0,0 0-1 15,0 0-13-15,25-3-1 0,-20 3-6 0,-5 0-4 16,8 0 2-16,-8 0-5 0,0 0-1 0,5-2-6 0,-5 2 1 0,0 0-7 15,0 0 2-15,9 0-6 0,-9 0-2 16,0 0-6-16,0 0 2 0,0 0 0 0,0 0-1 16,0 0-6-16,0 0 0 0,0 0-3 0,0 0 8 0,0 0-5 15,0 0-1-15,5-2 1 0,-5 2 2 0,0 0 3 16,0 0 4-16,0 0-2 0,0 0-4 0,0 0 6 16,0 0-6-1,0 0 1-15,0 0-3 0,0 0-1 0,0 0 0 0,0 0 1 16,0 0 1-16,0 0-4 0,0 0-4 0,0 0 4 15,0 0-2-15,0 0 0 0,0 0-1 16,0 0-1-16,0 0-3 0,0 0 2 0,0 0-1 16,0 0 2-16,0 0 1 0,0 0-6 0,0 0 4 0,0 0-3 15,0 0 2-15,0 0-2 0,0 0-1 0,0 0 1 0,0 0-2 16,0 0-2-16,0 0 0 0,0 0 4 0,0 0-3 16,0 0-3-16,0 0 3 0,0 0-3 0,0 0 0 0,0 0 2 15,0 0 1-15,0 0-4 0,0 0 3 16,0 0-1-16,9 2 0 0,-4-4 4 0,4 1-11 15,4 1 10-15,9-3-3 0,-3-1 1 0,13 2-1 16,-3-1-4-16,8-1 1 0,-3 1 1 0,4-2 4 0,-2 0 1 16,1 1-6-16,0 0 4 0,-5 0 1 0,-4 0 1 0,-1 1-3 15,-7 0-1-15,-1 2 5 0,-10 0 3 0,4 0-2 16,-8-3 4-16,4 4 5 0,-4 0-3 0,-5 0 8 0,12-1-8 31,-12 1 1-31,6-2 0 0,-6 2-1 0,0 0-4 16,8 2-5-16,-8-2-5 0,0 0-12 0,0 0-1 0,0 0-4 15,0 0-10-15,0 0-15 0,0 5-13 0,0-5-12 16,0 0-16-16,-7 7-21 0,6-5-20 0,0 2-24 16,1-4-198-16,-3 3-375 0,3-3 166 0</inkml:trace>
  <inkml:trace contextRef="#ctx0" brushRef="#br0" timeOffset="140728">24291 12072 58 0,'0'-4'233'0,"3"0"-7"15,-2-1-10-15,0 2-21 0,2 0-18 0,-3 3-10 16,2-6-20-16,-2 3-16 0,0 3-17 0,4-3-14 16,-4 3-10-16,0 0-10 0,4-2-4 0,-4 2-15 0,0 0-4 15,13 4-9-15,-8 0-6 0,5 0-5 0,-2 1-9 0,1 2-2 16,2-1-5 0,-2 2-6-16,0 0-3 0,4-2-2 0,-2 1-7 15,0-1 5-15,1 0-5 0,-3-1-5 0,-2-1 5 16,4-1-5-16,-2 1 3 0,-2-4 4 15,-1 0-4-15,0 0 0 0,-6 0 4 0,13-4 2 16,-8-1 3-16,3 2 0 0,-2-3-3 0,-2 0 20 0,1 1 0 16,-1-2 8-16,0 2-3 0,-3 0-1 0,3 1 3 15,-1-1-1-15,-1 2-4 0,-1-1 1 0,2 0-8 0,-3 4-1 16,1-4-3-16,3 2-1 0,-4 2-13 16,0 0-13-16,3-3-13 0,-3 3-4 0,0 0-1 15,0 0 4-15,6 8 3 0,-3-2-1 0,0 2 1 16,0 4 0-16,2 0 1 0,3 5 4 0,-3-1 0 0,0 12 6 0,1-1 3 15,1-2 2-15,-4 2-2 0,0 1 6 0,-2 0-3 16,2 1 0-16,-3 0-2 0,-3-3 9 0,1-6-2 16,-2-1-2-16,-2-2-1 0,-2 3 0 0,0-5 2 15,-2-3 0-15,-1 0 1 0,0-3-1 0,-1-1 0 16,-1-3 3-16,0-1-1 0,-5-1 0 0,5-2 1 0,-1-2 9 16,1-2 17-1,1-1 7-15,0-1 15 0,2 0 14 0,0-5 3 16,3 3 9-16,2-4 2 0,4-1-3 0,1-6-11 15,6 1-8-15,2-7-4 0,7 2-9 0,1-6-3 16,4 2-6-16,-1 2 0 0,3 5-4 0,0-2-3 16,1 3-4-16,1 1-8 0,-1 1 5 0,1 0-5 15,-7 7 1-15,0-1-4 0,-1 2-1 0,-6 1-3 16,4 1 1-16,-5 2-3 0,0-2 0 0,-1 1 6 0,-2 3-10 0,-2-1 3 16,1 1-8-16,-1 0-15 0,-1 0-20 0,-3 2-22 15,0 0-26-15,0 0-25 0,6-3-18 0,-6 3-8 16,0 0-6-16,0 0-23 0,0 0-37 0,0 0-225 15,0 0-461-15,0 0 204 0</inkml:trace>
  <inkml:trace contextRef="#ctx0" brushRef="#br0" timeOffset="141081.15">24948 12030 239 0,'1'-5'275'0,"3"1"-7"0,-3-2-6 16,-1 1-10-16,4 0-16 0,-4 4-13 0,0 1-24 16,4-7-22-16,-3 6-14 0,-1 1-18 0,2-5-16 15,-2 5-18-15,2-3-19 0,-2 3 0 0,0 0-25 0,0 0-7 16,4 16-7-16,-4-7-1 0,1 8-12 16,0 1-7-16,-1 2 5 0,-1 5-10 0,1 3-6 15,0 4-3-15,-1-1 2 0,1 3-2 0,2-4-1 16,-2 2-3-16,2-2-1 0,-2-1-1 0,0-4-3 0,0-6 4 0,1-2-4 15,0-2 2-15,-1-1-8 0,0-4 9 0,0 0-7 16,0-4 2-16,0 2 0 0,3-1 4 0,-3-5-2 16,1 2-1-16,-1 0 2 0,0-4 1 0,0 7-1 15,1-5 0-15,-1-2 1 0,0 0-3 0,0 4-1 16,0-4 2-16,0 0 13 0,0 5-19 0,0-5 0 0,0 0-6 16,0 0-14-1,0 0-26-15,0 3-27 0,0-3-37 0,0 0-73 16,0 0-75-16,0 0-236 0,-19-9-530 0,13 6 234 15</inkml:trace>
  <inkml:trace contextRef="#ctx0" brushRef="#br0" timeOffset="141613.09">24170 12025 226 0,'0'-3'239'0,"1"-1"-12"0,2-1-16 16,-3 0-9-16,0 5-15 0,1-4-12 0,0 0-13 16,-1 4-14-16,1-4-16 0,-1 4-14 0,0 0-12 15,0-5-14-15,0 5-9 0,0 0-13 0,0 0-7 16,0 0-9-16,3 14-1 0,-3-4-10 0,-4 6-5 0,3 4-7 15,-4 6-4-15,2 5-1 0,1 2-6 0,-4 5 0 16,5-3-3-16,0 9 0 0,0-9-4 0,2-3 1 0,0-2-1 16,0 0-2-16,-1-4 0 0,2-7-3 15,0-1-1-15,0-2 1 0,-2-4-3 0,1 1-1 16,0-4-2-16,0 1 3 0,-1-4-1 0,2-2 3 16,-2 1 0-16,0-1-1 15,1-1 13-15,-1-3 14 0,1 5 21 0,-1-5-7 16,0 3-2-16,0-3-7 0,2 5 2 0,-2-5-6 15,0 0 0-15,0 0-16 0,0 0-19 0,1 4-31 16,-1-4-43-16,0 0-83 0,0 0-344 0,0 0-543 0,0 0 241 16</inkml:trace>
  <inkml:trace contextRef="#ctx0" brushRef="#br0" timeOffset="143801.37">26964 12477 142 0,'0'0'133'0,"2"-5"1"0,-2 5-9 16,1-6 1-16,-1 2-5 0,1 0-1 0,-1 4-3 15,0-4-1-15,2-1-3 0,-2 5-1 0,2-6-7 16,-2 6-6-16,0 0-7 0,1-2-7 0,-1 2-6 15,0 0-13-15,1-5-7 0,-1 5-7 0,0 0-6 16,0 0-6-16,0 0-16 0,0 0-2 0,0 0 1 16,0 0-6-16,0 0 0 15,8 12-2-15,-5-6-2 0,1-2-2 0,1 6 0 16,-1-3 0-16,4 3-5 0,-1-1 1 0,2 2 3 16,-1 0-5-16,0-2 1 0,1 1 1 0,0-2-3 15,1-1-1-15,-1-2 4 0,-1 1-2 0,1-2-2 16,0 0 4-16,-4-3-1 0,4 0-1 0,-4-1-2 15,4-2 1-15,-4-1 1 0,2-1-2 0,-1-3 3 16,4-1 7-16,-2-1-4 0,2 1 3 0,-3-1-2 0,0 1 8 0,0-4 10 16,-4 3-3-16,4 1 1 0,-3-1 2 0,1 2 1 15,-3-1-1-15,1 3-1 0,-2-1-2 0,2 0 0 16,-2 1-5-16,1 1-3 0,2 1-2 0,-4 1-2 16,0 2-9-16,0 0-16 0,4-3-13 0,-4 3 2 15,0 0-1-15,0 0 3 0,4 10-1 0,-4-3 5 16,3 5 2-16,2 3-3 0,-7 2 3 0,5 7 0 0,-1 2 8 0,0 2 0 15,0 0 2-15,0 4-3 0,0-3 3 0,1 2 4 16,-1 0-4-16,0-1-1 0,0-1 5 0,-2 0-1 16,0-1 2-16,-2-3-3 0,0 1 4 0,0-6-2 15,-1-2 0-15,3 0 0 0,-4-2 2 0,-3 0 2 16,-3-5-2-16,0 4 4 0,3-7-1 0,-6-1-3 16,2-2 4-1,-6 4-1-15,0-6 0 0,-2 1 2 0,-4-4 2 16,5 0-5-16,-1-2 5 0,-1-1-2 0,0-3 8 0,5-2 13 15,2 3 1-15,-2-4 4 0,5 1 18 0,0-4 2 16,0-4 2-16,4 2-13 0,5-4-6 16,2-2-2-16,5 1-8 0,6-4-2 0,2 0 0 15,4-1-4-15,2 5-4 0,2-3 1 0,3 3-2 0,0 2-3 16,6-1 0-16,-2 4-1 0,1 0 0 0,-2 0 1 0,-2 3-2 16,1-1-6-16,-9 5 9 0,4 0-8 0,-8 1-1 15,0 2-1-15,-2 2 1 0,-1-4 1 0,-6 2-1 0,3 3 2 16,-2 0 0-16,-1-2-4 0,-5 3 3 15,7 0-4-15,-4-1 12 0,-3 1-15 0,4-4 1 16,-4 4-7-16,0 0-3 0,6-2-9 0,-6 2-11 16,0 0-12-16,0 0 2 15,0 0-6-15,0 0-6 0,0 0-20 0,0 0-5 16,-4 10-19-16,4-10-8 0,-4 6-16 0,2-3-23 16,1 2-24-16,1-5-179 0,-2 3-376 0,2-3 167 15</inkml:trace>
  <inkml:trace contextRef="#ctx0" brushRef="#br0" timeOffset="144635.6">27625 12482 27 0,'0'-3'197'0,"0"3"-10"0,0-4-13 0,0 4-5 16,0 0-17-16,0-5-12 15,0 5-11-15,0 0-17 0,0-6-11 0,0 6-13 16,0 0-11-16,0 0-9 0,0 0-11 15,0 0-6-15,0 0-5 0,0 0-5 0,0 0-2 16,9 8-2-16,-5-1-9 0,2-1 2 0,0 1-4 0,1 2-2 16,3 5-6-16,0-2 0 0,1 1 1 0,0-1-7 15,4 2 4-15,-3 0-5 0,-1-3-1 0,2 1 1 16,2-2 0-16,-4-1-3 0,-2-4-1 0,-2 2-1 0,4 0 2 0,-5-5-2 16,-1 1-8-16,4 2 10 0,-4-2-5 0,0-3 0 15,0 1 9-15,0 0 4 0,-5-1 14 16,7 0 6-16,-7 0 2 0,9-2-2 0,-9 2 5 15,7 0 9-15,-7 0-3 0,4-3-7 0,-4 3-3 0,4-4-4 16,-4 4-3-16,0 0-2 0,0 0-4 0,5-3-3 16,-5 3-1-1,0 0-8-15,0 0-6 0,0 0-11 0,0 0 0 16,0 0 0-16,0 0 1 0,-11 17 2 0,2-3-3 16,-5 0-1-16,-6 6 2 0,1 4-1 0,-5 1-4 0,0 4 6 15,-2-3-1-15,3 3 0 0,-4-2-1 0,3 2 1 16,3-1 0-16,-1-3 0 0,3 2-1 0,2-5 4 15,4 1-6-15,0-7 4 0,3-1 1 0,5-4-2 16,0-1 3-16,-2-1 0 0,6-1 1 0,-3-3-1 0,3-1 4 16,-4 3 2-16,1-4 17 0,3-1 10 0,-2 1 10 15,3-3 11-15,-1 5 4 0,1-5 6 0,0 0 5 16,-4 2-5-16,4-2-1 0,0 0-4 0,0 4-9 16,0-4 2-16,0 0-9 0,0 0-4 0,0 0 0 15,0 0-8-15,-4 3-1 0,4-3-5 0,0 0 1 16,0 0-5-16,0 0 1 15,0 0-5-15,0 0-1 0,0 0 1 0,0 0-4 16,0 0-1-16,0 0-2 0,0 0-1 0,0 0 1 16,0 0-1-16,0 0-2 0,0 0 2 0,0 0-3 15,0 0-1-15,0 0-1 0,0 0 2 0,0 0-5 16,0 0 3-16,0 0 3 0,0 0-4 0,0 0 3 16,0 0-1-16,0 0 0 0,0 0-1 0,0 0 1 15,0 0-1-15,0 0 0 0,0 0-7 0,0 0-1 0,0 0-4 0,0 0-4 16,0 0 0-16,0 0-5 0,0 0-9 0,0 0 2 15,0 0-16-15,0 0-13 0,0 0-13 0,0 0-12 16,0 0-17-16,0 0-16 0,0 0-18 0,0 0-60 16,0 0-279-16,0 0-508 0,0 0 226 0</inkml:trace>
  <inkml:trace contextRef="#ctx0" brushRef="#br0" timeOffset="145707.94">28601 12479 61 0,'0'-4'113'0,"0"4"-16"15,0 0-8-15,-1-4-7 0,1 4 6 0,-3-5-19 16,-1 2-7-16,4 3 1 0,-3-3-3 0,3 3-12 0,-7-2 4 15,7 2-10-15,-10-3-6 0,6 3-5 0,-3 0-3 16,1-1-2-16,6 1-2 0,-15 0-5 0,6 0-2 0,-1 0 2 16,0 1-2-16,-1-1-1 0,2 0-1 0,-2 3-1 15,1-1-1-15,-3 1-2 0,2 2 3 0,0-1-8 16,0 0 1-16,-1 2-7 0,3-1 12 0,-1 1-7 16,1 2-6-16,0-1 11 0,-1 1 4 0,2-1-2 15,1 3 1-15,0 1-7 0,3-1 4 0,-2 1 3 16,2 2 5-16,-2-2-8 15,1 5 4-15,1 0 3 0,1-6-3 0,2 6-7 16,1 0 4-16,0-3 7 0,3 3-2 0,-1-5 8 16,1 2 2-16,1-1-3 0,3 3-9 0,-1-4 8 15,2 2-10-15,-3-3 8 0,4 0 10 0,-1 0 10 16,2-2 3-16,3 0 2 0,-3 0 7 0,-1-1 2 16,0-2-5-16,4 1 12 0,-3-1 7 0,2-2 9 15,0 0 0-15,0-1 4 0,3-1 8 0,-2 2-10 0,1-2 3 0,0-2-4 16,5 0 1-16,-1-2 6 0,3-2-3 0,-2 0 1 15,1-2-6-15,2 0-1 0,2-6-10 0,1 2-6 16,-4-4-4-16,2-2-7 0,-2 0-4 0,-3-2 1 16,-1-3-11-16,0 2-4 0,-5-2-3 0,-5 4-2 15,2-2-1-15,-2 2-7 0,-5 0-2 0,-4 0-3 16,-1 2-14-16,-6-1-19 16,-2 3-25-16,-9 2-24 0,-8 0-31 0,-6 4-32 15,-5 1-41-15,-17 4-63 0,1 3-235 0,0 2-510 16,5 1 226-16</inkml:trace>
  <inkml:trace contextRef="#ctx0" brushRef="#br0" timeOffset="153794.37">22395 14326 35 0,'0'0'137'0,"-5"-3"-11"0,5 3-7 16,0 0-14-16,-8-2-7 0,8 2-14 0,-5-1-3 15,5 1-16-15,-9-2-6 0,1 2-12 0,-2 0-1 16,2 2 4-16,-2-2-12 0,-4 1-1 0,1 2-4 16,-5-1 3-16,6 2-10 0,-2-1-3 0,-3 2-3 15,-1 2-6-15,1-1-3 0,1 2 8 0,2 1-12 16,-1-3 3-16,4 4-4 0,-3-3 2 0,0 6-1 0,6-4 0 0,-2-2-3 15,5 3 3-15,-3 0-7 0,3 1 3 0,1 0 0 16,2 1 2-16,7-2-5 0,-2 1 5 0,3 1 1 16,4-1 3-16,4 0 2 0,-1-4 0 0,4 2 1 15,1-1 4-15,1-6 10 0,9 4-8 0,-7-4 2 16,0-2 5-16,1 0 3 0,5-6-5 0,-6 4 10 16,-3 0 14-1,0-5 13-15,-3 1 16 0,-3 1 10 0,-1-4 8 16,0 1 10-16,-1-1-8 0,-4 0-1 0,1 0-2 0,-3-3 0 15,-1 1 0-15,-1 0-4 0,-4-1-6 0,1 1-9 16,-1 0-9-16,-4 2-8 0,0-1-17 0,-2-1-16 16,-3 4-15-16,-3-3-17 0,-3 5-17 15,-1 1-22-15,0-1-27 0,2 1-21 0,3 4-26 0,-5 0-25 16,5 0-29-16,2 1-210 0,-1 2-416 0,7-1 185 0</inkml:trace>
  <inkml:trace contextRef="#ctx0" brushRef="#br0" timeOffset="156132.6">26143 14170 86 0,'0'0'100'0,"-7"-6"5"16,5 5-14-16,-3 0-9 0,-1-2-6 0,6 3-11 15,-14-1 1-15,5 2-8 0,-2 2-8 0,1-2-10 16,-2 2 0-16,-2 1-3 0,4 2-6 0,-5 2 1 15,-1 3-5-15,1-2-3 0,-2 3-7 16,5-2-1-16,5 0-1 0,-2 0-1 0,1-1 0 0,2 3-4 0,1-4 2 0,3 3-2 16,2-1 1-16,0 1-6 0,2-2 11 0,1 1-12 15,5-2-5-15,0 1 13 0,5-2 7 0,2-2 4 16,3 2 3-16,0-2 3 0,1-4 3 0,-1 0 2 16,4 1-3-16,-4-5 3 0,0 3 13 0,-2-4 5 15,-4-2-1-15,2 0 7 0,1-1 7 0,-6-1 0 16,1-1-7-16,-3-1-6 15,-1-1-7-15,-1-1 3 0,-1 1-11 0,1-3-5 16,-5-2 3-16,0 0-2 0,-5 3-7 0,1 2 0 16,-5-3-7-16,2 6-5 0,-3-1-1 0,-1 1 2 15,0 3-3-15,-1 1-3 0,2 0 4 0,-2 1-4 16,1 2-7-16,1 0-6 0,2 1-8 0,1 0-18 16,1 1-25-16,1 2 4 0,5-3-2 0,-4 5 2 15,4 0 8-15,4 0 2 0,3-1 1 0,4 1 1 0,4 3 15 0,5-1-14 16,0-5 4-16,2 3-2 0,-1-3-3 0,10 3-1 15,-3-3 0-15,2-2 1 0,0-4 6 16,-10 1-11-16,1 0 15 0,0-1 7 0,-5-1 5 16,2-1 5-16,-2-2 7 0,0-2 26 0,-6-2 8 0,3 0 15 15,-3-1 0-15,-2-3 9 0,-2 1 14 0,1 4 3 16,-3 0 12-16,-2-5 15 0,3 3-12 0,-3-1 6 0,-1 4-1 16,0-2 0-16,0 3 4 0,1 1 4 0,-1 3-11 15,-1-1-7-15,1 0-9 0,1 2-6 0,-2 1-9 16,0 3-7-16,2-5-17 0,-2 5-16 0,2-3-26 15,-2 3-5-15,0 0 0 0,0 0 1 0,-2 13 4 16,0-4 0-16,0 8 0 0,0 1 1 0,-1 3 4 16,3 5-3-16,-1 2 2 15,0-4 1-15,3 2-2 0,1 2 1 0,-2-7 0 16,2-3 3-16,0 2 1 0,1-3-2 0,-1 1 5 16,-1-2-6-16,1-4 3 0,-1-2 4 0,-2 0-4 15,3-2 4-15,-2-2-1 0,1 0-1 0,-1-2-2 16,-1 1 8-16,2 0 0 0,-2-1 7 0,0-1 6 15,0-3 1-15,0 0 1 0,0 0-9 0,0 0 3 16,0 0-2-16,-20-10-1 0,10 5-3 0,-2-1 0 0,-3-2 0 0,3 0-1 16,-1 1-3-16,-2-3-1 0,1-1 3 0,0 4-1 15,1-1-5-15,3 1 5 0,1 1-2 16,-1-1 1-16,5 2-6 0,1 3 5 0,-2-1 0 0,2-1-1 16,0 2 0-16,1-3-2 0,1 3-5 0,2 2 1 15,0 0-8-15,5-5-6 0,1 2-2 0,8-2-4 16,-1 5-11-1,6-3-8-15,-2-1-3 0,2 2-1 0,0 1 2 0,-1-3 2 16,4-2-1-16,-2 0 4 0,1 1 8 0,-2-3 0 16,-2 0 4-16,0 0 3 0,1-1 5 15,-9 1 8-15,4-2 10 0,1-2 7 0,-8 3 11 16,4 1 7-16,-2-2-2 0,-4 1 21 0,1 2 12 16,-1 2 10-16,1-2-4 0,-2 3 4 0,-2 0-11 0,3 2-4 15,0-1-5-15,-2-2-5 0,-2 5-7 0,3-3-4 0,-3 3-15 16,0 0-14-16,0 0 1 0,0 0 0 0,1 10-3 15,-1-3 9-15,-1 5-9 0,-3 5 2 0,-2 1 0 16,-1 7-3-16,1 3 2 0,-2-1 19 0,3-4-1 16,0-5-4-16,1 2 2 0,0-2-3 0,4-2-1 15,-1-4 0-15,1-1 0 0,-3-3-1 0,2-1 0 16,1 1 3-16,0-2 2 0,0-2 13 0,0 0 23 0,0-4 17 0,1 4-4 16,-1-4-5-16,0 0-6 0,13-7-7 0,-4 5-2 15,-4-5-10-15,7-2 2 0,-2 4-6 0,0-4-5 16,-2 2 7-16,2 1-11 0,-1-1-1 0,-3 2-3 15,-2 1 1-15,2 0-7 0,0 1 1 0,-1-1-3 16,-3 2-3-16,-2 2 16 0,6-3-26 0,-4 1-24 16,-2 2-15-16,4-3-13 15,-4 3-3-15,0 0 8 0,0 0 2 0,8 5 9 16,-3-2 3-16,0 1 5 0,-1 1 4 0,3-1 1 16,2 1 2-16,3 0 6 0,-2-2-1 15,0 2 5-15,4-2 1 0,1 1 2 0,2-2 0 0,2-2 0 16,-2 0 4-16,2 0-3 0,-6-2 6 0,1 0-3 15,-1-1 3-15,-1-1 1 0,0 1-1 0,-3-2 3 16,2-2 3-16,-3 2-2 16,-1-2 4-16,-1 2-1 0,-3 0 0 0,2 0 5 0,-3 0 3 0,1 0-2 0,-1 2-4 15,-2-2-3-15,0 5 3 16,-2-6-4-16,-1 4 1 0,-2-1-2 0,-4 3 1 16,9 0 2-16,-13 2-7 0,3 0-1 0,-1 4-1 15,2-1 3-15,-1-1 0 0,-1 4-5 0,4-1-4 16,0 2-15-16,-2-1-7 0,4 0 0 0,1 1-4 15,2 0-1-15,-1 1-3 0,4-3 2 0,1 0 1 16,2 1-10-16,1 1-18 0,3-1-23 0,0-2-43 16,1-2-47-16,0 0-221 0,3-4-436 0,-1 3 193 15</inkml:trace>
  <inkml:trace contextRef="#ctx0" brushRef="#br0" timeOffset="156476.51">27170 14205 178 0,'3'-4'185'16,"-3"4"-22"-16,3-1-19 0,-3 1-13 0,0 0-15 15,12 4-10-15,-3 1-9 0,0 0-7 0,2 0-11 16,-2 2-7-16,-1 3-11 0,3-2-1 0,-2 3-6 0,0 2-6 16,-5-2-6-16,3 1-7 0,0 4-1 0,-4-5-6 0,-1 5-3 15,0-3-4-15,-2-1-5 0,-2-2-6 0,2 3 2 16,-4-6 1-16,-1 2-2 0,2-3-1 0,1-2-4 15,-2 2 4-15,3-2 14 0,-1-2 30 0,2-2 12 16,-4 2 4-16,4-2 9 0,0 0 5 16,-7-8 1-16,7 2-5 0,0 0-7 15,4-5-2-15,-3 2-13 0,5-5-5 0,1-3-5 16,2 1-7-16,4-1-4 0,-3 1-7 16,8-4-5-16,-4 6-3 0,0 0-10 0,-1 0-9 15,0 4-17-15,-3 1-20 0,-1 2-27 0,1-1-33 16,-1 3-36-16,-2 4-37 0,1-4-229 0,-3 2-428 15,-1 0 190-15</inkml:trace>
  <inkml:trace contextRef="#ctx0" brushRef="#br0" timeOffset="157301.1">27616 14180 72 0,'0'0'283'0,"1"-4"-27"0,-1 4-23 0,0-3-29 16,0 3-22-16,1-5-21 0,-1 5-32 0,0 0-16 15,0 0-14-15,0 0-7 0,3 15-10 0,-3-7-10 16,0 1-5-16,0 3-5 0,-1-2-8 0,-1 3-5 16,0 3-7-16,1 0-2 0,-1-5-4 0,1 1-3 15,0 0-1-15,1-1-8 0,1-1 0 0,0-3 1 0,1 0-2 0,-1 1-5 16,1-3 3-16,0-1 0 0,2-2 3 0,1 0 4 15,0-1 13-15,-5-1 1 0,13-4 4 0,-2-1 0 0,-2 0-1 16,4 0-4 0,0-6-2-16,3 0-5 0,-3 1-5 0,5-2 0 0,-3 0-1 15,2 3-5-15,-3-3-1 0,-3 4-4 0,0 3-2 16,-5-4 0-16,3 7-4 16,-3-2-1-16,-1 0-2 0,-1-1-3 0,1 3-4 15,-1 1-2-15,-4 1-2 0,9 0-4 0,-9 0 4 16,7 3 0-16,-4 5-1 0,1-4 1 0,0 4-1 0,1-3 0 15,1 2 1-15,4 3 1 0,-3-3 0 16,2 0-1-16,1 0 1 0,-1 0 0 0,0-1 6 16,1-1-3-16,3 1-1 0,1-3 1 0,3-1 2 15,1-2-6-15,-1 0 8 0,3-2-2 0,-2-1-4 0,0-3 2 0,-1 0 0 16,-2-1-2-16,1 0 9 0,-6 0-5 0,2-1-3 16,-4-1 1-16,1 1 0 0,-2-1-1 0,-3-1 1 15,2 0-1-15,-3 2-6 0,-3 2 0 0,-3-5-2 16,-3 5 1-16,1-1 1 0,-8-1-4 0,-3 3 3 15,-2 0 4-15,-3 1-4 0,-7 0 0 0,1 1 2 16,3 2-1-16,5 0 2 0,-3 2 0 0,3 0 1 0,2 1-8 16,3-1-17-1,5 0-30-15,0 0-17 0,2 3 2 0,2 1 6 0,5 0 4 0,2 0 8 0,6 0 7 16,3 2 3-16,12-1 6 0,5-1 0 0,6 1 3 0,1 0 2 16,0-2-8-16,1-1-12 0,5-2-1 0,-2 4 6 15,0-7 11-15,1 2-4 0,-1-6 2 0,-3 2 5 16,-1 2 8-16,0-3 6 15,-7-3 7-15,-8 1 16 0,-1 2 27 16,-3-2 21-16,-3 2 12 0,-3 0 12 0,-1-2 24 0,-3 5 7 0,1-2 1 0,-2-1-3 16,-1 2-5-16,-2-1-5 0,1 1-12 0,1 1-7 15,-2-1-8-15,-2 3-8 0,5-2-11 0,-5 2-3 16,5-3-9-16,-5 3-17 0,0 0-16 0,0 0-5 16,0 0-5-16,4 8 3 0,-4-8 0 0,-3 9 1 15,2-2 1-15,-1 2-4 0,-1 1 2 16,1 1 3-16,-1-2-1 0,3 3-1 0,-4-1 2 15,4 2-1-15,0-2-1 0,0-3 3 0,0 2-1 16,0-3-11-16,-2-1-9 0,2 0-9 0,0-3-6 0,0 2 4 16,0-1 1-16,0-4 3 0,0 6 5 0,0-6 1 15,-2 5-2-15,2-5-40 0,0 0-57 16,0 0-26-16,0 0-22 16,0-18-35-16,-1 8-178 0,1 0-415 0,-1-4 184 15</inkml:trace>
  <inkml:trace contextRef="#ctx0" brushRef="#br0" timeOffset="157448.34">28564 13980 97 0,'0'0'160'0,"1"-5"-18"0,-1 5-14 16,0 0-16-16,4-2-7 0,-4 2-22 0,0 0-15 16,0 0-23-16,14 4-45 0,-10-2-52 0,-1 2-96 15,3 0-161-15,-1-4 71 0</inkml:trace>
  <inkml:trace contextRef="#ctx0" brushRef="#br0" timeOffset="157818.62">28950 14016 101 0,'0'0'143'0,"-4"-3"-20"16,4 3-12-16,0 0-7 0,-13 3-14 16,7-1-4-16,0 2-11 0,-2 0-7 0,2 3-5 15,-3-2-1-15,0 4-12 0,-1-2 0 0,2 3-11 16,0-2-7-16,-1 3-4 0,-1-3-3 0,2 3-2 16,-1 4-2-16,4-5-1 0,0 0 1 0,1 2 2 15,0-2-9-15,3-1 4 0,1 2-10 0,1-1 3 0,3 1-1 0,0-2-2 0,0-1 1 16,2 1 4-16,2 1-6 0,-3-2 4 0,4 1 1 15,-3-2-6-15,3 1 1 0,-5-1-1 0,3-2 5 16,-3 1-8-16,-2-1-2 0,2-2 7 0,-3 2 6 16,2-2-12-16,-3-3 9 0,-3 6 0 0,-2-2-2 15,3 0 3-15,-5-2 1 0,-2 3-3 0,-2 0 0 16,-1-3-3-16,-6 2 3 16,5 0-4-16,1 0-17 0,0-1-36 15,3-1-36-15,1-2-38 0,-2 3-108 0,7-3-249 0,3 0 110 16</inkml:trace>
  <inkml:trace contextRef="#ctx0" brushRef="#br0" timeOffset="158304.04">29033 14314 242 0,'0'0'270'0,"0"-3"-22"16,0 3-27-16,5-4-20 0,-5 4-23 0,9-5-16 15,-1 3-21-15,-2-2-14 0,4 0-13 0,2 1-9 16,-2-2-14-16,8-1-10 16,-6 0-8-16,5-1-7 0,-4-3-9 0,4 2-8 15,-3-3-3-15,2 1-4 0,-1 1-3 0,1-4-6 16,-3 1-5-16,-2 0-1 0,1 0-2 0,-6 2 1 0,3-1-7 0,-4 1-2 0,-1 0-3 16,0 0 0-16,-3-2 0 0,-1 7-2 0,-5-5-4 15,1 5-2-15,-1-3-1 0,-6 3 5 0,-2 2-6 16,-1 1-3-16,-7 1 2 0,0 2-1 15,-7 0-2-15,5 4-1 0,-4 6-1 0,9-4 0 16,-1 3-2-16,2 1-1 0,2 4-2 0,2 0 5 16,0 4-3-16,8-2 1 0,1 2 2 0,4 1-2 15,8 3 4-15,6-1-4 0,4-2 4 0,5-1 2 16,4-2 1-16,3-2-4 0,2-3 4 0,18 1 0 16,-13-4-2-16,14 0 4 0,-14-3-1 0,-1-3 7 15,-3-2-1-15,-2 2 5 0,-8-2 16 0,-5 0 12 0,-3-2 35 16,-3 1 1-16,-1 0 8 0,-2 0 10 0,-5 0 0 0,4-1-9 15,-8 1-5-15,7-1-8 0,-7 1-2 0,7-2-8 16,-7 2-13-16,0 0-6 0,6 0-12 16,-6 0-19-16,0 0-21 0,3-2-23 0,-3 2-23 15,0 0-24-15,0 0-27 0,0 0-29 0,0 0-37 0,0 0-37 16,0 0-27 0,0 0-44-16,0 0-156 0,0 0-469 0,0 0 209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30:12.68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28017 12905 50 0,'0'0'83'0,"4"0"-3"0,-4 0-6 0,0 0-5 16,0 0 0-16,5-2-9 0,-5 2-2 0,3-3-4 0,-3 3-10 15,0 0-4-15,0 0 12 0,6-2 3 0,-6 2-4 16,0 0 2-16,0 0 8 0,3-2 2 0,-3 2 7 16,0 0-2-16,0 0-3 0,0 0-3 15,3-3-2-15,-3 3-2 0,0 0-4 0,0 0-10 0,0 0 4 0,0 0-6 16,0 0-5-16,0 0-6 0,0 0 2 0,0 0-4 16,0 0-13-16,0 0 8 0,0 0-8 0,0 0-5 15,0 0-1-15,0 0-4 0,0 0 1 0,0 0 2 0,-11 10-9 16,6-5-2-16,-3 0 6 0,-2 4-5 0,-4 2-3 15,-3 0 1-15,-1 5 6 0,-4 1-6 16,2 1 7-16,-5 2-5 16,3-1 7-16,-1 1-12 0,1-2 4 0,1 1 1 15,4-5 5-15,0-3-9 0,3 3 3 0,0-4 4 16,5-2 2-16,-1 0-8 0,-2 0 5 0,7-3 2 16,-1-1-6-16,2 1 4 0,-2-4 0 0,3 3 9 15,-1-3 16-15,2 2 7 0,2-3 12 0,-5 4 4 16,3-2 3-16,2-2 2 0,-2 3-2 0,2-3 3 0,0 0 3 15,-4 3 3-15,4-3-3 0,0 0-2 0,0 0 6 0,0 0-9 16,-4 2-5-16,4-2-1 0,0 0-4 0,0 0-6 16,0 0-3-16,0 0-3 0,0 0-1 0,0 0-6 15,0 0 3-15,0 0-7 0,0 0-1 0,0 0-4 16,0 0-2-16,0 0-1 0,0 0 2 0,-2 3-3 16,2-3 0-16,0 0-2 0,0 0-2 0,0 0 1 15,0 0 2-15,0 0-4 16,0 0-1-16,0 0-1 0,0 0-2 0,0 0 1 15,0 0 0-15,0 0 2 0,0 0-7 0,0 0 4 16,0 0 2-16,0 0 1 0,0 0-2 0,0 0-3 16,0 0 3-16,0 0-2 0,0 0 1 0,0 0-2 15,0 0 2-15,0 0-2 0,0 0 3 0,0 0 0 16,0 0-2-16,0 0-2 0,0 0 12 0,0 0-13 16,0 0 11-16,0 0-9 0,0 0-4 0,0 0 4 0,0 0 1 0,0 0-2 15,0 0 1-15,0 0 0 0,0 0 3 0,0 0-4 16,0 0-1-16,0 0 0 0,0 0 8 0,0 0-7 15,0 0 1-15,0 0-3 0,0 0 3 0,0 0 0 16,0 0-1-16,0 0 1 0,0 0-3 0,0 0 3 16,0 0 1-16,0 0-3 15,0 0 2-15,0 0 0 0,0 0 1 0,0 0-2 0,0 0-2 16,0 0 2-16,0 0 0 0,0 0 0 0,0 0 2 0,0 0 6 16,0 0-8-16,0 0 2 0,0 0-4 0,0 0-5 0,0 0-3 15,0 0-11-15,0 0-13 0,0 0-20 0,0 0-8 16,0 0-21-16,0 0-50 0,0 0-49 0,0 0-230 15,0 0-446-15,18-8 198 0</inkml:trace>
  <inkml:trace contextRef="#ctx0" brushRef="#br0" timeOffset="1265.08">28024 12927 45 0,'0'0'102'0,"0"0"-1"0,0 0-24 0,2-2 13 16,-2 2-19-16,0 0 6 0,0 0-2 0,0 0-7 15,0 0-10-15,2-4 0 16,-2 4-9-16,0 0-6 0,0 0-2 0,0 0-8 15,0 0 6-15,0 0-11 0,0 0-5 0,0 0-3 16,0 0 1-16,0 0-2 0,0 0-4 0,0 0-16 16,0 0 13-16,0 0-6 0,0 0 8 0,-15 6-6 15,10-3-1-15,3 1-4 0,-6 1 3 0,2 0-4 16,-2 2 2-16,-1 2-7 0,-4-3 9 0,4 4-4 16,-5 1-2-16,1-1-4 0,3 2 8 0,-4-1-14 0,1 1 11 0,-1 0 5 15,2-1-10-15,-4 0 8 0,5-1-5 0,-2 1 5 16,2-4 1-16,0 3-2 0,2-4 0 0,-1 0-6 15,1 0 13-15,1-1-6 0,2-2-9 0,2 2 9 16,-1-1 7-16,0-1-3 0,1 0-9 0,0-1 4 16,0-1 5-16,0 1-1 0,4-2-2 0,-6 5 7 15,6-5-5-15,-5 2 2 0,5-2 6 0,-4 2-7 0,4-2-2 0,-4 2 1 16,4-2 2-16,0 0-1 0,0 0 1 0,0 0-6 16,0 0-1-16,0 0 4 0,-3 3-8 0,3-3 4 15,0 0 1-15,0 0-4 0,0 0 1 16,-2 1-1-16,2-1 11 0,0 0-6 0,0 0-3 0,0 0 5 15,0 0 1-15,0 0-5 0,0 0 16 0,0 0-22 16,-2 4 9-16,2-4-7 16,0 0 5-16,-6 2-6 0,6-2 1 15,-6 2 7-15,6-2-1 0,-5 3 3 0,5-3-4 0,-6 2-3 16,2-1 0-16,4-1 2 0,-5 3-3 0,0-2 2 16,5-1-1-16,0 0 3 0,-7 3 3 0,7-3-15 15,-5 3 12-15,5-3-8 0,-5 2 5 0,5-2 6 16,-4 2-2-16,4-2 0 0,0 0-9 0,-5 3 7 15,5-3-7-15,-2 2 3 0,2-2 1 0,0 0 0 0,0 0-2 16,0 0 4-16,0 0-1 0,0 0-11 0,-4 2 16 16,4-2 1-16,0 0 0 0,0 0-10 0,0 0 4 15,0 0 3 1,0 0-3-16,0 0 7 0,-1 4-10 0,1-4 13 0,0 0-8 0,0 0-3 0,0 0 0 0,0 0 0 16,0 0 11-16,0 0 4 0,0 0 0 0,0 0 7 15,0 0-2 1,0 0 0-16,0 0-7 0,0 0 8 0,0 0-1 15,0 0-7-15,0 0-1 0,0 0 0 0,0 0-4 16,0 0-9-16,0 0-28 0,0 0-39 0,0 0-38 16,0 0-134-16,0 0-262 0,0 0 116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45:04.6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3135 1596 115 0,'0'0'145'0,"0"0"-68"16,0 0 40-16,0 0 12 0,0 0 19 15,0 0 5-15,0 0 5 0,0 0 5 0,0 0 0 16,0 0 10-16,0 0 3 16,0 0 4-16,0 0 6 0,0 0-11 0,0 0-5 15,0 0-11-15,0 0-8 0,0 0-7 0,0 0-11 16,-3-7-5-16,3 7-6 0,1-4-11 0,-1 4-10 16,0 0-10-16,0-4-17 0,0 4-5 0,0 0-5 15,0 0-14-15,0 0-15 0,0 0-14 0,0 0-28 16,0 0-19-16,0 0-5 0,6 17-3 0,-4-3 1 15,1 10 5-15,-2 6 3 0,-1 5 2 0,2 12 7 0,0 4 0 16,-3-5 3-16,1 0 0 0,0-10 0 0,1 0 6 16,-1-1 5-16,4-2-5 0,-8-1 4 0,8-3 0 15,-4 0 1-15,4-4-3 0,-3-7 3 0,-1-6 2 16,0 0-3-16,0-2 4 0,2 0 4 0,-2-4 1 16,1-1 0-16,0 0 22 0,-1-5 7 15,0 8 9-15,0-8 15 0,0 5 11 16,0-5 15-16,0 0-4 0,0 0 6 0,-4 4-5 0,4-4-8 15,0 0-14-15,0 0-34 0,0 0-41 0,-2-14-37 16,0 6-41-16,1-1-56 0,1-3-62 0,0-6-88 16,-4 2-285-16,6-3-632 0,-2-10 280 0</inkml:trace>
  <inkml:trace contextRef="#ctx0" brushRef="#br0" timeOffset="295.69">3192 1513 101 0,'-3'-2'239'0,"-1"0"-16"15,4 2-22-15,-4-3-13 0,4 3-13 0,0 0-18 0,0 0-17 0,0 0-16 16,0 0-10-16,0 0-14 0,0 0-5 0,11-5-10 16,2 8-3-16,11-6-8 0,5 6-2 0,8-6-1 15,3 3-2-15,13-1-9 0,0 1-3 0,-15 4-2 16,-1-2-11-16,-4-2-4 0,1 3 0 0,-6-3-8 15,-7 0-2-15,0 0-4 0,-3 2-4 0,-8 0 0 16,0-2-4 0,-1 1-6-16,-5 1-11 0,4-2-7 0,-3 1-12 0,-5-1-27 15,6 1 5-15,-6 4-7 0,0-5-10 0,-10 11-41 16,1-5-29-16,-9 4-36 0,3 2-50 16,-3 0-114-16,1-1-352 0,2 5 156 0</inkml:trace>
  <inkml:trace contextRef="#ctx0" brushRef="#br0" timeOffset="650.25">3323 2236 2000 0,'-13'6'183'15,"2"1"-92"-15,3-2-36 0,1 0-28 0,0 0-15 16,2-3 1-16,1 1-3 0,4-3 15 0,-6 4 3 16,6-4 11-16,0 0 6 0,-4 3 0 0,4-3 14 15,0 0 14-15,0 0 5 0,0 0-1 0,32-5-4 16,-12 4-10-16,8-3 1 0,6-3-13 0,-1 2 1 16,3-3-13-16,-3 1 5 0,5 2-4 0,-7 1-1 0,0-3-3 0,-5-2 0 15,-5 5 2-15,-5 2-5 0,-4 0 1 0,-2 1-8 16,-2-1 2-16,-2 1-8 0,1 0 5 0,-7 1-5 15,10 0 0-15,-10 0-9 0,0 0-13 0,9-3-14 16,-9 3-20-16,0 0-26 0,0 0-27 16,0 0-30-16,0 0-28 0,-22 12-43 0,13-9-41 15,0 2-229-15,-1-1-499 0,1-1 221 0</inkml:trace>
  <inkml:trace contextRef="#ctx0" brushRef="#br0" timeOffset="1016.05">3305 1997 165 0,'0'0'320'0,"-10"0"-21"0,10 0-14 15,-6-1-14-15,6 1-17 0,0 0-21 0,0 0-19 0,0 0-10 16,0 0-14-16,-8-1-25 0,8 1-16 0,0 0-14 0,0 0-12 16,0 0-4-16,0 0-22 0,29-7-5 0,-8 4-12 15,-1-1-5-15,10-1-13 0,-1 2-4 0,2 0-8 16,-2-3-6-16,1 4-3 0,-4-4-4 0,-4 4-1 16,-2-1-11-16,0 0 0 0,-4 1 1 0,-3 0-4 15,-4-1 1 1,-3 1 2-16,2 2-7 0,-4 0 10 0,1-2 20 15,-5 2-4-15,10-1-4 0,-10 1-4 0,4-1-2 0,-4 1-5 16,0 0-10-16,5-3-11 0,-5 3-22 0,0 0-28 16,5-1-23-16,-5 1-39 0,0 0-37 0,0 0-41 15,0 0-39-15,8 4-34 0,-8-4-44 0,4 2-189 16,-4-2-528-16,9 4 234 0</inkml:trace>
  <inkml:trace contextRef="#ctx0" brushRef="#br0" timeOffset="1313.85">4302 1880 366 0,'1'-3'385'0,"-1"3"-28"16,0 0-24-16,5-3-12 0,-2 0-25 0,-3 3-20 15,0 0-30-15,0 0-21 0,0 0-20 0,0 0-28 16,0 0-18-16,0 0-20 0,0 0-34 0,0 0-17 15,0 0-8-15,-5 15-12 0,-2-5-2 0,1 0-6 16,-5 3-13 0,-1 4 10-16,1-2-18 0,0 3 7 0,0-2-9 15,-6 4-16-15,6-6-19 0,-2 1-22 0,1 2-15 16,5-8-25-16,-3 5-23 0,1-4-27 0,1 0-20 16,-4 2-32-16,6-2-32 0,1-6-45 0,-3-1-49 15,3 0-192-15,5-3-520 0,-11 2 230 0</inkml:trace>
  <inkml:trace contextRef="#ctx0" brushRef="#br0" timeOffset="1582.32">4092 1910 307 0,'-1'-5'371'15,"1"1"-22"-15,-1 1-24 0,-2-2-44 16,3 5-23-16,0 0-32 0,-1-7-28 0,1 7-21 16,0 0-22-1,0 0-17-15,0 0-17 0,0 0-13 0,17 12-6 16,-6-3 0-16,3 3-9 0,4 0-7 0,3 8 9 0,3-3-10 15,1 0-13-15,2 3 1 0,-4-4-5 0,-1 1-1 16,-3-7-13-16,-2 2-6 0,1 0-6 0,-2-3-2 16,-4-1-5-16,-2 0 0 0,0-3-2 0,-4-1 0 15,0-1-4-15,-2 0 9 0,-4-3-4 0,7 4 0 16,-2-2-5-16,-5-2 5 0,5 2-8 0,-5-2 2 16,0 0 0-16,0 0-29 0,0 0-35 0,8-7-29 0,-5 3-30 15,-2 1-33-15,1-1-47 0,-2 4-49 0,7-11-53 16,-1 4-58-16,-3 0-186 0,2-1-563 0,1 2 250 15</inkml:trace>
  <inkml:trace contextRef="#ctx0" brushRef="#br0" timeOffset="1898.59">4616 1746 293 0,'2'-10'413'0,"-4"1"-16"15,2 3-2-15,-1-1-4 0,1 3-15 16,1 1-19-16,-2-2-31 0,1 5-40 0,-1-6-36 15,1 6-32-15,1-4-30 0,-1 4-28 0,0 0-40 16,0 0-16-16,0 0-15 16,3 21-10-16,-2-3-8 0,1 11-5 0,1 0-5 15,0 5-7-15,0 0-3 0,0 0-7 0,1 2-1 16,0 10-1-16,-1-14 4 0,1-1-4 0,-2 2-7 16,3-1-4-16,-3-7-2 0,0 1-3 0,0-7-2 15,0-1 0-15,0-1 1 0,-2-4-3 0,0 2-1 16,1-5 0-16,0 0-3 0,-1-5 0 0,2 4-12 15,-2-6-17-15,0 2-14 0,0-5-18 0,0 7-14 0,0-7-31 16,0 0-23-16,-3 5-31 0,0-3-34 0,3-2-41 16,-10 1-33-16,10-1-47 0,0 0-54 0,-19-4-232 15,13-1-631-15,2-3 280 0</inkml:trace>
  <inkml:trace contextRef="#ctx0" brushRef="#br0" timeOffset="2183.44">4634 1952 59 0,'-1'-4'346'0,"1"-2"-13"0,-1 1-24 16,1 5-30-16,0-6-25 0,2 2-32 15,-1 2-18-15,3 0-20 0,3 1-15 0,0-1-25 16,6 1-20-16,5 4-6 0,1 0-14 0,-1 3-12 16,0-3-9-16,1 4-4 0,-1 1-6 0,0-1-15 0,-3 3 2 15,-3-3-16-15,-2-1-1 0,0 2-8 0,0-2-6 16,-7 1-2-16,-2-2 7 0,-2 2-1 0,-4 0 3 15,-4 1-5-15,-3-4 1 0,-4 4-6 0,-6-1 4 16,2-2 4-16,-2 2-12 0,-4-2-1 0,3 0-4 16,3 0 5-16,2-4-8 0,-1 2 2 0,1-3-3 15,6 3 2-15,3-3-26 16,2 1-23-16,1-1-25 0,6 0-42 0,-7 0-47 16,7 0-62-16,0 0-84 0,0 0-209 15,29-11-542-15,-9 5 239 0</inkml:trace>
  <inkml:trace contextRef="#ctx0" brushRef="#br0" timeOffset="2552.56">5062 2019 6 0,'-6'0'284'0,"6"0"-18"0,0 0-21 0,-6 3-10 0,6-3-15 16,0 0-9-16,0 0-3 0,0 0-30 0,-3 2-11 15,3-2-22-15,0 0-10 0,0 0-16 0,19-7-12 0,-6 3-8 16,7-4-10-16,-1 3-10 0,7-5-7 0,-7 4-10 16,8-5 0-16,-8 1-10 0,6-1-2 0,-6 0-3 15,0 2-4-15,-4-1-9 0,-3 2-2 0,-2 2 26 16,0-1 18-16,-5 4 23 0,1-2-2 0,-2 1 4 16,0-1-2-16,-2 2-23 0,-4-1-3 0,2 4-20 15,-8-1-1 1,-3 2-7-16,-2 2-11 0,-3 2-2 0,-2 1-3 0,-1 4 3 15,-3-1-14-15,3 8-1 0,1-7 0 16,5 4-6-16,0-2-6 0,4 1-1 0,3 2 3 16,2-4 1-16,-1 1-2 0,5 4 5 0,5-5-2 15,2 3 0-15,5-2 2 0,13 2-3 0,3-4-19 16,5-2-43-16,4-3-57 0,17-2-70 0,-2-4-76 16,-12 1-85-16,-2-4-223 0,2-4-612 0,-9 1 271 0</inkml:trace>
  <inkml:trace contextRef="#ctx0" brushRef="#br0" timeOffset="4169.2">5659 1948 87 0,'0'0'214'0,"-5"1"-10"15,5-1-10-15,0 0-8 0,0 0-19 0,0 0-12 16,0 0-16-16,-4 2-14 0,4-2 1 0,0 0 0 15,0 0 3-15,0 0-8 0,10 2-11 0,-10-2-6 16,10-1-11-16,-3 0-6 0,2-2-12 0,5 0-5 16,-1-3-9-16,-1 4-4 0,0-4-4 0,0 2-8 0,4-4-6 15,-6 3-1-15,0-1-2 0,-2-1-3 0,1 2 4 0,-5 2 14 16,0-4-1-16,2 2 7 0,-6 1-4 16,0 1 0-16,0-4-10 0,0 4-1 0,-4-1-11 15,-1 2-6-15,-1 1 5 0,-7-1-9 0,-1 2 0 16,-3 0-6-16,1 5 0 0,-1-1-5 0,-1 3 0 15,2 2 0-15,3-1-7 0,0 2 3 0,-1 0-3 0,4 2 0 0,-3 3 1 16,7 1-2-16,2-5 3 0,1 0-2 0,3 4 11 16,4-3-11-16,4 2 1 0,3-1 3 15,12 2 2-15,3-4 0 0,5-1-3 0,2-3 7 16,2-4-5-16,1-1 2 0,0-2-2 0,18-5 0 0,-19-1-1 16,1-1-3-16,-2 1 6 0,-4-6 15 0,0 3 22 15,-5-8 12 1,-1 0 13-16,-4-6 0 0,-3 1 0 0,-1-5 7 15,-3-1-1-15,-4-4 7 0,-2 2 8 16,-2-1 33-16,0 1 14 0,-1 3 20 0,-4 7 21 0,2 2 12 16,0 0 1-16,-2 2-10 0,-2 6-2 0,0-1-7 0,2 4-17 15,0 2-20-15,0-1-19 0,0 1-15 16,0 5-20-16,0-3-37 0,-1-1-37 0,1 4-45 16,0 0-13-16,0 0 4 0,-3 14 9 0,2-2 0 0,-3 7 3 0,2 1 7 15,-1 5 2-15,2 2 5 0,1 1 5 0,0 0 2 16,0-1-1-16,5-2 4 0,-4 1 2 15,1-7 3-15,1-2 0 0,3-2-5 0,-4-4 0 16,-1 1-3-16,2-6 4 0,-2 1-1 0,1 0-1 16,0-4 7-16,-2 2 2 0,1-1 6 0,-1 0 19 15,4-1 12-15,-4-3 13 16,0 3 5-16,0-3-8 0,0 0-8 0,0 0-11 16,-7-10-13-16,4 3-13 0,-6 3-14 0,-1-3-12 15,-3 1-4-15,1-1-10 0,-4 0 5 0,-1 1 2 16,-1 0 0-16,2 0 2 0,-2 1 1 0,5 1-2 15,3 2 3-15,0-1 8 0,-3 0 0 0,8 2 2 16,-3-2-6-16,4 2-16 0,4 1-6 0,-8-1-9 16,8 1-4-16,0 0 0 0,0 0 8 0,0 0 0 0,21-5-1 15,2 5-13-15,6-5-8 0,5 3-8 0,2 1-4 16,3-3-15-16,12 1 6 0,-11 1 2 0,-2-3 12 16,13-2 9-16,-19 2 1 0,-3-2 10 0,1 2 6 15,-4 0 5-15,-6 1 10 0,-1 0 21 0,-7-2 39 16,-2 3 9-16,-3 1 24 0,1-1 18 0,-3 0 0 15,-1 0 4-15,-1 0-10 0,-3 3-18 0,0 0-5 0,-9-5-4 0,9 5-11 16,-12 0-3-16,1 2-3 0,-1 1-6 0,-3 3-6 16,2 2-1-16,-1 1 2 0,0 1-4 15,5-2-4-15,-4 4 3 0,3 0-5 0,1-3 1 16,0 1 1-16,4-1-1 0,-1-1-12 0,3 2-2 16,-1-3-3-16,2-2-2 0,-1 0 5 0,3-1 9 0,-1-1 12 15,1-3 18 1,0 0 24-16,0 4 2 0,0-4 13 0,0 0 4 15,14-5-3-15,-8 1-1 0,2-4-2 0,6 2 0 16,-5-4-3-16,0 3-6 0,0-3-5 0,0 1-6 16,0-1-3-16,0 1-6 0,-3 1-7 0,3 0 1 15,1 1-3-15,-6 2-6 0,0 0-3 0,1 1-1 16,-2-1-4-16,-2 2-5 0,5 1-4 0,1 0-5 16,0 2 0-16,-7 0-15 0,21 3-2 0,-8 1-1 0,2 4-2 0,4 1-10 15,-2-1-11-15,7 3-7 0,0 1-6 0,-2-3-8 16,5 2-1-16,-2-2-21 0,0 3-5 15,-4-7-4-15,0 0 8 0,-2-1 1 0,0-1 8 16,-6-3 14-16,1 0 8 0,-4-3 6 0,3-2 6 16,-4-2 10-16,-1-2 23 0,-2-1 3 0,2-2 19 15,-3-5 21-15,-1 0 15 16,-3-2 17-16,1-5 15 0,0-5 17 0,-4 5 10 16,0-5 9-16,1 3 13 0,-3 2 17 0,2 6-1 15,2-1-2-15,0 7 3 0,0 1 1 0,0 1-6 16,0 3-18-16,0 1-13 0,-1 1-15 0,1-1-16 15,1 4-14-15,-1 2-16 0,0-4-46 0,0 4-43 16,0 0-7-16,0 0 1 0,0 0 12 0,3 21-2 16,-3-6 1-16,0 6 10 0,3 4 0 0,-2 4 7 0,0-2 2 15,2 2 0-15,-2 0 6 0,-1-3 3 0,0-1-1 16,1-5 4-16,-1-2-4 0,2-3-9 0,-4-3-19 16,2-2-17-16,2-2-13 0,-2 2 0 0,0-3 0 15,0-3 14-15,0 0 10 0,0 1 10 0,0-5 10 16,0 4 14-16,0-4 5 0,0 0-1 0,0 0 0 15,-21-9 1-15,11 2-2 0,2 2 2 0,-1-2-1 0,-1 2-2 0,-3 0-1 16,4-3-1-16,-1 2 2 0,-1 0-3 0,2 1 1 16,1 1-1-16,0 2 2 0,3-1 0 15,0-1-7-15,2 1-11 0,0 1-6 0,3 2-7 16,-5-3-1-16,5 3-6 0,0 0 1 0,0 0-1 16,11-5 3-16,-1 5-4 0,8-1 11 0,4 1 0 0,10-3-3 15,-4 3 4 1,5-3 2-16,-2-1 5 0,2 1 5 0,-2-1 0 15,2 1 6-15,-6-2-1 0,-9 1 4 0,2-1 23 0,-7 1 13 16,1 1 23-16,-2-1 23 16,-3 0 22-16,2 1 20 0,-5 1 11 0,-1 0 5 0,1 1-3 0,-6 1 0 15,8-2-14-15,-8 2-11 0,0 0-9 0,8 2-15 16,-8-2-8-16,0 0-15 16,5-2-11-16,-5 2-16 0,0 0-14 0,4 3-1 15,-4-3 1-15,3 7-3 0,-2 1 3 0,-1-1-7 0,3 0 5 0,0 3-2 16,-3 1-1-16,4 1-14 0,-3-1-18 0,1-1-18 15,0 1-28-15,2-1-23 0,-3-2-29 0,2 0-28 16,-2 0-16-16,-1-4-28 0,2 1-22 0,0-2 0 16,-1 0 1-16,-1-3 14 0,3 4-43 15,-3-4-50-15,0 0-43 0,0 0 4 16,-3-18-4-16,6 6 5 0,-2-4-2 0,4-1-172 16,-5-2-551-16,4-6 244 0</inkml:trace>
  <inkml:trace contextRef="#ctx0" brushRef="#br0" timeOffset="4285.03">7339 1792 1706 0,'4'-20'-55'0,"-4"-6"45"0,3 9 52 0,-3-2 54 16,-3 2 55-16,3 5 26 0,-1 1 21 0,1 3 5 15,-3 2 10-15,3 0-10 0,-1 0-7 0,1 3-19 16,1-3-24-16,-1 1-12 0,0 5-25 0,-1-3-16 16,1 3-28-16,1-4-51 0,-1 4-47 0,0 0-21 0,0 0-28 15,0 0-43-15,9 7-50 0,-5-1-53 0,4 2-61 16,-2-2-213-16,2 3-534 0,2-2 236 0</inkml:trace>
  <inkml:trace contextRef="#ctx0" brushRef="#br0" timeOffset="4638.33">7684 1719 53 0,'-5'-2'239'16,"-2"-1"-19"-16,-4 3-4 0,1-1-18 0,-1 2-14 16,-2 2-17-16,0-1-16 0,-1 8-13 0,0-3-9 15,-4 5-9-15,4 0-12 0,-2 2-9 0,5 1-10 16,-4-1-7-16,3 3-6 0,3-3-3 0,2-1 4 0,-2 3-1 15,6-5 0-15,2-1 2 0,2 2-1 0,2-2 8 16,2-1 12-16,1 0-9 0,3 1 4 0,2-3-8 16,6 0 0-16,0-3 5 0,3 0-13 0,5-4-6 15,-5 0 1-15,-1-3 7 0,0-1 7 0,-1-1-1 16,-5-2 15-16,3 0-7 0,-3-5-13 0,-1 0 14 16,-3-3-12-16,-4 4 1 0,0-2-2 0,-1-2-1 0,-4 0-6 15,0-2-10-15,0 3-2 0,-4 3-11 0,-5 0-15 16,3 1-3-16,-7-4-9 0,3 6-8 0,-5 2-7 15,3 0-19-15,-1 2-20 0,-1 3-32 0,-1 0-35 16,2 1-31-16,2 1-29 0,-2 3-21 0,1 0-41 16,2 4-43-16,5-3-64 0,1 2-236 0,4-2-609 15,1 1 270-15</inkml:trace>
  <inkml:trace contextRef="#ctx0" brushRef="#br0" timeOffset="4954.85">7900 1760 11 0,'0'0'435'0,"0"0"-23"0,3-4-27 15,-3 4-35-15,0 0-40 0,0 0-28 0,0 0-35 16,0 0-30-16,0 0-21 0,0 0-20 0,0 0-9 16,-3 13-23-16,2-2-19 0,-4-2 5 0,-1 6-16 15,-2 2-25-15,-2 0 6 0,1 0 0 0,1-1-16 16,1-2-11-16,0-3 5 0,4-2-20 0,1-4-1 15,-2-1 2-15,4 1-1 16,-1-2 9-16,1-3 39 0,-2 3 26 0,2-3-10 16,0 0-10-16,21-10-7 0,-11 3 3 0,4-3-7 15,3 0 6-15,0 1 10 0,0-3-3 0,-1 3-6 16,-5 3-6-16,-2 0-11 0,2 1-5 16,-3-1-15-16,0 4-6 0,-4 0-13 0,1 1-6 15,4 0-7-15,1 3-20 0,-1 4-29 0,4-1-51 0,1 5-58 16,0 2-48-16,1 1-84 0,-1 1-102 0,-1 0-507 0,2-5-936 15,-6 1 415-15</inkml:trace>
  <inkml:trace contextRef="#ctx0" brushRef="#br0" timeOffset="5972.28">9460 1812 4 0,'-1'-8'257'15,"-1"5"-16"-15,2 3-17 0,-7-6-18 0,4 3-7 0,-4 0-24 0,2 0-6 0,-3 1-20 16,-3-1-7-16,1 2-15 0,1-1-10 16,-4 4-13-16,1-2-9 0,-2 2-11 0,-1 5-11 15,1-2-8-15,-3 4-4 0,2 1-10 0,1 1-2 16,0 0-9-16,2 1 0 0,5-1-7 0,1-2-1 0,2 3-7 16,-2 3 2-16,5-6-4 15,1 3 0-15,3 0 0 0,1-3 2 16,4 1 6-16,1-3 8 0,9 2-1 15,0-3 0-15,1-4 1 0,4-1-3 0,6-1-3 16,-1-1-3-16,0-3-2 0,1-6-4 0,-9 6 9 0,0-4 2 16,-1-1 10-16,-3-1 12 0,1-2-6 0,-7 1 1 15,1-2-3-15,-5 4 9 0,-2-4-18 16,-2 1 6-16,-2 0-12 0,-2 0 1 0,-3 2-14 16,-3-3-4-16,-1 6-7 0,-4-5-6 0,-1 7-12 15,-4-1-10-15,0 0-10 0,-1 2-12 0,0 3-15 0,0-1-18 16,1 4-18-16,0-2-31 0,5 3-32 0,3 0-37 0,0-1-29 15,6 4-35-15,2-3-171 0,3 0-460 0,1 4 203 16</inkml:trace>
  <inkml:trace contextRef="#ctx0" brushRef="#br0" timeOffset="6303.98">9777 1752 288 0,'7'-1'264'0,"-2"-2"-28"0,3 3-22 0,-2-2-23 15,4 4-12-15,2-2-15 0,-1 4-10 0,0 2-14 0,2 0-9 16,0 3-6-16,-1-1-10 0,-3 2-5 16,1 2-7-16,1 2-14 0,-3 0-2 0,-1 2-8 15,0 0-8-15,-1 1-5 16,-2-1-7-16,-1-5-4 0,-2 7 0 0,-1-8-11 16,4 3 1-16,-5-7 0 0,1 1 6 0,-3 1 6 15,3-4 8-15,0-1 31 0,0 1 47 0,0-4 45 16,0 0 45-16,-1 4 1 0,1-4-20 15,0 0-18-15,-7-11-19 0,5 4-12 0,2-5-12 16,5 2-18-16,-4-7-11 0,3 0-19 0,0 1-11 0,8-9-18 16,-5 8-18-16,6-5-18 0,-4 5-23 0,5 3-31 0,-5-3-34 15,3 5-56-15,-2 5-54 0,-1-4-56 0,0 5-59 16,3 0-65-16,4 0-71 0,-5 3-287 0,2-1-753 16,-1 4 333-16</inkml:trace>
  <inkml:trace contextRef="#ctx0" brushRef="#br0" timeOffset="7115.78">10843 1601 2285 0,'3'-5'226'0,"-3"-3"-43"0,1-3 3 16,-1 5 12-16,0-6-11 0,0 5-6 0,0 1-10 16,3 1 5-16,-2 2-10 0,-1-2 2 0,0 1-14 15,4 1-20-15,-4 3-15 0,0-5-15 0,0 5-15 16,0 0-21-16,0 0-28 16,0 0-29-16,0 0-12 0,0 0 8 0,2 13-10 15,-2-2 0-15,3 4 3 0,-2 4-6 0,-1 5 9 16,0 3-1-16,3 1-1 0,-2-1 0 15,-2 2-3-15,1-2 5 0,1 1-1 0,-2-1-1 16,-2-7 5-16,3-1 2 0,0-3-2 0,-1-3 4 16,2 0-11-16,-1-5 6 0,0 3 3 0,0-6-1 15,0-1 8-15,0 1 31 0,0-5 38 0,0 5 49 0,0-5 39 16,0 4 31-16,0-4-3 0,0 0-15 0,0 0-19 0,-5-17-20 16,0 6-14-16,5-8-14 0,-1-5-13 0,-2-4-17 15,2-3-13-15,2-2-11 0,3-1-12 0,-4 0 2 16,5 5-7-16,-1 0-7 0,-3 2 2 0,2 8 2 15,-1 4-8-15,-2 1 5 16,4 4-7-16,-4 0-2 0,3 4-8 0,-3 0-6 0,1 1-4 0,-1 1-8 16,0 1-16-16,0 3-29 0,2-3-43 0,-2 3-11 0,0 0 0 0,0 0 8 15,14 8-14-15,-6-1-16 0,-3 1-15 0,7 4 5 16,-1 0 4-16,2 2-5 0,2-2 2 0,-2 3 4 16,1-3 1-16,0 0 5 0,4 0 2 0,-5 0 7 15,2-3 4-15,-2-3 3 0,5 1 2 16,-5-3 13-16,-2-1 14 0,3-3 3 0,-2 0 4 15,0-7 7-15,-1 2 24 16,-1-2 31-16,4-3 11 0,-2-4 17 0,0 1 19 16,-3-3 19-16,2-1 1 0,1-7 18 0,-4 7 15 15,-3 3 11-15,5-3 18 0,-5 2 15 0,3 0 5 16,-3 7-5-16,-1-2-2 0,-4 3-4 0,4 2-10 16,-3-1-14-16,-1 4-11 0,4-3-16 0,-3 1-16 15,-1 4-15-15,4-4-29 0,-4 4-37 0,0 0-44 16,0 0-10-16,0 0 5 0,0 0 6 0,-4 24 3 0,4-7 9 15,0 5 4-15,-1 7 9 0,1 0-3 0,1 3 5 16,-1-2 4-16,0 1 3 0,0-2 1 0,0 2 5 0,3-5-1 16,-3-5 2-16,1-4 4 0,0 0-1 0,-1-2 4 15,0-4-4-15,3 0 6 0,-3-1-1 16,0-5 1-16,0 0 5 16,1 0 6-16,-1-1 1 0,3 1 0 0,-2-3 3 15,-1-2 3-15,0 0-1 0,-1 5 0 0,1-5 1 16,-3 3-2-16,3-3-4 0,4 2-26 0,-4-2-42 0,0 0-63 0,0 0-66 15,0 0-64-15,3 3-79 0,-3-3-63 0,2 7-56 16,-2-7-302-16,4 2-812 0,-4-2 359 0</inkml:trace>
  <inkml:trace contextRef="#ctx0" brushRef="#br0" timeOffset="8193.44">11492 1872 251 0,'-6'4'277'0,"6"-4"-20"0,0 0-17 0,0 0-15 0,0 0-20 0,-4 1-14 31,4-1-20-31,0 0-12 0,0 0-19 0,0 0-11 0,0 0-12 0,22-3-13 0,-13 1-5 0,5-3-17 31,-1 2 2-31,4-2-19 0,-1-2-4 0,0 2-1 16,0-4-7-16,0 1-1 0,-1-2-4 0,1 1 7 15,-3-3 14-15,-3 2 11 0,-1 2 20 0,-4-1 12 16,3-3 6-16,-2 4 4 0,-1-1-2 0,-1 0 10 0,-4 1 4 16,0 1-8-16,3 2-12 0,-1-1-13 0,-2 0-14 15,0 6-20-15,-6-6-10 0,-1 5-10 0,-4-2-13 16,-1 3-2-16,-4 1-5 0,-13 2 0 0,10 2-5 16,-1-1-9-16,-7 5-1 0,8-2 7 0,0 3-11 15,0-1-2-15,2-1 10 0,3 4-27 0,5-4-19 0,-1 5-11 0,-2-3-6 16,7 1-4-16,1 1 1 0,4 0 5 0,7 0 10 15,2 1 0-15,6 0 8 0,3-2-2 0,9 0 13 16,7-1 2-16,-1-4-8 0,3 2-4 0,14-3 0 16,-10-3-6-16,-2-1 8 0,-2-4-5 15,0 1 10-15,-1-5-3 0,-4-1 6 0,-12 1 12 16,2 0 31-16,-2-3 28 0,-5-1 9 0,-5 0 8 16,4-1 15-16,-7 2 26 15,1 0 13-15,-2-1 6 0,-1-2-4 0,-3 2-6 16,2 3-4-16,-3-2-13 0,0 0-11 0,-1 4-11 15,-1-1-10-15,-1-1-11 0,1 3-11 0,0 4-14 16,0-3-17-16,-2 1-22 0,4 3-14 0,-6-1-15 0,6 1-17 0,-10 8-11 16,3-3-4-16,3 4-8 0,-2 0-3 0,1 1-4 15,-2 0-5-15,1 2 6 0,2 0 6 16,3 0 8-16,-2-1-2 0,3 0 3 0,0 0 6 16,0-3 6-16,0 1 9 0,0-4 14 0,0 0-13 15,0 1 10-15,0-6 10 0,0 6 21 0,3-3 20 0,-3-3 13 16,6 0 2-16,-6 0 8 0,12-5-3 0,-7 1 7 15,1-4 0-15,1 1 1 0,1-1-1 0,-2-2-10 16,-1 1 1-16,1-1-5 0,2-1-5 16,-3 2 1-16,-1 0-3 15,1 0 4-15,-3 2-1 0,0 1 4 0,-1 2 2 16,1-1-8-16,0 2-7 0,-1-1-11 0,0 0-22 16,-1 4-12-16,2-4-41 0,-2 4-34 0,1-2-24 15,-1 2 7-15,0 0 16 0,0 0 9 0,4 10 9 16,-3-3 7-16,0-1 10 0,3 3-11 0,-1-2-7 15,3 2 10-15,-1-1-3 0,2-1 6 0,0 3 8 16,0-6 3-16,2 2 13 0,3-1 2 0,1-1 4 0,0-1 2 16,1-3 5-16,-1 1 7 0,5-3 16 0,-6 0 20 15,0-2 24-15,-1-1 24 0,1 0 40 0,-2 0 26 16,-1-3 18-16,-1 1 20 0,-2 4 18 0,2-4 15 16,-4 2 14-16,-1-2-7 0,1 2 7 0,0 1-2 15,0-1-21-15,0 2-18 0,-1 1-22 0,0-1-16 16,-3 3-16-16,5-3-17 0,-5 3-14 0,0 0-15 0,0 0-33 0,0 0-33 15,0 0-27-15,0 0 4 0,4 10 1 0,-3-3 1 16,1 3 3-16,-2 0 1 0,2 4 2 0,-2-2-10 16,0 5-25-16,0-2-6 0,-2 2 1 0,0-5-3 15,1 5-1-15,1-5 1 0,0-4-1 0,0-1 1 16,-4 0 4-16,4-2 7 0,0 0 9 16,2-1 19-1,-2-4 24-15,2 6 39 0,-2-4 36 0,0-2 30 0,0 0 11 0,5 2-7 0,-5-2-13 16,9-7-10-16,-6 2-7 0,3 0-9 15,3-3-9-15,-1 0-3 0,-1 0-6 0,1 1-10 0,0 1-8 16,-2 0-5-16,3-1-6 0,-1 2-5 0,-3 0-1 16,0 2-5-16,1 1-10 0,3-1-8 0,-2 3 3 15,0-2-4-15,5 4-19 0,-2 2-14 0,2 0-21 16,-1 1-21-16,2 1-30 0,1 2-37 16,-1 4-37-16,2-3-55 0,-1 2-50 0,4-2-58 15,-9-2-75-15,1 0-80 0,3-1-320 0,-7-1-885 16,5 0 393-16</inkml:trace>
  <inkml:trace contextRef="#ctx0" brushRef="#br0" timeOffset="8394.29">12830 1924 138 0,'0'0'467'0,"0"0"-3"0,0 0-6 0,0 0-9 15,0 0-15-15,0 0-30 0,0 0-40 0,0 0-35 16,0 0-35-16,0 0-28 0,0 0-39 0,0 0-54 0,0 0-62 16,0 0-86-16,0 6-92 0,0-6-108 0,0 0-122 15,0 0-381-15,0 0-734 0,0 0 325 0</inkml:trace>
  <inkml:trace contextRef="#ctx0" brushRef="#br0" timeOffset="10412.18">3547 2684 57 0,'0'0'131'0,"0"0"-15"0,0 0-4 16,0 0 1-16,0 0-9 0,0 0 0 0,0 0-8 15,30-3-2-15,-18 3 1 0,1 0-4 0,6 0 1 16,1-1-9-16,7 1 1 0,2 0 9 0,1-3 2 0,1 3-2 16,2-2-9-16,3 0-6 0,2-3-11 0,4 2-1 15,-4 1-8-15,13-1-3 0,2-2-7 0,-12 3 0 0,9 0-3 16,2-3 1-16,0 3-5 0,2 1-5 0,-4 0-1 16,2 0 1-16,-12 1 4 0,11-2-2 15,0 2-4-15,-11 0 0 0,-1-1-4 0,16 0 2 16,3 0-1-16,-6-1 6 0,2 2-1 0,-2 0-3 0,2 0-1 0,0-3 3 31,4 3-9-31,1 0-2 0,-1 0-4 0,1 0 1 16,-3-1-4-16,-1 0 0 0,-2-2-2 0,2 3 1 15,-16-1-4-15,13 1 7 0,-2-1-5 0,-12 1 12 16,0 0 1-16,15 0 1 0,-2 1-3 0,-14-4-1 0,17 2-1 0,-3 1 0 0,-11 0 4 0,13-1-4 31,1 1-1-31,-2-3-5 0,2 3 7 0,0-3-6 0,3-1 2 16,-2 2 0-16,-3 1 2 0,3-1 2 0,-14-1 0 15,13-1-1-15,1-1 5 0,1 3-2 0,-5 2 4 16,-1-3-2-16,4-2-2 0,-1 0 3 0,1 1-7 16,-1 1 1-16,1 1-1 0,0-3 0 0,1 2-7 15,-3 2 1-15,0-3 0 0,-1 2-9 0,2 2 3 16,-13-2 2-16,13 4 6 0,-3-5-12 0,4 4-2 0,-14-2 2 16,11 1 2-16,1 2-2 0,-1-2-2 0,3 1 1 0,1 0-3 15,-17-1 11-15,18-1 5 0,-2 2-1 0,0 0-2 16,-3-3 1-16,1 4-2 0,-1-3-4 0,7 1 6 15,-8-1 0-15,-9 1-4 0,11-2-2 16,3 2-4-16,-1 2 3 0,-2-2 2 0,4-1-2 16,-6 0-1-16,4 1-2 15,-3-1 0-15,-13-1-7 0,13 2 10 0,2-2-1 16,-15 2-5-16,-1-1-1 0,15-1 2 0,-12 0 0 16,14 2-4-16,-3-3 4 0,1 1-5 0,2 1 10 15,-4-3-8-15,2 3 2 0,2 0-1 0,2 1-2 0,-6-3 0 16,4 3 4-16,-14-2-4 0,14 2 0 0,-3-3 5 15,-12 1-5-15,-4 0 5 0,4 1-3 0,11-2-6 16,-11 2 5-16,-2 1 0 0,-1-3 0 0,2 3-2 16,-1 0 4-16,0-2 0 0,-1 2 5 0,0-5-5 15,-1 5-3-15,3-2 0 0,-2 2 0 0,1-3 1 16,0 3 9-16,0-2-10 0,4 2-7 0,-4 0 3 16,-3-2 2-16,3 2 4 0,3 0 2 0,-4 0-2 15,-2-2-7-15,2 2 2 0,-1-3 1 0,-1 5 5 0,-2-2-2 16,0 0 0-1,-1-2 0-15,-1 2 2 0,3 0 1 0,-3-1-10 16,2 1 5-16,1-1-1 0,-1 2 4 0,1-3 2 16,0 2-4-16,1-2 2 0,0 2 5 0,2 0-9 15,-3-3 4-15,4 3 5 0,-1 0-15 0,-3 0 10 16,0-1-2-16,3 0-2 0,-4 2-2 0,0-1-1 16,3-3 6-16,-2 5-3 0,-3-2 0 0,-4-2 2 15,2 1 4-15,-5 0 24 0,4 1 8 0,-8-3-5 0,3 2 0 0,0-3-1 16,-1 1-4-16,-1 3 3 15,1-2-9-15,2-2 5 0,-5 3-3 0,5-3-5 0,-1 1-2 0,-2 3 1 0,2-4-3 16,-2 1-3-16,8 2-3 0,-1 0-4 0,-4-2 3 16,-3 3-7-16,1 0 7 0,1-1 0 0,-3-1-7 15,4 0 10-15,-3 4-2 0,0-5 1 16,-1 4-6-16,-2-3 3 0,-3 2-1 0,2 0 0 0,0 0 4 16,-4 0-9-16,2 0 2 0,-1-3-1 0,1 3 1 15,-2 0-5-15,-2-2 5 0,0 2-1 0,3 0 5 16,-3-2-4-16,2 2 17 0,-2-1-17 0,3 1 0 15,-13 0-1-15,14-2 1 0,-7 2-1 0,-7 0 3 16,16 0-5-16,-10-1 0 0,-6 1 4 0,17 0-2 16,-12 0 3-1,2-1 19-15,-7 1 2 0,12 0 5 0,-12 0 0 16,14-1 4-16,-9-1 1 0,-5 2 2 0,9-2-1 16,-9 2 10-16,0 0 2 0,10-3-2 0,-10 3 0 15,0 0-4-15,8 0 0 0,-8 0 1 0,0 0-9 16,0 0-4-16,0 0 0 0,0 0-14 0,0 0 10 15,0 0-1-15,0 0-7 0,8-2-3 0,-8 2 2 16,0 0-5-16,0 0-1 0,0 0 0 0,0 0 0 0,0 0-4 0,0 0-1 16,0 0-19-16,0 0-19 0,0 0-15 0,0 0-36 15,0 0-44-15,0 0-46 0,0 0-92 0,0 0-122 16,0 0-321-16,-35-8-769 0,16 1 340 0</inkml:trace>
  <inkml:trace contextRef="#ctx0" brushRef="#br0" timeOffset="14632.02">4100 3809 42 0,'0'-4'242'0,"3"-2"-12"0,-2 0-1 16,3 1 4-16,-3-1-3 0,2 2-5 0,-1 0-10 15,-2-2 0-15,3 4-16 0,-1-2-13 0,-2 4-17 16,3-6-17-16,-3 6-19 15,0-2-14-15,0 2-23 0,0 0-25 0,0 0-18 16,0 0-6-16,0 0-10 0,-10 17 1 0,2 0-4 16,-1 0-5-16,0 10-1 0,-5 3-3 0,1-3 13 15,-2 5-16-15,2 0 0 0,-2-1 3 0,2 2-6 16,-2-1-27-16,6-3 6 0,-3 2 5 0,2-6-8 16,1 4 9-16,4-9-4 0,0-3-3 0,0-1 2 15,-3-1-2-15,6-3 2 0,-2 0 3 0,1-5 1 0,2 3-3 16,-1-3-8-16,0 0-15 0,-2-1-15 0,4 1-20 0,-4-3-12 15,3 1-12-15,-1-2-10 0,-1 2-22 0,-2-5-52 16,5 0-67-16,-9 0-185 0,2-5-454 0,5 1 201 16</inkml:trace>
  <inkml:trace contextRef="#ctx0" brushRef="#br0" timeOffset="14954.67">3821 3942 215 0,'-1'-7'317'0,"1"2"-7"16,0 0-19-16,0 1-21 0,0 4-24 0,0-7-26 15,0 7-30-15,0-5-22 0,0 5-21 0,1-3-14 0,-1 3-19 0,0 0-10 16,12 10-9-16,-4-3-18 0,3 4-4 0,3 4-3 16,7 3-11-16,-2 2-1 0,0 3-6 0,0 0-2 15,3 3-9-15,0-2-2 0,-2-1 0 0,2 0-8 16,-3-2 3-16,1 0-6 0,1 0-5 0,-8-6 4 15,1-1-2-15,-3-2-1 0,-3-3-6 16,2-1 1-16,-4 0-3 0,0-2-3 0,-3-2-1 0,3 0 1 0,-5-1 1 16,3 1 2-16,-1-1-3 0,0 0-1 0,-3-3 4 15,4 3 0-15,-4-3-6 0,0 0 7 0,2 3-10 16,-2-3 5-16,0 0-1 0,0 0-4 0,2 2-15 31,-2-2-23-31,0 0-34 0,0 0-36 0,0 0-46 0,0 0-80 0,0 0-95 0,0 0-164 0,0 0-525 16,9-7 232-16</inkml:trace>
  <inkml:trace contextRef="#ctx0" brushRef="#br0" timeOffset="15555.45">4642 4212 108 0,'0'0'178'0,"0"0"-11"0,0 0-13 16,-4 1-14-16,4-1-15 0,0 0 1 0,0 0-9 15,21 1-8-15,-4-2-10 0,5 1-7 0,7 0-10 16,2 0-10-16,4-2-6 0,0 0-5 0,16-3-9 15,-11 2-4-15,1 2-5 0,-1 0-3 0,-2-3-3 0,-1 1-5 0,-5 0-2 16,-4 2-2-16,-5 0-7 0,-4-2 6 0,-6 2-4 16,-4 1-5-16,0 0 6 0,-1 0 2 0,-3-1 3 15,-5 1-5-15,5-2-9 0,-5 2-12 0,0 0-19 16,0 0-8-16,-24 0-21 0,12-2-23 0,3 4-31 16,-5-2-49-16,0 0-155 0,3-2-328 0,0 2 145 15</inkml:trace>
  <inkml:trace contextRef="#ctx0" brushRef="#br0" timeOffset="15871.33">5190 4028 187 0,'0'0'190'0,"0"0"-8"15,12-3-11-15,-12 3-14 0,20 3-10 0,0-1-8 16,-2 1-17-16,3 2-3 0,4 4-10 0,1 1-14 16,-6-3-7-16,6 5-5 0,-2 1-12 0,-6-2-6 15,-1 1-3-15,-1 1-3 0,-3 0-9 0,-1-1-1 0,-2 1-9 0,-4-1-1 16,-2-2-4-16,-4 5 3 0,0-4-5 0,-5-1-2 16,-3 2-3-16,-4 0-2 0,-3 0-3 0,-2-2-3 15,-6 5 2-15,3-7-4 0,0 1 1 0,3-2-8 0,-2-2 5 16,0 1-4-16,6-2 2 0,-1 0-5 0,3 1-6 15,3-3-16-15,0 0-15 0,2-1-20 0,2 2-24 32,4-3-40-32,0 0-53 0,0 0-193 0,0 0-387 15,23-14 172-15</inkml:trace>
  <inkml:trace contextRef="#ctx0" brushRef="#br0" timeOffset="16303.42">6033 3912 194 0,'8'-2'207'0,"4"1"-20"15,-2 1-12-15,0 3-11 0,2 1-12 0,-1 1-9 0,4 2-11 16,2 3-11-16,-3 1-9 0,0 2-10 0,-1 2-10 15,2-2-5-15,-2 2-9 0,-3 2-6 0,0 0-5 0,-1 3-7 16,-1-3-1-16,-2 1-8 0,-1 0-5 0,-2-1-4 16,-2 0-3-16,2 0-3 0,-7-5-3 0,0 0 4 15,0 0 0-15,-1-2 6 0,0-2 8 16,0 0 7 0,-1 0 11-16,3-3 4 0,-6-2 23 0,4 0 31 15,0-2 14-15,5-1 0 0,-10-1 23 0,5-1 16 16,1-2 6-16,-1 0 1 0,0-5-11 0,1-2-7 15,2-6-5-15,1 2-15 0,2-4-10 0,1-3-11 16,4-2-12-16,-2 5-15 0,2 0-11 0,-1 2-8 16,3 0-10-16,-4 2-6 0,5-2-12 0,-4 8-13 15,3 0-24-15,-2 1-31 0,1 0-48 0,4 0-46 0,-2 1-48 0,1 3-41 0,3 1-39 16,-3 2-48-16,-1 2-58 0,4 1-72 0,-3 0-218 16,0-1-685-16,2 1 302 0</inkml:trace>
  <inkml:trace contextRef="#ctx0" brushRef="#br0" timeOffset="16457.12">6519 4137 309 0,'0'4'304'0,"0"-4"-6"0,0 4 0 16,0-4-10-16,4 1-12 0,-4-1-24 0,0 0-28 0,1 3-18 15,-1-3-15-15,0 0-49 0,0 0-39 0,0 0-53 16,0 0-66-16,16-3-75 0,-9 0-105 0,-3 1-244 15,0-1-477-15,1-3 212 0</inkml:trace>
  <inkml:trace contextRef="#ctx0" brushRef="#br0" timeOffset="16858.3">6920 3925 244 0,'0'0'361'0,"0"0"-32"0,0 0-22 0,0 0-33 15,0 0-24-15,0 0-32 0,0 0-25 0,0 0-21 0,0 0-24 0,0 0-11 0,9 9-20 0,-5-4-7 16,1 1-9 0,0 4-7-16,2 1-7 0,-2 1-8 0,3 5-9 15,-1-2-10-15,-1 3-4 0,2-1-5 0,-1-2-7 0,0 0 2 16,-3-2-9-16,0-2-7 0,-2 0 1 0,1-3 0 15,0-1-3-15,-1 0-1 0,-1-2-4 0,2-1-1 16,-2 0 21-16,1-3 49 0,-2-1 50 0,1 4 47 16,0-1 42-16,-1-3 42 0,0 0 20 0,0 0-2 0,0 0-20 15,11-13-35-15,-5 3-15 0,3-3-35 0,2-4-12 16,-2 1-21-16,6-8-17 0,-2 1-17 0,1-1-11 16,-5 10-12-16,0-3-6 0,0 2-12 0,-1 3-13 15,-2 1-20-15,-1 2-26 0,2-1-40 0,-2 3-46 16,0 1-71-16,0-2-62 0,0 4-67 0,0 1-64 15,2 1-43-15,-1 3-38 0,4 0-64 0,-4 2-365 16,4-2-910-16,-1 4 403 16</inkml:trace>
  <inkml:trace contextRef="#ctx0" brushRef="#br0" timeOffset="17012.9">7356 4123 179 0,'0'4'398'0,"0"-1"25"0,0-3 16 15,0 4 10-15,0-4 3 0,1 6-9 0,-1-6-21 0,0 0-40 0,0 0-33 16,0 3-39 0,0-3-43-16,0 0-69 0,0 0-89 0,-1 6-104 15,1-6-130-15,0 0-183 0,0 0-424 0,0 0-793 0,0 0 350 16</inkml:trace>
  <inkml:trace contextRef="#ctx0" brushRef="#br0" timeOffset="18292.8">9495 3487 177 0,'-4'-14'267'0,"-2"4"-10"0,2 1-4 16,0 0-6-16,2 2-16 0,0 1-24 0,1 1-24 0,1-1-18 16,-3 2-20-16,2 0-28 0,1 4-33 0,0 0-9 15,0 0-10 1,0 0-7-16,0 21-7 0,1-4-5 0,2 10-2 15,-2 6-9-15,1 14-1 0,-2 4-5 0,1 6 5 16,2 31 0-16,-1-31 2 0,2 24-4 0,-4-25-1 16,4-1-4-16,2 1 0 0,-1-5-1 0,0-4-5 15,2-12-3-15,-5-2 2 0,2-3-3 0,-3-1 2 16,2-2 2-16,-6-4-6 0,3-6-2 0,0-4-1 16,-1-2 3-16,-5 2 15 0,3-3 10 0,-1-1 18 0,0-3 4 0,-1 1 7 15,-2-2 5-15,-5-1-3 16,3-1-8-16,-6-1-3 0,3-1-8 15,-7-2-6-15,0-1 1 0,-3-2-10 0,-4 0-3 0,4 0 3 16,1-3-10-16,2 1-3 0,-4 4-3 0,7-6-2 16,-1 3-8-16,4 1-21 0,1-3-18 0,4 1-21 15,-3-1-12-15,4 3-40 0,1-3-24 16,-1 1-35-16,5 0-48 0,2-1-40 0,0 2-266 16,2-5-556-16,2 0 247 0</inkml:trace>
  <inkml:trace contextRef="#ctx0" brushRef="#br0" timeOffset="18624.4">9260 4022 82 0,'0'0'231'0,"-6"0"-15"0,6 0-11 0,0 0-16 16,-6 3-17-16,6-3-17 0,0 0-12 0,0 0-2 16,0 0-7-16,28 0-11 0,-7-4-8 0,11-1-14 15,5 2-8-15,13-3-14 0,2-1-6 0,-1 3-7 16,-15-1-5 0,1 1-8-16,-2-1-3 0,-5 2-4 0,1-1-4 15,-12 4-3-15,-1-2-5 0,-4 1-4 0,-5-1-3 16,4 3-3-16,-8-2-6 0,0 1 7 0,-1-3-11 0,-4 3-3 15,0 0-22-15,0 0-19 0,0 0-17 0,0 0-17 16,-19-4-25-16,10 5-32 0,1-1-30 0,0-1-48 16,1 0-148-16,-1 0-376 0,4-1 167 0</inkml:trace>
  <inkml:trace contextRef="#ctx0" brushRef="#br0" timeOffset="19079">10089 3851 146 0,'7'0'224'16,"-1"-1"-20"-16,-6 1-21 0,14 0-17 0,-9 1-15 16,4 1-15-16,-2 3-14 0,0 0-12 0,1 0-11 15,2 5-10-15,-2-3-5 0,1 9-7 0,-3-5-8 16,-2 1-6-16,1 3-4 0,-5 1-5 0,1 2-2 15,-2-1-3-15,-8-2-4 0,4 2-2 0,1-5 1 16,-1 1-1-16,1-1 3 0,-4-4-3 0,1 0 2 16,3 1 0-16,0-4 5 0,3-1 10 0,-3-1 13 0,4 3 24 15,-2-3 32-15,2-3 24 0,-4 0 12 0,4 0-24 0,0 0-1 16,7-12-12-16,1 4-25 0,6-4-14 0,-5-2-8 16,5 1-11-16,0-1-7 0,-1-2-8 0,2 1-5 15,1 1-8-15,-1 2 10 0,-2 1-1 16,-1 2-21-16,-1 0-7 0,-4 2-1 0,2 3 3 0,-5 0-10 15,1 0-6-15,-1 2 1 0,0 1 2 0,-4 1-19 0,5-1-9 16,-5 1-1-16,0 0 3 0,10 5 0 0,-10 1 4 16,1-1-5-16,2 2 6 0,-2 4-2 0,3-1 3 15,-4 1-4-15,4 1-18 0,-4-2-10 0,4 3-16 16,-3-4-20 0,1 3-22-16,0-1-24 0,3-2-29 0,-4-1-29 15,2-2-38-15,2-1-58 0,-4-3-233 0,6-1-550 16,-7-1 244-16</inkml:trace>
  <inkml:trace contextRef="#ctx0" brushRef="#br0" timeOffset="19299.07">10634 3782 39 0,'1'-2'354'0,"2"-1"-33"0,-3 3-41 0,3-3-28 0,-3 3-33 15,0 0-24-15,3-3-20 0,-3 3-17 0,7 10-8 16,0 0-13-1,-2-1-7-15,6 2-16 0,1 12-3 16,-4-7-9-16,3 9-8 0,-1 1-6 0,-2-1-9 0,-4 4-7 16,2 0-4-16,-6 0-10 0,-1-4-5 0,-4 3-13 15,-4-2-13-15,0-1-11 0,-4-1-20 0,-2-2-27 16,-6-3-29-16,-1-1-41 0,-4-1-54 0,-1-6-78 16,-6-1-225-16,1-4-497 0,-1-5 220 0</inkml:trace>
  <inkml:trace contextRef="#ctx0" brushRef="#br0" timeOffset="19627.04">10091 3630 228 0,'-3'-3'239'0,"3"3"-12"0,-4-3-27 0,4 3-20 16,0 0-20-16,-17 4-10 0,7-1-18 0,1 4-7 16,-1 0-9-16,-6 8-13 0,-2 5-8 0,-3 6-3 0,1 1-12 15,-10 18 0-15,4 0-9 0,4 3-6 0,1-1-4 0,5-2-6 16,7-9-4-16,1-1-4 0,7 2-1 0,3-3 5 15,6-2 12-15,7-2-1 0,5 0 8 0,6-4-7 16,16 1-7-16,7-3-12 0,9-6-35 0,0-7-72 16,33 2-130-16,-31-11-269 0,4-3-499 0,-1-3 222 15</inkml:trace>
  <inkml:trace contextRef="#ctx0" brushRef="#br0" timeOffset="20396.91">12336 3549 139 0,'-3'-6'284'0,"3"0"-7"0,0-2-13 0,0 3-10 0,-1 1-14 15,1 0-26-15,0 4-25 0,0-6-22 0,0 6-22 16,0 0-21-16,0 0-10 0,0 0-17 0,4 11 2 16,-3 2-17-16,0 7-9 0,4 8-9 0,-1 3-7 15,-4 4-1-15,4 12-4 0,1 0-2 0,-1 4-4 16,1-3-2-16,3-11 0 0,-3 10-12 0,-4-12 1 15,7 0-1-15,-4-5-7 0,1-4 7 0,0 4-8 16,-4-9 1-16,2-3-2 0,-2-4-20 0,1-2-22 16,-2 0-30-16,0-3-30 0,0 2-27 0,-1-7-13 0,-1 1-23 0,-1-3-53 15,-2-2-255-15,5 0-486 0,-13-2 215 0</inkml:trace>
  <inkml:trace contextRef="#ctx0" brushRef="#br0" timeOffset="20682">12434 3696 120 0,'0'-4'251'0,"0"-1"-26"0,0 0-25 0,3 2-19 0,-3 3-24 16,3-2-8-16,-3 2-23 0,11 1-7 0,-4 1-9 16,5 2-14-16,1 3-2 0,3-2-8 15,0 9-10-15,4-6-4 0,4 7-7 0,-7-3-5 16,-2 2-6-16,1 0-6 0,-1-2-5 0,-6 1-1 0,0 0 1 0,0-4-10 15,-3 1 0-15,-2-2 4 0,0 3-1 0,-4-6 5 16,-3 7-2-16,-1-3 3 0,-2-2-3 0,-4 0-3 16,-3 4-4-16,-3-2-1 0,-1-2-2 0,-5 0-4 15,4-3-2-15,0 2-1 0,-1-1-4 0,1-2-10 16,-2 0-16-16,3 1-31 0,3-3-28 0,1-1-42 16,-1 0-43-16,8-4-61 0,-2 2-180 0,6-3-424 0,-1-3 187 0</inkml:trace>
  <inkml:trace contextRef="#ctx0" brushRef="#br0" timeOffset="21267.08">12743 3643 105 0,'4'-2'251'0,"1"-1"-24"16,3 0-20-16,2 0-17 0,0 3-19 0,2 0-10 15,3 3-12-15,2 1-17 0,1 1-11 16,-1 0-15-16,3 3-8 0,-1 2-6 0,1 0-13 15,2 1-6-15,-4 2-5 0,-4-1-11 0,0 5-2 16,0-4-7-16,-4 3-1 0,-2 1-4 0,0-1-6 0,-4-2-2 16,-2 2-4-16,-2-6 0 0,0 3-2 0,-2-3 4 0,-1 1 5 15,-2-2 1-15,1-1-11 0,-1-2-1 0,-4 0-4 16,5-1 8-16,0-4 7 0,2 3 10 0,2-4 14 16,-7 1-6-16,7-1-8 0,0 0-6 0,-1-7-10 15,5 0-8-15,1-2-1 0,10-3-4 0,1 1-2 16,8-4-5-16,5 0-7 0,-1 1-6 0,3 3 8 15,1-2-11-15,0 1-3 16,0 3 1-16,1-2 0 0,4 5 2 0,-6-3-3 16,-3 2 4-16,-2-1 2 0,-9 3-2 15,-4 3 1-15,1 0 0 0,-6-1 4 0,-3 2 5 16,3 0 6-16,-4 1 4 0,2-3 3 0,-6 3 3 0,8 0 0 16,-8 0-2-16,0 0-1 0,0 0-2 0,0 0-5 15,0 0 2-15,-13 12-4 0,5-7 2 0,-1 2-7 16,-2-1 3-16,2 3-1 0,-3-1-7 0,5 0 2 0,-4 1-1 15,5-1-2-15,-2 1 5 0,3-1-4 0,-1 0 5 16,3-2-1-16,2 0 0 0,-1 1 0 0,2-4 0 16,2 2 5-16,2-1 3 0,3 0 1 0,5-3-2 15,2-2-6-15,4 1 7 0,0 0-3 0,0-5-4 16,1 2 0-16,-4-2 7 0,3 0-3 0,-1-2 13 16,-4 1 12-16,-3 1 1 15,0-4 6-15,0 0-13 0,-5-1 2 0,1 0-10 16,-3-1 2-16,2 2-8 0,-3 0 1 0,-2 4-9 15,0-2-11-15,-2 0-8 0,-4-3-18 0,2 7-21 16,-2-1-23-16,-2-2-23 0,-1 5-33 0,2 1-30 16,-1-3-35-16,0 3-38 0,8 0-256 0,-14 3-529 15,14-3 234-15</inkml:trace>
  <inkml:trace contextRef="#ctx0" brushRef="#br0" timeOffset="22099.94">13717 3831 89 0,'0'0'330'0,"0"0"-1"0,0 0 7 0,0 0-24 0,0 0-16 15,0 0-45-15,0 0-17 0,0 0-29 0,6-15-22 16,0 5-12-16,-3 3-13 0,2-3-14 0,0-1-8 16,1 0-7-16,-1-5 2 0,1-1-4 0,-1 1 18 15,2-2-6-15,-1 0-15 0,-1 0-15 0,6-4 2 16,-3 3-2-1,-3 0 8-15,3 0 2 0,-4 0-9 0,1-1 13 16,0 5 9-16,-4 4 17 0,2-2 8 0,-2 6 6 0,-1 0-4 16,0 1-12-16,1 0-15 0,2 1-17 0,-3 2-16 15,0-2-24-15,0 5-32 0,0 0-41 16,1-4-47-16,-1 4-11 0,0 0 8 0,0 0 1 16,-1 21 5-16,-2-7 6 0,2 4 1 0,-4 10 5 0,0-3 2 15,1 2 2-15,3 2 4 0,1 2 5 0,0 4-1 16,5-5 8-16,0 2 0 0,0-3 6 0,0-5-4 0,4 0 4 15,-1-5-11-15,1-3 15 0,-4-4-3 0,4-2 1 16,-1-1 7-16,2-2 7 0,-1-2 5 0,0 0 9 16,2-2 6-16,0-3 3 0,0-1 1 0,0-1 7 15,0-2-1-15,0 0 5 0,1-2 5 0,-3-2-8 16,1 0-3-16,-2-1-4 0,-1 0-3 0,-2-2-4 16,1 1-2-16,1-1-5 15,-7 0-4-15,1 1-3 0,-1-1-5 0,0 3-10 16,-1-1-8-16,-4 0-11 0,0 4-14 0,-1-4-10 15,-1 3-10-15,-1 4-11 0,0-2-9 0,1 3-27 16,1-2-29-16,6 3-37 0,-11-3-30 0,11 3-9 16,-7 3-1-16,7-3 7 0,-3 4 19 0,3-4 13 15,10 6 14-15,2 1 9 0,6-2 1 0,2 2-7 16,11-2 1-16,-3-4-5 0,4 0 9 0,-1 2 8 0,-1-5 16 16,2 1 8-16,-1-4 12 0,-3-1 14 0,-1 1 20 0,-8-1 27 15,-2 1 35-15,-3 1 37 0,-3-2 29 0,-3 0 18 16,2 0 24-16,-5 0 12 0,-1 0 0 0,-1-2-3 15,-1 3 0-15,0-4-15 0,-4 5 1 0,2 4-5 16,-2-11-15-16,-1 8-10 0,-1 0-8 0,4 3-9 16,-11-4-7-16,2 4 0 0,9 0-12 0,-23 5-6 0,13 0 4 15,-2 3-6-15,2-1 1 0,0 2-5 0,-2 1-4 16,-2 5 1-16,3 3-5 0,4-2-4 0,-3-1 1 16,4 1-2-16,3-3-12 0,1-1-6 0,0-1-4 15,2 1 11-15,0-5-1 0,0 2 6 0,4-5 7 16,-3 0 5-16,5-1 7 0,1-1 0 0,5-2 4 15,-1 0-2 1,3-2-1-16,4-4-5 0,0 2 0 0,-4-4-11 16,4 2 8-16,1-2-8 0,-5-1 7 0,-2 4-2 0,0-2-5 15,-1 1 3-15,0 1 16 0,-2-2-19 0,0 4-9 16,-2 0 7-16,-1 0-5 0,0 1 5 0,-2-1-2 16,-4 3-13-16,0 0-30 0,9-3-31 15,-9 3-13-15,9 3-23 0,-3 0-40 0,-6-3-56 0,13 5-62 16,-5-1-92-16,-2 1-194 0,6-3-597 0,-1 1 264 0</inkml:trace>
  <inkml:trace contextRef="#ctx0" brushRef="#br0" timeOffset="22831.28">14769 3843 21 0,'0'0'280'0,"0"0"-14"0,0 0-14 0,0 0-7 15,0 0-16-15,0 0-13 0,0 0-14 0,0 0-7 0,0 0-2 16,0 0-3-16,0 0 12 0,0 0-5 0,0 0-15 16,0 0-17-16,5-14-12 0,-1 5-13 0,2 2-6 15,-1-4-3-15,2 1 5 0,-1-1 2 16,3-4-4-16,-3-1-21 0,2-2-7 0,2-1-5 0,0-7-4 0,-1 1-10 16,3-2-8-16,-3 1-10 0,0-3-7 0,-2 0-4 15,0 5 3-15,-1-3 13 0,-1 9-4 0,-1 1 11 16,0 1 10-16,-4 6 4 0,1-2 9 0,2 7-3 15,-1-1-10-15,-2 0-12 0,0 2-15 0,0-2-23 16,0 6-35-16,0-4-27 0,0 4 1 0,0 0 0 16,-10 17 6-16,5-7-3 0,-3 6 1 0,-1 7 1 0,-1 2 7 0,1 1-2 15,1 6-4-15,1-4 6 0,3 0 3 0,3 1 3 16,1 1-3-16,2-2 1 0,5 2-2 0,-1-1 1 16,2-5 0-16,-1-7 6 0,3 0-3 0,2-5 5 15,-2 0 4-15,3-4-1 0,1 0 6 0,4-4 2 16,-4-3 3-16,5-2 5 0,-2-2 4 0,2-3-1 15,-5 0 4-15,1-4 2 16,1-1-3-16,-1-2-1 0,0-2-3 0,-6 1 1 16,2-1-3-16,1-2 3 0,-4 5-4 15,-7 1 2-15,2-1 1 0,-3 3-3 0,-3-2-5 16,3 5-11-16,-1-2-12 0,-3 4-11 0,-1-1-4 16,-4 1-6-16,0 2-9 0,1 0-13 0,0 1-10 0,-3-1-23 15,1 7-23-15,1-4-17 0,3 3-15 0,-2-1-3 16,2 1-14-16,1 3-3 0,0 0 12 0,2-1 11 0,2 2 11 15,5 0 17-15,3 2 8 0,2-2 18 0,3-2 5 16,7 0 8-16,1-5 7 0,0-1 7 0,1-1 13 16,-2 1 4-16,-1 0 16 0,4-6 10 0,-3 1 15 15,-2-1 13-15,1 2 15 0,-3-7 19 0,-2 6 21 16,-2 0 27-16,-2-2 9 0,1 0 7 0,-2 0 12 16,1-1 9-16,-4 5 17 15,0-1 18-15,-4-1-2 0,5 3-9 0,-4-1-13 16,2 1-13-16,0 0-19 0,-4 2-14 15,0 0-11-15,2-3-15 0,-2 3-28 0,4-3-21 16,-4 3-24-16,0 0-25 0,0 0 7 0,4 11 1 0,0-4 1 16,-4 0 0-16,0 3 6 0,0 0 0 0,1 2 3 15,-1-1-2-15,0 2 4 0,0-2-18 0,1 4-20 16,2-5-19-16,-2 1-11 0,-1-1-23 0,3-5-11 0,-6 2-44 16,6 0-13-16,-2-4-16 0,-1 2-10 0,0-5 0 15,0 5-4-15,0-5-101 0,0 0-105 0,0 0-219 16,-9-20-668-16,4 12 296 0</inkml:trace>
  <inkml:trace contextRef="#ctx0" brushRef="#br0" timeOffset="22969.14">15364 3494 28 0,'-1'-11'355'0,"-2"4"-8"0,3-2-19 0,0 2-20 16,0 2-16-16,0-2-26 0,0 2-27 16,0 1-28-16,0 0-32 0,0 4-35 0,4-3-43 0,0 1-37 15,-4 2-48-15,14 3-57 0,-9-1-59 0,4 2-67 16,-4 0-262-16,7 1-464 0,-3 1 206 0</inkml:trace>
  <inkml:trace contextRef="#ctx0" brushRef="#br0" timeOffset="23563.49">15590 3687 179 0,'0'0'282'0,"0"0"-2"15,-6 1-1-15,6-1-9 0,0 0-2 0,0 0-10 16,0 0-27-16,0 0-28 0,15-7-23 0,-10 5-12 16,6-4-16-16,-1 0-5 0,0 0-29 15,-1-3-6-15,5-1-16 0,-1-4-6 0,1 1-8 0,-1 0-8 16,2-2-6-16,2-9-1 0,0 6-19 0,-2-10 0 16,1 4-6-1,-2-4-9-15,-1 2-4 0,-4-3-3 0,0 3 1 16,1-1-8-16,-5 3 3 0,-1 7 5 0,0 0 6 15,0 2 10-15,-4 3 13 0,1 3-10 0,-1 0 3 16,0 1-11-16,0 4-3 0,0-1-8 0,0 0-16 16,-1 2-4-16,1 3-5 0,-8 0 0 0,8 0 3 15,-18 9-3-15,9-3-3 0,-4 8 3 0,2-1-3 16,-2 4 2-16,-1 5 5 0,3 3-9 0,-2 2 20 16,5 0-22-16,3 0-6 0,2-1 2 0,3 0-1 0,3 1-3 15,2-2 3-15,5 0 6 0,1-4-2 0,4 2 1 16,0-8 2-16,-1-3 5 0,7 0-2 0,3 1 4 0,-6-8-1 15,2 1 4-15,2-2 10 0,-3-1-19 0,2-5 20 16,-2 1 5-16,0-2 3 0,0-1 17 16,-1-2 19-16,-5 1 5 0,2-5 12 0,-3 3-6 0,-2-5 3 0,3 3 6 15,-7-2 5-15,6-1-6 0,-7 1 4 0,4 1 1 16,-4 0 0-16,-1 3 9 0,-1 0 7 0,1 3-6 0,-1 0-9 16,3 0-11-16,-6 0-12 0,3 1-9 15,-2 0-22 1,-1 3-13-16,1-4-34 0,-1 4-22 0,0 0 5 15,0 0 3-15,2 11 0 0,-2-2 2 16,-2-3 5-16,0 7-2 0,2 0 5 0,-3-1 8 0,2 5 0 0,1-3 0 16,-1 3 0-16,2-4 5 0,-2 1-11 0,2-2-14 15,0-2-9-15,-1 1-33 0,0-1-5 0,1-3-26 16,-1-2-19-16,0-1-13 0,0 2-1 0,0-6-6 16,3 6 1-16,-3-6-49 0,0 0-70 0,0 0-68 15,0 0-305-15,12-13-686 0,-9 5 303 0</inkml:trace>
  <inkml:trace contextRef="#ctx0" brushRef="#br0" timeOffset="23700.95">16229 3399 276 0,'-2'-4'313'0,"2"-3"-12"0,-3 1-15 0,3 2-24 16,0 1-24-16,0 3-28 0,-1-8-27 0,1 8-14 16,-3-3-36-16,3 3-38 15,0 0-16-15,0 0-20 0,0 0-38 0,0 0-40 16,0 0-43-16,10 13-57 0,-6-11-65 0,-1 1-190 15,-1-1-405-15,2 3 180 0</inkml:trace>
  <inkml:trace contextRef="#ctx0" brushRef="#br0" timeOffset="24063.6">16625 3164 271 0,'0'-4'370'0,"0"4"-23"0,0-5-49 0,0 5-34 16,2-6-28-16,-2 6-31 0,0 0-12 0,0 0-38 16,0 0-11-16,-2 15-13 0,2-4-11 0,0 6-15 0,-4 2-4 15,1 7-18-15,0 3-4 0,-2 3-8 0,2 1-9 16,0-1-5-16,0 3-2 0,0-1-6 0,1-1-4 16,-1-2-7-16,-2 2 2 0,3 0-6 0,-1-6-3 15,2-7 1-15,-2 4-8 0,2-7-2 0,0-5 4 16,1 0-7-16,0-2 1 0,0-2 2 0,-1-1-7 15,1-3 4 1,0 3-1-16,0-7 3 0,-2 6 3 0,2-6-10 16,0 7 7-16,0-7-6 0,0 0 0 0,-1 4-1 0,1-4 6 15,0 0-4-15,0 0-3 0,0 0-6 0,0 0 1 16,-3 5-35-16,3-5-36 0,0 0-30 0,-9-9-27 16,4 4-46-16,0 0-66 0,1-4-316 15,-1 0-594-15,3-2 262 0</inkml:trace>
  <inkml:trace contextRef="#ctx0" brushRef="#br0" timeOffset="24253.65">16518 3517 224 0,'-9'0'384'16,"9"0"-4"-16,0 0-15 15,0 0-11-15,0 0-10 0,-5 3-25 0,5-3-29 16,0 0-28-16,0 0-31 0,0 0-25 0,0 0-20 0,37 0-18 15,-15 0-42-15,0 0-37 0,-1 1-57 0,2-2-62 16,-4 2-49-16,3-2-55 0,-3 1-71 0,2-3-95 16,-7 0-236-16,-1 1-579 0,-2-1 256 0</inkml:trace>
  <inkml:trace contextRef="#ctx0" brushRef="#br0" timeOffset="24787.01">16922 3477 208 0,'0'0'331'0,"0"0"-11"16,0 0-15-16,0 0-25 15,0 0-27-15,2 4-22 0,-2-4-35 0,4 2-17 16,-4-2-16-16,7 5-12 0,-1-2-15 0,2 1-13 16,3 1-15-16,2 0-7 0,5 2-10 0,0-2-12 15,1-1-14-15,-4 2-10 0,3-2-4 0,-5-1-10 16,2 0-1-16,-2 1 2 0,2-4-7 0,-3 0-4 15,-1 0 0-15,2-2-2 0,-1-3 7 0,-2 3 24 16,-3 0 20-16,3-1 21 0,-3 0 13 0,1-1 7 0,-3 1 19 0,0 0 4 16,-1 1-1-16,1 1-16 0,-1-1-8 15,-4 2-15-15,5-3-14 0,-5 3-20 0,5-1-14 0,-5 1-27 16,0 0-8-16,6 6-3 0,-2 0-8 16,0 6 2-16,2 5-6 0,-1 0-2 0,-2 9-5 15,0 0 0-15,-3 3 4 0,-3 1-5 0,-1 8 5 16,-5-4-2-16,-1 12 1 0,0-11 3 0,-3-2 1 0,0-1-3 0,-1-6 4 15,3 0-6-15,-2-4-4 0,3-6 9 0,1-2 0 16,1-3 1-16,4-5 5 0,-2 1-3 0,2-2 22 16,0 0 39-16,3-2 55 0,1-3 37 0,0 0-18 15,-5-12-8-15,6 3-10 0,3-8-8 0,5-8-9 16,1-1-15-16,8 0-7 0,6 0-11 0,11-15-8 16,3 2-10-16,3 2 3 15,0 1-15-15,4 1-4 0,-7 4-4 0,-9 8-6 16,2 4-4-16,-3 1-2 0,-4 4-4 0,-7 4-1 15,2-2 1-15,-11 7 6 0,2-1-5 16,-1 2-10-16,-1 0 0 0,-3 0-7 0,-1 0-2 16,1 2-21-16,0 0-30 0,-5 2-45 0,6-1-52 0,-6 1-53 15,0 0-10-15,0 0-5 0,0 0-60 0,-16 14-62 16,4-10-87-16,-3 5-451 0,2-6-945 0,4 2 419 0</inkml:trace>
  <inkml:trace contextRef="#ctx0" brushRef="#br0" timeOffset="25989.08">18744 2944 208 0,'0'-5'264'0,"-1"3"-28"0,1-3-27 0,0 5-28 16,-1-6-38-16,1 6-21 0,0 0-10 0,-3 13-12 0,0 3-11 0,-2 2-9 16,-3 15-4-16,-2 11-5 0,0 6-6 0,-4 9-4 15,-6 20-5-15,-2-1-2 0,6-22-6 0,0 4-3 16,-5 19-1-16,10-24-7 0,1 0-1 0,3 1 1 15,-3-6-4-15,2 3-7 0,5-19 2 0,0-2-1 16,-2 0-3-16,2-5-2 0,-2-8-3 0,3-2 3 16,-3-2 7-1,0-4 11-15,1-1 13 0,0-3 14 0,1-1 8 0,-4 0 8 16,2-1 1-16,-2-2 1 0,-1 1-4 0,-3-2-4 16,-2 0-9-16,3-4-7 0,-3 0-4 15,3 2-10-15,-4-3 4 0,1 1-15 0,4-1-3 16,-3 3-1-16,4-1-9 0,1-2-1 0,2 2-4 15,-2-2-14-15,3 2-42 0,-1-1-72 0,1-3-56 16,1-1-67-16,3-1-293 0,0-1-569 0,4 0 251 0</inkml:trace>
  <inkml:trace contextRef="#ctx0" brushRef="#br0" timeOffset="26316.86">18340 3592 14 0,'-5'0'219'0,"5"0"-13"0,0 0-15 0,-10 0-11 0,10 0-25 15,0 0-12-15,0 0-9 0,0 0-12 0,0 0-12 0,38 0-5 16,-8-3-10-16,4 2-12 0,3-3-8 0,3 0-5 15,-1 1-9-15,1 1-6 0,-3-3-5 0,-1 1-4 16,-4 1-6-16,-7-1-4 0,-5 3-5 0,-5-2 9 16,-5 2 19-16,0-2 13 0,-2 2 8 0,-2 0 6 15,1-2 7-15,-3 3-4 0,-4 0-13 0,0 0-10 16,3-1-20-16,-3 1-18 0,0 0-13 0,0 0-26 0,-22 0-20 0,11 0-24 16,3 1-35-16,1-1-36 0,-5 2-41 15,6-2-43-15,-1 1-171 16,7-1-411-16,-10-1 182 0</inkml:trace>
  <inkml:trace contextRef="#ctx0" brushRef="#br0" timeOffset="27091.83">18937 3492 310 0,'0'0'371'16,"0"0"-12"-16,1-4-29 0,-1 4-31 0,0 0-26 0,0 0-41 15,1-4-15-15,-1 4-24 0,0 0-24 0,0 0-24 16,0 0-17-16,0 0-15 0,0 0-7 0,3 10-12 0,-2-4-9 16,1 1-10-16,-2 2-4 0,0 2-9 0,0 3-11 15,2 0 13-15,0-2-25 0,-2 5 7 0,3-5-7 16,0 5-5-16,-2-6-1 0,4-2-4 0,-4 1-1 16,2-3-3-16,-2 2 1 0,2-4 8 0,-2 1 2 15,0-5-14-15,2 5 13 0,-2-5 17 0,-1-1 17 16,0 0-7-16,14-4-12 15,-3 0 2-15,-2-3-4 0,3 0-12 0,-2 1 3 16,6-5-6-16,-1 2-2 0,-2-3-5 16,2 0-5-16,-2 2 0 0,-3 1-3 0,1 2 3 15,-2-2-4-15,-2 1-3 0,-2 4-5 0,-1-1-1 0,0-1 0 16,-2 4-2-16,2 1-4 0,-4 1-15 0,5-4-17 16,-5 4-22-16,7 0 2 0,-7 0 5 0,9 2 3 15,-5 1-6-15,1 1 0 0,2 4 0 0,2-3-3 0,0 3 1 16,2-2-15-16,1 2-2 0,-2 0-7 0,8 0 0 15,-1-3-4-15,2 1 10 0,-2-2 5 0,2 1 5 16,-1-3 3-16,1-2 8 0,0 0 3 0,-2-5 4 16,1 1 3-16,-7 0 10 0,3-1 6 0,-4-1 18 15,7-4 13-15,-4-2 23 0,-4 2 25 0,-3-1 0 16,2 0 13-16,-2-5 8 0,1 1 10 0,-1 4 8 0,-1 2-3 0,0-2 10 16,-1 1 11-16,-1 2-1 0,-1 3-10 0,1 1-7 15,-2-3-11-15,2 4-8 0,-2-1-20 0,-1 4-11 16,4-3-34-16,-4 3-33 0,0 0 0 0,0 0 5 15,0 13 6-15,0-5 6 0,-4 5-8 0,3-2 3 16,-3 7-4-16,-1 0 7 0,-2 8-1 0,3 0 1 16,2-1 0-1,-8-1 7-15,3 0-2 0,3-6-2 0,-1 1 1 0,1-2 10 16,-2-3-8-16,2-5-2 0,4 2 8 0,-1-5 3 16,1 1 12-16,-3-2 26 0,3-5 31 0,0 8 28 15,0-8 36-15,0 0 35 0,0 0 19 16,0 0-29-16,0 0-19 0,18-20-21 0,-9 11-10 15,0-3-9-15,1 0-14 0,2-2-8 0,-2 1-11 0,0 4-7 16,-2-1-7-16,0 0-5 0,-1 4-7 0,-2 1-8 0,2 0-4 16,-5 1-3-16,2 0-6 0,-1 1-8 0,-2 1-10 15,-1 2-21-15,4-5-29 0,-4 5-45 0,4-2-50 16,-4 2-8-16,0 0 12 0,10 7-13 0,-5-4-25 16,0 1-35-16,5 3-20 0,-3 1-23 0,0-1-29 15,1 0-18-15,2-1-27 0,-1 1-39 0,2 0-52 0,0-5-218 16,-1-1-679-1,-2 0 301-15</inkml:trace>
  <inkml:trace contextRef="#ctx0" brushRef="#br0" timeOffset="28026.95">19886 3573 24 0,'0'-7'268'0,"0"7"-17"15,0-3-15-15,0 3-18 0,0 0-26 0,2-4-19 0,-2 4-13 16,0 0-23-16,0 0-17 0,0 0-12 0,0 0-8 15,4-3-9-15,-4 3-9 0,0 0-6 0,13 3-9 16,-5-3-5-16,0 1-6 0,3-1-8 0,2 0-4 0,0 0-3 16,9-1-5-16,-3 2-1 0,-1-2-5 0,1 1-2 15,0-3-3-15,0 1-4 0,-5-2-1 0,-1 3 4 16,0-2-7 0,-3 2-2-16,-1-3 16 0,1 0 10 0,-2 1 22 15,-2 0 1-15,-2 0 9 0,1 2 11 0,-2-2-1 16,-2-1-12-16,-1 4-7 0,0-6-8 0,0 6-6 15,-4-5-10-15,2 3-7 0,-5 1 0 0,-2 1-9 0,-2 0 3 0,-2 1-7 16,-1 2 1-16,-5 0-6 0,-2 1-2 0,2 5-2 16,-3-4 0-16,3 3-2 0,0-1-4 0,3 5 3 15,-2-4-2-15,2 3-6 0,7-1 1 16,-1-1 0-16,2 1 2 0,2 0 0 0,2 0 1 0,5-1 4 16,3 1-2-16,9 4-1 0,2-6 0 0,11 3-4 15,2-2 1-15,8-1-7 0,-2-4-6 0,2-3-1 16,0-1-7-16,19-1 10 0,-15-2-7 0,-6 0 4 15,4-6 0-15,-2 4-2 16,-4-7 1-16,0 2 7 0,-3-3 12 0,-4-3 15 0,-2-3 12 0,-4-1 16 0,-1-2 3 0,-3 0 19 16,-1-6 2-16,-5 0 11 0,0-1 12 0,1-1 5 15,-6-1 21-15,4 2 10 0,-7 2 9 16,0 0 10-16,2 9 5 0,-2 1 1 0,-1 6 6 16,4 1-6-16,-4 0-16 0,0 4-14 0,0 0-4 15,0-1-29-15,1 4-35 0,-1 3-46 0,4-4-57 0,-4 4-46 16,0 0 15-1,0 0 9-15,-4 20 5 0,3-5 8 0,0 8 1 16,-3 4 10-16,-1 1 9 0,1 2 10 0,0 1-8 16,0 1 4-16,-2-3 5 0,3 0 0 0,2-1 8 15,-1-2 3-15,0-2 0 0,1-6 4 0,-2-2-1 16,3-3 0-16,-1-2 3 0,-1-4-4 0,2 0 11 16,0-2 2-16,0-2-1 0,-2 1-1 0,2-1-2 15,0-3 8-15,-2 6 20 0,2-6 19 0,0 0 0 0,-5 1-5 0,5-1-9 16,-12-7-4-16,2 4-4 0,0-3 0 0,-2 0-5 15,2 0 0-15,-5-1-6 0,-1 0-6 0,0-1-6 16,0 3-1-16,1-1 1 0,6 2-2 0,0 1 7 16,0 0-4-16,4 2-6 0,1-2-17 0,-1 2-13 15,5 1-4-15,-5-4-5 0,5 4-2 0,10-5-3 16,3 3 5 0,6 0 11-16,11-3-3 0,2 2-17 0,3 0 5 15,16-2 1-15,2 0 3 0,-3 1 1 0,1 3 10 16,1-3 0-16,-15-3-2 0,-1 4 7 0,1 0 3 0,-4 1-2 15,-6-4 10-15,-6 3 18 0,-9 0 29 16,1 1 27-16,-4 0 31 0,-1 1 20 0,-1-1 12 16,-3 1 8-16,0 0 2 0,-4 1-3 0,6-2-11 15,-6 2-17-15,7-1-7 0,-7 1-17 0,0 0-10 0,0 0-10 0,0 0-20 16,7 0-20-16,-7 0-23 0,0 0-17 0,4 7 2 16,-4-3 3-16,0 3 5 0,0 0-3 0,0 0 4 15,0 4 2-15,0 0 5 0,0-1-1 0,-1 4-3 16,1-2-9-16,0 1-16 0,-3-3-14 0,3 0-17 15,0-1-17-15,0 2-33 0,0-4-21 0,-1-2-28 16,1 1-17-16,0-2-10 0,0 0 5 0,0-4 6 0,-1 6 14 0,1-6-23 31,-5 1-57-31,5-1-37 0,0 0-28 0,-9-11-27 16,1 1-198-16,6 1-579 0,-1-5 256 0</inkml:trace>
  <inkml:trace contextRef="#ctx0" brushRef="#br0" timeOffset="28171.89">20975 3410 162 0,'0'-18'206'0,"0"0"22"0,0 1 23 15,0 1 10-15,1 5-1 0,-1 0-4 0,0 1-22 0,2 0-20 0,0 3-9 16,-2 2-26-16,0-1-14 0,0 2-16 16,0 0-22-16,2 1-32 0,-2 3-34 0,6-4-26 15,0 4-29-15,-6 0-31 0,14 2-39 0,-6 0-44 16,2 1-28-16,3 1-43 0,-1 0-44 0,0 2-171 16,0-4-425-16,-1 3 188 0</inkml:trace>
  <inkml:trace contextRef="#ctx0" brushRef="#br0" timeOffset="28526.26">21380 3378 137 0,'0'0'253'0,"0"0"-26"0,0 0-19 16,4 0-18 0,-4 0-26-16,0 0-15 0,0 0-16 0,0 0-12 15,-10 13-11-15,3-9-7 0,1 4-12 0,-4 2-9 0,1-1-4 16,-4 4-9-16,-1 1-2 0,1 0-6 0,1 1-8 15,0 1-5-15,-1 0-2 0,2 1-2 16,0-1-6-16,6-4-9 0,-1 3 4 0,3-5 13 0,2 2 1 0,1-4 6 16,4 1 12-16,1-3 1 0,0 0 5 0,4-1 2 15,3-1-9-15,2-3-5 0,5 0-9 0,-1-1-2 16,3-2-5-16,-3-2-3 0,3-1-5 0,-1-1-2 16,-2-3-4-16,-3 2-4 0,2-5 5 0,-3 0-11 15,-1-3-1-15,-2 0-9 0,-3 0 2 0,-3-1-6 16,-1 1-1-16,-4-1-7 0,0 4-8 0,-4-3-4 15,0 4-1-15,-5 0-3 0,-2-1-9 0,-2 0-4 16,-5 2-5-16,0 5-2 0,-3-1-17 0,-7 1-6 0,7 3-11 0,-7 0-13 31,10 2-20-31,0 0-24 0,-1 1-28 0,0 0-43 0,7 1-201 0,1 2-434 0,1-3 193 16</inkml:trace>
  <inkml:trace contextRef="#ctx0" brushRef="#br0" timeOffset="28896.1">21640 3439 133 0,'0'0'304'0,"0"0"-26"0,7 0-31 0,-7 0-25 15,0 0-27-15,0 0-17 0,0 0-24 0,0 6-17 0,0-6-13 0,0 7-13 16,0-3-12-16,0 6-8 0,0-1-8 0,0 1-6 15,0 0-12-15,-1 2-1 0,-2 5-8 0,2-7-3 16,-1 2-5-16,0 1-4 0,2-2-3 0,0-6-4 16,0 2 0-16,0-2-3 0,0 0 4 15,0-2 22-15,0-3 12 0,8 2-7 0,-2-3-5 16,7-2-4-16,0-1 1 16,5-3-4-16,0-3 9 0,5-3 5 0,0-1 9 15,1-2 11-15,-4 1 11 0,0 4 9 0,-4 1 10 16,-2 1 20-16,-5 2 18 0,1 3 0 0,-6-1-13 15,1 2-22-15,-1 1-16 0,0-1-19 0,1 2-39 16,-5 1-11-16,10 8-3 0,-6 2-16 0,1 2-18 16,3 5-24-16,-4 1-46 0,1 0-45 0,0 6-63 15,-4 2-81-15,3-5-89 0,-4-3-318 0,0-1-724 0,0-5 321 0</inkml:trace>
  <inkml:trace contextRef="#ctx0" brushRef="#br0" timeOffset="48197.56">3052 5975 121 0,'0'-5'242'0,"0"5"-1"16,0-7-6-16,0 3-8 0,0-4-1 15,0 3-16-15,0 1-12 0,0-4-3 0,3 3-3 0,-2 1-11 16,-1-4-14-16,3 3 3 0,-2-2-2 0,0 2-11 16,0 2-11-16,1-1-4 0,-1 2-10 0,-1 2-2 15,0-7-29-15,0 7-9 0,0-3-10 0,0 3-19 16,0 0-23-16,0 0-17 0,0 0-6 0,0 0 5 0,0 19-6 0,3-6-4 16,-2 5-2-16,0 0 1 0,2 10-1 0,-2-1-5 15,0 3 3-15,1-2 0 0,-1 3 1 16,5-1-6-16,-5-4 6 0,5-1-4 0,-4-7 1 15,1 0 0-15,-2-1-1 0,2-5 1 0,-2 0-3 0,0 0 5 16,0-4-6-16,-1 1 1 0,2-6 3 0,-1 5-3 16,-1-4 5-16,0 0-5 0,0-4 5 0,0 5 5 0,0-2 8 15,0-3-14-15,0 0-2 0,1 5-2 0,-1-5-8 0,0 0-18 16,2 3-9-16,-2-3-16 0,0 0-14 0,0 0-17 16,0 0-43-16,0 0-79 0,0 0-50 15,0 0-303-15,-13-11-599 0,9 6 266 0</inkml:trace>
  <inkml:trace contextRef="#ctx0" brushRef="#br0" timeOffset="48720.28">3050 5899 243 0,'-4'-11'291'0,"3"2"-13"0,-2 1-10 0,2 2-11 15,1 0-8-15,-3 1-20 0,3 1-23 16,-1 1-26-16,1-2-19 0,0 5-19 0,0 0-19 0,4-2-14 0,-4 2-11 15,0 0-11-15,11 7-12 0,-1 0-4 0,-2 3-10 16,5 0-9-16,-2 4-11 0,0 1-5 0,1-1-9 16,1 1-7-16,4 8-5 0,-4-9-10 0,1-1-10 15,1 0-8-15,-5-1-2 0,3 1 4 0,-4-5-3 16,0 0 3-16,1-1 5 0,-5-1-3 0,3-5 4 16,0-1 2-1,-1 0 1-15,0-1 8 0,2-6 4 0,-3 1 8 16,5-5 0-16,0-2 6 0,-2-1 1 0,2-2 18 0,-2 2 12 15,-1-5 1-15,-2 4-9 0,3-2 0 0,-3 0 3 16,2 1 15-16,-5 3 8 0,3-1 14 0,-1 5 1 0,-1 2 7 16,-1-1-25-16,-1 3 4 0,2 1-7 15,-3 0-13-15,-1 4-7 0,2-4-13 0,-2 4-34 0,0 0-5 16,0 0 5-16,6 19-3 0,-4-7 0 0,2 7-2 16,0 6 1-16,-4 5-1 0,0 0 1 0,0 6 5 15,4-2-2-15,-4 2 0 0,0 0 2 0,5-4 2 16,-4-3-6-16,2 0 15 15,-2-4-12-15,3-6-5 0,-3-2 1 0,3-1 3 0,-3-7-1 16,2 2 3-16,-2-4-1 0,-1-1 1 0,0 0 2 16,3-1 4-16,-2-2 16 0,-1 1 13 15,0-4 7-15,0 5 5 0,0-2 2 0,0-3 2 0,1 2-2 0,-1-2 1 16,0 0-3-16,0 0-3 0,3 5-3 0,-3-5-5 0,0 0-3 16,0 0-4-16,0 0-7 0,0 0-28 0,0 0-37 15,0 0-52-15,0 0-52 0,0 0-51 16,0 0-56-16,0 0-63 0,0 0-76 0,0 0-198 0,0 3-637 15,0-3 283-15</inkml:trace>
  <inkml:trace contextRef="#ctx0" brushRef="#br0" timeOffset="49738.62">3704 6266 9 0,'0'0'328'0,"0"0"-15"0,0 0-26 31,0 0-12-31,0 0-18 0,0 0-16 0,0 0-16 16,0 0-24-16,0 0-20 0,0 0-14 0,0 0-24 15,0 0-14-15,0 0-8 0,0 0-8 0,14-5-23 16,-4 2-6-16,0-4-9 0,3 2-7 0,-1 1-7 16,5-4 4-16,-1-1-14 0,-1 0-5 0,2-2-9 15,-2 1 4-15,2-1-11 0,-2 1 1 0,-1-4-6 0,3 1 2 16,-7-1-7-16,-1 3 3 0,0 0 12 0,-4-1 9 15,1 4 11-15,0-4 5 0,-4 3 11 0,2 1 9 16,-4 0 0-16,1 3-9 0,-2-2-7 0,1 1-11 16,-4 2-10-16,-1 1-7 0,-4 0-4 0,-1 2-4 15,-3 1-8-15,-1 1-2 0,0 2-5 0,-8 0-5 0,6 1 4 0,-1 3-8 16,2 3-6-16,-2 0 8 0,2 2-6 0,-1 0 1 16,4 0 0-16,0 3 0 0,4 1-19 0,2-3-6 15,3 1-11-15,2-2-3 0,2 1 6 0,6 3 0 16,7-2 1-16,1 1 2 0,10 0 6 0,5-6-1 15,3 1-7-15,7-5-3 0,1-3-11 0,13-2-4 16,-1-4-5-16,1 0-2 0,-3-2 2 0,-13-2 6 16,-1-2 4-16,-1-1 7 15,-4 1 3-15,-1-2 3 0,-4 0 23 0,-9 2 25 16,-3-1 30-16,-5 2 23 0,-2 0 12 0,-2-1 17 16,-2 1-1-16,-3 1-16 0,-1-1 0 0,-3 2-17 15,-4-1-23-15,-3 3 9 0,-4 3-1 0,1 0-9 16,-7 3-8-16,-2 0 3 0,-5 2-12 0,6 3-8 15,2 1 2-15,-1-1-4 0,2 3-3 0,2-1-1 16,1 2-4-16,0 1 3 0,4 2-2 0,-1-1-3 0,6 0-21 16,1-3-12-16,1 1-10 0,1 0 5 0,2-1 0 0,1 1 3 15,4-3 7-15,0-4 5 0,2 2 4 0,5 0 3 16,2-5-12-16,5 0 20 16,1-1-3-16,3-6 8 0,-2 2-4 0,6-4 1 15,-8 1-1-15,1-4 10 0,-1 2 1 0,0-1 10 16,-3-1 5-16,-2 2 2 0,1-4 1 0,-4 8 10 0,-2-3 7 0,-2 1 15 0,0 2 10 15,0 2 4-15,-4-3-8 0,1 3 1 0,-1 2-12 16,-2 2-5-16,6-3-9 0,-4 3-6 0,-2 0-15 16,0 0-15-16,3-3-23 0,-3 3-11 0,0 0-48 0,0 0 3 15,5 6 17-15,-4 0 8 0,3 2-4 16,0-3 7-16,0 4-4 0,3 1-10 0,4 2-8 16,-3-2-1-16,5 2-7 15,1-2 1-15,-1-1-3 0,1 1 11 0,3-3-2 16,-4-2 10-16,0-3 5 0,-1 1 8 0,2-3 4 15,-2-1 6-15,0-1 20 0,-1-3 20 0,-1-2 35 16,0 2 28-16,-1-4 16 0,0-1 23 0,-3 0 14 16,3-2 8-16,-4 3 1 0,3-1 10 0,-4 0 13 15,-2 4 10-15,2 0 8 0,0 3-5 0,0-1-11 16,-3-3-14-16,0 5-18 0,2-1-15 0,-3 3-13 0,1-3-16 0,-1 3-19 16,0 0-26-16,4-5-23 0,-4 5-31 0,0 0-10 15,0 0 7-15,0 0 1 0,1 13 8 0,-1-4-2 16,3-1 3-16,-3 2-8 0,0 0-6 0,-3-2-2 15,6 2-1-15,-3-2 1 0,1-1-7 0,2-2 2 16,-3 0 7-16,1-1 2 0,-1-1 8 0,0-3 10 16,0 4 27-16,0-4 15 15,0 0-4-15,0 0 8 0,18-7 4 16,-9 3-1-16,0-4-6 0,1 2 2 0,-1 1-5 0,-1 2-5 0,-2 0-7 16,0 1-3-16,2-1-2 0,-1 2-8 0,5 1-3 0,-4 1 0 15,2 3-2-15,2 0 2 0,-1 3-9 0,0 0-8 16,1 4-21-16,1-1-22 0,1 1-47 0,-4 1-57 15,2-2-82-15,-5-3-98 0,1 4-141 16,1-5-278-16,0 1-823 0,-1-5 365 0</inkml:trace>
  <inkml:trace contextRef="#ctx0" brushRef="#br0" timeOffset="50370.13">5866 5716 279 0,'-5'-1'290'16,"4"-3"-21"-16,-3 2-30 0,1 0-11 0,-3-1-35 16,6 3-20-16,-21 3-22 0,11 2-14 0,-9 4-14 15,-6 8-15-15,-1 3-3 0,-3 3-16 0,-7 14-4 16,0 2-10-16,0 7-6 0,4 4-5 0,1 1-10 15,5 0-3-15,3 3-6 0,6-6-6 0,2-1-1 16,7-2-3-16,7-7 18 0,3-5 1 0,6 0 8 0,4-2 0 0,4-1 10 16,6-4 9-16,1-5 14 0,6-1-7 0,7-5 1 15,0-2-2-15,13-1-2 0,-11-4-13 0,1-5-3 16,1-1-3-16,-4 2-8 16,-2-4-7-16,-4 0-5 0,-12 0 7 0,-1 0 28 15,-5-1 8-15,-2 2 11 0,-2-1 18 0,-1 0 13 16,-1-1-1-16,-6 1-2 0,6-1-10 0,-6 1-4 0,4-2-32 0,-4 2-44 0,0 0-39 0,0 0-40 31,-12-8-44-31,5 4-47 0,-2 2-42 0,-1-3-50 0,-1 3-68 0,-1-2-107 0,3 0-262 16,3-1-716-16,3 0 318 0</inkml:trace>
  <inkml:trace contextRef="#ctx0" brushRef="#br0" timeOffset="50970.88">6294 6332 265 0,'-1'4'255'0,"1"-4"-22"0,-1 2-15 0,1-2-14 15,0 0 3-15,-3 4-1 0,3-4-3 0,0 0 8 16,0 0-17-16,0 0-21 0,0 0-16 0,13-11-13 15,-7 4-15-15,3-1-9 0,0-1-1 16,4-5-4-16,-2 1 1 0,2-3 22 0,-1-1-14 0,0-8 6 16,4 3-1-1,-3-1 6-15,-1-2 3 0,2 0-1 0,-4-3-12 16,2 0-13-16,-3 3-4 0,1 0 5 16,-5 6 4-16,3 2-2 0,-3 1 5 0,-1 7 2 0,1-5 0 0,-1 10-10 0,-3-4-15 0,2 3-12 15,-2 2-10-15,2 1-22 0,-2-2-26 16,-1 4-29-16,1-3-26 0,-1 3 0 0,0 0 6 15,3 10 0-15,-2 1-2 0,-1 0 2 0,0 6 2 16,0 9 1-16,-4-1 8 0,4 0 0 0,0 3 4 16,4-2-1-16,-4-2 4 0,4-6 4 0,-2 3-10 15,1-5 10-15,1 0 0 0,-1-4 4 0,0-3-4 16,2-4 5-16,-4 3-1 16,2-4 12-16,-2 1 17 0,2-2 26 0,1-2 4 15,-4-1-1-15,16-6 7 0,-5 1 10 0,-1-2 4 16,5-5 7-16,-3-3 7 0,2 1-1 0,1-8 0 15,3-2-4-15,-4 0-11 0,0 1-11 0,-1 1 1 16,-2 7 5-16,-2 0 1 0,-5 5 9 0,4 0-7 16,-3 3-6-16,-1 0-9 0,-1 2-9 0,0 1-7 15,0-1-13-15,-1 1-13 0,-2 4-20 0,3-4-22 16,-3 4-34-16,0 0 1 0,0 0 6 0,5 13 4 0,-5-4 13 16,1 2-3-16,0 6 3 0,1-2 3 0,-2 4-1 15,1 5-26-15,-1-5-22 0,0 1-22 0,3-4-21 0,-1 2-24 16,1-3-37-16,-1-1-29 0,-2-2-19 0,1 0-51 15,1-2-53-15,-2-1-75 0,0-2-387 0,1 1-860 16,0-5 380-16</inkml:trace>
  <inkml:trace contextRef="#ctx0" brushRef="#br0" timeOffset="54123.6">7220 6125 222 0,'-3'0'260'0,"3"0"-12"0,0 0-15 16,0 0-25-16,0 0-22 0,0 0-20 16,0 0-19-16,0 0-15 0,0 0-16 0,-9 5-8 15,4 1-17 1,0 3-6-16,-3 5-8 0,0-3-9 0,2 0-6 16,-2 0-6-16,-1 6-5 0,0-2-8 0,-1 3-5 0,1-2 0 15,1-1-5-15,1 1-1 0,-1-1-4 0,-1 0-2 16,1-2-4-16,2-1 2 0,-2-2-4 0,2 2-6 15,0-2-16-15,-2-2-18 0,3 2-21 0,0-3-26 16,0 0-30-16,1-1-25 0,0-4-38 0,-1 2-228 0,-1-3-420 16,6-1 186-16</inkml:trace>
  <inkml:trace contextRef="#ctx0" brushRef="#br0" timeOffset="54393.07">6989 6229 62 0,'-1'-8'312'16,"0"3"-2"-16,1-1-4 0,-2 3 7 0,2 3-17 15,0-8-36-15,-1 4-27 0,0 0-26 0,1 4-28 0,0 0-19 16,0-5-22 0,0 5-17-16,0 0-13 0,0 0-8 0,6 12-9 15,-1-5-10-15,4 3-9 0,-1 0-4 0,2 3-9 16,3 0-10-16,-2 2 2 0,5-1-6 0,-3 1-3 16,3 0-1-16,-3-1-9 0,1 0-1 0,0-2 0 15,-1 3 0-15,-2-5-6 0,0-1-3 0,-5 1-2 16,4-5-2-16,-6 1-7 0,2-1-9 0,-3-1 1 0,1-2 5 15,0 2-10-15,-2 1 6 0,-2-5 3 0,3 2-7 16,-3-2-3-16,5 1-10 0,-5-1-10 0,0 0-14 16,0 0-38-16,0 0-49 0,0 0-48 0,0 0-33 15,0 0-43-15,2-10-261 0,0 6-549 0,-1 1 244 0</inkml:trace>
  <inkml:trace contextRef="#ctx0" brushRef="#br0" timeOffset="55813.86">7315 5581 8 0,'0'0'188'0,"-4"-2"-3"0,4 2-16 16,0-5-9-16,0 5-14 0,0 0-12 0,4-4-17 15,0 3-11-15,-4 1-10 0,14 1-9 0,-5 3-8 16,4 1-10-16,3 4-6 0,11 6-4 0,1 4 2 16,4 2-9-16,9 11 3 0,-2 2-1 0,-4 3-6 15,1 3-2-15,-2 6-4 0,-5-2-4 0,-3 7-1 0,-2-3-8 0,-3 5 2 16,-11 0-3-16,1 2 2 0,-9-3-8 16,-2 2 1-16,-5-4-1 0,-4-1-2 0,-4-6 1 0,-2-11 1 15,-6 1 2-15,1-5 4 0,-4-2 10 0,-3-2 5 16,0-2 16-16,3-3 9 0,-6 0 4 0,4-4 5 15,1-1 3-15,9-4 2 0,-1-2 3 0,4-4 1 32,2 3-1-32,1-3-3 0,3-3 1 0,0 3-1 15,2-1-1-15,1 0 13 0,0-2-1 0,4-1 4 16,-5 2-8-16,5-2-5 0,0 0-6 0,0 0-17 16,0 0-33-16,0 0-37 0,0 0-39 0,10-10-34 0,0 5-68 0,2-2-84 15,0-2-367-15,2-1-651 0,-1 0 289 0</inkml:trace>
  <inkml:trace contextRef="#ctx0" brushRef="#br0" timeOffset="59219.14">8472 6029 180 0,'0'-4'223'0,"0"4"-10"0,1-6 0 16,-1 2-13-16,1 0-11 0,-1 0 0 0,0 4-8 15,3-4-16-15,-3 4-12 0,0-5-15 0,0 5-16 16,-3-3-12-16,3 3-16 0,0 0-15 0,0 0-9 15,0 0-17-15,0 0-5 0,0 0-5 0,4 14-6 16,-4-4-8-16,0 0 0 0,0 7 0 0,3 0-5 16,-3 2-3-16,1 0 1 0,2 2 3 0,0-2-9 15,1-1-4-15,0 0 4 0,0 1-2 0,0 0-3 16,2-3 0-16,1-1 2 0,-1-2-3 0,1-4 3 16,0 1-1-16,0-1-5 0,1-1 3 0,1-1-2 0,-4-2 5 0,4-1-6 15,-1-1 0-15,-1-2 4 0,1-1 0 16,-3 0 4-16,4-3 2 0,0-2-2 0,-3 2 1 0,2-2 2 15,-3 1 4-15,0 0 2 0,0-4 3 0,-1 3 1 16,0-2 0-16,0 0 1 0,-3 3-6 0,2-5-2 16,-1 4 0-16,-2-3 3 0,-2 4-2 0,2-3-4 15,-3 1 1-15,2 2-6 0,0-3-2 0,-2 4-1 16,-2-1 2-16,1 0-6 0,0 0-1 0,0 1-2 16,-2 2 5-16,6 1 0 15,-8-3-7-15,7 1 4 0,1 2-2 0,-8-3 0 16,8 3-2-16,-3-4 0 0,3 4 2 0,0 0-1 0,-6-2 8 15,6 2-8-15,0 0-5 0,0 0 0 0,-4-3-2 16,4 3 1-16,0 0 1 0,0 0 1 16,0 0 0-16,0 0 0 0,-2-4-2 0,2 4 3 15,0 0-1-15,-1-8 3 0,1 8-4 0,0-3 2 0,0 3 2 0,0-5-1 16,0 5-3-16,-3-5 3 0,3 5-2 0,-1-4-2 16,1 4 3-16,0-3-5 0,0 3-11 15,-2-4-11-15,2 4-26 0,-4-5-18 0,4 5-23 0,-4-2-27 16,4 2-26-16,-7-1-32 0,7 1-21 0,-10-2-39 15,4 2-156-15,-3 0-427 0,2 0 190 0</inkml:trace>
  <inkml:trace contextRef="#ctx0" brushRef="#br0" timeOffset="59810.35">8685 6002 73 0,'0'0'197'16,"-1"-5"-1"-16,-2 3-13 0,3 2-10 0,-4-3-7 16,4 3-19-16,-2-4-8 0,2 4-12 0,0 0-16 0,-4-2-10 15,4 2-8-15,-9-1-10 0,9 1-8 0,-9 2-11 0,4 2 1 16,-3 0-6-16,-5 0-4 0,3 1-2 0,-2 3-9 16,0 4-2-16,-1 2-5 0,-2-2-3 0,1 9-5 31,1-6-6-31,3-2-1 0,1 4-3 0,-1-1-2 15,3-3 3-15,1 3-9 0,1 0 2 0,1-5-2 0,0 1-4 0,3 1 5 0,1 3-1 0,0-6-1 16,3 0 2-16,0 1-2 0,5-3 5 0,0 2 2 16,1-5 6-16,3 2 2 0,6-4 3 0,3-1-2 15,-4 0-6 1,4-4-1-16,-1-1-4 0,2-2 1 0,-3 0-1 0,3-2 12 16,-3-2 10-16,-4-2 10 0,1 2 4 0,-3-6 7 15,-1 1 5-15,-1 0 16 0,-5-1-15 0,0-2-4 16,-2 3 2-16,0-2 5 0,-5 0 0 15,-2 0-1-15,1 3-4 0,-3 1 6 0,-1 3-18 0,-3-3 1 16,-1 4-15-16,-1 2-1 0,-7-2-4 0,2 5-7 16,-4 1-1-16,-2 2-3 0,3 0-14 0,-3 2-9 0,4 1-19 15,-1 1-17-15,2 1-20 0,2 3-27 0,4-1-30 0,1 0-24 16,3 2-26 0,3 1-10-16,4-5-37 0,3 2-271 0,2-1-522 15,4-2 231-15</inkml:trace>
  <inkml:trace contextRef="#ctx0" brushRef="#br0" timeOffset="60174.18">8979 5983 267 0,'1'-5'295'0,"-1"5"-32"0,3-3-30 0,-3 3-20 16,0 0-25-16,5-2-20 0,-5 2-19 0,0 0-10 0,16 5-13 0,-5-1-13 15,4 4-9-15,-4-1-5 0,4 3-12 0,1 2-11 16,1 1-6-16,-2 8-5 0,-1-7-3 0,0 7-6 16,-1-3-7-16,-2 4-5 0,-3-5-2 0,-1 0-2 15,-2 2-5-15,-3-2-4 0,1-2-2 0,-3 1 1 16,-1-6 0-16,-3 2-4 0,1-2 4 0,-1-5 3 16,0 4 12-16,-1-6 12 15,0 0 7-15,-1-1 23 0,6-2 4 0,-13-1 8 16,9-3 5-16,-2-1 21 0,-2-4-13 0,3-1 4 15,4-1-3-15,-3-7-8 0,3 1-14 0,-2-7-9 16,6-1-8-16,-1 6-9 0,5-7-13 0,0 8 3 16,1-1-8-16,0 4-8 0,1-1-21 0,3 4-23 15,-3-1-42-15,6 1-25 0,-2 2-31 0,2 1-28 16,1 1-31-16,0 4-41 0,1-1-41 0,1-2-56 0,-4 5-295 0,4-1-644 16,0 2 286-16</inkml:trace>
  <inkml:trace contextRef="#ctx0" brushRef="#br0" timeOffset="60621.98">9987 5806 140 0,'0'-4'388'0,"3"-1"-15"0,-3 5-19 0,0-3-19 16,0 3-26-16,0 0-40 0,0-5-21 0,0 5-20 15,0 0-34 1,0 0-27-16,1-5-23 0,-1 5-30 0,0 0-18 0,0 0-11 16,0 0-13-16,4 17-13 0,-3-7-2 0,-1 0 1 15,3 7-10-15,-2-1 0 0,0 1-13 0,2 3 3 16,-2-2-7-16,0 0-5 0,2 1 0 16,-2-1-4-16,-1 0 4 0,0-1-5 0,0 1 0 0,3-6 4 15,-3 0-12-15,0 0-2 0,1-5 1 0,-1 0 5 16,0-2 1-16,0 0 14 0,-1-3 27 0,1-2 27 0,1 5 44 15,-1-5 47-15,0 0 38 0,0 0-24 0,0 0-16 0,-8-13-18 16,7 1-11-16,-3-4-11 0,-2-3-3 0,2-6-13 16,0-4-1-16,3-2-13 0,-2-3-3 15,3 0-10-15,0-2-9 0,4 0 0 0,-4 2 12 16,0 5-5-16,4 2-2 0,-3 8-4 0,2 2-3 0,-2 1-1 16,-1 5-2-1,0 1 7-15,3 3-23 0,-3 3-12 0,0-4 9 16,1 5-25-16,0-1-20 0,2 2-36 0,-3 2-42 15,9-1-18-15,0 1-39 0,4 1-44 0,7 4-46 0,1 3-44 16,8 3-43-16,-3 3-33 0,-4 4-52 16,4-2-67-16,-10-4-381 0,1 3-899 0,-2-3 397 15</inkml:trace>
  <inkml:trace contextRef="#ctx0" brushRef="#br0" timeOffset="60811.7">10116 6178 264 0,'0'4'266'16,"-5"0"-11"-16,4-2-16 0,1-2-9 0,0 0-11 0,6 4-14 0,1-4-20 15,7-1-24-15,7-2-15 0,7-3-13 0,5 2-16 16,2 0-41-16,0-3-50 0,-1 1-61 0,2-1-81 16,0-2-118-1,-7 0-123-15,2 0-385 0,-6-2 170 0</inkml:trace>
  <inkml:trace contextRef="#ctx0" brushRef="#br0" timeOffset="61022.05">10117 6002 329 0,'-6'0'343'0,"2"0"-16"0,-5 0-9 16,9 0-6-16,-11 0-13 0,11 0-20 0,-7 1-20 0,7-1-20 15,0 0-32-15,0 0-22 0,0 0-16 0,17-5-10 16,0 2-19-16,6 0-27 0,7-2-36 0,-2 0-50 0,7 1-46 16,-5 1-50-16,4-2-51 0,-2 1-62 0,1-1-71 15,-5 3-271-15,0-4-567 0,-5 2 252 0</inkml:trace>
  <inkml:trace contextRef="#ctx0" brushRef="#br0" timeOffset="61307.16">10866 5853 190 0,'0'0'378'0,"0"-5"-3"0,0 5-15 0,4-3-19 15,-4 3-27-15,3-2-22 0,-3 2-26 0,0 0-21 16,0 0-32-16,0 0-25 0,0 0-33 0,0 0-29 15,0 0-22-15,0 0-2 0,0 0-13 0,-4 16-12 16,-4-6-4-16,3 0-5 0,-8 3-9 0,0 3 8 16,2 1-24-16,-4 2 0 0,-2 1-16 0,2 2 13 0,-1 1-18 0,1 0-16 15,-2-1-29-15,5 1-8 0,-2-6-23 0,1-1-24 16,-4 2-24-16,7-3-31 0,-3-1-28 0,2-2-45 16,2-6-41-16,2 2-291 0,1-7-584 0,-2 1 259 15</inkml:trace>
  <inkml:trace contextRef="#ctx0" brushRef="#br0" timeOffset="61523.23">10638 5921 321 0,'0'-7'341'0,"1"2"-1"0,-1 0-22 16,2 1-25-16,-2 0-26 0,0 4-34 0,0-5-27 16,3 2-22-16,-3 3-22 0,0 0-20 0,5-2-17 15,-5 2-11-15,10 6-5 0,-1 1-13 0,4 2-8 16,1 0-4-16,3 1-8 0,4 7 5 0,1-1-21 0,1 2-1 0,0-3-2 15,1 2-7-15,-2-1-5 0,5 3-12 0,-5 0-15 16,0-4-21-16,-6 0-18 0,-1-4-20 16,1-2-24-16,-2 2-29 0,-3-4-35 0,-4-1-19 15,-1-1-28-15,0 0-12 0,-1-1-42 0,-1-4-239 0,-4 0-506 16,0 0 224-16</inkml:trace>
  <inkml:trace contextRef="#ctx0" brushRef="#br0" timeOffset="61860.97">11200 5678 306 0,'-3'-7'374'16,"3"2"-12"-16,-2 2-14 0,0-3-30 0,2 2-36 15,-2 0-23-15,2 4-28 0,0-3-36 0,0 3-22 16,0 0-26-16,0 0-11 0,0 0-13 0,2 11-13 15,-2 2-11-15,4 5-13 0,-4 10-7 0,3-1-8 16,1 5-12-16,-1-1 3 0,0 3-9 0,0 1-2 16,-1 0-11-16,3 14-2 15,1 1-2-15,-3-14 1 0,1-2-7 0,-3 1 6 16,4-2-10-16,-1-5 1 0,1 1-10 16,-4-2 9-16,-1-9-3 0,0-1-12 0,0 0 3 0,-1-5-2 0,1 0-2 15,0 0 2-15,-2-3-10 0,-2 1-17 0,4-3-15 16,-3-2-7-16,2 0-10 0,-1-1-6 15,0 0-21-15,-3-2-38 0,1-1-52 0,4-1-47 0,-10-6-59 16,2-1-282-16,3-1-597 0,0-3 264 0</inkml:trace>
  <inkml:trace contextRef="#ctx0" brushRef="#br0" timeOffset="62139.3">11206 5905 19 0,'0'0'273'15,"-2"-5"-27"-15,2 5-28 0,0 0-24 0,0 0-20 16,0 0-17-16,0 0-16 0,11 0-15 0,-11 0-8 16,15 8-14-16,-3-3-11 0,3 2-11 0,-1 2-5 15,4-2-7-15,-2 3-7 0,0-1-6 0,-4 0-6 16,-1 0-1-16,-2 0-8 0,-1 0-9 0,1-1 2 16,-6 0-8-16,1 1-4 15,-2-1 7-15,-4 1 0 0,-3-1-3 0,-5 0-3 16,-3 2-1-16,-5 1-3 0,-1-4-3 0,-1 0 0 15,-7 3 1-15,0-5-6 0,-2 4 0 0,3-3-2 16,4-4-2-16,1 4 1 0,2-3-4 0,0-1-6 16,7-1-33-16,-1-1-28 0,4 0-59 0,3 0-88 15,2-3-176-15,4 3-417 0,0 0 185 0</inkml:trace>
  <inkml:trace contextRef="#ctx0" brushRef="#br0" timeOffset="62539.67">11545 6049 59 0,'0'0'241'0,"0"0"-13"0,0 0-19 0,0 0-16 0,0 0-22 15,0 0-13-15,0 0-17 0,0 0-13 16,20-4-14-16,-8 1-12 0,0-1-13 0,1 2-8 15,5-3-7-15,0-2-3 0,1 0-9 0,0 0-7 16,-5-3-6-16,8 1-4 0,-6 0-7 0,0-3-1 0,1 2 7 0,-5-4 13 16,-3 6 10-16,0-3 4 0,0 1 2 0,-5 2 6 15,0-1 11-15,-1 2 1 0,-3 2-15 0,0-1-5 16,-2 0-10-16,-3 1-8 0,-1 1-3 0,-2 2-7 16,-3-1-6-16,-2 2-2 0,-5 5-5 0,-1 1-11 15,-7 3 1-15,-1 2 0 0,3 2-4 0,-3 5-4 16,6-2 5-16,1 2-11 0,1 3 4 0,3 1-3 0,3 1 0 0,4 2-3 15,4 2 2-15,1-9 3 0,4 1-2 0,5 1 3 16,4-2 0-16,3-1 1 0,3-3 0 0,8 3-6 16,4-6-14-16,6 0-34 0,1-4-51 0,2-1-65 15,5-5-78-15,-5-4-270 0,3 2-549 0,-2-6 244 16</inkml:trace>
  <inkml:trace contextRef="#ctx0" brushRef="#br0" timeOffset="63241.49">12204 5991 99 0,'0'0'250'0,"0"0"-23"0,0 0-7 0,0 0-16 16,0 0-19-16,0 0-18 0,0 0-19 0,0 0-13 16,0 0-13-16,0 0-13 15,22-6-10-15,-12 3-14 0,-2 1-11 0,3 0-8 0,-2-1-12 16,3-1-11-16,0 1-4 0,-1-1-8 16,3 1-4-16,-2 1-5 0,0-2-1 0,1-2-3 15,-3 3-1-15,3-2-2 0,-4-2-2 0,-3 2-3 16,2 1 5-16,-2-1 4 0,-1-1 6 0,-1 1 8 0,0 1 3 15,-3 2-4-15,-1-4-4 0,0 6-1 16,-5-6-1-16,1 3-7 0,-5 1 0 0,2 2 0 0,-5 0-2 0,-6 2-5 16,0 2 2-16,-2 0-1 0,-2 0 0 0,-5 6 3 0,8 0-4 15,-6-1-2-15,6 4-1 0,-3 1-1 16,5-2-2-16,4 1-1 0,1 1-4 0,1 0 3 16,5 1 0-16,2-5 4 0,0 2 1 0,8 4-4 15,4-1 3-15,1 0-1 0,5-2 1 0,9-2-1 0,5 3 0 16,3-8 3-16,3 0-4 0,3-3 0 0,0 0-1 0,2-3 0 31,-4-5 0-31,1 3-2 0,1-6 1 0,-5 0 3 16,-4-3-2-16,-5 2 4 0,-5-4 15 0,5-4 12 15,-4-3 10-15,-5-1 6 0,-1-2-7 0,-4-2 8 0,1-1-1 16,-5-5 7-16,1 2-4 0,-3-1 7 0,1-2 1 16,0 2 18-16,0-1 9 0,-4 2 1 15,1 2 18-15,0 9 4 0,1 1-1 0,-2 5 11 0,0 1 4 0,2 1-18 16,-2 3-8-16,0 3-13 0,0-2-14 0,0 2-11 15,0 4-27-15,0 0-39 0,0 0-9 0,0 0 2 16,0 0-9-16,-4 20 22 0,2-3-12 0,-2 4 2 16,0 5-5-16,0 1 9 0,-1 4-3 0,5 1 3 15,-1-2-4-15,1 0 8 0,0-3-5 0,1 5 13 16,-1-8-8-16,-1 2-3 0,1-6 8 0,1-1-4 0,-1-4 2 0,3 2-4 16,-4-5 6-16,1-3-3 0,0 1 0 0,0-5-7 15,0 5-5-15,1-6 1 0,-1-1-8 0,1 1-3 16,-1-1-12-16,0-3-9 0,-1 5-8 0,1-5-60 15,0 0-70-15,0 0-51 0,0 0-45 0,-5-15-60 16,3 3-262-16,2 5-645 0,0-6 286 0</inkml:trace>
  <inkml:trace contextRef="#ctx0" brushRef="#br0" timeOffset="63510.05">12548 5936 193 0,'-4'2'244'0,"0"-1"4"0,4-1 5 0,-8 2-7 0,8-2-17 16,0 0-14-16,0 0-7 0,0 0-24 0,22-9-19 15,0 9-16-15,10-3-14 0,1 0-16 0,8-3-4 16,-4 1-18-16,14-2-11 0,-14 2-8 0,2 1-8 0,-5-2-7 16,-2 1-1-16,-10 3-4 0,-2 2 17 15,-7-3 8-15,-2 2 8 0,-3 0 16 0,0-1 3 16,-3 2 2-16,0-1-21 0,-5 1 4 0,9-2-15 0,-9 2-16 0,0 0-27 15,0 0-18-15,0 0-8 0,-27 2-50 0,14-1-31 16,3 2-38-16,1-2-44 0,-5 2-51 0,5 2-65 16,-2-5-291-16,1 2-605 0,3 0 267 0</inkml:trace>
  <inkml:trace contextRef="#ctx0" brushRef="#br0" timeOffset="64782.09">13363 5941 234 0,'0'-5'245'0,"0"5"-18"0,-4-4-18 0,0 1-21 16,4 3-22-16,-7-2-11 0,-2 4-14 0,0 1-14 16,-1 1-12-16,-10 4-10 0,4-3-10 0,-3 5-8 0,-7 2-9 15,3 3-10-15,0-1-8 0,3 3-2 0,3-5-9 16,3 2-7-16,-3 0-1 0,6 0-3 0,-1 2-5 15,2 2-2-15,2-5-5 0,3 0-5 0,1-2 4 16,2-3 2-16,1-1 0 0,3 1 5 0,1-2 2 0,2-3 4 16,1 0 3-16,6-2-2 0,-1-2 2 0,1-2 4 15,4-2 1-15,1-2 5 0,-2-2 6 0,0-2 5 16,-2-3 3-16,0 2-9 0,4-3 0 0,-7 2-2 16,3 1 2-16,-3-2-6 0,-2 5-5 0,-3-3 5 15,4 4 3-15,-3-1 6 0,-1 5-4 0,-1-2-4 16,0-1 1-16,-1 4-7 15,-1 1-7-15,0-2-6 0,1 1 4 0,-3 3-19 16,3-4-7-16,-3 4-7 0,0 0-8 0,0 0 6 16,14 4 2-16,-6 3 0 0,2-2-1 0,1-1 12 15,-2 4-16-15,9-2 7 0,-1 2-19 0,2 1-6 16,0-1-8-16,-1 0-8 0,4-2-4 0,-3 0-8 16,-1-1 8-16,0-3-2 0,-7-2 3 0,2 2 3 15,0-2 7-15,-1-2 1 0,-3-4 2 0,0 2 14 0,-1-1 10 0,-2-3 9 16,-2-1 10-16,1-2 30 0,-1-2-4 0,-4-4 6 15,1 1 5-15,-1-2 13 0,-1-3 6 0,1 3-11 16,0-8 23-16,-1-1-18 0,-2-1-7 0,3 2-4 0,-1-2 2 16,-2-1 6-16,2 3-1 0,1 6 11 0,-2 6 7 15,0 4 22-15,2 0-6 0,0 3-11 0,0 1-13 16,0 1-10-16,-1 0-23 0,1 2-25 0,0 3-29 0,0 0-15 16,0 0 1-16,0 0 7 0,-5 19 2 0,2-4 13 15,2 5-11-15,-1 6-2 0,-1 0 6 0,3 3 6 16,-4 3-1-16,4-6 3 0,0 4-6 0,0-4 9 15,4 2-1-15,-4-5 3 0,3-3-17 16,-1-1-6-16,2 0-31 0,-3-5-14 0,4-2-24 0,-5-3-9 16,4 1-18-16,-4-2-22 15,0-1-13-15,0-4-7 0,1 2-5 0,-1 0 0 16,0-5-45-16,0 0-72 0,0 0-253 0,0 0-581 16,-1-15 258-16</inkml:trace>
  <inkml:trace contextRef="#ctx0" brushRef="#br0" timeOffset="65183.09">13469 5938 188 0,'-10'0'184'0,"10"0"-1"0,-8 0-13 0,8 0-6 0,0 0-13 16,-5 1-11-16,5-1-3 0,0 0-8 0,22 2-10 16,-8-2-9-16,15-2-13 0,6 2-8 0,18-3-10 15,6-1-8-15,-1 1-2 0,0 0-10 0,1 2-8 16,-5-4-6-16,1 0-7 0,-16 2 4 15,1 0-9-15,-7-2-1 0,2 1-4 0,-8 1-4 16,-8-2 27-16,-4 1 44 0,-2 2 44 0,-4-2 24 16,-3 1 21-16,1-2 16 0,-2 2 9 0,0-1 5 15,-1-1-3-15,-2 2 1 0,1-2 2 0,-1 3-9 16,-2 2-16-16,3-4-14 0,-3 4-19 0,5-3-16 16,-5 3-19-16,0 0-19 0,3-3-8 0,-3 3-16 15,0 0-14-15,0 0-26 0,0 0-18 16,0 0-11-16,7 6 1 0,-7 0-1 0,0 1-1 0,0 2 0 15,0-1-3-15,0 5 3 0,0-4-1 0,1 8 1 16,-2-5-1-16,1 5-1 0,1-2-6 0,-1-1-21 16,0-3-8-16,0 1-25 0,0-3-5 0,-1 1-27 15,1-2-35-15,0-1-8 0,1-1-20 0,-2 1-8 0,2-2 4 16,-2-1 11-16,1-4 12 0,-5 3-45 16,5-3-41-16,0 0-42 0,-13-7-28 0,8-2-18 15,0 1-250-15,-2-4-600 0,0-5 265 0</inkml:trace>
  <inkml:trace contextRef="#ctx0" brushRef="#br0" timeOffset="65314.81">14145 5825 25 0,'-1'-21'162'16,"-2"1"30"-16,1 3 14 0,2 3 20 0,-3-1 18 16,2 6 9-16,-1 0 0 0,2 1-7 0,-1 0-17 15,1 3-14-15,0 1-17 0,0-1-25 0,0 5-16 0,0-7-27 16,0 4-18-16,0 3-31 0,4-2-21 0,1 1-29 0,-5 1-37 16,18 1-31-16,-6 1-35 0,-2 0-48 0,6 4-44 15,1-2-48-15,-3 1-219 0,4 0-466 0,-1 0 206 16</inkml:trace>
  <inkml:trace contextRef="#ctx0" brushRef="#br0" timeOffset="65684.75">14654 5767 139 0,'-16'-5'222'0,"16"5"-18"0,-10 0-4 0,2-2-15 15,8 2-12-15,-17 5-13 0,6-3-15 16,0 5-12-16,-2-2-16 15,4 4-8-15,-5-1-16 0,1 5-6 0,-2-1-6 16,2 2-4-16,3-2-12 0,-3 0-6 0,5 0-9 0,1 3 0 16,1-5-5-16,0 2 19 0,4 0-1 15,0-3 5-15,4 3-2 0,2-4 4 0,2 2-1 16,4-3-3-16,0 2 1 0,11-4-4 0,-2-2-8 16,4 0-5-16,5-1-6 0,0-3 11 0,-1 0-15 15,-5-3-3-15,-3 0 0 0,0-3 12 0,-2 0 26 0,-6 2-3 0,1-5-2 16,-1 4-3-16,-6-6 4 0,3 1-13 0,-4-1 1 15,-3-1 0-15,-1-4-7 0,0 5 1 0,-5-4-4 16,-3 3-17-16,1 0 19 0,-5 0-23 0,-2 1-9 16,-4 4-7-16,-1-2-7 0,0 5-5 0,-8-1 0 15,0 0-8-15,7 2-16 0,1 3-23 0,-2 0-23 16,2 1-27-16,6 2-34 16,0 0-49-16,3 0-37 0,5 1-29 0,1 0-283 15,4-3-571-15,0 0 253 0</inkml:trace>
  <inkml:trace contextRef="#ctx0" brushRef="#br0" timeOffset="66016.09">14882 5777 30 0,'0'0'304'0,"0"0"-25"0,0 0-34 0,4 2-21 15,-4-2-27-15,0 0-24 0,0 0-18 0,0 7-13 16,0 0-15-1,0-3-8-15,2 5-11 0,-2-1-11 0,0 6-6 0,-2-1-10 0,1 3-7 0,0 1-9 0,-2-3-3 16,3 2-6-16,-2-3-6 0,0-1-4 0,1 1-6 16,1-6-2-16,0 3 0 15,-1-6 5-15,-1 1 24 16,1-2 40-16,1 1 33 0,0-4 48 0,1 5 36 0,-1-5 6 0,0 0-19 0,11-7-22 16,0-2-25-16,-2 4-13 0,1-7-10 15,3 6-8-15,0-6-10 0,-2 4-10 0,2-1-9 16,-1 0-10-16,-1 3-8 0,-2 1-10 0,-2 1-5 15,-2 0-14-15,2 1-7 0,-3 0-9 0,3-1-6 16,-1 4-4-16,5 1-3 0,0 3-8 0,0 0-17 16,2 1-19-16,1 2-33 0,-5 1-41 0,8 1-48 15,-1 0-65-15,-2 2-61 0,0 1-97 0,4-5-413 16,-4 2-838-16,0-6 371 0</inkml:trace>
  <inkml:trace contextRef="#ctx0" brushRef="#br0" timeOffset="66955.17">16555 5760 82 0,'-2'-3'301'0,"0"-4"-9"0,1 2-2 0,0-2-2 0,-1 3-7 16,1-1-8-16,0 0-5 0,1 1-5 15,-1 0-20-15,1 4-20 0,-2-5-25 0,2 5-22 16,0-4-26-16,0 4-17 16,0 0-27-16,0 0-23 0,0 0-19 0,0 0-19 15,0 0-3-15,2 17-6 0,-1-7-6 0,0 6 14 16,3 4-14-16,-4 4-6 0,1 1 0 0,1 1-7 15,-1 3 7-15,-2-3-5 0,2 1-3 0,-1-3 0 16,1-2-1-16,2 2-2 0,-3-6 8 0,3 0-12 16,-1-5 3-16,-1-4 4 0,-1-1-6 0,0-1 1 15,0 0 7-15,1-3 41 0,0-3 40 0,-2 4 55 0,1-5 48 0,0 5 39 16,0-5-6-16,0 0-42 0,-1-17-22 0,1 5-14 0,-1-5-17 16,-1 0-16-16,2-2-11 0,-3-8-11 0,1 3-18 15,2-6-4-15,-1 1-8 0,1-5-6 0,-1 0-9 16,1-12-3-16,0 13-6 0,0 0-7 0,2 3-4 15,2 1-3-15,-1 4-4 0,-2 6 3 0,1 2 2 16,0 8-3 0,-1-4 6-16,0 4-15 0,2-1-2 0,-2 4-7 15,2 0-4-15,2 0-15 0,-1 1-9 0,3 0-13 16,0-1-23-16,3 4-23 0,1-1-25 0,2 4-24 16,0-1-18-16,6 2-24 0,-1 0-24 0,0 3-21 0,1 1-27 0,-3 0-19 15,1 4-19-15,0 0-24 0,6 4-38 0,-8 1-67 16,-2-3-283-16,1-1-743 0,0 2 329 0</inkml:trace>
  <inkml:trace contextRef="#ctx0" brushRef="#br0" timeOffset="67186.89">16729 6128 191 0,'-4'3'223'0,"0"-1"-15"0,3 1 2 0,0 1-6 16,1-4-7-16,-4 3-21 0,4-3-13 0,0 0-5 16,0 0-2-16,6 6-11 0,7-6-17 0,0-4-12 15,5 4-9-15,1-3-11 0,9-2-9 0,1 0-20 0,-2 1-35 16,-5 1-48 0,6-4-62-16,0 2-65 0,-1 1-91 0,-7-4-132 15,0 3-396-15,-4 0 176 0</inkml:trace>
  <inkml:trace contextRef="#ctx0" brushRef="#br0" timeOffset="67418.35">16535 5975 123 0,'-10'0'284'15,"3"0"-19"-15,1 0-12 0,6 0-10 0,-9 0-12 16,9 0-20 0,-8 0-19-16,8 0-17 0,0 0-15 0,0 0-18 0,20-4-11 15,0 2-18-15,10-1-9 0,5 0-20 0,18 0-30 16,0-4-43-16,-1 1-50 0,8 5-64 0,-1-4-68 16,-4-4-240-16,1 3-444 0,-3-3 196 0</inkml:trace>
  <inkml:trace contextRef="#ctx0" brushRef="#br0" timeOffset="67790.37">17755 5704 255 0,'-3'-2'271'0,"3"2"-26"15,0 0-23-15,0 0-25 0,0 0-17 0,0 0-24 16,-1-4-18-16,1 4-12 0,0 0-13 0,0 0-16 15,0 0-9-15,-9 11-3 0,4-3-11 0,0 0-4 16,-5 3-2-16,-3 0-8 0,0 2-5 0,0 4-7 16,-2-2 0-16,-4 3-6 0,-2 0-6 0,5 2-5 0,2-4-17 15,-3-1-28-15,4-1-28 0,-1 1-29 0,4 1-30 0,-4-6-65 16,3 2-222-16,2-5-420 0,0 1 186 0</inkml:trace>
  <inkml:trace contextRef="#ctx0" brushRef="#br0" timeOffset="68020.37">17548 5767 318 0,'0'-5'350'0,"0"1"-25"16,0 0-23-16,0 4-23 0,0-6-35 16,0 6-12-16,0-3-41 0,0 3-24 0,0 0-21 0,0 0-9 0,0 0-16 15,15 8-14-15,-7-3-10 0,1 2-5 0,4 4-13 16,-1 1-10-16,3-1-4 0,1 3-7 0,2-2-5 0,4 6-4 15,1-2-2-15,-7-1-6 0,2 2-3 0,-4-5-23 16,0-1-27-16,3 1-29 0,-4 0-28 0,-7-4-36 16,4-1-35-16,-2 1-52 0,0-3-54 0,-6-1-224 15,2-1-509-15,0-3 226 0</inkml:trace>
  <inkml:trace contextRef="#ctx0" brushRef="#br0" timeOffset="68290.45">17967 5644 306 0,'0'-3'338'0,"0"3"-35"0,4-5-31 16,-4 5-20-16,0 0-40 0,0 0-20 0,0 0-23 0,10 8-17 0,0-1-9 15,-1 2-13-15,2 5-11 0,1 0-11 16,1 9-5-16,0 0-8 0,-3 1-5 0,-3 0-11 15,-1 2-3-15,0-3-11 0,-5 3-3 0,1 1-4 16,-7-1-6-16,1 2-5 0,-2-5-13 0,-6 1-7 0,-1 1-12 16,-2 1-20-16,-7 0-21 0,2-6-31 0,-6-1-60 15,-5 0-60-15,1-2-110 0,-6-6-185 0,2-5-511 0,-2-3 226 16</inkml:trace>
  <inkml:trace contextRef="#ctx0" brushRef="#br0" timeOffset="68590.39">17493 5525 250 0,'-13'0'247'0,"-5"6"-15"16,2 1-18-16,-2 3-20 0,-8 5-18 0,0 8-8 15,1 0-19-15,-2 5-11 0,-3 10-14 0,1 1-12 16,10-8-10-16,8 3-10 0,-1 1-4 0,5-1-6 16,9 13 6-16,6-11-2 0,16 10-4 0,8-4-8 15,14-3-17-15,8-6-44 16,6-10-80-16,33 8-136 0,-5-15-214 0,-28-10-451 15,5-3 200-15</inkml:trace>
  <inkml:trace contextRef="#ctx0" brushRef="#br0" timeOffset="72945.56">5457 9235 152 0,'-10'0'164'16,"10"0"1"-16,-4 0-7 0,4 0-3 0,0 0-9 0,0 0-8 16,-6-4-7-16,6 4-3 0,0 0-10 0,0 0-8 15,0 0-9-15,-4-1-8 0,4 1-8 0,0 0-6 16,0 0-8-16,0 0-2 0,0 0-9 0,0 0 1 15,0 0-7-15,0 0 2 0,0 0-4 0,24-4-5 16,-7 3-5-16,4-2-2 0,9-1-5 0,1 0-5 16,0-1 1-16,4 2-4 0,1-2-3 0,1 1 2 0,0 1-3 15,-4 1-2-15,-1 2-6 0,-3-3-2 0,-4 3-1 0,-6 0-10 16,0 0-8-16,-7 0-17 0,0 2-27 16,-4-2-17-16,-2 2-18 0,-2 1-9 0,-1-1-23 15,-3-2-31-15,0 0-210 0,0 0-387 0,-13 8 172 0</inkml:trace>
  <inkml:trace contextRef="#ctx0" brushRef="#br0" timeOffset="73299.42">5590 9432 19 0,'-12'4'224'15,"6"0"-28"-15,-1-1-15 0,1 1-6 0,1-2-7 16,1 1-13-16,4-3 1 0,0 0-3 0,8 3-6 16,2-3-10-16,9-2-12 15,15 1-13-15,-1-6-10 0,8 2-10 0,11-2-10 16,2 2-8-16,-2-2-7 0,1 1-7 0,-5 1-8 15,-11 2-4-15,0-1-4 0,-5 3-6 0,-2-2-3 16,-11 3-5-16,0-2-3 0,-6 2-1 0,-3 2-5 16,0-2-3-16,-3 0-2 0,-2-2 1 0,-5 2-4 15,11 0-2-15,-7 2 2 0,-4-2-1 0,0 0-3 16,-4 7-13-16,4-7-19 0,-12 5-34 0,4-1-45 0,3-1-73 0,-3-3-241 16,2 2-451-16,6-2 200 0</inkml:trace>
  <inkml:trace contextRef="#ctx0" brushRef="#br0" timeOffset="77824.61">8579 7722 94 0,'-4'-2'127'0,"3"-3"-1"0,1 5-9 0,-3-5-4 0,1 3-1 15,2 2 0 1,-3-5-8-16,1 2-4 0,2 3 1 0,-3-6-6 0,2 3 4 0,1 3 0 0,-3-2-1 16,3 2 2-16,-2-4-2 0,2 4-5 0,0 0 7 31,0-7-3-31,0 7-3 0,-3-1 1 0,3 1-1 0,0 0-4 15,0 0-4-15,0 0-5 0,0-6-2 0,0 6-4 0,0 0-5 16,0 0-4-16,0 0-2 0,0 0-4 16,0 0 2-16,0 0-7 0,0 0 0 0,0 0-4 0,-1-3-2 15,1 3 3-15,0 0-7 0,0 0 0 0,0 0 0 16,0 0-3-16,0 0 0 0,0 0-3 0,-2-5-1 16,2 5-3-16,0 0 0 0,0 0-1 0,0 0-5 15,0 0-1-15,0 0 13 0,-2-6-21 0,2 6-1 0,0 0-5 0,0 0 1 16,1-4-6-16,-1 4 4 0,0 0-1 15,0 0-1-15,-1-3-1 0,1 3 0 0,0 0 1 16,0 0-5-16,0-5 3 0,0 5 7 0,0 0-6 0,0 0-1 16,-3-5-4-16,3 5 8 0,0 0-5 0,0 0 2 15,0 0 4-15,0 0-8 0,0 0 1 0,0 0 1 16,0 0-2 0,0 0-1-16,0-5 3 0,0 5-4 0,0 0 3 0,0 0-8 15,0 0 1-15,0 0-7 0,0 0-8 0,0 0-19 16,0 0-17-16,0 0-23 0,0 0 8 15,0 0 5-15,0 0 1 0,7 21 8 0,-5-6 8 0,1 4-2 16,1 9 9-16,-3 3-3 0,2 16 10 0,-1 6-10 16,-3 4 7-16,-3 1-1 0,-1 27 5 0,-2-27 3 15,-3 27 3-15,-4-3 5 0,-1 8 4 0,-2-6 0 0,-7-3 0 0,6-24 2 16,4 4 0-16,-13 16 3 0,6-26-1 0,-1-1 3 16,1-1 1-16,-3-5-1 0,1-1 1 15,6-12 6-15,0-2-5 0,-3-2-2 0,5-3 3 16,1 1-1-16,1-8 2 0,4 0 0 0,4-6-2 0,-4-1-4 15,5-2 6-15,1-3 9 0,0 1 16 0,0-3 21 16,2 2 18-16,-1-1 15 0,-1-1-6 0,3-3-2 0,0 0-11 16,0 0-5-16,5-15-8 0,-2 10-8 0,1-1-2 0,2-2-4 15,0-1-3-15,3 1-2 0,-4 1-6 0,3 0-2 16,1 2-4-16,-4 4-4 0,3-3-8 0,-2 0-6 16,3 3-9-16,0 1-2 0,0 4-4 0,0 1-2 15,8 4 3-15,-2 5-3 0,4 10 2 0,-4 6 0 31,-3 3 3-31,-1 13 0 0,1 5 4 0,-7 3-3 0,-2 3 2 16,-5 2 6-16,-2 1-3 0,3-1 0 0,-3 24 4 16,-5-24 0-16,6-2-2 0,-5 27 4 0,0-27 2 15,6 1-2-15,-2-5 4 0,8 5 1 0,-3-2 8 16,1-3 1-16,4 3 4 0,0-8-7 0,5 1 1 16,2-2 4-16,0 0-3 0,5-4 0 0,2 3 1 15,6 3 2-15,1 1-2 0,5-4-2 0,2 1 3 0,1-3 0 0,4-6-1 16,1-3 1-16,2-1 0 0,-10-13 1 0,0-2-2 15,-1 0 14-15,-2-4 2 0,-1-3-8 0,-1 0 9 16,-9-5-2-16,-3 3-1 0,-2-4 2 0,-3-5 3 16,0 4 3-16,-2-3 3 0,-1 0 1 0,-2 1-2 0,0-2 24 15,-2 0-21-15,-3-1 2 0,7 3 2 16,-7-3 1-16,6 0-2 16,-6 0 0-16,6-4-28 0,-4 0-34 0,2-3-41 15,-3-2-63-15,2-2-70 0,3-5-110 0,-3-3-288 16,2 2-646-16,-1-12 286 0</inkml:trace>
  <inkml:trace contextRef="#ctx0" brushRef="#br0" timeOffset="78540.85">10059 7674 129 0,'-5'-2'255'0,"5"2"-14"16,0 0-22-16,0 0-16 0,-4-2-21 0,4 2-22 0,9-6-18 16,2 4-10-16,-1-3-17 0,9 2-10 0,2-1-12 15,7 1-19-15,3-1-22 0,-2 0-43 0,2 3-47 16,-4-1-39-16,1 0-79 0,-10 0-151 0,-4 1-332 16,-2-1 146-16</inkml:trace>
  <inkml:trace contextRef="#ctx0" brushRef="#br0" timeOffset="78993.97">10009 7732 231 0,'-4'0'237'0,"4"0"-29"0,-6 4-21 0,6 0-20 15,0-4-16-15,6 5-18 0,2 2-14 0,1-1-8 0,3 5-14 0,2 4-10 16,4 3-10-16,1 4-6 0,1 7-10 0,-2 0-4 15,-1 4-4-15,1 10-6 0,-5-10-3 0,5 15-5 16,-8-3-4-16,-1 0-3 0,-5-9-3 0,-4 14-3 16,0-4-3-16,-1-11 0 0,-3 1 0 0,-1 10-3 15,-3-10 0-15,3-6 2 0,-4 0 1 0,-1-3 5 16,-2 0 4-16,3-8 2 16,0 5 2-16,4-10 5 0,-3-5 3 15,2 3 1-15,2-3-4 0,1 0-6 0,1-2 0 0,1-3 1 16,-2 2 14-16,2-2-1 0,-3-2 3 0,3 3 1 15,1-5 8-15,3 6 7 0,0-3 4 0,3 0 0 16,1-3-8-16,7 0-1 0,-1 0-9 0,1 0-7 16,4 0 2-16,1-3-8 0,4 1-7 0,-2-3 2 15,8 2-7-15,0-1-2 0,2 1-5 0,-3 0 1 0,-1-2-2 0,1 1-3 16,-5 3-3-16,-5-2 1 0,-5 2 2 16,-2-2-7-16,-1 2 5 0,-2 0 17 0,-3-1 12 0,-1 2 14 15,-4 0 3-15,8-2-1 0,-8 2 3 0,7-3 2 16,-7 3-7-16,4 0-20 0,-4 0-18 0,0 0-28 15,0 0-41-15,0 0-36 0,-15-7-46 0,6 5-45 16,-3-1-50-16,1 1-68 0,1-2-289 0,-2-1-630 0,5-1 279 0</inkml:trace>
  <inkml:trace contextRef="#ctx0" brushRef="#br0" timeOffset="79595.19">10699 7824 223 0,'2'-5'258'0,"-2"1"-22"16,4 0-21-16,1 0-21 0,2 1-22 0,-1 0-18 16,5 2-13-16,1-2-17 0,0 3-15 0,0 2-10 0,1 0-11 15,1 1-4-15,0 6-9 0,3 0-4 0,-2 2-5 16,-1 5-5 0,-2 3-4-16,1 0-2 0,-2 5-8 0,-5 0-5 15,0 2 0-15,-4-1-3 0,-2-1-1 0,-1-5 0 0,-6 8-1 0,1-4 0 0,-2-5-3 0,-2 2 2 16,1-2 1-16,0-2 6 0,-1-3 0 15,5-3 3-15,-3 1 9 0,2-4 0 0,-2-2 4 16,7 1 8-16,-4-1 12 0,1 0 14 0,0-2 24 0,0 0 36 16,4-3 21-16,-4 4 29 15,4-4 16-15,0 0-18 0,0 0-19 0,0 0-20 16,6-19-14-16,0 7-17 0,0-3-13 0,7-11-13 16,0 3-10-16,2-2-11 15,3 0-12-15,-1 1-2 0,-3-1-8 0,0 3-10 0,-4 5-1 0,0-1-7 16,6-2-6-16,-7 6 1 0,-3 4-8 0,4-1-3 15,-3 2-3-15,-4 4-2 0,5-3-2 0,-7 3-6 16,4 1-3-16,-1 0-4 0,-3 1-7 0,2 2-1 0,-3 1-8 0,0 0-24 16,0 0-19-16,0 0 3 0,0 0 3 0,4 11 1 31,-4-1 4-31,-3 2 3 0,2 5 3 0,-2 0 0 0,3 2 2 0,-1 0 3 0,2 6 2 0,-1 2 3 16,3-9 0-16,-2 2 6 0,3-1 3 0,1-3-24 15,3 1-23-15,1-2-25 0,1 2-25 0,2-4-32 31,2-1-40-31,2 0-53 0,2-4-76 0,1-2-127 0,1 1-223 0,1-3-717 16,0-4 318-16</inkml:trace>
  <inkml:trace contextRef="#ctx0" brushRef="#br0" timeOffset="79896.25">11379 8174 335 0,'0'0'416'0,"-9"-2"8"0,9 2-13 16,0 0-17-16,-5-4-23 0,5 4-26 0,0 0-31 15,0 0-28-15,0 0-33 0,0 0-24 0,0 0-26 16,0 0-21-16,0 0-21 16,0 0-17-16,0 0-20 0,0 0-17 0,0 0-14 15,0 0-10-15,-4 6-8 0,4-6-11 0,1 7-11 16,0-1-8-16,1 1-2 0,-1 0-6 0,0 3-6 15,4-2 0-15,-4 2-3 0,1 1 0 0,0-1-6 16,0 1-13-16,-1-2-6 0,-1 2-27 0,1-3-16 16,-1 2-26-16,1-3-24 0,-1-2-28 0,0 2-23 15,0-3-23-15,-1 1-18 0,0-1-18 0,-3-3-50 0,4-1-83 0,0 0-290 16,0 0-675-16,-18-5 299 0</inkml:trace>
  <inkml:trace contextRef="#ctx0" brushRef="#br0" timeOffset="80068.48">11325 7923 433 0,'0'-9'462'0,"-1"1"-3"0,2 1-7 0,-2 3-24 15,1-1-31-15,0 1-41 0,0 4-37 0,0-7-35 16,-2 5-35-16,2 2-54 0,0 0-62 0,0-5-72 16,0 5-63-16,0 0-52 0,0 0-72 0,9 10-85 15,-5-5-118-15,1 2-256 0,-4-4-633 0,2 0 280 16</inkml:trace>
  <inkml:trace contextRef="#ctx0" brushRef="#br0" timeOffset="82686.07">11951 7728 19 0,'-1'-10'265'0,"-2"0"-3"0,3-2-3 0,-1 5-12 16,-1-5 0-16,2 6-16 0,-2-1-12 0,1 0-12 16,0 3-17-16,1 0-11 0,-3 1-22 0,3 3-18 15,0-7-14-15,0 7-19 0,0-6-26 0,0 6-19 16,0 0-7-16,0 0-7 0,0 18-2 0,0 1-10 15,0 6 2-15,0 5-9 0,0 3 2 0,-4 15-2 16,4 2-4-16,0 2-9 16,0 1-4-16,0 0-1 0,0-1-1 0,0-3 1 15,4 1-1-15,-1-1 4 16,1-15-4-16,2 14-1 0,-1-13 9 0,-1-3-10 0,1 0-2 16,0-5-1-16,0-1 2 0,-3-9 1 0,0-1-1 15,-2-3 12-15,-2-1-11 0,4-4-3 0,-2-2 16 16,-2 0 16-16,2-1 7 0,-2 1-1 0,-3-3 6 15,0-1-9-15,-3-2-2 0,8 0-3 0,-19-2-6 0,13-1 3 0,-6-3-5 0,2 3-8 16,2-1-2-16,-1-4 11 0,0 5-7 0,3-3-1 16,0 0-1-16,0 2-4 0,3-1-2 0,-1 0-5 15,1 0-8-15,-2 1-9 0,1 1-35 0,2-2-33 16,0 0-32-16,2 1-45 0,-1 2-39 0,2-6-51 16,1 3-288-16,4-5-576 0,-1 1 255 0</inkml:trace>
  <inkml:trace contextRef="#ctx0" brushRef="#br0" timeOffset="83018.6">11807 8081 123 0,'-8'0'259'0,"8"0"-16"0,0 0-18 0,-9 0-15 16,9 0-17-16,0 0-15 0,0 0-21 0,0 0-14 15,0 0-10 1,19 2-12-16,-1-4-13 0,3-1-8 0,9-1-6 16,6-1-13-16,1 0-7 0,-1 2-11 0,0-2-4 0,-1 0-8 15,-4 0-2-15,0 1-8 0,-4 1-2 16,-8 0-5-16,-6 2-2 0,-1-2-4 0,-4 0 0 15,0 2-3-15,-2 1 1 0,0 0 1 0,-1-1 0 16,-5 1-3-16,6-3-11 0,-6 3-14 0,0 0-23 0,0 0-22 16,0 0-34-16,-30 3-24 0,15-2-32 0,6 0-59 0,-4-1-209 15,3 0-438-15,0 3 195 0</inkml:trace>
  <inkml:trace contextRef="#ctx0" brushRef="#br0" timeOffset="83519.19">12476 7853 53 0,'11'0'186'0,"-11"0"-9"0,13 3-12 16,-4-1-12-16,3 3-15 0,-1 2-9 0,-2 0-9 15,4 5-9-15,0-2-12 0,0 4-9 0,-2 1-2 16,-4 2-3-16,-1-2-10 0,-1 2-4 0,-2-1-6 16,-1 1-1-16,-4 1 1 0,-2 0 0 0,-2-3 1 15,-1 2-5-15,-2-2 0 0,-1-1-2 0,-2-3 3 16,2 1-5-16,0-6-1 0,1 4 0 0,3-5 0 16,-4 1 0-16,4-2 6 0,2 0 9 0,-1-1 16 0,1 1 14 0,3-2 25 15,1-2 23-15,0 0 2 0,0 0-18 0,0 0-10 16,-5-10-9-16,8 2-16 0,0-7-6 0,5 3-19 15,1-5 2-15,1 0-10 0,7-7-11 16,1-1-9-16,-3 1 1 16,3-1 0-16,4 2-10 0,-7 0-7 0,3 4-2 0,-5 3 4 0,-1 2-11 0,-1 3-3 0,-3 2 3 31,-1 0 2-31,1 4 9 0,-4-2-20 0,-1 3 0 16,0 0-1-16,0 3-5 0,-1-3-10 0,2 1-1 0,-4 3-15 15,0 0-6-15,0 0 0 0,0 0 2 0,5 11 2 16,-5-6-6-16,0 4 8 0,0 3 7 0,0 0-4 15,-2 2 17-15,-1 3-14 0,3 1 13 16,0 0-7-16,3-1-2 0,-1-1-3 0,4 0-19 0,0 1-14 0,4-3-30 16,-1 1-31-16,2-2-41 0,2-1-64 0,1-3-97 15,1-1-252-15,2-2-607 0,0-2 269 0</inkml:trace>
  <inkml:trace contextRef="#ctx0" brushRef="#br0" timeOffset="83804.36">13014 8079 357 0,'0'0'383'16,"0"0"-8"-16,-4-1-9 0,4 1-27 0,0 0-28 16,0 0-27-16,0 0-25 0,-2-3-21 0,2 3-35 15,0 0-21-15,0 0-25 16,0 0-19-16,0 0-16 0,0 0-14 0,0 0-15 15,0 0-7-15,0 0-12 0,0 0-15 0,2 11-1 16,-2-5-4-16,0-2-6 0,0 1-3 0,3 1-1 16,-2 0-12-16,-1 3-1 0,3-1 2 0,-3-2-9 15,1 1-4-15,2 1-16 0,-1-2-35 0,-2 1-21 16,0-1-22-16,0 1-28 0,0-2-28 0,0 0-21 16,-1 2-35-16,-3-4-46 0,3 2-63 0,-2-3-251 0,3-2-591 0,0 0 261 15</inkml:trace>
  <inkml:trace contextRef="#ctx0" brushRef="#br0" timeOffset="83988.81">13021 7904 320 0,'1'-5'377'0,"-1"0"-2"0,0 0-9 0,0 1-11 0,1 1-40 16,-1 3-31-16,0-5-25 0,0 5-29 0,3-4-25 15,-3 4-18-15,0 0-29 0,1-3-36 0,-1 3-27 16,0 0-30-16,0 0-31 0,8 0-30 0,-8 0-39 15,10 4-32-15,-6-1-43 0,0-2-45 0,2 3-53 16,-2 0-78-16,0-1-196 0,1 0-522 0,-3-1 231 0</inkml:trace>
  <inkml:trace contextRef="#ctx0" brushRef="#br0" timeOffset="84235.76">13262 7735 95 0,'0'0'345'0,"3"-6"-34"0,-2 5-35 16,-1 1-20-16,1-4-37 0,-1 4-25 0,0 0-24 15,0 0-13-15,8 11-20 0,-3-1-16 16,1 2-9-16,2 5-13 0,-2 2-1 0,4 9-2 0,0 0-8 16,-4 5-2-16,-3 2-7 0,2 1 1 0,-7 1-2 0,-3 8-8 15,1-10-10-15,-3-2 0 0,-3 0-5 0,-2-1-11 16,-3-1 5-16,-3-2-1 0,-4-3-5 0,-1 1-21 15,-4-2-18-15,-11 4-47 0,6-7-60 0,-13 2-71 16,12-9-113-16,-17-1-205 0,13-7-531 0,-5-2 236 16</inkml:trace>
  <inkml:trace contextRef="#ctx0" brushRef="#br0" timeOffset="84721.23">12451 7567 248 0,'-4'-2'230'0,"4"2"-17"0,0 0-18 0,-9 0-14 15,9 0-19-15,-11 5-12 16,3-1-15-16,-1 1-12 0,-4 3-10 0,2 5-12 16,-7 9-8-16,1 5-7 0,-2 4-4 0,-8 14-1 15,3 3-16-15,-1 0-3 0,4 4-10 0,2-1-4 16,3-5-2-16,5-1-5 0,3-7-3 0,6-5 29 16,3 1-6-16,4-3 14 0,5 0-2 0,4 1-9 15,9-6-2-15,4-1-2 0,17 2-4 0,4-4-28 16,3-6-59-16,3-2-87 0,3-8-109 0,1-3-226 0,-7 6-490 0,-14-10 216 15</inkml:trace>
  <inkml:trace contextRef="#ctx0" brushRef="#br0" timeOffset="90132.93">16997 7640 11 0,'-1'-4'246'0,"1"1"-8"0,0 3-11 0,-3-8-6 16,3 1-10-16,0 2-13 0,-1 0-9 0,1 0-13 31,-1 1-8-31,-1-1-12 0,2 1-9 0,0 4-10 0,-1-8-15 0,1 8-11 0,0-4-13 0,0 4-13 31,0 0-17-31,-1-4-16 0,1 4-7 0,0 0-5 16,0 0-7-16,0 16-8 0,1-7 0 0,0 7 1 15,1 0-7-15,-2 2 1 0,0 1 3 0,2 2-4 0,-2-3 1 0,2 3-6 16,0-3 6-16,-1 2-1 0,1-1-7 0,0-1 2 16,0-4-3-16,0 1 0 0,1-3-2 0,-3 0 1 15,1-5 2-15,-1 4-5 0,1-6 2 16,-1 2-1-16,0-1-5 0,2-1-4 0,-2 1-8 0,-2-1-4 15,1-2-10-15,-1 1-24 0,-1-2-27 0,3-2-28 16,-8 4-26-16,3-4-29 0,5 0-38 0,-10-5-233 0,5 2-464 16,0-2 206-16</inkml:trace>
  <inkml:trace contextRef="#ctx0" brushRef="#br0" timeOffset="90518.1">16884 7502 119 0,'-2'0'235'0,"2"0"-12"16,-4-5-18-16,4 5-16 0,0 0-17 0,-4-2-20 16,4 2-17-16,0 0-14 0,0 0-14 0,0 0-11 15,0 0-7-15,0 0-8 0,0 0-13 0,26 9-4 16,-13-3-9-16,5 2-2 0,0-2-4 0,11 9-4 15,2-1-3-15,-1 0-4 0,5 1 0 0,-1 2-3 16,10 7-2-16,-11-4 2 0,-2-1-9 0,-3 4 0 16,-1-2-3-16,-2 1-1 0,-7 0-8 0,-3 1-1 15,-3-6-5-15,-7 0 2 0,0 0 1 0,-5 0 0 16,-5 0-2-16,-4 2 2 16,-4-4 1-16,-6 1-4 0,-4 1 6 0,-1 1 0 15,0-7-1-15,-1 2-2 0,-3-3 0 0,0-2 0 16,4-2 5-16,3 1-8 0,-2-2-2 0,4-1 4 15,1-1 1-15,2 1-4 0,4-3 2 0,0-1 0 16,4 5-3-16,3-5-1 0,-1 0 8 0,6 0-4 0,-7 0-7 0,7 0-21 16,0 0-29-16,0-6-29 0,0 6-38 15,18-7-37-15,-8 3-92 0,3-1-126 0,-2-2-399 0,6 2 177 16</inkml:trace>
  <inkml:trace contextRef="#ctx0" brushRef="#br0" timeOffset="90849.95">17519 7766 50 0,'0'0'345'16,"3"-5"-14"-16,-3 2-21 0,0 3-20 0,3-1-26 16,-3 1-26-16,4-3-20 0,-4 3-20 0,0 0-29 15,0 0-17-15,0 0-16 0,0 0-16 0,0 0-18 16,0 0 5-16,0 0-23 15,0 0-15-15,0 0-5 0,3 9 0 0,0-6-12 16,-3 5-3-16,4-1-8 0,-3 2-3 0,2 1-2 16,-2 1-2-16,0 0-3 0,3 2-6 15,-1 4-1-15,-2-1-2 0,-1-6 2 0,4 3-3 0,-3-1-5 16,-1-2-2-16,0 1 16 0,0-2-17 0,0 1 0 16,0-4-12-16,4-1 10 0,-4 1-21 0,0-2 3 15,0 0-2-15,0 0 17 0,0-4-18 0,-5 2-17 0,5-2-40 16,0 0-48-16,-13-7-53 0,5 1-43 0,2-5-62 0,-3 1-214 15,4-5-526-15,-3-2 233 0</inkml:trace>
  <inkml:trace contextRef="#ctx0" brushRef="#br0" timeOffset="91002.96">17506 7540 15 0,'2'-4'303'0,"-2"-4"-14"0,2 4-25 0,0 0-21 16,-2-2-27-16,1 2-16 0,2 1-24 0,-3 3-22 15,0-4-15-15,0 4-22 0,6-3-23 0,1 2-25 16,-7 1-31-16,11 3-35 0,-6-3-37 0,3 1-42 16,2 0-54-16,-2 2-217 0,0 0-376 0,-2 0 167 15</inkml:trace>
  <inkml:trace contextRef="#ctx0" brushRef="#br0" timeOffset="91435.22">17944 7565 254 0,'0'0'262'0,"0"0"-21"0,0 0-24 0,0 0-19 0,0 0-19 16,0 0-19-16,0 0-21 0,0 0-11 0,0 0-14 15,-4 5-10-15,0-1-8 0,-1 1-15 0,0 1-8 16,-5 4-7-1,-3-1-4-15,-1 3-5 0,0 0-6 0,-1-2-5 0,1 1-7 16,-4 1-3-16,5-2-6 0,-1 4 0 0,5-8-4 16,0 6 0-16,4-5-5 15,-3 3-1-15,3-5-3 0,4 2 0 0,-2-2-2 0,3 3-1 0,4-3-3 0,0 3 0 16,2-1 1-16,10 2 0 0,0-1-5 0,0 0 3 16,3-1-1-16,0 2-3 0,1-2 0 0,0 1-2 15,-2 0-3-15,-1-2-2 0,0 2 12 0,-6-3-9 16,1 0 0-16,-3 0-5 0,-3 0 5 0,2 2-1 0,-4-3-1 15,-3 0 4-15,2 3 4 0,-3-3 2 0,-3 1 4 16,-2 0-8-16,-4 3-1 0,-5-2 1 0,1 0-5 16,-5 3 7-16,4-4-2 0,0 2-1 0,-2-2-2 15,-2 0 0-15,1-1 1 0,-1 0-4 16,0 0-12-16,4-1-22 16,-1 0-17-16,6-3-22 0,-4 0-33 0,2 0-49 15,4-3-47-15,2 1-194 0,5-1-428 0,0-3 190 16</inkml:trace>
  <inkml:trace contextRef="#ctx0" brushRef="#br0" timeOffset="91920.38">18357 7695 179 0,'0'0'232'0,"0"0"-17"0,0 0-16 0,0 0-16 0,0 0-19 0,0 0-16 0,0 0-18 31,0 0-13-31,0 0-8 0,0 0-12 0,0 0-7 16,0 0-13-16,0 0-4 0,0 0-7 0,9-5-5 15,-3 5-9-15,1-1-6 0,5 1-1 0,0-3-3 0,-1-2-8 16,2 2-2-16,5-1-3 0,0 1-5 0,-2-1-4 0,2 0 1 16,0-2-6-16,0 2-1 0,-3 0-3 0,-3 0 2 15,7-5-4-15,-10 5 4 0,3-3-3 0,-5 2 4 16,1-1 7-16,-4 0 10 0,-2 4-1 0,2-2-2 16,-3 1 0-16,-1 3-8 0,-6-5 1 0,2 2-3 0,-5 1 0 15,-2 2-4-15,-6 2 1 0,-1-1-2 0,-1 6-2 16,-6 2 4-16,-2 1 0 0,-4 3 0 0,4-1-3 15,0-1 0-15,4 3-1 0,0 0 1 0,6-2 2 0,2 0-11 16,3 2 0 0,1-2 12-16,4 2-10 0,2-2 0 0,1-2-7 15,4 1-4-15,2 2-6 0,3-4-12 16,2 1-30-16,3-2-34 0,5 0-52 0,3-3-77 16,1-2-191-16,1-3-442 0,-1-2 196 0</inkml:trace>
  <inkml:trace contextRef="#ctx0" brushRef="#br0" timeOffset="92271.72">18666 7628 200 0,'3'-6'274'0,"-1"2"-23"0,-2-1-22 0,4 0-23 0,0 1-21 16,2 0-23-16,-1 0-15 0,0 3-16 0,2 0-17 16,1 1-9-16,3 1-14 0,1 0-8 0,-1 3-1 0,3 2-10 15,-1-1-7-15,2 4-6 0,-3-1-2 16,2 3-8-16,-3 0-4 0,3 0 3 0,-4 0-9 15,-2 6-2-15,1-3 0 0,-4-5-3 0,0 4-4 0,-1-1-5 0,0 1 8 32,-3-2-6-32,1-3 4 0,-2 2 0 0,0-3 2 15,-2 0 4-15,2 0 2 0,-2-3 1 0,2 2 14 16,-3-1 7-16,3-1 15 0,0-4 10 0,-4 3 40 16,4-3 14-16,0 0 11 0,0 0 8 0,0 0-1 15,0 0-3-15,-6-10 2 0,2 4-14 0,4 0-10 16,0-2-6-16,0-3-12 0,0 1-11 0,0 0-12 15,4-2-11-15,-3 2-11 0,4-1-11 0,-2 3-20 0,-2-4-25 0,3 7-33 16,0-3-46-16,0 3-35 0,2 0-31 0,2-3-32 16,1 2-29-16,0 3-26 15,-1 3-33-15,1-1-46 0,3-1-49 0,-1 1-262 0,0 1-659 0,-1 0 292 0</inkml:trace>
  <inkml:trace contextRef="#ctx0" brushRef="#br0" timeOffset="92767.87">19107 7708 64 0,'0'0'193'0,"0"0"-14"0,0 0-10 16,0 0-11 0,0 0-17-16,0 0-12 0,0 0-18 0,0 0-1 0,0 0-6 15,0 0-10-15,15 4-6 0,-8-5-4 0,0-2-8 16,3 3-6-16,2-2-5 0,1 2-11 15,0-3-2-15,-2-2-8 0,8-2-6 0,-2 5-5 16,-2-6 0-16,-2 1-2 0,1 1-4 0,0-5-1 0,-4 5-6 0,2 0 4 16,-3-3 6-16,-2 2 11 0,1-1 4 0,-4 2 9 15,-2-1 10-15,1 1-7 0,0 0 5 0,-1 1-1 16,-3-1-8-16,0 3-6 0,-3-1-5 0,0 0-5 0,-4 0-7 16,2 4 1-16,-8 0-5 0,1 0-3 0,-6 2-2 15,-1 3-3-15,1 3-1 0,-1-1-3 16,0 4-3-16,-2 3-1 0,-1 1 1 0,8-2-2 15,-1-1 1-15,1 3-5 0,5 2 1 0,2-3-2 0,0 3 1 16,3-2 2 0,4 0 2-16,6 1 1 0,-1 0 5 0,1-5 2 15,8 3-2-15,2-3 0 0,2-2 2 0,3-1-6 16,6-2 5-16,2 1-5 0,1-2 0 0,-1-2 0 16,-10-3-4-16,9 1 3 0,-5 0 1 0,-7-1-4 15,3 0 12-15,-9 0 15 0,0 0 11 0,-1 0 14 16,-2 0 14-16,-6 0 5 0,9 0 0 0,-9 0-3 15,5 0 6-15,-5 0-8 0,0 0 2 0,9 0-16 0,-9 0-9 0,5-1-11 16,-5 1-18-16,0 0-20 0,1-4-31 0,-1 4-30 16,0 0-39-16,-6-5-43 0,1 1-55 0,0 0-51 15,1 3-310-15,0-6-604 0,0 4 268 0</inkml:trace>
  <inkml:trace contextRef="#ctx0" brushRef="#br0" timeOffset="93136.8">19622 7372 291 0,'-1'-4'343'0,"1"-4"-19"15,-2 2-13-15,2 4-21 0,0-4-24 0,2 2-25 16,-2 4-28-16,0-4-20 0,0 4-27 0,0 0-15 15,0 0-20-15,-2-5-20 0,2 5-10 16,0 0-19-16,0 0-11 0,4 18-6 0,-1-9-9 0,-2 5-5 16,0 6-7-16,0 6-6 0,1 0-3 0,0 2-3 15,-2 4-4-15,2 1 6 0,0-2-7 0,-1 1-7 0,-1-3 1 16,3-3-6-16,-2 3 4 0,-1-9-5 0,2-2 3 16,-1-2-2-16,-2-4-4 0,2-1 2 0,0-1-2 15,-1-4-2-15,0 1 2 0,0 0 3 0,0-3-3 16,0 0 6-16,1-1-6 0,-2 0 1 0,1-3 8 15,0 0-17-15,-1 6-10 0,1-6-38 0,0 0-44 0,0 0-49 16,-10-2-49 0,3-2-56-16,1 0-299 0,-2-2-587 0,-1 2 259 15</inkml:trace>
  <inkml:trace contextRef="#ctx0" brushRef="#br0" timeOffset="93368.35">19420 7657 70 0,'0'0'265'0,"0"0"-19"16,-3-4-23-16,3 4-25 0,0 0-13 0,9-3-16 16,-2 0-8-16,5 1-15 0,6-3-14 0,4 1-10 15,6 2-9-15,3-1-12 16,-2-3-13-16,-2 1 0 0,1 0-12 0,-10 3-10 0,1 0-5 0,-2 2-4 0,-3-3-4 16,-4 3 1-16,-2-1 5 0,-2 0-2 0,-1-1 5 15,2 1 0-15,-7 1-5 0,0 0-7 0,9 0-11 0,-9 0-5 16,0 0-14-16,0 0-5 0,0 0-19 0,0 0-13 15,-20 4-27-15,14 0-22 0,1-2-29 0,-4 1-43 16,7-2-47-16,-4 2-245 0,6-3-467 0,-5 1 207 16</inkml:trace>
  <inkml:trace contextRef="#ctx0" brushRef="#br0" timeOffset="93853.23">19793 7715 14 0,'0'0'207'0,"-4"3"-10"0,4-3-10 0,0 0-7 15,0 0-8-15,0 0-12 0,0 0-10 0,0 2-11 0,0-2-12 16,0 0-11-16,13 0-7 0,-5 0-8 0,2 0-14 0,3 0-6 16,5 0-10-16,1-2-3 0,-1 2-7 0,2-6-10 15,-2 2-4-15,5-1-3 0,-4-3-4 0,-1 2-5 16,3-3 10-16,-4 0 13 0,0 0 3 0,0-2 7 15,-5 0 9-15,0 3 8 0,1-4 10 0,-7 5 4 16,1-4 10 0,-1 3 2-16,-2-1-7 0,-2-1 3 0,-1 3-10 15,-1-1-8-15,0 1-13 0,-1 2-5 0,-3-2 4 16,-2 5-19-16,-2-4 13 0,-1 2-25 0,-5 2-10 16,-4 2-5-16,-3 1 1 0,-7 6-5 0,1-2-6 0,0 3 1 15,4 2-5-15,2 0-7 0,6 0-4 0,-3 3 4 16,2 0 1-16,5 4-2 0,4 0 2 0,3-1-16 15,1 1 4-15,5 2 3 0,3-1 0 0,2-2 4 0,6 1-1 16,10 0 2-16,4 0 1 0,1-7 3 0,7 1 2 16,1-4-9-16,2 0 13 0,0-4-3 0,0-1 13 15,2 1-1-15,-3-2 0 0,-4-3 3 0,-3 2 5 16,-10 0 9-16,-2 0 7 0,-4 0 15 0,-4 0 15 16,-1 0 5-16,-4 0 1 0,4-2-3 0,-9 2-8 0,9 0-4 15,-9 0-9-15,8 0-8 0,-8 0-16 0,0 0-19 0,0 0-34 16,9 0-40-16,-9 0-71 0,0 0-47 0,0 0-49 15,0 0-46-15,0 0-81 0,0 0-318 0,-17 7-723 16,10-7 320-16</inkml:trace>
  <inkml:trace contextRef="#ctx0" brushRef="#br0" timeOffset="96305.14">21315 7548 76 0,'-1'-5'263'0,"1"2"-20"0,1-2-16 0,0 1-20 0,2 0-23 16,-1-1-14-16,1 2-16 0,3-2-17 0,1 2-8 15,3-1-16 1,1 3-12-16,1 1-12 0,0 1-8 0,0 2-9 16,0 0-2-16,4 4-2 0,1 1-9 0,-2 4-2 15,-1 1-7-15,0 4-5 0,-1 5-2 0,-4-6-3 16,3 9-6-16,-3-1-1 0,-3-7-5 0,-2 9-2 15,1-6-4-15,-4 4 0 0,-2-5 2 0,-1-1-3 16,-2 1-4-16,-2-2-2 0,1-1 5 0,-2-2 10 16,-1-3-5-16,-1 1 4 0,0-4-1 0,0-1 3 0,-4-1 7 0,4-1 18 15,0-2 26-15,3 0 31 0,-2-5 28 0,8 2 20 16,-12-3 16-16,5-3-5 0,2-3 6 0,1-1-4 16,2-2-8-16,2-5-14 0,1-2-14 0,9-6-16 15,-5 7-10-15,6-10-12 0,0 2-10 0,3 1-7 16,0 3-10-16,0-2-7 0,2 2-5 0,-4 8-7 15,0-2-7-15,2 3 2 0,-4 1-13 0,-3 3-3 0,0 0-9 0,1 4 1 16,-3-1 0-16,-3 1-25 0,2 1-24 0,-1 2-37 16,-1-1-42-16,2 3-25 0,-4 0-12 0,0 0-13 15,14 3-22-15,-10-1-13 0,1 5-25 0,-1 1-36 16,1 1-41-16,-1 0-84 0,1 0-249 0,0 3-674 16,0-3 299-16</inkml:trace>
  <inkml:trace contextRef="#ctx0" brushRef="#br0" timeOffset="96475.5">21818 7753 234 0,'0'0'382'0,"0"0"-6"16,0 0 11-16,0 0-8 0,0 0-20 0,-6 0-21 16,6 0-28-16,0 0-28 0,0 0-28 0,0 0-27 15,0 0-40-15,0 0-42 0,0 0-55 0,0 0-53 16,14-8-59-16,-9 7-54 0,0-1-61 0,2 1-63 15,-1-1-92-15,-1 0-252 0,-5 2-588 0,9-1 260 16</inkml:trace>
  <inkml:trace contextRef="#ctx0" brushRef="#br0" timeOffset="96877.23">22093 7550 76 0,'-2'-6'446'16,"0"2"-28"-16,2 4-29 0,0-4-39 0,0 4-35 0,0-5-31 0,0 5-33 15,0 0-36-15,2-4-28 0,-2 4-16 0,0 0-17 16,0 0-27-16,6 9-10 0,-5-5-11 0,3 4-12 16,1 0-3-16,-1 1-18 0,1 3-7 0,0-2-6 15,3 6-4-15,-3-1 8 0,-1-2-19 0,1 1-6 16,1 2 1-16,-2 0-3 0,0-4-11 0,1-5 6 15,-2 5-10-15,-2-2 0 16,-1-5 6-16,4 1-9 0,-4-2 5 0,1 0-6 16,1-1 23-16,-1 1 37 0,-1-4 35 0,3 2 40 15,-3-2 37-15,0 4 35 0,0-4 18 0,0 0-11 16,0 0-23-16,8-11-27 0,0 1-17 0,-2 1-19 16,4-5-10-16,1-2-19 0,-1 0-7 0,6-4-9 15,-4 5-19-15,3-1-17 0,-6 0 6 0,-1 3-6 16,3-2-15-16,1 4-6 0,-7 1 4 0,5 2-3 0,-6-1-28 0,1 4-27 15,-2 0-27-15,-2 1-40 0,4-1-41 0,-5 4-64 16,4-1-58-16,1 1-55 0,-5 1-32 0,0 0-35 16,13 3-39-16,-8-3-69 0,-5 0-343 0,5 6-879 15,-1-2 390-15</inkml:trace>
  <inkml:trace contextRef="#ctx0" brushRef="#br0" timeOffset="97061.71">22516 7707 17 0,'0'0'398'16,"-3"4"-7"-16,3-4-8 0,0 4 8 0,0-4-7 16,0 0-6-16,0 5-16 0,0-5-18 0,0 0-28 15,0 0-37-15,0 0-26 16,0 0-27-16,0 0-44 0,0 0-47 0,0 0-78 16,0 0-99-16,0 0-116 0,0 5-155 0,0-5-352 15,0 0-718-15,0 0 318 0</inkml:trace>
  <inkml:trace contextRef="#ctx0" brushRef="#br0" timeOffset="99482.17">10144 9827 122 0,'-1'-6'188'16,"1"0"-6"-16,0-3-16 0,-4 4 3 0,4 0-8 0,-2-2-7 15,0 2-9 1,2-2-5-16,-4 2-5 0,3 0-5 0,1-1-8 16,0 2-11-16,-3 1-11 0,3 3-7 0,-1-4-11 15,1 4-13-15,-3-5-22 0,3 5-24 0,0 0-16 0,0 0 0 16,-6 12-4-16,5 2 2 0,-7 7 2 16,2 10-5-16,-7 14-2 0,3 8 6 0,5 3 5 15,-9 27-2-15,0-3-4 0,2 2 4 0,1-23 2 16,-2 20-1-16,8-21-5 0,0-4 0 0,1 2 1 0,7-4-2 0,-6-1 3 15,3-1-2 1,0-14 3-16,-1 9-2 0,-2-11-1 0,-2-4 0 16,1-3 2-16,-1-1-1 0,1-8 0 0,-2 2 2 0,2-7-1 15,-1 0 2-15,-3-4 5 0,3-1 4 16,-5-1 5-16,1-2 1 0,0 0 13 0,0-1 9 16,-2-3 12-16,0-1 4 0,0-1 1 0,2-2-4 0,1 1 2 15,0 0 13-15,-2-3-3 0,4 1-11 0,0 0-3 16,0 0-3-16,0 2-6 0,2-1-6 0,0 1-2 15,2-2-7-15,-2 1-12 0,4 3-21 0,-4-3-32 16,4 3-55-16,0 0-68 0,0 0-79 0,-6 0-265 16,6 0-538-16,0 0 238 0</inkml:trace>
  <inkml:trace contextRef="#ctx0" brushRef="#br0" timeOffset="99867.49">9697 11240 185 0,'-4'3'181'0,"2"0"-15"15,2-3-11-15,-7 1-12 0,7-1-9 0,-2 3-6 16,2-3-13-16,0 0-10 0,0 0-3 0,0 0-7 0,21 2-2 0,-3-3-7 16,4-2-7-16,9 1-9 0,1-1-7 15,3 0-4-15,3-2-2 0,1 1 2 0,-2 2-2 16,0-2-4-16,-4 1-4 0,-1-1-4 0,-5 5-7 0,-6-3-2 16,-5 2-2-16,-2 0-4 0,-3-3 1 0,1 1 7 15,-7 2 6-15,-1-1 9 0,1 0-2 0,-5 1 2 16,8-1-9-16,-8 1-5 0,0 0-6 0,0 0-10 0,0 0-18 15,0 0-32-15,0 0-34 0,0 0-41 0,-22 2-42 16,16-1-81-16,-2-1-154 0,8 0-410 0,-9 0 181 16</inkml:trace>
  <inkml:trace contextRef="#ctx0" brushRef="#br0" timeOffset="100599.47">10772 11368 99 0,'0'0'195'16,"0"0"-14"-16,-3-9-15 0,3 9-12 0,-1-8-10 0,1 4-11 0,0-1-14 16,0-1-9-16,2 0-9 0,-2-3-2 0,2 1 8 15,0-1-6-15,-1-1-1 0,2-2-3 0,-3-1-2 16,0 1-7-16,1 2-6 0,-1-2 1 0,2 2-7 16,-4-1 0-16,1 1-4 0,1 3-4 0,-4 2-5 15,4-2-9-15,0 2-4 0,0 3-7 0,-2-3-6 16,2 5-7-16,-7-1 2 0,-2 1-10 0,0 3-4 0,-2 2 4 0,-4 5-8 15,-2 0 0 1,-10 7-1-16,-1 1-2 0,-3 2-2 0,-2 1-2 16,-14 8 0-16,1 1 0 0,-1-1-1 0,0 3-1 15,1-5-1-15,6 1-3 0,9-5 2 0,3-1 6 16,1-4-7-16,4 1-2 0,-1-2 6 0,7-7-4 16,7-2 2-16,1-3 1 0,1 2 28 0,3-3 36 15,1-2 43-15,-2 1 48 0,2-3 29 0,4 0-17 0,-5-5-16 16,5-2-19-16,3-2-14 0,3-6-15 0,4 0-10 15,-1-2-7-15,1 0-13 0,3 0-6 0,4-2-9 16,-6 2-6-16,2 2-9 0,1 1-1 0,-4 4-4 16,-2 1-10-16,1 2-5 0,-2 0-8 0,0 3-4 15,-2 2-6-15,3 0-1 0,1 1-6 0,1 4-4 16,0-1 3-16,7 6-4 0,-2 1-2 0,0 1 0 0,8 5 2 0,-1 0 3 16,4 5-7-16,-3-2 9 0,3-1 2 0,0 3-1 15,-2-4-21-15,3-1-26 0,-3-1-43 0,2-1-38 16,-7-3-45-16,-2-1-62 0,-2-2-108 0,-2-3-329 15,-3-2-724-15,-2-2 320 0</inkml:trace>
  <inkml:trace contextRef="#ctx0" brushRef="#br0" timeOffset="101701.88">10677 9757 38 0,'0'0'230'0,"0"0"-11"0,0 0-8 0,0 0-18 0,0 0-10 0,0 0-11 15,0 0-13-15,0-14-14 0,0 14-9 16,-1-8-6 0,1 4-6-16,0-1-15 0,-2-3-3 0,1 1-8 15,1-2-5-15,-1 0-7 0,0-4-4 0,-2 1 8 16,2-5-17-16,0 2-2 0,-2 0 2 0,3-2-2 16,0 0-3-16,-1 0-8 0,1 2-4 0,-2 3-7 15,1-1-3-15,0 1-4 0,0 0-6 0,-2 0-2 0,3 4-6 0,-3-2-3 16,1 5 0-16,1 0-5 0,-2-3-1 0,-1 5-12 15,-2 1-5-15,1 1 1 0,-4 2-1 16,-4 1-1-16,-5 5 5 0,-9 3-6 0,-1 4 0 0,-1 3-1 16,-2-2-1-16,-1 4-1 0,-1-1 3 0,-2 1-4 15,-8 6 2-15,9-7 0 0,2 1 0 0,1-1-1 16,3-2 1-16,-3-1 0 0,13-7 1 0,3-2 1 0,2 0-2 0,-1-1 0 16,5-1 8-16,1-2 5 0,3 3 26 0,-1-3 32 15,2-1 46-15,4-1 4 0,0 0-6 16,-4-10-15-16,6 3-15 0,1-3-8 0,3-2-5 0,4-2-2 15,0-1-6-15,2 0-14 0,-2-1 0 0,1 6 0 16,3-2-15-16,-5 2-5 0,0 3-10 0,0 2-5 16,1 0-4-1,3 3-9-15,1 4-9 0,4 3-7 0,1 2-10 0,5 8-10 16,3 3 2-16,1 2-3 0,-1 6-14 0,17 4-14 16,-6 5-27-16,-1 4-39 0,-4 1-50 0,0 0-82 15,-1 2-342-15,0-7-653 0,-8-7 290 16</inkml:trace>
  <inkml:trace contextRef="#ctx0" brushRef="#br0" timeOffset="102702.09">11333 10135 174 0,'6'-6'192'0,"-1"-1"-21"0,1 3-13 0,3-4-17 16,2 4-12-16,-1 2-14 15,0-1-14-15,1 3-10 0,1 2-1 0,0 3-10 16,0 2-7-16,1 3-8 0,1 3-3 0,-1 0 0 16,-3 4-9-16,2 0-6 0,-2 8-4 0,-2 0-4 15,-7-6-6-15,5 8 0 0,-5-1-3 0,-3 1-2 0,-3-4-3 16,1-3 0-16,-2 4 2 0,-1-4-2 0,1-2 2 0,-3-1 1 15,1-2 3-15,3-3 2 0,-3-2-1 0,3-2 8 16,0-4 8-16,4 2 5 0,-3-1 18 0,0 1 12 16,3-4 21-16,-2 1 30 0,3-3 44 0,-1 4 18 15,1-4-1-15,0 0-24 0,0 0-19 0,4-16-15 16,0 6-15-16,1-1-9 0,4-5-8 0,2-6-9 0,2-1-19 16,4-2-6-16,-4-1-6 0,3-1-9 0,-2 2-5 0,2 0-6 15,-7 7-1-15,1 2-7 0,-1 3-6 0,-4 3 6 16,0 2 1-16,-1 3-4 0,0-2-9 0,-1 3-9 15,0 2-7-15,-1-3 4 0,-2 5-30 0,3-2-8 16,-3 2 6-16,0 0 10 0,1 14-13 0,-1-2-1 16,0 5 5-16,0 2 10 15,0 0-9-15,4 6 0 0,-1-2 2 16,-2-2-2-16,4 4-13 0,-1-5 0 0,6-1-21 0,0-2-1 16,-1-1-27-16,4 0-21 0,5 3-35 0,-1-6-44 15,2-4-62-15,6-2-94 0,-4-5-244 0,2-1-626 16,4-2 276-16</inkml:trace>
  <inkml:trace contextRef="#ctx0" brushRef="#br0" timeOffset="103125.43">12255 9876 165 0,'-1'-10'243'0,"0"1"-7"0,-2-1-10 16,-1 1-6-16,2 3-11 0,-1-1-15 15,2 0-7-15,-2 0-14 0,2 2-7 0,0 2-9 0,-1-1-16 16,0 1-9-16,2 3-17 0,-1-5-13 0,-2 3-11 16,3 2-24-16,0 0-8 0,0 0-8 0,-6 11-6 15,2-1-9-15,-1 6-3 0,-3 8-5 0,0 7-2 0,-3 14-2 0,6 4 6 16,-3 2-2-16,3-1-7 0,1 4 1 15,4-2 0-15,0 1-4 0,5-3 3 0,-1-1-5 16,0-2-3-16,0-14-2 0,1 2 1 0,0-1-2 0,-3-1-1 16,1-4 5-16,-2-2 0 0,1-7 1 0,-2 5-7 15,1-8 5-15,-2-1 3 0,-2-5 5 0,2 0 2 16,-3-2 8-16,-1-1 0 0,4-4 8 0,-2 1 12 0,-2-2 3 16,1 2-2-16,-2-4-4 0,-4-1 4 0,1-1-10 15,-2-4-8-15,1 3-1 0,1-1 1 0,-1-1 0 16,2-2-8-16,-1 1 2 0,3 0-12 0,0-2-3 15,0 3-13-15,1-1-10 0,2-2-27 0,0 1-23 0,0-3-37 16,2 1-30-16,-1 2-42 0,0-1-53 0,4 0-71 16,-2-3-222-1,0 4-557-15,2-6 246 0</inkml:trace>
  <inkml:trace contextRef="#ctx0" brushRef="#br0" timeOffset="103479.43">12038 10317 9 0,'-5'1'258'0,"5"-1"-13"0,0 0-11 16,0 0-13-16,-9 1-12 15,9-1-11-15,0 0-14 0,0 0-21 0,0 0-13 16,0 0-17-16,0 0-9 0,0 0-9 0,20 0-9 16,-3-1-9-16,5-1-5 0,7 0-7 0,2-2-7 0,2 1 0 0,0 0-7 15,-1 0-10-15,-2-1-8 16,-2 3-2-16,-8-3-7 0,-3 0-1 0,-6 1-4 16,2 3-4-16,-4-2-1 0,-3 1-4 0,2 1 1 15,-3-1-5-15,-1-1-6 0,-4 2-2 0,0 0-14 0,3-1-16 0,-3 1-23 16,0 0-28-16,0 0-35 0,-22 4-45 0,13-3-50 15,1 1-80-15,-1-2-148 0,0 2-455 0,4-2 202 16</inkml:trace>
  <inkml:trace contextRef="#ctx0" brushRef="#br0" timeOffset="103927.72">12607 10182 157 0,'11'2'217'0,"-6"-1"-17"0,-1 0-19 0,2 2-7 16,0 1-14-16,1 1-18 0,0 3-11 0,-4-3-11 16,4 6-14-16,-3-1-9 0,1 2-10 0,-2 0-4 15,0 0 2-15,-2 1-9 0,-1 0-7 0,-1 2-3 16,-4 0-7-16,1-3-3 0,0 0-2 0,-1 0-4 15,0-3-4-15,0 1 1 0,0 0-8 0,-1-3 2 0,0 0 0 16,3-2-3-16,-3-2 1 0,4 0 13 0,-2 1 10 0,3-2 19 16,1-2 29-16,-5 3 28 0,5-3 25 0,0 0-17 0,0 0-17 15,0 0 5-15,6-13-27 0,0 4-12 16,2 1-12-16,1-6-11 0,3-1-1 0,0-1-6 0,0-1-11 16,5-3 0-16,-6 6-6 0,0 0-9 0,-2 1-4 15,2-1 0-15,-4 4 5 0,-2 4-9 0,-1-1-4 16,0 3-4-1,0-1-4-15,2 3-7 0,-5-1-2 0,2 0-9 16,1 1-5-16,-4 2-11 0,0 0 3 0,0 0-7 0,10 8-4 16,-7-6 0-16,-2 3 5 0,2 3-1 0,-2 3 1 15,5 1 6-15,-3-1 0 0,-2 1-1 0,4 2-21 16,-1 3-8-16,0-5-25 0,-2 1-22 16,1-1-30-16,0-1-25 0,0 1-34 0,-1-1-44 0,-1-2-69 15,0-3-247-15,-1-1-581 0,4-2 257 0</inkml:trace>
  <inkml:trace contextRef="#ctx0" brushRef="#br0" timeOffset="104167.45">12931 10140 95 0,'3'-7'278'0,"-1"1"-21"0,2 0-15 15,0 2-21-15,2-2-19 0,-1 5-17 0,3-1-7 16,-1 2-17-16,5 2-14 0,-3 3-13 0,0 0-9 15,1 2-6-15,3 5-9 0,0 1-8 0,-3 2-9 0,-1 0-10 16,-1 2-3-16,-2 3-1 0,-1 4-11 16,-2 1-4-16,-3 1-8 0,-3-1-4 0,-6-1-2 0,0 0-12 15,-5 0-7-15,-2-2-4 0,-2 0-8 0,-4-3-42 0,-1-2-45 16,-4 0-41-16,1-3-64 0,0-4-97 0,5-3-173 16,0-2-479-16,-7-1 213 15</inkml:trace>
  <inkml:trace contextRef="#ctx0" brushRef="#br0" timeOffset="104491.93">12567 9936 56 0,'0'0'191'0,"-9"3"-11"0,4 1-16 0,-4 2-14 15,4-1-7-15,-5 6-8 0,-2 4-11 16,3 2-6-16,-6 8-13 0,1 1-6 16,0 3-5-16,0 4-12 0,2-3-3 0,1 3-6 15,3 1-7-15,2-1-2 0,2-1 0 0,1-2-7 0,6 1-4 0,2-3-2 0,1 2-6 16,8-3 3-16,0-1 13 0,7-3-2 0,2-4-3 15,1 0-3-15,7-2-6 0,2-3-36 0,3-1-54 0,-3-2-77 16,3-8-275-16,0 2-427 0,2-3 190 16</inkml:trace>
  <inkml:trace contextRef="#ctx0" brushRef="#br0" timeOffset="105193.99">13801 10217 73 0,'-2'-5'200'15,"-2"0"-15"-15,0 1-16 0,-1-1-13 0,-3 0-16 16,-1 1-10-16,-2 1-11 0,1-1-6 15,-4 3-9-15,-3-2-4 0,-1 1-7 0,0 2-3 0,-1 5-5 0,0-2-7 0,2 2-2 16,2-1-5-16,-2 3-4 0,2 3-8 16,0-1-3-16,1 3-5 0,3-2-4 0,0 3-6 15,-1 1-2-15,3-1-6 0,3-2 2 0,2-1-10 0,-1 2 0 16,4-2-2-16,0 2 1 0,6-3-2 0,-2 3 1 16,4-4-3-16,-2 1-4 0,3-2 7 0,2 1-4 15,1-6-2-15,1 0-1 0,3-2-2 0,1-2 3 0,0 1-4 0,3-5 6 16,-5-2 5-16,3-2 7 0,-7-1 8 0,3-4 6 15,0 1-2-15,-3-8-3 0,-1-3-4 16,1 0 3-16,-3 0-11 0,-5-2 1 0,1-3-4 16,-2-3-2-16,0 0-4 0,-1-4-1 0,0 1 2 0,-1 3 11 15,0 1 14-15,-2 3 22 0,1 4 11 0,-1 8 4 16,2 1-3 0,-1 4 0-16,1 2 3 0,0 1-20 0,0 3-4 15,-1 0-11-15,2 1-13 0,0 0 4 0,0 5-23 0,0 0-7 16,0 0-8-16,0 0 5 0,-6 12 1 0,6 0-9 15,-1 7 3-15,-1 7 1 0,0 4 1 16,3 2-4-16,0 2 1 0,-1 1 1 0,3-1 2 0,-3 3-2 16,5-3-2-16,-2 1 2 0,0-4 3 0,0 1-2 15,0-2 3-15,2-3-4 0,-1-8 8 0,-3-2-4 0,3-1 2 16,-3-3-1-16,1-4-17 0,0 1-20 0,-1-4-25 0,0 0-16 16,-1 1-21-16,0-3-17 0,0 0-23 0,-1 0-32 15,2 0-47-15,-1-4-311 0,0 0-565 16,0 0 250-16</inkml:trace>
  <inkml:trace contextRef="#ctx0" brushRef="#br0" timeOffset="105783.02">13883 10142 4 0,'10'-7'277'0,"1"2"-18"0,-1-2-11 16,3 2-20-16,-2 4-11 0,7-5-19 0,-5 5-19 15,5 1-17-15,-2 2-17 0,2 1-15 0,-5 3-14 0,2 2-6 0,-2-2-13 16,-3 2-5-16,2 5-12 0,-3 0-9 0,-3 3-8 16,-1-1-5-16,-5 2-7 0,0 2-4 0,-5-1-3 15,0 0-3-15,-8 6-5 0,-1-2-5 0,-3 0-1 0,1-2-3 16,-5-2-3-16,1-1-3 0,4-2-2 0,1-5 0 16,0-1-4-16,5-1 2 15,1-1-2-15,1-2 1 0,1-2-1 16,0 1 1-16,2-1 4 0,1-1 34 0,4-2 45 0,-4 3 41 0,4-3 40 15,-6 3-6-15,6-3-18 0,0 0-16 16,6-13-16-16,1 5-9 0,-1-3-11 0,8-3-16 16,0 0-9-16,5-8-6 0,1 1-10 0,3 0-13 0,0 0-8 15,-1 0-11-15,0 1-6 0,0-1 7 0,-3 0-11 16,-1 4 6-16,-1 2-15 0,-4 1 2 0,-1 2-3 16,-3 2 1-16,-1 3 3 0,-4 0-1 0,0 2-3 0,1 0 1 15,-2 1 1-15,-1-1-2 0,2 2-1 16,-3 1-8-16,1 0-14 0,-2 2-1 0,0 0-2 15,0 0-4-15,0 0 2 0,-14 16 9 0,7-6-7 16,2 1 6-16,-3 3 1 0,-1 3 2 0,1 0-2 0,1 0-6 16,0 1 6-16,2 2 2 0,5 1-4 0,0-2 4 15,4 6-3-15,1-6 8 0,2-2 9 0,3-4-9 0,2 2 6 0,6-2 4 16,7 3 0-16,0-7 1 0,2 0-4 0,4-1-1 16,1 1 3-16,0-5 1 0,-2-4 0 0,0 1-1 15,-2-2 9-15,-8 1 2 0,-2-1 16 0,-4 1 23 16,-1-3 21-16,-4 3 17 0,-3 0 13 0,2-2 6 15,-3 2 2-15,-5 0-11 0,8-1-4 0,-8 1-7 16,6 0-15-16,-6 0-12 16,0 0-16-16,0 0-23 0,0 0-33 0,9 0-57 15,-9 0-57-15,0 0-81 0,0 0-80 0,0 0-88 16,0 0-115-16,0 0-312 0,0 0-859 0,0 0 380 16</inkml:trace>
  <inkml:trace contextRef="#ctx0" brushRef="#br0" timeOffset="109418.05">17851 9789 51 0,'0'0'170'0,"-5"0"-11"0,5 0-12 16,0 0-8-16,0 0-14 0,0 0-11 15,0 0-11-15,-8 0-11 0,8 0-7 0,0 0-5 0,0 0-3 16,0 0-8-16,0 0-10 0,0 0-5 0,0 0-6 15,17-7-1 1,-7 1-8-16,3 2-4 0,-2-1-11 0,3-1-1 16,-1 2-1-16,3-1-2 0,1-4-2 0,-2 1 0 0,-2-1 2 15,4-1 2-15,-7 4 12 0,-1-2 6 0,1 0 6 16,-1 1 9-16,-2 0 2 0,-2-2-2 16,-3 3 1-16,2-1 1 0,0 2 4 0,-3 0-2 0,-1-2 0 15,0 2-6-15,-1 1 1 0,-3 0-11 0,-3 0-4 16,-2 2-7-16,-2 2-2 0,-4 0-3 0,-2 2-6 0,-2 2-1 15,-9 4 1-15,1-1-6 0,1 3-1 0,0 2-1 0,-6 1-3 16,6 2-2-16,-2 3-1 0,0-1 0 0,1 5-5 16,-1 0 2-16,3 5-3 0,0 0-1 15,4 2 0-15,1 2 0 0,3 2-1 0,1-1 2 0,6-1-1 16,1-2 4-16,5-1-4 0,3-2 1 0,2 0 7 16,8 0-2-16,0-8 2 0,9 2 1 0,5-2 6 0,5-5-4 15,5 0 2-15,3-5-3 0,20-4-2 0,6-3 1 0,2-2-1 16,29-8-1-16,-29 0-1 0,27-10-1 0,-29 5 1 15,2-3-2-15,-2-3 6 0,-3 3-6 16,-1-3-1-16,-3 0 2 0,-5-3-1 0,-7 1-1 16,-11 5 2-16,-8 0-2 0,2 1 2 0,-4 1-2 0,-10 4 3 15,-3 2 19 1,-1 0 18-16,-3 3-1 0,-2-1-3 0,-3 0-2 16,0 3-6-16,-4-4-6 0,-3 6-3 0,-5-1-2 15,-1 3-4-15,-6 0-1 0,-3 3-5 0,-5 3 0 16,-2 5-2-16,2-2-2 0,-1 4 2 0,2 0-1 15,2 1 2-15,1 2-8 0,1-2 5 0,7 1 0 16,2-2-6-16,-1 1 2 0,5-2-2 0,1 2 0 0,3 1-5 16,2-1-4-16,3-5 1 0,3 2 0 0,6-2 7 0,0-3-5 15,9-1 5-15,0-1-3 0,12-3 6 0,-1-1-1 16,0-4-2-16,3-1-1 0,0-2 2 0,0-2-1 0,-1-2-1 16,-4 2 0-16,-2-3 3 0,-8 2-1 15,-1 1 0-15,0-6 5 0,-4 3-3 0,-4 3 4 16,0-3 2-16,-3 2 6 0,-1 0-4 0,-2 0-2 15,-2 1 3-15,-2 0-5 16,-2 1-4-16,-1 1 1 0,-1 2-4 0,-5-1-7 16,1 1 0-16,-3 1-11 0,0 2-14 0,-4 2-17 15,2 0-19-15,-2 2-16 0,0 1-22 0,4 3-25 16,-5 0-32-16,7-4-36 0,-2 6-232 0,3-4-468 16,2-1 207-16</inkml:trace>
  <inkml:trace contextRef="#ctx0" brushRef="#br0" timeOffset="110042.07">18909 9927 308 0,'1'-5'306'16,"-1"5"-28"-16,0 0-26 0,3-3-28 0,-3 3-27 0,0 0-22 0,0 0-21 15,0 0-16-15,0 0-16 0,0 0-11 0,4 9-11 0,-3-1-11 16,-2-3-7-16,1 5-8 0,0 2-10 15,0 0-4-15,0 1-10 0,0 1-2 0,0-2-4 16,0 0-6-16,0 0-4 0,1-3 3 0,-1-1-5 0,1-2-4 16,0 2-2-16,-1-5-1 0,2 3 1 0,-1-3 16 15,0 0 15 1,-1-3 1-16,9 0 13 0,-3-5-5 0,4 0 7 16,0 0 0-16,2-7-3 0,-3 3 5 0,5-6-14 0,-1 3-5 15,2-2-11-15,-2 0-1 0,1 3-6 0,-1-1-2 16,0 1 7-16,-3 3-15 0,-1 0-8 15,0 1-1-15,0 3 0 0,-4-2-10 0,3 2 0 16,-2 4-7-16,-1-3-2 0,3 3-1 0,1 2-4 0,0-1 5 16,2 6-6-16,1 1 3 0,2 0 1 0,1 3-1 0,-2 1 2 15,10 5-1-15,-8-5 2 0,-1 2 3 0,4-1 3 16,0-1-4-16,-1-1-7 0,-3-1-6 0,0-1 5 0,-4-3 3 16,-1-1-3-16,-1-1 7 0,-2 1 1 0,1-4-2 15,-1-2 4-15,-1 1 10 0,0-4 6 0,0-1 0 16,2-3 13-16,-2-1 4 0,4-6-4 0,0 2 13 15,-7-5 0 1,3 1-2-16,-1-2 0 0,-3 0-2 0,2-6-4 16,-3 5-5-16,1-8-2 0,-2 2-7 0,4 1 9 15,-1 5 4-15,-2 1 4 0,0 1 10 0,0 7 0 0,0-1 9 16,0 2-3-16,0 5-4 0,0-3-10 16,0 4-3-16,-2 0-31 0,4 1-30 0,-2 3-21 15,0 0 7-15,0 0-5 0,0 0-1 0,-5 19 4 0,5-5 8 16,-3 3-2-16,2 3 6 0,1-1 5 0,-2 6-2 0,0 1 4 15,0 3 5-15,2 3 3 0,2-6-4 0,-2-1 8 16,0-8 1-16,2 0-12 0,0-1-8 0,-2-4-15 16,1-2-14-16,-2 0-16 0,1-5-10 0,0 1-5 15,0 0-3-15,1-2-2 0,-1 1 7 0,0-5 1 0,0 5-21 16,0-5-66-16,0 0-57 0,0 0-46 16,0 0-260-16,-10-12-575 15,6 3 255-15</inkml:trace>
  <inkml:trace contextRef="#ctx0" brushRef="#br0" timeOffset="110309.79">19355 9874 205 0,'-6'-2'194'0,"-1"1"-7"0,7 1-4 0,-9-2-11 0,9 2-12 16,-8 0-8-16,8 0-17 0,-6-1-12 0,6 1-12 0,0 0-13 0,0 0-1 16,-5 3-6-16,5-3 0 0,0 0-1 15,15 3 0-15,-2-1-7 0,7-4-4 0,9 2-11 16,1-2-5-16,2-4-7 0,4 5-5 0,0-3-1 15,1 0-2-15,2 1-6 0,-3-2-6 0,1 0-4 0,-5 3-4 16,-4-2-1-16,-5 1-3 0,-2 1 1 0,-8 1-4 16,-1 1-1-16,0-2-2 0,-6 0-1 0,1 1-1 0,-2 0-4 15,-5 1 0-15,10-1-4 0,-10 1-2 0,0 0-14 16,4-2-14-16,-4 2-19 0,0 0-23 0,0 0-21 16,0 0-30-16,0 0-32 0,0 0-33 0,-21 3-214 15,21-3-425 1,0 0 188-16</inkml:trace>
  <inkml:trace contextRef="#ctx0" brushRef="#br0" timeOffset="110606.04">20093 9821 14 0,'2'-4'340'0,"-2"4"-3"0,0 0-6 0,2-4-7 0,-2 4 7 16,0 0-32-16,0 0-29 0,0-4-27 0,0 4-32 0,0 0-19 15,0 0-17-15,0 0-26 0,0 0-18 0,0 0-21 16,0 0-10-16,0 0-14 0,0 0-7 16,4 11-8-16,-4-5-11 0,1 0-1 15,1-1-9-15,0 2-8 0,0 3 0 0,0 0-6 0,2 2-2 0,-2-2-6 16,-2-1-1-16,2 2-3 0,0-2 1 0,-2-2-5 16,4 5 3-16,-4-5-11 15,0 0-13-15,0-2-8 0,0 1-16 0,0 0-9 16,0-3-1-16,0 0 4 0,0-3 1 0,0 6-3 15,0-6-25-15,-6 0-40 0,6 0-55 0,-12-4-47 16,3-4-52-16,0 2-301 0,-2-8-599 0,3 5 265 16</inkml:trace>
  <inkml:trace contextRef="#ctx0" brushRef="#br0" timeOffset="110760.19">20042 9688 36 0,'0'-12'290'16,"-1"1"7"-16,1-1-3 0,1 2-5 0,-1 3 1 15,3-1-4-15,-2 2-17 0,1 0-20 0,-2 0-28 16,0 3-26-16,0 0-16 0,0 3-19 0,3-5-25 15,-2 1-24-15,-1 4-21 0,0 0-27 0,0 0-31 0,12 7-31 16,-7-4-26-16,0 2-30 0,0 4-27 16,2 0-24-16,-2 0-33 0,1 2-44 0,-1-3-69 0,-1 4-190 0,2-4-477 15,2 3 212-15</inkml:trace>
  <inkml:trace contextRef="#ctx0" brushRef="#br0" timeOffset="111145.5">20390 9754 323 0,'0'0'368'0,"0"0"-19"16,1-2-32-16,-1 2-30 0,0 0-34 0,0 0-29 16,0 0-23-16,0 0-23 0,0 0-25 0,0 0-11 15,0 0-18-15,4 9-14 0,-4-1-7 0,1-1-13 0,-1 3-14 16,3 2-5-16,-6-1-12 0,3 1 0 0,-1 6-13 0,-2-1 0 15,3-1-4-15,-1 0-7 0,1 0-3 0,-1-5 2 16,-2 0-8-16,3-3 1 0,0-1-1 0,0-3-3 0,0 2 1 16,-1-3 0-16,1 1 34 0,0-4 31 15,0 5 33-15,0-5 32 0,-4 2 21 0,4-2 22 16,0 0 7-16,0 0-9 0,0 0-22 0,0 0-18 16,14-12-14-16,-10 7-15 15,5-4-14-15,-1-1-13 0,-1 3-7 0,1-3-10 16,-2 5-7-16,2-4-6 0,-4 4-9 0,1 0-5 15,-1-1-7-15,0 2-7 0,0 0 1 0,-2 3-11 16,2-3-6-16,0 1-8 0,-4 3-29 0,6-2-26 16,1-1-36-16,0 3-32 0,6 3-61 0,0-1-44 0,1 3-36 0,1 2-35 15,-2 0-45-15,2-2-68 0,-2-1-380 0,2 1-841 16,-3 2 372-16</inkml:trace>
  <inkml:trace contextRef="#ctx0" brushRef="#br0" timeOffset="111847.49">20723 9928 69 0,'-14'-6'274'0,"14"6"-4"16,0 0-3-16,-2-3-7 15,2 3-14-15,0 0-8 0,0 0-15 0,-3-4-14 16,3 4-19-16,0 0-19 0,0 0-18 0,0 0-15 16,4-5-13-16,1 2-15 0,1 2-6 0,1-1-14 15,-1 1-6-15,3-4-12 0,5 1-9 0,-3 0-5 0,1-1-5 0,2 1-7 0,5-1-3 16,1 2-4-16,-2-4-3 0,0 1-5 0,-1 0-3 15,2-1-9-15,-1-2-3 0,-2 3 1 16,-1-4-3-16,0 3 0 0,0-4 1 0,-2 2-4 16,-4 1 0-16,-1 2 0 0,0-3-3 0,-2 3 8 15,-1 0 2-15,-1 0 4 0,0 0 7 0,0 3-3 16,-3 1-4-16,-1-4-1 0,3 4 2 0,-3 2-8 16,-3-4-4-16,3 4-6 0,-10-3-5 0,10 3 3 0,-21 4-3 15,6 1 11-15,-3 2-15 0,-3 3 3 16,1-4-2-16,-4 6 0 0,6 0-2 0,-5 4 0 0,8-5 1 0,1 0-3 15,-3 2 0-15,7 1 4 0,2 1-1 0,2-3-2 16,2-2 5-16,8 8-1 16,3-5 0-16,9-1 1 0,11 2 0 15,3-1-5-15,9-4-9 0,14-1-6 0,2-1-9 0,4-4-7 0,-2-1 2 16,6-5 2-16,1-1 2 0,1-3 4 0,0 1 3 16,-2-5 2-16,-2 5 1 0,-3-9 2 15,-6 3 3-15,-16 1 8 0,-4-4 18 0,-5 3 8 16,-3 1 22-16,-10 0 35 0,-2 2 18 0,-3 1 6 15,-2 1-5-15,-4 2-4 0,-2-4-9 0,0 4-8 16,-3-3-6-16,-1 4-14 0,-6-3-8 0,-2 0 0 16,-1 4-7-16,-4 3-7 0,-3-2-3 0,-2 2-8 15,2 2-2-15,-3 1-4 0,-1 4-4 0,2-2-3 0,1 2 6 16,1 3-3-16,1 1-6 0,0-1-11 0,3 2-6 0,5-1-12 16,0 0 2-16,3-2-16 0,0 1 0 0,4 2 6 0,2-2 0 15,2-1 9-15,3 1 4 0,2-5 4 16,6 4-1-16,3-1 4 0,3-4 6 0,5-1 4 15,4-3-3-15,2 0-1 0,-11-2-1 0,5-2 2 16,-1 1 2-16,-3-3 0 0,-2 0 11 0,-5 1-12 0,1-2 16 16,-4-3 12-1,0 3 2-15,-1-1-5 0,-3-1-6 0,-3-3 1 16,2 2-7-16,-4-2-3 0,-2 0-3 0,-2 0 2 16,-1 2-6-16,-3 0-4 0,0-1-18 0,-2 3-4 0,-4-2-5 15,3 6-1-15,-7-1-8 0,1 0-9 16,-1 0-25-16,5 5-19 0,-2 0-27 0,2 0-21 15,1 0-40-15,1 5-35 0,2-1-57 0,2-1-254 0,2-1-572 16,2 3 254-16</inkml:trace>
  <inkml:trace contextRef="#ctx0" brushRef="#br0" timeOffset="112249.05">21972 9767 362 0,'1'-2'396'0,"0"-2"-20"0,-1 4-35 0,4-1-30 16,-4 1-32-16,3-5-34 0,-3 5-26 0,0 0-25 16,0 0-23-1,0 0-28-15,0 0-12 0,0 0-16 0,6 6-13 0,-6 0-9 16,3-1-8-16,-2 4-11 0,-1-3-12 0,1 5-2 16,2 0-4-16,-1 0-8 0,0 1-1 0,-2-1-7 15,1-3-3-15,0 2 2 0,0-2-11 0,1-1 0 0,-1-2-6 16,0 0 1-16,1-1 6 0,-1 1-6 0,-1-2 6 15,0-3 9-15,5 4 12 0,1-4 18 0,-6 0 8 16,14-5-8-16,-3 1 5 0,-4 0 8 0,6-3-3 16,-7 1-5-16,6 2-4 0,-2-4-2 0,-1 3 0 15,0-3-4-15,1 1-6 0,-1 3 1 0,-5 1 4 16,4-1 0-16,-2 1 0 0,-2 0-8 0,1 1-3 0,-1 0-13 0,-4 2-5 16,5-3-8-16,-5 3-3 0,4-2-11 15,-4 2-11-15,0 0-11 0,10 2-8 0,-5 0-18 16,0 2-23-16,0 0-27 0,4 1-26 0,0 0-25 15,-1 2-25-15,-2 0-32 0,2-1-35 0,1-1-40 0,-1 1-60 16,-3-1-331-16,3-3-714 0,0 1 316 0</inkml:trace>
  <inkml:trace contextRef="#ctx0" brushRef="#br0" timeOffset="112580.96">22571 9658 194 0,'1'-5'306'0,"2"3"-18"0,-2-1-18 15,-1 3-23-15,3-7-23 0,-3 7-24 0,1-2-16 16,-1 2-25-16,0 0-18 0,0 0-17 0,0 0-16 16,0 0-11-16,0 0-21 0,0 0-9 0,0 0-6 15,-19 10-2-15,11-6-12 0,0 1-5 0,3 2-2 0,-2-1-7 16,-1 1-2-1,4 0-7-15,-1 2 0 0,2-1-1 0,2 1-2 16,1 2-3-16,1-1-1 0,3 1 0 0,2 0-3 16,5 4 0-16,-2-7 4 0,4 4-5 0,-3 0-3 0,7 2 0 0,-5-3 1 15,2 0-4-15,-5-1 0 16,-1-2-4-16,0-2 1 0,-3 1 0 0,0-2 3 0,-1 0 0 0,-4 0 2 16,-2 2 3-16,-3 1-2 0,-5 0-3 0,-8 0-2 15,-2 0-6-15,-11 6-69 0,-2-2-69 0,-3-4-169 16,3-2-158-16,2-5-506 0,8-5 224 0</inkml:trace>
  <inkml:trace contextRef="#ctx0" brushRef="#br0" timeOffset="113634.59">23508 9624 236 0,'5'-2'231'0,"0"-1"-14"16,-1 0-12-16,1 1-12 0,0-1-22 0,2 2-13 15,1-2-15-15,-1 3-15 0,0 0-11 0,7 3-10 16,-3 1-6-16,0-1-9 0,3 2-10 0,0 5-8 15,3-1-8-15,-3 3-4 0,0 2-5 0,-4-1-7 16,1 1-3-16,-1 3-4 0,-3 0-1 0,1 0-6 0,-5 3-2 0,-1-1-3 16,1-2-1-16,-6 4-4 0,2-3 2 0,-2 1 3 15,-3-2-7-15,1-3 6 0,0-1 1 0,-1-5 0 16,-1 3 7-16,3-1 0 0,2-5 3 0,-2-1 9 16,1 0 10-16,2 1 23 0,-2-4 23 0,1 4 30 15,2-5 35-15,-4 2 10 0,4-2 1 0,0 0-10 16,0 0-11-16,-4-17-12 15,8 8-20-15,-3-2-9 0,8-6-14 0,-1-1-11 16,4-4-8-16,0-3-11 0,6 1-9 0,-1-2-6 16,0 2-4-16,1-2-5 0,0 1-6 15,0 1-4-15,-4 4-5 0,-3 6-3 0,1-1-2 0,-4 6-8 16,-3-1 5-16,3 2-5 0,-3 1 0 16,-3 2-3-16,2-2-2 0,0 5-1 0,-3-3-3 0,2 2-2 0,-3 3-4 0,1-4-4 15,2 1 3-15,-3 3-15 0,0 0-20 0,2-4-14 16,-2 4-30-16,0 0-28 0,3-4-36 0,-3 4-29 15,0 0-29-15,0 0 0 0,0 0 17 0,0 0-17 16,0 15-32-16,-1-10-37 0,-2 0-90 0,2 3-254 16,-2 0-656-16,3 0 290 0</inkml:trace>
  <inkml:trace contextRef="#ctx0" brushRef="#br0" timeOffset="113831.46">24120 9847 106 0,'0'0'368'0,"-4"3"-5"0,4-3-10 15,-4 4-15-15,4-4-9 0,0 0-18 0,0 0-21 0,0 0-23 16,2 3-34-16,-2-3-21 0,0 0-26 0,0 0-23 0,0 0-30 16,13-5-34-16,-7 4-41 0,0 0-34 0,-2-2-41 15,3 3-42-15,-3-3-46 0,0 1-53 0,-4 2-63 16,9-3-98-16,-5 1-174 0,-1 0-533 0,-3 2 236 15</inkml:trace>
  <inkml:trace contextRef="#ctx0" brushRef="#br0" timeOffset="114267.29">24405 9604 239 0,'0'-5'413'0,"0"-1"-16"16,2 1-27-16,-2 5-27 0,0-5-37 0,0 3-21 16,0 2-37-16,0 0-29 0,2-5-26 0,-2 5-22 0,0 0-27 15,0 0-16-15,0 0-17 0,15 9-11 16,-9-4-8-16,-1 4 0 0,3-1-20 0,-3 2-7 16,4 1-10-16,-4 2-5 0,4 2-8 0,-1 0-2 0,-2-3-3 15,2 4-7-15,-3-1-1 0,0-3-4 0,-1-2-8 0,2 2 6 16,-2-3-1-16,0 3-4 0,-3-7-1 0,2 2-1 15,-2-2 1-15,3 0-3 0,-1-1 6 0,-3 0 5 0,0-4 34 16,2 2 39-16,-2-2 40 0,3 2 38 16,-3-2 51-16,0 0 27 0,0 0 22 0,0 0-13 15,0 0-27-15,0 0-24 0,11-12-19 0,-6 4-39 16,0-4 1-16,4-5-13 16,3 2-15-16,1-9-18 0,1 2-12 0,0-1-9 15,1 2-5-15,-3 4-18 0,-3 1-9 0,3 2-17 16,-3-2-16-16,2 3-19 0,-3 1-27 0,1 5-24 0,-4-3-25 15,3 3-27-15,1 0-33 0,-4 0-36 0,0 2-41 0,2 2-49 16,-1 2-37-16,4 1-24 0,-2 1-33 0,-3 2-34 16,3 0-54-16,-6 1-387 0,3 2-895 0,-2-2 396 15</inkml:trace>
  <inkml:trace contextRef="#ctx0" brushRef="#br0" timeOffset="114445.46">24883 9774 41 0,'0'4'372'0,"-2"2"1"0,2-6 7 0,0 5 4 16,0-5 8-16,0 2-12 0,0-2-5 0,0 0-27 15,0 5-20-15,0-5-31 0,0 0-31 0,0 0-18 16,0 0-34-16,0 0-41 0,0 0-48 0,0 4-68 0,0-4-94 16,0 0-98-16,8 1-116 0,-8-1-167 15,0 0-234-15,5 2-707 0,-5-2 313 0</inkml:trace>
  <inkml:trace contextRef="#ctx0" brushRef="#br0" timeOffset="130576.58">3055 12622 73 0,'4'-1'154'0,"-2"-3"0"0,-2 4-9 16,3-5-6-16,-3 5-1 0,1-4-10 0,2 1-4 0,-3 3-5 15,0 0-15-15,3-2-11 0,-3 2-7 0,0 0-8 0,0 0-9 16,0 0-4-16,0 0-8 0,0 0-5 0,-29 5-4 16,19-1-5-16,-4 1 8 0,-3 3-9 0,-2-3-2 15,-4 7-6-15,-4 0-3 0,1 0-1 16,-2 0-5-16,-1 0-2 0,1 1-4 0,0-1-3 16,-2 2-2-16,5-2-1 15,7-3 1-15,0-1 0 0,4 1-5 0,0 0 1 16,6 2-4-16,1-5-3 0,-1 5-1 0,6-4 2 15,2 5 0-15,2-2-4 0,7 1 3 0,2 1-1 16,9-1-1-16,4 1 0 0,5 2 0 0,3-4 3 16,4 0-2-16,4-1 0 0,-6 3 1 0,2-4-2 15,-1 1 2-15,-4 0-1 0,-1 2-3 0,-3-2 1 16,-7-2-5-16,-7 1-2 0,1-1-14 0,-5 2 2 0,-5-4 1 0,-2 3 1 16,-3-3 0-16,-4 5 2 0,-7 2 1 0,-6-1 0 15,-7 2 8-15,-2 1-3 0,0-2 2 0,-6 0 3 16,2 0-4-16,1-2-1 0,-2 0 5 0,-4 0-1 15,4-1-1-15,-3 1 2 0,4-1-3 0,0 1 5 16,0-3 1 0,4 1-5-16,6-4 4 0,4 1 2 0,-2-1-5 0,6-3-2 15,3 2 7-15,2 0-1 0,3-2 2 0,0 0-1 16,1 1 0-16,4-2 1 0,0 0 1 0,0 0 1 16,0 0 0-16,0 0-3 0,0 0-9 0,28-3-33 15,-19 2-49-15,7-2-61 0,-5 0-144 0,6-3-320 16,0 0 142-16</inkml:trace>
  <inkml:trace contextRef="#ctx0" brushRef="#br0" timeOffset="131363.87">3326 12934 100 0,'0'0'284'0,"-3"-2"-23"0,3 2-26 0,0 0-26 0,0 0-18 0,0 0-20 15,0 0-18-15,0 0-22 0,0 0-18 0,0 0-16 16,0 0-8-16,0 0-7 0,0 0-10 0,8 12-5 0,-6-2-11 16,1 0-5-16,1 1-11 0,0-1 4 0,-1 2-5 15,0 0-3-15,3 1-4 0,2 2-1 0,-3-1-5 16,2 2 2-16,-4-5-6 0,4-5 1 0,-1 3-3 0,-3-3-2 16,-1 0 0-16,2-1-1 0,0-2 1 0,1-2 3 15,-5-1 2-15,14-3 7 0,-9 1 0 0,3-6 9 16,2 1 3-16,-1-3-5 0,0 4-1 0,4-7-2 15,-3-2-6-15,-1-1 9 0,2 2-15 0,0 0 0 16,-4 3-4-16,0 1 1 0,0 2-6 0,0 2-1 16,-2-2 1-16,-1 4-6 15,-2-1 2-15,2 1-9 0,-1 1 3 0,0 0-2 16,3 2 1-16,-6 1 0 0,0 0-5 16,14 6 3-16,-7-4-5 0,3 6 3 0,2-4-5 15,-3 4 2-15,5-1 2 0,3 2-6 0,-1 2 7 0,2 0 0 16,-2-4-5-16,0 1-1 0,-1 0 3 0,2-1-2 15,-4 0-1-15,-1-4-2 0,-1 1 0 0,0-3-1 16,2-1 3-16,-3-1 1 0,-2-2 2 0,2-1 0 0,-1-1 5 16,-1-2 0-16,-3-1 0 0,-1-1 13 0,2-1 16 0,-2 0 8 15,0-5 0-15,-3-1 15 0,2 1 13 0,-2-2 10 16,-1 0-4-16,0 1 6 0,1-1 11 0,-1 2 12 16,-1 5 0-16,1-2 0 0,-1 2-4 15,2 3 3-15,-1 2-7 0,-1-2-9 0,-2 3-11 16,3 1-11-16,0 3-5 15,0-6-14-15,0 6-23 0,-1-5-5 0,1 5-43 16,0 0-5-16,0 0-2 0,0 0 0 0,4 15 7 16,-3-4-4-16,-1 5 10 0,4 1-2 0,-3 0 8 15,3 8 3-15,-4 0-9 0,6 4 24 0,-2-2-13 16,0 5 2-16,-2-3 3 0,1-2 4 0,1-3-2 16,1 3-1-16,-1-1 5 0,3-9 2 0,-4-5-4 15,0 3 1-15,-2-5 2 0,0 1-20 0,0-3-14 0,-1-1-8 0,2 0-6 16,-2 1-7-16,0-3-8 0,-2-1-13 15,2 3-9-15,-1-4-11 0,-1 0-34 0,-1-1-32 0,-2 0-46 16,5-2-76-16,0 0-212 0,-18-7-537 0,13 0 238 16</inkml:trace>
  <inkml:trace contextRef="#ctx0" brushRef="#br0" timeOffset="132447.41">3923 12939 36 0,'2'-5'188'0,"2"5"-13"0,3-1-12 0,-7 1-12 16,13-1-7-16,-2 1-13 0,-3 2-15 0,4-2-12 16,6 5-9-1,-5-2-9-15,3 4-6 0,-3-2-12 0,-4 2-3 16,2 3-9-16,-3-4-7 0,0 1-9 0,-3 2-2 16,-4-5-7-16,3 4-3 0,-9-1-1 0,2 0-1 15,-3 0-3-15,-6 0-3 0,-3 3 4 0,1-3-4 16,-5 1-2-16,2-3 5 0,-2 2 1 0,1-5 3 15,4 1-3-15,-2 4-4 0,-1-5-4 0,3 1 4 16,4-1 0-16,-2 0-2 0,6-1 1 0,-1-1 3 0,7 0 6 0,-6 0-4 16,6 0-1-16,0 0-8 0,0-5-8 0,0 5-4 15,18-11-8-15,-4 3-3 0,4 0-21 0,0-1-2 16,9-3-13-16,2-1-8 0,-2-1-4 0,2 2 0 16,-1 1 6-16,-1-3 0 0,-4-1 7 0,-5 2 8 15,0 0 11-15,-4 1 18 0,1-1 17 0,-2 2 29 16,-4-3 25-16,-1 4 17 15,-1-3 16-15,-2 2 14 0,-1 0 7 0,0 0 16 16,-1 1 15-16,-1 1-4 0,1 0 5 0,-3 1 3 16,1 3-10-16,-1-2-8 0,0 2-13 0,0 2-16 15,1-1-20-15,-1 4-13 0,2-6-12 0,-2 6-22 16,0-4-26-16,0 4-5 0,0 0-1 0,0 0-11 16,2 14 6-16,-1-3 1 0,-1 2 1 0,3 5-5 15,0 10 0-15,-1-3 2 0,-1 6-10 0,2 0 8 0,-2 3 3 0,3 1 0 16,1 0-3-16,-4 0 0 15,2-2 2-15,2-1-4 0,-1-1 3 0,-1-4 1 0,-1-2-5 0,-1-7 3 16,2-2 1-16,-2-5 1 0,-1 0-2 0,3-3 4 16,-2-3 0-16,-1 3 7 0,0-4-4 0,0-1 12 0,0 2 31 15,0-5 40-15,0 0 10 0,0 0 3 16,0 0-13-16,0 0-11 0,-5-20-9 0,1 11-10 0,4-7-7 16,-4-5-15-16,3-3-6 0,1-2-10 0,0 1-5 15,3 5 3-15,0 1-1 0,4-7-4 0,-1 11-5 0,-1-1 3 16,0 6-2-16,3 0-2 0,-3 1-4 15,4 2-4-15,0 1-5 0,3 0-2 0,-1 2 3 16,1 2-10-16,1 2 4 0,4-2-14 0,-3 4-10 16,4 1-11-16,0 2-11 15,-4 2-9-15,-3 0-8 0,1 1 0 0,-3 1-6 16,0 0-9-16,-3 0 4 0,-2-4-4 0,0 6 6 16,-3-5 6-16,-2 2 7 0,0 1 5 0,-7-1 12 15,-2 1 1-15,-6-1 2 0,6-3 8 0,-10 2-1 16,1-4 8-16,1-1 1 0,0 0 5 0,-1-2 2 15,1-2 6-15,4-2 3 0,1 3 1 0,3-3-10 16,0-1-1-16,2-3-10 0,3 0-12 0,2-3-2 0,3 1-10 0,5 1 0 16,7-4-4-16,3 2-1 0,8-3-12 0,4 3-10 15,6 0 0-15,-1-2-8 0,4 3 11 16,1 1 2-16,14-6 7 0,-14 6 6 0,0 1 0 0,2 0 1 16,-4-1 8-16,1 2-12 0,-4 2 7 0,-1 0 0 15,-11 1 12-15,-2-1 4 0,-4 2 9 0,-2 1 15 16,-3-1 22-1,-3 1 2-15,-2 0 3 0,-3-2-2 0,-1 4 4 16,0 0 8-16,-7-4 7 0,-1 4-2 0,8 0 11 0,-21 0 0 16,9 3-1-16,-6 1 1 0,1 0-1 0,-2 2-1 15,2 2-3-15,-2 3-5 0,0-3 4 16,2 3-6-16,2 0 1 0,0 0 0 0,1 4-6 16,3 0-2-16,2-1-1 0,4 1 1 0,-1-1 2 0,3-2 0 15,2 0 7-15,2 0-3 0,3-3 8 0,4 1-3 0,1-2 2 16,2-1-2-16,2-2 0 0,5-3 0 0,1 1-3 15,3-3-2-15,6-3 0 0,-10-1-1 0,4-1-2 16,-3 0 5-16,-3-3-3 0,0-2-3 0,-1 1 2 16,-6 0-3-16,5-3 5 0,-9 2-3 0,-1 0 0 15,0 1-3-15,-2-1-2 0,-2 1-1 0,-1-1-2 16,-4 2-4-16,1 1-1 0,-4-1-4 0,-3 3-7 0,2 1-2 0,-1-1-14 16,-3 1-19-16,0 4-29 0,3-3-26 0,1 0-41 15,-2 2-212-15,2 1-382 0,0-3 169 0</inkml:trace>
  <inkml:trace contextRef="#ctx0" brushRef="#br0" timeOffset="132843.7">5269 12853 40 0,'-6'3'147'0,"-2"0"-16"16,2 0-7-16,-3 0-13 0,-1 2-7 0,1 1-7 15,1-1-12-15,-3 1-12 0,2 0-6 0,1 1-10 0,0-2-2 16,-1 3-4-16,4-3-8 0,0 2-4 16,0 0-4-16,1-2-3 0,4 0-3 0,-3 3-1 15,6 0 3-15,-3-2-3 0,4 3 0 0,5-2-2 16,-3 3-4-16,7-3 15 15,0 3-17-15,2-3-1 0,-2 1 1 0,5 1-1 16,-7-3-8-16,4 3-1 0,-4-1 2 0,-2-2-1 16,-3 0-5-16,2-1 3 0,-3-1 0 0,-1 3-1 15,-2-2 12-15,0 0-1 0,-2 2 2 0,-3-1 0 16,-2 0 0-16,-1 1 8 0,-3 0-7 0,0-2 0 16,-2 0-5-16,-1 2 2 0,-1-2-6 0,-1 0 0 0,0 2-3 15,0-1-2-15,5-2 2 0,-4 1-12 0,3 0-24 0,2-3-42 16,3 0-42-16,1-1-58 0,4-1-94 0,0 0-282 15,0 0 125-15</inkml:trace>
  <inkml:trace contextRef="#ctx0" brushRef="#br0" timeOffset="133299.65">5414 13108 100 0,'0'0'201'0,"0"0"-15"16,0 0-15-16,0 0-2 0,4-3-3 0,-4 3-10 15,0 0-16-15,2-4-12 0,-2 4-13 0,8-4-9 16,-2 1-9-16,2 1-11 0,3-3-10 0,1 0-7 16,4-2-6-16,2 0-9 15,1-3-3-15,1 2-6 0,0-1-5 0,3-3 0 16,4-3-7-16,-12 5 3 0,3-2 2 0,-2 0-1 16,0-3 0-16,-3 1 0 0,1 2-3 0,-5-2 4 15,1 1 11-15,0 0-6 0,-6 1 5 0,-1 3-6 16,-3-2-2-16,-2 3-2 0,0-1-3 0,-2 4-5 15,0-1-1-15,-6 1-6 0,0 1-1 0,-3 1-5 16,-1 2 0-16,-3 2-4 0,-2 2 1 0,-4 2-5 0,4 2-2 0,1 1 3 16,-4 3-4-16,6-1-5 0,-2 3 0 0,0 8 2 15,3-1-3-15,6-3 1 0,0 6-1 0,8-4 1 16,1 1 5-16,3-2-1 0,10 4-1 0,2-1 4 16,3-8 1-16,9 1-1 0,5-1 4 0,4-4-4 15,16-1 3-15,2-3 2 0,-3-2 3 0,1-3 6 16,-12-3 12-1,12-1 5-15,-14-1-7 0,-4 3 2 0,-6-1-1 0,-5 3 8 16,-4-3 13-16,-6 3 13 0,-4-2 2 0,1 2 5 16,-3-3-2-16,-2 2-4 0,-5 1-8 0,9 0-11 15,-9 0-8-15,5-3-35 0,-5 3-29 16,0 0-44-16,0 0-65 0,0 0-75 0,0 0-88 0,-23-2-242 16,15 0-581-16,8 2 257 0</inkml:trace>
  <inkml:trace contextRef="#ctx0" brushRef="#br0" timeOffset="134402.59">7398 12810 247 0,'0'-5'309'0,"0"0"-14"0,0-1-10 0,-1 4-23 0,1 2-25 31,1-5-21-31,-1 5-21 0,0-5-24 0,0 5-28 0,0 0-24 16,0 0-15-16,0 0-12 0,0 0-9 0,8 11-10 16,-4 0-10-16,1-1-3 0,1 8-10 0,0-2-2 15,1 2-6-15,1 7-4 0,-3-8-6 0,1 8-2 0,0 0 2 16,-2-6-8-16,-1 4 0 0,2-7 4 15,-4-3-10-15,3-1-2 0,-1-3 1 0,-2-4-5 16,0 2 6-16,-1-2-2 0,3 0 18 0,-1-1 27 0,-2 0 29 0,0-4 35 16,4 2-2-16,-4-2-9 0,5-7-9 0,0-2-11 15,-1 1-7-15,1-4-7 0,2 0-6 0,0-3-10 16,1 0-1-16,-1-1-10 0,4 0-9 0,-5 0-3 16,2 2-3-16,0 4-6 0,-2 3-5 0,-1-1 3 0,-1 2-9 15,0 0-4-15,0 2-3 0,0 1-8 16,-2 1-7-16,3 0 1 15,-5 2-4-15,13 2-16 0,-8 0 2 0,3 4 3 16,2-1-8-16,-1 2 1 0,0 2 4 0,1 0 2 16,0-1-1-16,1 5 4 0,1-3 9 0,0 3-5 15,-2-1 2-15,0-5 4 0,-5 0-2 0,3-2 4 16,-4-2 1-16,-3 0 5 0,4 1 0 0,-1 0 12 16,-3-1 29-16,-1-3 39 0,4 3 41 0,-4-3 43 15,4 0 20-15,-4 0-15 0,0 0-11 0,4-9-24 0,-3 3-10 0,0 1-13 16,2-2-7-16,-2-2-13 0,2-4-11 0,2 4-12 15,-4-2-6-15,3 0-8 0,-3 1-2 0,3 0-11 16,-1 2-5-16,-1-1-13 0,2 2-23 0,-4 1-21 16,4 1-46-16,0 0-52 0,1 2-56 0,1-1-39 15,4 1-41-15,-3 2-23 0,3 1-37 0,2 1-59 16,1-1-65-16,-2 3-310 16,0-1-806-16,2 2 357 0</inkml:trace>
  <inkml:trace contextRef="#ctx0" brushRef="#br0" timeOffset="134882.44">8000 12982 130 0,'0'0'289'0,"0"0"-19"0,-5 5-11 15,5-5-22-15,0 0-9 0,0 3-16 0,0-3-7 0,0 0-12 0,0 0-13 16,0 0-20-16,0 0-15 0,0 0-12 0,0 0-18 16,19-8-10-16,-7 6-7 0,4-3-11 0,2-2-8 15,-1 0-8-15,2 1-5 0,0-5-9 0,1 4-5 16,5-5-4-16,0-2-9 0,-2 2 0 0,-5 1-5 15,0 1-1-15,-1-3 0 0,-2 1 15 0,-2 1-1 16,2-3-1-16,-5 1-1 0,-3 3 10 0,-2 1 9 0,1 0-1 0,-2-1 20 16,-1 5-10-16,-2-1 1 0,-2 0-6 0,1 1-12 15,-7 1-10-15,-2 2-6 0,-2 2-4 0,-3 1-5 16,-4 4-4-16,-9 3-8 0,3 4 0 16,-2 2-9-16,2-2 2 0,0 5-5 0,1 0-4 0,6-2 0 15,0 2-1-15,5 0-1 0,1 0 2 0,5 0-4 16,1-1-17-1,5 1 0-15,2 0 8 0,7-3 2 0,4-1 0 16,9 1 7-16,5-1-3 0,6-4 9 0,5-2-5 0,16-9 5 16,1-5-3-16,5-2-1 0,0-4 4 15,4 3 8-15,-3-7-2 0,2 8-5 0,-11-4 5 0,-13 1 4 16,-4 5 17-16,-5-5-8 0,-9 7 13 16,-3 0 14-16,-5 0 13 0,0 1 10 0,-3 1 2 0,-5 1-6 15,3-1-9-15,-4 2-4 0,0-2-4 0,-4 3-15 0,7-2-18 16,-7 2-22-16,4-1-37 0,-4 1-37 0,4-2-48 15,-4 2-53-15,0 0-51 0,0 0-50 0,0 0-48 16,0 0-61-16,0 0-214 0,0 0-651 0,5-5 288 16</inkml:trace>
  <inkml:trace contextRef="#ctx0" brushRef="#br0" timeOffset="135704.78">9463 12422 139 0,'-4'-3'367'0,"4"-1"-15"0,-6 3-26 0,6 1-25 0,-4-4-25 16,2 1-32-16,2 3-28 0,0 0-23 0,-2-4-26 15,2 4-19-15,0 0-13 0,0 0-20 0,0 0-12 16,0 0-16-16,2 14-10 0,0-2 5 0,1 2-23 0,-1 5-6 0,1 8-2 16,-1 0-8-16,-2 4-4 0,1 0-2 0,-2 0-7 15,1 3 1-15,0 1-5 0,-2-2-4 0,-1-1-2 16,1-3 5-16,0-1-5 0,1-2-3 16,1-9 0-16,0-5 5 0,0-3-10 0,-2 3 2 0,2-7-5 15,0 2 9-15,-2-2 22 0,2-2 48 0,0-3 40 16,0 5 31-1,0-5 30-15,2 4 14 0,-2-4-13 0,0 0-15 16,0 0-20-16,12-12-16 0,-9 6-5 0,3-2-24 16,2-2-11-16,1 0-11 0,1-4-8 0,-4 4-10 15,2 1-4-15,1-2-7 0,-4 5-8 0,0 1-6 0,-1-2-3 16,0 2-7-16,0 2-7 0,-3 1-15 16,2-1-22-16,-3 3-30 0,6-4-27 0,-6 4-26 0,0 0 9 15,0 0 6-15,8 7 6 0,-4-3 15 0,1 1 5 0,1 3 0 16,4-1 4-16,3 3 8 0,4 1-1 0,-1-1-8 15,10 1-11-15,3 0 5 0,3-1-10 0,3-2-15 16,1-2-12-16,2 0-5 0,0-2 4 0,3-6-1 16,-2 2 6-16,1-2 10 0,-1-1 7 0,-5-1 0 15,-2-5 9-15,-3 2 12 0,-7 0-2 0,-3-1 15 16,-2-1 19-16,-6 1 27 16,-2-1 37-16,2 1 10 0,-5-1-1 0,0 0 4 15,-3-1 5-15,-2 5-3 0,-1-4-2 0,-1 1-4 16,1 3-12-16,-4-2 0 0,-1 2-8 0,0 0-12 15,-3 1-6-15,-1 1-7 0,-1 1-2 0,0 2-3 16,-2 0 2-16,-3 3-15 0,2-1-7 0,-1 3 1 16,0 2-4-16,-3 1-1 0,3 1 2 0,3-1 3 15,-2 2-6-15,3 3 1 0,1-1 1 0,0-2-15 0,4 1-7 0,1-2-2 16,-1 2-6-16,1-1 0 0,3-3 7 0,1 0 4 16,1-1 3-16,2 1 7 0,-1-4 8 0,5 1 4 15,-1-2 7-15,3-2 1 0,4 0-1 0,-3 0 5 16,4-1 6-16,-4-2 7 0,0 0 0 0,2-2 10 15,-2 1-2-15,-1-1 17 0,1 2-8 0,1-2-2 16,-5 3 2-16,0-2 10 0,2 1-2 0,-3 1-1 0,0 1-1 0,-2-1-6 31,-3 2 1-31,6-3-7 0,-3 1 1 0,-3 2-9 16,6-1-1-16,-6 1-8 0,5-3-6 0,-5 3-2 16,0 0-18-16,9 3-16 0,-5-2-21 0,1 1-32 0,3 1-29 0,-3 0-39 0,0 2-48 0,1-1-64 15,1-2-87-15,-2 1-249 0,2 0-655 0,-3-1 290 16</inkml:trace>
  <inkml:trace contextRef="#ctx0" brushRef="#br0" timeOffset="136036.94">10382 12794 208 0,'1'-2'323'0,"3"-1"-18"0,-3 1-21 15,3-2-33-15,-4 4-26 0,4-4-23 0,-4 4-25 0,6-2-22 0,-6 2-16 16,0 0-17-16,8 5-7 0,-3 0-17 0,2-1-6 15,-1 1-6-15,-1 4-13 0,0-1-4 16,2 4-9-16,-4-3-5 0,3 2-5 0,-3-1-7 0,1-1-2 16,0 3 6-16,0-4-12 0,-2 1-3 0,1-4-5 31,-2 0 9-31,0-3-5 0,2 2 11 0,-2 0 23 0,1 0 42 16,-2-4 30-16,1 4 29 0,-1-4 24 0,2 1 27 15,-2-1 14-15,0 0 16 0,0 0-4 0,0 0-30 0,0 0-16 16,12-7-22-16,-10 1-17 0,2 1-15 0,1-3-17 0,3-1-14 0,2 0-7 15,-3-2-12-15,0 3-16 0,3-3-18 0,-2 2-25 16,1-2-36-16,0 1-50 0,1 2-47 0,4-2-49 16,4 2-44-16,-1 0-41 0,2 1-23 15,-1 5-31-15,-5-1-42 0,1 3-38 0,5 0-23 16,-7 0-305-16,1 3-750 0,-2-2 331 0</inkml:trace>
  <inkml:trace contextRef="#ctx0" brushRef="#br0" timeOffset="136438.37">10794 12874 95 0,'0'0'165'16,"-1"5"7"-16,1-5 10 16,1 3 12-16,-1-3 10 0,0 0 10 0,0 0 1 15,0 0-1-15,0 0-3 0,4 4-9 0,-4-4-12 16,0 0-10-16,13-5-9 0,-5 3-15 0,3-1-10 16,2-2-18-16,0-1-5 0,1 0-4 0,5-1-13 15,-2 0 4-15,2-1-18 0,0-2-7 0,-2-2-6 16,-1 2-13-16,-2-2-3 0,2 2-3 0,-3-1-5 15,-2-3-1-15,-1 2-5 0,3-1 4 0,-8 2-14 0,-1 1-2 0,1-2-1 16,-5 1 9-16,1 0-5 0,-2 1-4 0,0 1-3 16,-4 4-9-16,0-2-2 0,-6 2-4 0,1 4-5 15,-4 1 0-15,1 1-6 0,-5 0-4 0,-1 7-2 16,1-1 1-16,1 3-3 0,0 4 11 0,-4 4-16 16,1 2 3-16,6-1 3 0,6 0-1 0,2-2 10 15,2 0-9-15,8 2-4 0,2 0 8 0,3-2 4 0,12 1-2 0,-1-2 0 16,10-1 8-16,3-6-3 0,6-1 1 0,14 0 4 15,-2-3 8-15,1-2 0 0,-2-3 23 0,-12 0 2 16,2-3 13-16,-7 2 17 0,-5-3 7 0,-9 1 22 16,-4 3 13-16,-3 0 14 0,-3 0 9 0,0-1-2 15,-4 1-5-15,2-1-12 0,-7 1-8 0,11-1-18 16,-11 1-18-16,0 0-31 16,5-2-46-16,-5 2-70 0,0 0-88 0,0 0-173 15,0 0-221-15,-9-8-309 0,5 7-929 0,4 1 410 16</inkml:trace>
  <inkml:trace contextRef="#ctx0" brushRef="#br0" timeOffset="141748.44">13433 12714 160 0,'0'-5'201'0,"3"-2"-11"0,-2 2-8 0,0-2-10 16,2 1-15-16,-3-1-9 0,1 1-4 0,-1-4-9 16,3 0-13-16,-6 3-6 0,3 0-12 0,-1 0-9 15,-3-1-10-15,0 2-4 0,-1-2-11 0,0 5-9 16,0-2-1-16,-4 3-9 0,-1 0-6 0,-2-1-6 16,1 3-11-16,-2 0-2 0,0 3 2 0,-1 0-3 15,3 3-2-15,-1-3-6 0,-1 4-9 0,3 0 0 16,0 2 2-16,1 1-4 0,0 0-4 0,5 0-6 15,-2 0-11-15,1 1 4 16,1 0-5-16,4-1 2 0,4 1 5 0,2-1 1 16,-1 0 0-16,4-1 3 0,2-1 1 0,5-1-4 15,4 0-1-15,-2-2-2 0,4-3 3 0,0-2-9 16,-3 0-1-16,1-5-1 0,2 0-1 0,-5-2 3 16,-2-2 3-16,1 0 1 0,-4-2 1 0,0-1 5 15,-3-2 7-15,1 2 3 0,-5 1 7 0,0-1 4 16,-1 1-1-16,0-2 6 0,-2 2 6 0,1 2 4 0,-2 0 1 0,2 2 1 15,-2 2-1-15,-2 1-2 0,2-1-5 0,0 1-5 16,0 1-5-16,-1 3-10 0,0 0-2 0,0 0 4 16,0 0-5-16,-6 14 2 0,5-4-1 0,0 4-2 15,-2 3 3-15,1 2-2 0,-1 6-4 0,0 1 3 16,2 1-3-16,0 0 1 0,1 2 3 0,-1 2-2 16,3-1-2-16,-1 1 1 0,1 0 0 0,2 1 2 0,-2 1 2 0,2 2-1 15,2-1-3-15,-2 0 5 0,1-3 1 0,2 2-2 16,-3-6-3-16,-1-1 1 0,2-6-2 0,-3-3 1 15,0-3 4-15,-1-1-4 0,1-1-1 0,-5-4-2 32,3 0 3-32,-2-2 3 0,0 1-4 0,-1-3 6 15,-2-1-1-15,3-1 3 0,-7 0-4 0,-1-2 3 16,1-1 1-16,-1-2-1 0,-2 0 0 0,-2-1-5 0,-1-4 4 0,-3-1 3 16,2-1-5-16,-5-7 2 0,3 5 2 0,4-3-4 15,-4-4 2-15,4-3 2 0,1-4 1 0,6 3-4 16,2-5 0-16,5 3-1 0,3-1 4 0,5 2-1 15,3-1-3-15,4 3 0 0,6-1 4 0,2 2-3 16,3 0-3-16,10 1 9 0,-3 4-8 0,3-1-2 16,2 3 1-16,-1 0 1 0,-2 3 3 0,-6 0-2 0,3 3-1 0,-5-1-4 15,-6 4 4-15,-1-1 0 0,-9 4 3 0,-1-2-1 16,-1 4 0-16,-1-3-3 0,-3 3 1 16,0-2 0-16,-5 2 1 0,9-3-6 0,-9 3 4 0,4-1-3 15,-4 1 4-15,0 0-1 0,0 0-1 0,-18 4 1 16,10-2-1-16,3-2-6 0,-4 3-9 0,3-3-21 15,0 2-36 1,-1 1-33-16,3 0-45 0,-2-2-68 0,6-1-122 16,0 0-371-16,0 0 164 0</inkml:trace>
  <inkml:trace contextRef="#ctx0" brushRef="#br0" timeOffset="142318.66">14310 12627 213 0,'0'-5'211'16,"0"5"-19"-16,0 0-15 0,6-1-19 0,-6 1-16 0,0 0-13 15,0 0-17-15,0 0-10 0,0 0-12 16,0 0-4-16,-10 10-7 0,5 0-5 0,0 0-9 15,-3 0-1-15,-2 5-9 16,2-1 0-16,-2 3-4 0,-1 0-7 0,0-2-6 16,-3 6 2-16,3-4-5 0,-1 0 0 0,0 0-3 15,0 2-7-15,0-2-4 0,0-2 3 0,1-1-5 16,1-1-7-16,0-3 0 0,1 0 0 0,4 1-5 16,-4-4-5-16,3 0-22 0,2 0-30 0,0-4-24 0,0 2-21 15,0-4-42-15,4-1-203 0,0 0-368 16,0 0 163-16</inkml:trace>
  <inkml:trace contextRef="#ctx0" brushRef="#br0" timeOffset="142619.46">14063 12685 195 0,'-1'-7'227'16,"1"1"-2"-16,0 0-12 0,0 1-12 0,0 0-17 16,0 3-22-16,0 2-15 15,-2-8-15-15,2 8-10 0,0 0-15 0,3-3-9 16,-3 3-5-16,0 0-11 0,10 12-7 0,-2-6-4 15,-3 4-8-15,6-1-5 0,0 6-2 0,2 1-8 16,6 2-1-16,-1 2-10 0,2-1 2 0,5 2-2 16,-4-2-3-16,1-2-6 0,-3 2 1 0,3-2 1 15,-8-4-7-15,1 0-1 0,-2-2-2 0,-4-4-3 16,1 1 0-16,-2 0-3 0,-2-3 0 0,0 1-4 0,-3-4 2 0,2 3 1 16,-1-2-1-16,-1-3 1 0,-3 0 2 0,4 4-2 15,-4-4 1-15,0 0 0 0,2 4-6 0,-2-4 1 16,0 0-1-16,0 0-3 0,0 0 1 0,0 0-2 15,0 0-17-15,-9-9-25 16,7 5-24-16,-2 0-33 0,0-3-30 0,2 3-26 16,-1-2-46-16,-1-2-210 0,0-2-442 0,2 1 196 0</inkml:trace>
  <inkml:trace contextRef="#ctx0" brushRef="#br0" timeOffset="142867.29">14491 12561 202 0,'8'-1'209'0,"-3"0"-12"0,0 1-10 15,4 0-14-15,1 3-9 0,2 1-13 0,0 2-7 0,3 4-16 16,-2 4-5-16,2-1-8 0,2 7-11 0,-2 2-8 16,0-1-10-16,-1 2-5 0,-4 1-3 0,3 1-9 15,-6-1-6-15,-5-3-9 0,-1 1 2 16,-2-1-8-16,-3 4-6 0,-6-6-10 0,-5 1 1 0,-2 1-5 0,-2-4-3 15,-7 0-7-15,1 0-14 0,-3-5-42 0,-3 1-45 16,-3-6-47-16,0 0-77 0,-1-5-169 0,3-4-406 16,-4 0 179-16</inkml:trace>
  <inkml:trace contextRef="#ctx0" brushRef="#br0" timeOffset="143252.84">14221 12441 22 0,'-2'-3'228'0,"1"-1"-8"0,1 4-13 16,-3-3-18-16,3 3-14 15,-1-5-17-15,1 5-17 0,0 0-13 0,0 0-17 16,0 0-10-16,-15 7-3 0,5 1-5 0,-3 6-9 16,-8 3-9-16,-1 5-4 0,1 7-7 0,-7 9-8 15,-3 0 0-15,4 4-8 0,8-10-5 0,1-1-2 16,0 1-8-16,5-1-1 0,2 0-6 0,1-1 0 15,6-2-4-15,3-2-1 0,6-3 6 0,5 4 11 16,9-5-3-16,8-1 1 0,19 1-5 0,5-4-28 0,7-4-79 0,2-7-129 16,1-4-205-16,-5-3-444 0,-2-5 196 0</inkml:trace>
  <inkml:trace contextRef="#ctx0" brushRef="#br0" timeOffset="145503.94">15263 12876 45 0,'0'0'180'15,"-5"-4"-15"-15,5 4-22 0,0 0-13 0,0 0-12 0,-3-3-13 0,3 3-10 16,0 0-13-16,0 0-10 0,-7 10-4 0,4-2-7 15,-3-2-8-15,1 4-5 0,-4 3-3 0,-4 0-3 16,3 2-16-16,-8 6-43 0,5-6-57 0,2 3-158 16,-1-1-250-16,3-3 111 0</inkml:trace>
  <inkml:trace contextRef="#ctx0" brushRef="#br0" timeOffset="146976.07">16149 12533 94 0,'0'-11'225'15,"-2"0"-7"-15,2 1-9 0,0 0-8 0,0-1-8 16,0 6-13-16,2-2-3 0,-1 1-15 0,-2 2-15 16,2 1-10-16,0-2-20 0,-1 1-9 0,0 4-19 15,0 0-9-15,0 0-11 0,0 0-7 0,0 0-5 16,5 14-9-1,-2 2-2-15,0 4-3 0,1 5-1 0,-1 4-8 16,2 2-14-16,-1 1-1 0,-1-1-2 0,3 3-2 16,-3-3-1-16,4-1-1 0,-2 1-8 0,0-4 4 0,1 1 2 15,-4-9-3-15,2-1 0 0,1-1 3 0,-5-5-5 16,5 0-2-16,-4-3 7 0,-1-1-5 16,3 1-1-16,-3-4-2 0,1 2-1 0,-2-5 3 15,-3 1-2-15,-1 0 0 0,5-3 0 0,-14 0-1 0,1-3-1 0,1 0 3 16,-5-1-7-16,-1-2-1 0,-1-2-3 0,0 1-4 15,0-2 2-15,2 1 2 0,-5 0-2 0,4-3 1 16,3 1 3-16,-3 2-4 0,5 0 2 0,-2 0 3 16,7 2-1-16,-3 1 3 0,-1-2-3 0,6 3 3 0,1 0 4 15,0 0-4-15,-2 0-1 0,2 1 0 0,1 3 3 16,4 0-1 0,-2-3 1-16,2 3 0 0,0 0-3 0,11-7 5 15,1 3-4-15,1 3 2 0,10-3-4 0,7 1-1 0,2-2-7 0,4 0-10 16,-3-2-7-16,4 2 1 0,0-4-11 15,0 2-5-15,-1-1-2 0,-1-1-2 0,-3 1 4 16,0-3 3-16,-4-1 8 0,-3 1 3 0,-2-4 7 16,-4 3 13-16,-2 1 4 0,-2-4 20 0,-2 1 13 0,0-2 16 15,-3 3 17-15,-2 0 20 0,-2 4 20 0,2-1 19 16,-3 0 16-16,-1 4 6 0,-2 1-9 0,2-1-6 16,-1 4-19-16,-1-3-9 0,0 2-19 0,0 1-6 15,-2 2-20-15,5-3-7 0,-5 3-6 0,0 0-8 16,5 11-4-16,-4-1-6 0,1 1 1 0,-2 6-6 15,0 1 0-15,2 8 0 0,-4-2-5 0,2 3 1 16,-4 0-5-16,4-1 3 0,-1-1-1 0,-1-4-4 0,2-2 0 0,0 1-1 16,0-3 5-16,0-5-3 0,0-2-1 0,-1-3 0 15,2 0 0-15,-1 0-2 0,2-2 4 0,-2-2 3 16,0 1 16-16,1-1 9 0,-1-3 6 0,0 0-3 16,0 0-6-16,12-5-10 0,-7 0 8 0,2 0-3 15,1-4-2-15,0 1-2 0,1-1-6 0,-1-1-4 16,1 0 5-16,0 2 7 15,-1 2-15-15,1-1-2 0,-4 2-5 0,0 2-1 16,-1 1 1-16,1-2-8 0,-1 1-12 0,1 2-3 16,0-1-3-16,-5 2-2 0,13 3 2 0,-5 0-12 15,3 1-13-15,-1 0 1 0,2-1-12 0,-1 4-13 16,1 0 0-16,4-1-11 0,-1 2-4 0,-1-3-5 16,-3 0 5-16,2 0-8 0,4 0 9 0,-5-3 8 15,1-1 8-15,1 1 5 0,-1-2 8 0,0-2 5 0,1 0 1 0,-1-2 14 16,3-1 0-16,-3-1 3 0,3-1 4 0,-4-1 3 15,-2 1 4-15,6-3 4 0,-7 3 4 0,1-3 2 16,-1 1 11-16,0-1 2 0,-2 4-2 0,2-2 12 16,-2 0-1-16,-5 2 19 0,2 2-4 0,0 0-4 15,-1-1-1-15,-3 2 1 0,3 1-4 0,1-1-3 16,-4 3-2-16,1-6 0 16,-1 6-7-16,0 0-1 0,0 0 4 0,0 0-6 15,-15 2 4-15,3 3-2 0,1-2-3 0,-7 4 5 16,0 0-5-16,2 2 0 0,-2-1 0 0,1 1 3 15,2 1-4-15,4-3 2 0,0 1-3 0,5 3 3 16,-2-4-2-16,3 3-2 0,2-3-2 0,1 4 2 16,4-2 0-16,5-1 0 0,8-1 0 0,4 0 1 15,11 0 0-15,2-2-3 0,2 0-4 0,5-3-8 0,13-2-7 16,-1-4-8-16,-11 1-2 0,-1-2-1 0,12-3 4 16,0-1 2-16,-15 0 2 0,-1-2 9 0,-3-2-2 0,-2 3 0 15,-3-7 3-15,-4 2 0 0,-5 2 7 0,-1 0 1 16,-6-1 12-16,1 1 19 0,-5 3 29 15,0 1 15-15,-1 1 13 0,-2 1 9 0,0 2-5 0,-1 1-4 16,0 0-10-16,0 0-9 0,-1 1-4 0,-1-1-10 0,-1 4 4 16,4-2-19-16,-4 2-7 0,0 0-6 0,0 0 0 15,0 9 0 1,0-2-3-16,-2 0-2 0,2 1-2 0,-3 2-3 16,2 4 1-16,-2-2 0 0,2 0 2 0,0 1-6 15,1-2 4-15,0-1-3 0,0 2-3 0,1-4-2 16,0-2-4-16,-1 1 3 0,0-2-3 0,3-1 17 15,-3 0-12-15,4-1 0 0,-4-3-3 0,9 0 1 0,0-3 2 0,0-2-1 16,2 0-1-16,-1-2 5 0,1-1-6 16,1-2 5-16,1-1 0 0,1-1-7 0,-1 1 6 15,0 0-3-15,-4 3-1 0,2 0 3 0,-3 1-1 16,-2 3-6-16,-1-2 5 0,2 3-3 0,-2-1 3 0,0 3-7 16,-5 1 1-16,9 1-1 0,-5 1 16 0,2 3-17 15,2 4 1-15,-1-2 1 0,1 4 1 0,5 1 0 0,-3 2 0 16,0 0-24-16,3 1-55 0,-4-4-73 0,0 2-112 15,-1-3-291-15,-2-3-603 0,-1-5 267 0</inkml:trace>
  <inkml:trace contextRef="#ctx0" brushRef="#br0" timeOffset="149292.53">7637 15070 67 0,'0'-5'150'0,"0"-3"-11"16,0-2-1-16,0 0-4 0,0 0-3 15,0 2-6-15,3-2 2 0,-2 4-4 0,0-1 4 16,-1 2-9-16,0-2-9 0,0 3-13 0,0 0-13 15,0 4-8-15,0-6-9 0,0 6-8 16,0 0-7-16,0 0 0 0,0 0-12 0,-1 24-2 0,1-6-6 0,1 10 0 0,-1 1-6 16,0 2-2-16,0 4-2 0,-2 0-1 0,3 11-2 15,0 1-4-15,-2-13-1 0,2 12 2 0,-1-10-3 16,3-3 6-16,-3-2-10 0,0-1-1 0,1-6-2 16,-1-5 4-16,0-2-5 0,1-2 1 0,1-5 1 15,-2-1-4-15,0 0 1 0,0-3 2 0,0-1 1 16,0 1 2-16,0-4 3 0,0 1 22 0,0-3 18 15,1 7-2-15,-1-7 19 0,-1 3-6 0,1-3 2 16,0 0-5-16,0 0-8 16,0 0-4-16,0 0-6 0,0 0 1 15,-7-15-21-15,5 5-25 0,-2 1-33 0,-1-3-39 0,1-2-39 16,3-4-46-16,-2 0-45 0,0-1-187 0,2-9-424 16,1 1 187-16</inkml:trace>
  <inkml:trace contextRef="#ctx0" brushRef="#br0" timeOffset="149592.78">7560 14976 98 0,'-5'-2'144'0,"5"2"-6"0,0 0-9 16,-1-4-11-16,1 4-13 0,0 0-1 0,0 0-11 15,0 0-9-15,0 0-9 0,9-4-1 0,5 3-9 0,4-1-11 0,9 1-4 16,3-3-1-16,2 1-5 0,2 1-4 0,-1-1-10 15,-4 3 0-15,2 0 0 0,-9 0-2 0,-3 2-6 16,-3-1-2-16,-4-1 2 0,-2 1-10 0,-3-1 1 16,-2 1 4-16,0-1-8 0,1 2 3 0,-6-2-2 15,6 1-3-15,-6-1 0 0,3 1 0 0,-3-1 2 16,0 0 4 0,0 0-19-16,-8 7 9 0,3-5-1 0,0 0 5 15,1 0-4-15,-1 2-2 0,3-1 0 0,-2 2-1 16,1-1 2-16,1 3-37 0,0-1-35 0,4-2-35 15,-1 2-157-15,2-3-282 0,-1 3 125 0</inkml:trace>
  <inkml:trace contextRef="#ctx0" brushRef="#br0" timeOffset="150030.9">7898 15747 11 0,'-5'2'148'16,"5"-2"-8"-16,0 0-15 0,0 0-14 0,0 0-15 15,0 0-6-15,0 0-12 0,-3 4-5 0,3-4-13 0,0 0-5 16,0 0-1-16,0 0-14 0,0 0-1 0,0 0-2 16,0 0-3-16,-1 3 5 0,1-3-5 0,0 0 0 15,0 0 4-15,0 0 0 0,0 0-4 0,0 0-1 16,0 0 0-16,0 0-1 0,0 0 5 0,0 0 10 16,15-2-10-16,-5 1-3 0,4-2 0 0,8-1-7 15,5-1-2-15,1 1-3 0,3-4-2 0,-3 4 0 0,0-2-5 0,-2 2 5 16,-5-2-5-16,7 1-1 0,-10 3-1 15,-7 0 0-15,0 0-3 0,-1 2-1 0,-1-3-10 16,-2 3 12-16,-5-3 1 0,6 3-1 0,-8 0-6 0,6-1 6 16,-6 1-6-16,0 0-4 0,0 0 1 0,0 0-16 15,0 0-40-15,0 0-33 0,-24 3-19 0,15-2-42 16,-5-1-113 0,6-1-283-16,-1-1 125 0</inkml:trace>
  <inkml:trace contextRef="#ctx0" brushRef="#br0" timeOffset="150547.29">7738 15462 29 0,'-6'0'90'0,"6"0"-12"16,0 0-2-16,0 0-10 0,-8 3-3 0,8-3-1 16,0 0-3-16,0 0 5 0,0 0-7 0,0 0 18 0,0 0 0 15,23-4-5-15,-8 1-11 0,6 0-20 0,7-3 22 0,4 1-15 16,1-2-4-16,1 2-7 0,0-1 1 0,-4 2-5 15,1-2 8-15,-3 2 0 0,-7 1-41 0,-2 3 27 16,-4-2-10-16,-1 2 5 0,-3-2-7 0,-5 2 1 16,-6 0-5-16,14-1-1 0,-9-1-4 0,-5 2-1 15,0 0 5-15,0 0-3 0,3 7 1 0,-3-7-32 16,-6 4-61-16,0 0-131 16,6-4-236-16,-11 4 104 0</inkml:trace>
  <inkml:trace contextRef="#ctx0" brushRef="#br0" timeOffset="152816.87">9012 15105 108 0,'-4'-3'129'16,"0"-2"-8"-16,-3 3-18 0,0-1-8 0,1 1-10 15,-4 0-14-15,1 1 2 0,-3 1-18 0,-2 0 2 16,1 1-9-16,-2 3-5 0,1-1-3 0,1 2-1 16,-2 0-6-16,2-1-5 0,3 3 2 0,1 1-1 0,0-3 4 15,0 1-5-15,4 3-3 0,1-3-3 16,-1-1-3-16,4 3 6 0,2-2 7 0,0 1-15 15,3-1 2-15,1-1-5 0,5 1 1 0,-1-4-1 0,3 1-5 16,-1-3 6-16,2 0-3 0,1-3-5 0,-2 1 11 0,3-4 7 16,-6 0 4-16,3 0 9 0,-5-1 7 0,2 0-3 15,-2-3 0-15,-1 2 8 0,-3 2-2 0,0-5 8 16,-1 2 0-16,0 0-5 0,-1 1-2 16,-1-2-4-16,0 3-4 0,-1 3-3 0,-1-2-5 15,2 2-5-15,0-3-1 0,0 7-6 16,-2-3-5-16,2 3 0 0,0 0-4 0,0 0 3 15,0 0-4-15,-9 10-3 0,7 1 1 16,-1 1-2-16,1 4 1 0,-2 5 0 0,1 2-3 16,-2 5 0-16,5 3 2 0,-2 0 0 0,2 6-3 15,-3 9 6-15,3 0-4 0,3-9-2 0,-2 9 3 0,0-13-1 16,2 3 8-16,1-2-7 0,-1-3-16 0,1 3 1 16,1-4 1-16,-1-2-9 0,1-1 3 0,-1-7 6 0,-1-2 2 15,-1-2 0-15,-1-2-1 0,1-5 2 0,-4 2-3 16,2-2-2-16,0-2 3 0,-1-2 2 0,-3 3 1 15,-1-3-1-15,-1-3 2 0,-2 3 4 0,-2-3-3 16,0 0 4-16,-3-2 1 0,4-2 1 0,-5 0 3 16,1-3 9-16,3 2 2 0,-4-9 10 0,1 7 4 15,0-8-7-15,7-1-1 16,-5-2 0-16,4-5-2 0,5-6-3 0,4-1 0 16,2-2-6-16,6 0 0 0,3-1 0 0,2-1-3 15,-1 3 0-15,8-1-3 0,-4 0 0 0,4 1-1 16,1 4 0-16,-2 1 1 0,0 0 1 0,1 5-2 15,-3 0-3-15,-4 4 2 0,-1 4 1 0,-5 2 0 16,-4 1 3-16,3 2-1 0,-3 2 4 0,0-1-1 16,0 2-3-16,-1 0 3 0,1 1-2 0,-5-2-6 0,0 4 2 15,0 0-4-15,0 0-6 0,0 0 5 0,0 0-4 0,0 0 4 16,0 0-6-16,0 0-14 0,0 0-34 0,-13 10-40 16,7-6-33-16,1 0-43 0,5-4-59 0,-5 5-130 15,2-3-386-15,3-2 171 0</inkml:trace>
  <inkml:trace contextRef="#ctx0" brushRef="#br0" timeOffset="153301.37">9416 15138 29 0,'8'-1'138'0,"-8"1"-15"0,8 1-9 0,-1 2-14 15,-2 1-5-15,1-1-16 0,3 2-3 16,-4 4-1-16,3-2-9 0,-1 1-4 0,-1 2-15 16,-4 0 5-16,2 1 0 0,0 1-9 0,-4 1-6 0,0-1 1 0,0 2-3 15,-4 3-2-15,0-5-2 0,-1 4-1 0,0-5-3 16,0 0-6-16,-1 0 9 0,2-1-3 0,-4-3-4 15,4 0 20-15,3-3 3 0,-3 1 16 0,2-1 11 16,2-4 23-16,-4 6 17 0,4-6 26 0,0 0-7 16,0 0-17-16,0 0-10 0,0 0-9 15,1-18-7-15,3 6-16 16,2 3-5-16,1-3-2 0,2-2-13 0,0 0 0 0,1 0-10 0,0 2-4 0,-4 0 7 16,2 3-13-16,1 0-6 0,-4 2-1 0,-1 2-3 15,1 0-4-15,-1 1-2 0,0-1-2 0,-3 2-4 16,3-1-2-16,-4 4-6 0,5 0-4 0,-5 0 2 15,0 0-4-15,8 4 0 0,-7-1 1 16,2 1-1-16,-1 2-1 0,1-2-1 0,-2 3 2 16,2-2-3-16,0 7 8 0,-1-4-4 0,0-1-2 0,2 3 2 15,-2-1-6-15,1-3-15 0,-3 2 7 16,3-4 0-16,0 2-12 0,0 2-20 0,0-5-24 16,-1 2-38-16,2-2-40 0,2 0-55 0,-6-3-213 15,12 0-453-15,-12 0 202 0</inkml:trace>
  <inkml:trace contextRef="#ctx0" brushRef="#br0" timeOffset="153555.14">9730 15066 3 0,'0'0'179'0,"0"0"-18"0,0-5-16 16,0 5-1-16,0 0-17 0,0 0-11 0,9 8 2 0,-4-3-17 15,-1 4-4-15,4 0-10 0,-2 1-5 0,3 5-4 16,-1 0-7-16,-3 1-4 0,4 2-10 0,-2 9-1 0,-1-4-14 16,-4 4 6-16,1-3-7 0,-3 2-4 0,-5 1-2 15,-3 1-6-15,-2-3-2 0,-2 0-5 0,-2-4-13 16,0-4-53-16,1-4-36 0,-2 1-51 0,-3-2-157 16,-6-1-311-16,3-4 138 0</inkml:trace>
  <inkml:trace contextRef="#ctx0" brushRef="#br0" timeOffset="153839.97">9321 14962 75 0,'-6'4'91'0,"-3"2"-3"0,-4 2 15 16,3 5-7-16,-3 3-8 0,0 6-11 0,0 5 6 0,2 1-10 15,-4 3 0-15,5 0-3 0,1 2-5 0,3-1-6 0,3 3-1 16,1-1 2-16,7 0-2 0,3-1-9 0,5-2 0 16,1-2 1-16,10-1-1 0,3-4-8 0,5-4 0 15,4-4-6-15,14-1-5 0,2-1-40 0,0-8-46 0,2-2-194 31,-16-4-269-31,2-6 119 0</inkml:trace>
  <inkml:trace contextRef="#ctx0" brushRef="#br0" timeOffset="154162.24">10089 14912 72 0,'0'0'224'16,"-1"-5"-20"-16,1 5-24 0,-4 0-20 0,4 0-18 0,0 0-15 15,0 0-7-15,0 9-13 0,1 1-5 0,-1 9-14 16,4 4-3-16,1 5-1 0,-1 5-7 0,0 4-2 15,2 9-12-15,2 1-8 0,6 1-7 0,-5 3 0 16,4 2-3-16,1-2-3 0,0-4-3 0,0 2-5 16,-5-14-4-1,0 0-8-15,1 12-19 0,-3-17-47 0,-2-1-78 16,-4-2-230-16,2-8-381 0,-2-1 169 16</inkml:trace>
  <inkml:trace contextRef="#ctx0" brushRef="#br0" timeOffset="155574.16">9983 14913 48 0,'-5'-2'139'0,"5"2"2"0,0 0-8 0,0 0-12 15,0 0-18-15,-4-2-4 0,4 2-14 0,0 0-7 16,0 0-6-16,0 0 1 0,0 0 0 0,13 12-2 15,-4-3-9-15,5 2-4 16,7 7-3-16,0 2 3 0,3 2-2 0,-1 3 1 16,1 3 0-16,10 11-3 0,-5-2-8 0,-3 5-3 15,1-1-1-15,-6 5-4 0,-3 0-6 0,-1 6-6 16,-4-4 0-16,-6 1 16 0,-3-1-3 0,0 0-8 16,-6-3-3-16,-2-10-1 0,-3-2-15 0,-4 2-6 15,1-4 0-15,-6-2 1 0,1-4 0 0,-2 1-3 16,-2-6 1-16,3-1 3 0,-5-1-3 0,6-5 5 0,-2-1-1 15,3 1-6-15,1-4 3 0,-3 3 3 0,5-7-3 0,0-1-1 16,2 2-2-16,3-3 2 0,2 1-1 0,-1-2-2 16,0 1 4-16,5-3 2 0,-3 3 0 0,3-3 3 15,-2 2 9-15,2-2 18 0,0 0-1 0,0 0 7 16,-6 4-2-16,6-4 1 0,0 0-7 0,0 0 0 16,-4 1-6-1,4-1-1-15,0 0-9 0,0 0-12 0,0 0-27 0,0 0-37 16,0 0-57-16,0 0-59 0,0 0-211 0,-12-7-412 15,7 2 182-15</inkml:trace>
  <inkml:trace contextRef="#ctx0" brushRef="#br0" timeOffset="156321.46">8630 14892 75 0,'0'0'164'0,"0"-5"-18"0,0 5-13 15,-3-1-15-15,3 1-13 0,0 0-8 0,-5 10-12 16,4 1-4-16,-5 3-4 0,-1 10-3 0,-3 6-5 16,1 3-1-16,-1 16 2 0,-3 2-10 0,0 4-4 15,-1 27-5-15,5-25 5 0,0 3-6 0,-2 22-4 16,10-24-2-16,1-1-6 0,1 2-5 0,3-4-21 0,5-4-1 0,3-2 8 16,4-6-8-16,-2-9 12 15,6-5 21-15,0 0 11 0,2-3-5 0,4-5 2 0,2 3 9 0,-1-5-7 0,0-5-5 16,-1 1 8-16,-1-4-8 0,-6-4 0 0,-2-1-8 15,-6-1-2-15,-1-2-4 0,0 1 9 0,-2 0 23 16,0-3 6-16,-3 1 11 0,1 0 4 0,-2-1-1 16,-4-1-7-16,7 2-6 0,-5-1-6 0,-2-1-7 15,0 0-7-15,8 1-3 0,-8-1-8 0,4 1-10 0,-4-1-32 16,0 0-57-16,9-6-51 0,-4 2-44 16,2-2-56-16,4-2-74 0,-1 0-155 0,7-2-472 15,7-2 209-15</inkml:trace>
  <inkml:trace contextRef="#ctx0" brushRef="#br0" timeOffset="157007.74">11037 15258 112 0,'0'0'187'16,"0"0"-6"-16,0 0-8 0,0 0-1 0,0 0-13 16,0 0 0-16,0 0-13 0,0 0-2 0,0 0-11 15,0 0-10-15,0 0-11 0,0 0-12 0,0 0-8 16,0 0-10-16,0 0-6 0,17-8-10 0,-8 6-4 0,5-1-7 0,0 3-4 15,4-4-9-15,0 1 0 0,1 2 7 0,4 0-13 16,-1-2-22-16,7 6-52 0,-10-6-57 0,3 3-60 16,0-3-225-16,-4 1-412 0,-1 0 182 0</inkml:trace>
  <inkml:trace contextRef="#ctx0" brushRef="#br0" timeOffset="157178.76">11044 15420 19 0,'0'4'194'0,"2"1"-11"0,6-5-14 16,6 3-14-16,4-2-14 0,15-1-13 0,3 3-17 0,4-5-31 0,14-2-98 16,-14 0-176-16,16 2-210 0,-6-3 93 0</inkml:trace>
  <inkml:trace contextRef="#ctx0" brushRef="#br0" timeOffset="159227.14">13156 14047 66 0,'-2'-7'105'0,"2"7"5"0,-2-5-5 16,2 5-7-16,0 0 6 0,0-5 9 0,0 5-23 0,0 0-7 0,4-5-11 16,-4 5 4-16,0 0-14 0,0-4 0 0,0 4-5 15,0 0-8-15,-2-5 0 0,2 5 2 16,2-4-6-16,-2 4-6 0,0 0 3 0,-2-5-8 16,2 5 0-16,0 0 9 0,-3-6-14 0,3 6 0 0,0 0 3 15,-1-2-2-15,1 2 2 0,0 0-4 0,0-7 7 16,0 7-11-16,0 0 0 0,-2-3-2 0,2 3-2 0,0 0 2 15,0 0-5-15,0 0-1 0,-1-5-3 0,1 5-2 16,0 0 2-16,0 0-4 16,0 0-2-16,0 0 6 0,0-4-3 0,0 4-9 15,0 0 8-15,0 0-5 0,0 0 3 0,0 0 0 16,0 0-2-16,0 0-1 0,0 0-2 0,0 0 0 0,0 0 6 16,0 0-4-16,0 0 3 0,0 0-6 15,0 0 0-15,0 0 5 0,0 0 2 0,0 0-6 16,0 0 8-16,0-5 0 0,0 5 0 0,0 0-2 15,0 0 0-15,0 0 2 0,0 0-1 0,0 0-1 16,0 0 6-16,0 0-7 0,0 0 1 0,0 0-1 16,0 0 2-16,0 0 4 0,0 0-9 0,0 0 5 15,0 0-1-15,0 0-1 0,0 0-3 0,0 0 4 16,0 0-2-16,0 0-3 0,0 0 3 0,-2-4-4 0,2 4-1 0,0 0-2 16,0 0-11-16,0 0-2 0,0 0 7 0,0 0-7 15,0 0 2-15,0 0 3 0,2 16-1 0,-2-6-2 16,0 4 2-16,0 4 7 0,1 8-4 0,-1 5 7 15,3 3-8-15,-2 14 0 0,3 1 2 0,-3 4-1 16,3 3 6-16,-1-3 2 0,-1 2-8 0,-1 29 1 16,-2-27 3-1,1 27-1-15,0-24 0 0,-5-1 3 0,5-1 13 16,-7-2-6-16,1 4 5 0,0-4-8 0,-2-5 3 0,-6-2 2 16,-2-2-5-16,2-1 0 0,1-11 0 0,-5 8 2 15,0 3-1-15,3-17 1 0,-11 12-2 0,13-12-1 16,-2-2-1-16,2-1 3 0,-1-1-1 15,4-7 3-15,0-2-2 0,-2-2 1 0,3 1-5 0,3-5 3 16,1-1-2-16,0-5 6 0,0 2 17 0,1-2 10 0,0 1 5 0,1-3 7 16,1 1 8-16,2-3-5 0,0 0-8 15,0 0-1-15,0 0-7 0,-1-14-2 0,7 7-5 16,-1-3-6-16,4-1-3 0,1-3-1 0,2-1-5 16,2-1-1-16,1 5-3 0,0-2-4 0,2 0 0 0,-2 4-1 15,2 2 1-15,-3-2 1 0,3 4 1 16,-2 0-6-16,-2 4-1 15,1 1 0-15,1 3-4 0,3 1 2 0,-4 5 6 16,3 4-3-16,-4 4-5 0,3 5-2 0,-2 7 3 16,0 3-3-16,-5 2 2 0,5 14 0 0,-6 0-3 15,-4 3 4-15,-4 3-3 0,-3 4 0 0,2-2-2 16,-3 4 4-16,-5 27 2 0,3-29 2 0,-6 31 0 16,7-28-3-16,-4 24 1 0,5-25-1 0,-1 25 33 15,1-28-8-15,0 29 3 0,-1-30-6 0,13 29 3 0,-8-4 2 0,0 1 6 16,5-22-1-16,8 21 4 0,1-22-31 0,8 20 4 15,-7-22 7-15,17 19 1 0,-10-23 2 16,2-4 10-16,7-1-1 0,3-2 0 0,3-3 5 16,9-2 1-16,-1-5-5 0,7-2 2 0,-3-7 25 0,7 0-2 15,0-8-6-15,-1-2-4 0,0-5-7 0,-5-4-5 16,-10-2 1-16,-6-2-10 0,-2-3 1 0,-4-1-2 0,-10 3-1 16,-4-3 2-16,-3-3-6 0,1 3 7 0,-7 0-6 15,3-1-1-15,-4 0-3 0,0-2-21 0,-3-1-24 16,3-1-43-1,-3 1-46-15,3-6-97 0,-8 2-281 0,9-7-544 0,-2 1 241 0</inkml:trace>
  <inkml:trace contextRef="#ctx0" brushRef="#br0" timeOffset="162042.01">15602 14051 9 0,'-8'-1'110'0,"-2"1"-5"0,1 1-16 16,-3 0-5-16,1 4-13 0,-1 2-1 0,1-3-11 16,0 5-6-16,1 0-6 0,1-1-11 15,1 1 2-15,1 0 3 0,0 2-9 0,1 0-4 16,4 1 1-16,1 0-10 0,-2-2 1 0,6 2 2 16,-1-1-5-16,2-2 3 0,1 0-3 0,2-1 0 15,0-1-1-15,5-2-4 0,-3 0 4 0,2-4-5 16,3 0-15-16,-4-2 18 0,3-1-9 0,0-5 24 15,2-2 10-15,-2-3-14 0,1 0-2 0,0-2 5 16,-1-2 11-16,-2-2-8 0,0 1 1 0,-2 0 3 16,-2 0 5-16,-2-2-3 0,1 3-1 0,-1 4 4 15,-3-5 2-15,1 5 6 0,-2 3 1 0,-1 1-5 16,1 2-1-16,1-2-5 16,-2 4-9-16,1-1 3 0,-1 2-16 15,0 3-4-15,0 0 2 0,0 0-4 0,0 0 1 0,-3 14-2 16,1-3-6-16,-1 5 0 0,-1 3 2 0,2 13-3 15,-2-1 0-15,3 1 5 0,-2 4-1 0,4 10-5 16,-1 2 4-16,3-12-1 0,1 13 1 0,1 2 1 16,3-3-5-16,0-1 2 0,0 1 6 0,6 2-2 15,0-3 0-15,-5 0-1 0,3 1 0 0,-1-1 19 0,-3-11-11 0,2 9-3 16,-4-12 0-16,1 4-1 0,-2-4 0 0,-4-1-2 0,3-3-1 16,-4-1-1-16,0-1 2 0,-1-8-2 0,-4-3-4 15,-2 0 1-15,2-2 0 0,-5-5-2 16,2 1 3-16,-2 3 7 0,-4-7-1 0,3 0 5 0,0-1 11 15,-4-4 8-15,-2 0 17 0,3-2 9 0,0-2 4 32,-2-4 13-32,0-1 0 0,1-1 2 0,-3-5 4 15,4-6-3-15,1-3-13 0,3-4-9 0,5-6-6 16,2-15-7-16,6-1-7 0,6-2-2 0,5-3-5 16,3 2-3-16,6-1-3 0,2 7-1 0,2 2 3 15,2 4-5-15,1 1-4 0,-10 16-5 0,7-4 3 16,-8 6 1-16,3 2-3 0,-8 6-6 0,3 2-1 15,-5 1 1-15,-3 1-1 0,1 3-1 0,-2 1 1 0,-1 1-7 0,-2 1 4 16,1 1-6-16,-3 0-11 0,-1 1-6 0,-2 1-3 16,0 0-1-16,0 0 2 0,0 0 1 0,0 0-4 15,0 6-33-15,-5 0-20 0,-5 2-40 0,2 0-38 0,-1 1-38 0,-1-1-42 16,1-1-168-16,3 0-438 0,2 0 194 0</inkml:trace>
  <inkml:trace contextRef="#ctx0" brushRef="#br0" timeOffset="162456.54">16099 14664 70 0,'0'0'254'15,"1"-5"-3"-15,-1 5-13 0,0-5-7 0,0 5-12 16,2-4-18-16,-2 4-11 0,-2-5-20 0,2 5-20 16,0 0-11-16,2-4-15 0,-2 4-15 0,0 0-12 15,0 0-6-15,0 0-16 0,0 0-11 0,0 0-6 16,0 0-9-16,0 0-5 0,-4 18-5 0,5-10-5 15,-1 1-3-15,1 2-1 0,-1 4-6 0,2-4 1 16,-1 6-6-16,-1 1 1 0,2-4-3 0,-2-1-3 16,1 3 0-16,-1-4-3 0,0-1 1 0,2 0-1 15,-2-2-1-15,1-2 0 0,-1-2 2 0,0 2-2 16,0-5-1-16,-1 2-2 0,2 0 1 0,-1-4-1 0,-3 6-2 16,3-6 3-16,0 0-29 0,0 0-41 0,0 0-36 15,-15-15-27-15,9 6-28 0,-2-2-20 0,2-5-29 16,-2-1-30-16,3-1-126 0,0-8-388 15,1 0 173-15</inkml:trace>
  <inkml:trace contextRef="#ctx0" brushRef="#br0" timeOffset="162603.69">16026 14509 160 0,'-4'-12'200'0,"3"5"11"15,-3-4 6-15,-1 1-2 0,3 3 2 0,0 2-3 16,2-2-13-16,0 2-8 0,-4 1-20 0,4 0-14 0,0 4-18 16,0-5-13-16,0 5-15 0,0 0-12 0,0-5-11 15,0 5-11-15,-1-4-13 0,1 4-8 0,0 0-16 0,0 0-39 16,9 0-38-16,-9 0-48 0,10 5-78 0,-9-3-102 15,-1-2-144-15,11 6-440 0,-11-6 195 0</inkml:trace>
  <inkml:trace contextRef="#ctx0" brushRef="#br0" timeOffset="165107.73">16054 13952 24 0,'0'0'164'0,"3"-8"-10"0,-6 5-2 0,3 3-9 0,0 0-4 15,0-5-17 1,0 5-16-16,0 0-5 0,-1-3-15 0,1 3-15 15,0 0-1-15,0 0-9 0,1 17-7 0,-1-7-2 16,3 9 0-16,-10 10 2 0,7 6-9 0,-5 12-9 16,0 3 6-16,4-1-8 0,-2 2 0 0,6 0-12 15,3 1 6-15,-2 1-5 0,5-3-3 0,10 1 2 16,-2-5-3-16,3 1 5 0,3-1-2 0,0-3 3 16,5-3 7-16,-5-10-1 0,-1-4 9 0,0-1 1 0,-2-4 0 0,1 1-10 15,-6-2 0-15,-1-8-6 0,-6 0 0 0,-1-5-4 16,1 3-3-16,-3-6 7 0,-1 3-4 0,-1-4 14 15,-1 0 10-15,1 1 8 0,-1-1 1 0,1-1 0 16,-3-2-1-16,1 3-1 0,2 1-9 0,-3-4-1 16,0 0-6-16,1 5-3 0,-1-5-4 0,4 1 1 15,-4-1-8-15,0 0 2 16,0 0-3-16,0 0-3 0,0 0 2 0,0 0 1 16,0 0-1-16,0 0 4 0,5 2 9 0,-5-2 8 15,0 0-3-15,0 0-2 0,0 0-1 16,0 0 5-16,0 0-4 0,0 0 2 0,0 0-4 15,0 0-6-15,0 0 0 0,0 0 1 0,0 0-9 16,0 0 2-16,0 0 0 0,0 0-7 0,0 0 3 0,0 0-3 16,0 0-3-16,8-4-1 0,-8 4-4 0,0 0 3 0,0 0-2 15,0 0-1-15,0 0-1 0,2-4-2 0,-2 4 1 16,1-4 7-16,-1 4-13 0,0 0 5 0,4-3 1 16,-4 3-2-16,0 0-2 0,3-2 1 15,-3 2-1-15,0 0 2 0,4-2-4 0,-4 2 3 16,0 0-4-16,0 0 2 0,7-2-1 0,-7 2 3 0,0 0 1 0,0 0-4 15,1-4 3-15,-1 4-2 0,0 0 7 0,4-2-4 0,-4 2-2 16,0 0-5-16,0 0 5 0,4-2 1 0,-4 2-2 16,0 0 2-16,0 0 0 0,0 0-4 0,0 0 8 15,0 0-7-15,0 0 2 0,0 0-6 0,0 0 5 16,0 0-3-16,0 0 4 0,4-3-3 0,-4 3-1 16,0 0 3-16,0 0-1 0,0 0 1 0,0 0 4 15,0 0-12 1,0 0 1-16,0 0-1 0,0 0-14 0,0 0-6 0,0 0-17 15,0 0-20-15,0 0-20 0,0 0-91 16,-3-6-78-16,3 6-256 0,-3-11-551 0,0 5 244 0</inkml:trace>
  <inkml:trace contextRef="#ctx0" brushRef="#br0" timeOffset="165824.54">16067 13926 105 0,'0'0'114'0,"0"0"1"0,4-7-21 0,-4 7 4 16,0 0-19-16,0 0-13 0,0 0 11 0,0 0 3 16,0 0 1-16,0 0-1 0,0 0-5 0,-4 25-4 0,0-9-1 15,3 2-1 1,-3 8-4-16,0 3-2 0,0 5 1 0,-1 0-7 15,0 11-1-15,0 2-5 0,1-10-3 0,4 10-5 16,0-12-2-16,3 12 2 0,-1-1-5 0,1-10-5 16,3-3 0-16,2 2-2 0,5 10 2 0,-2-13 12 15,6-2 0-15,1 1 3 0,0-2-6 0,2-3 0 16,0-3 4-16,-2-3 5 0,4-2 0 0,-5-3-1 16,-2-3-3-16,3-2-2 0,-8-5-3 0,2 2-4 0,-2-2 0 0,-4-1 9 15,2 1 9-15,-3-2 8 0,-1-2 7 0,2 1 8 16,-3 0 10-16,1 0-7 0,-4-2 5 0,6 5-5 15,-5-5-6-15,-1 0-5 0,0 0-10 0,4 4-10 16,-4-4-5-16,0 0 0 0,4 1 0 0,-4-1-9 16,0 0-4-16,0 0-1 0,0 0-7 0,0 0 0 15,0 0-1 1,0 0-6-16,0 0-5 0,0 0-3 0,0 0-12 16,0 0-12-16,0 0-26 0,0 0-50 0,10-5-75 0,-7 1-92 0,-2 0-294 0,3 0-598 0,0-3 265 15</inkml:trace>
  <inkml:trace contextRef="#ctx0" brushRef="#br0" timeOffset="166378.64">16518 14091 98 0,'14'-3'152'0,"-1"1"-18"0,-2 2-11 0,2 2-5 0,-1 1-6 15,0 4 1-15,2 3-5 0,-2 2-8 16,-1 4 4-16,-2-1-5 0,0 10-9 0,0-1-5 0,-5 0-8 16,0 2 3-16,-3-1-18 0,-2 1-2 0,-2-1-7 15,-2-1-5-15,0-5-6 0,-2 5 3 16,0-6-8-16,-2 1-4 0,1 0-3 0,0-5-5 16,-1 2 2-16,0-3-2 0,2-5-1 0,2 1 5 0,1-4 2 0,1-1 14 0,0 1 18 15,-1-2 23-15,1 1 36 0,3-4 33 0,-1 5 33 16,1-5 1-16,0 0-16 0,0 0-19 15,4-14-19-15,4 2-16 0,2-4-7 0,7-4-16 16,-2-3-6-16,4-2-11 0,2 0-20 0,-2-6 6 16,-3 3-6-16,6 0-9 0,-4-1 1 0,-1 5-11 15,-3 0-4-15,-3 7-2 16,-2 3-3-16,-4 4 2 0,0 0 2 0,-1 5-2 16,1-1-7-16,-2 0-4 0,-1 2-12 0,1 2-22 15,-3 2-3-15,0 0-4 0,0 0 7 16,1 12 4-16,-2-3-11 0,0 5 11 0,-2 1-5 0,0 4 5 0,3 1 2 15,-1-1-3-15,0 6 1 0,2-6 3 16,3 7-11-16,0-2-10 0,2-4-23 0,2-1-26 16,2-2-24-16,4 5-24 0,-3-6-33 0,1 0-45 0,2-5-74 15,4 1-291-15,-2-5-612 0,-4-2 271 0</inkml:trace>
  <inkml:trace contextRef="#ctx0" brushRef="#br0" timeOffset="166626">17064 14400 194 0,'0'0'342'0,"-2"-9"-20"0,1 8-30 0,1 1-29 15,0-4-21-15,0 4-30 0,0 0-24 0,0 0-19 16,0-4-20-16,0 4-17 0,0 0-17 0,0 0-9 16,0 0-14-16,0 0-6 0,3 14-7 0,-3-8-4 15,0 0-12-15,2 4-5 0,-2-1-3 0,0 1-8 16,0 0-3-16,0 2-3 0,0-1-9 0,0-1-7 0,0 1-5 15,-2 0-19-15,0 1-7 0,2-3-32 0,-1 1-4 16,1-4-40-16,-4 0-43 0,4 1-50 0,0-4-31 16,0 0-21-16,0-3-8 0,0 0-150 0,0 0-417 15,0 0 185-15</inkml:trace>
  <inkml:trace contextRef="#ctx0" brushRef="#br0" timeOffset="166779.37">17048 14239 180 0,'-2'-9'321'0,"4"2"-15"15,-2 1-24-15,0 1-31 0,0 0-28 0,0 2-20 16,0 3-22-16,0-4-22 0,0-1-10 0,0 5-22 16,0 0-22-16,9-2-23 0,-9 2-34 0,0 0-33 15,13 7-36 1,-9-6-49-16,0 3-64 0,-2 0-71 0,2-1-162 0,1 1-399 16,-1-3 177-16</inkml:trace>
  <inkml:trace contextRef="#ctx0" brushRef="#br0" timeOffset="167064.5">17200 13866 181 0,'0'0'221'0,"0"0"-18"0,14 2-12 0,-3 6-7 16,5 4-10-16,7 7-3 0,-1 3-11 0,5 7-10 15,2 10-5-15,-2 2-10 16,0 6-8-16,-8-2-8 0,-2 3-15 0,-6 0-8 16,-7 1-9-16,-4-3-10 0,-4 1-9 0,-2-11-5 15,-6 9-9-15,1-14-3 0,-6 1-5 0,-6 10-3 16,4-13-4-16,-3-3-6 0,-2-5 0 0,1 3-4 16,1-2-4-16,-3-5-7 0,-1 1-10 0,2-4-36 15,-3 0-48-15,12-5-59 0,-2-3-68 0,4-2-230 16,4-1-467-16,-1-3 207 0</inkml:trace>
  <inkml:trace contextRef="#ctx0" brushRef="#br0" timeOffset="168883.76">17833 14055 45 0,'5'-4'177'0,"0"0"-13"15,4-3-13-15,0 5-7 0,5-2-11 0,-2 3-15 0,7 1-9 16,-3 0-13-16,6 1-3 0,-3 3-11 16,-1 3-3-16,1 0-13 0,-1 5-3 0,0-1-7 0,1 7-2 15,-2 2-7-15,-3 1-7 0,-3 2-9 0,-3 0 2 16,-3-3-1-16,-2 6-7 0,-5 1 5 0,0-2-3 0,-4-1-5 0,-3 0-2 15,-3 0 3-15,-2-3-4 0,-1-1 0 16,1-3-2-16,-2-2 2 0,4 1 0 0,-1-3-7 16,-1-2 5-16,2-3 4 0,3 1 1 0,-3-4-3 15,5 1 13-15,-1 0 5 16,3-3 9-16,0-1 21 0,0 3 21 0,1-4 25 16,3 3 29-16,1-4 16 0,0 0-15 0,0 0-12 15,-5-12-9-15,9 3-15 0,2-2-8 0,4-3-11 16,1-2-7-16,5-6-11 0,-1-1-6 0,6 1-11 15,-2-3-2-15,2 0-4 0,-1 3-10 0,-2 0-4 16,1 0 6-16,1-1-8 0,-7 8-6 0,0 0-4 16,1 1-1-16,-5 2-1 0,1 4-5 0,-5 2-6 15,-1 0 6-15,0 1 3 0,1 1-15 0,-4 1 5 16,2-2-13-16,1 4-3 0,-4 1-16 0,5-1-4 0,-5 1 1 0,0 0 4 16,-5 13-3-16,1-4 4 0,-1 3 3 0,-3 5 4 15,-1 0 3-15,-1 1-5 0,2 1 8 0,3-1-5 16,-1 7 6-16,0 1-7 0,4-8 5 0,4 0 3 15,2 2-3-15,4-2 9 0,1-1-1 0,14 3 1 16,0-3-4-16,5-2-11 0,4-5-24 0,3-2-30 16,3-1-40-16,13-1-50 0,-14-2-51 0,-1-5-93 0,1-2-183 0,0 1-526 15,-4-2 232-15</inkml:trace>
  <inkml:trace contextRef="#ctx0" brushRef="#br0" timeOffset="169184.53">18702 14304 298 0,'-3'-4'305'16,"3"4"-23"-16,0 0-25 0,-2-4-25 0,2 4-30 15,0 0-18-15,-3-2-21 0,3 2-17 0,0 0-16 16,0 0-16-16,0 0-12 0,0 0-6 0,0 0-11 15,0 17-8-15,0-10-8 0,1 3-4 0,-1-1-6 0,0 1-7 16,0 2-4-16,-1-2-5 0,4 5-3 16,-3-3-3-16,0-1-2 0,1 2-5 0,-1-3-3 15,-1 1-1-15,-1 0-6 0,2 0-8 0,0 0-8 16,2-5-30-16,-5 2-9 0,2 1-18 0,-2-2-43 16,1-2-41-16,-4 0-62 15,-1-1-250-15,3-4-487 0,4 0 215 0</inkml:trace>
  <inkml:trace contextRef="#ctx0" brushRef="#br0" timeOffset="169359.33">18626 14127 126 0,'-5'-10'365'0,"4"-2"2"0,0 3-12 0,-2 2-37 16,3 2-30-16,-1 0-28 0,1-1-37 0,-3 2-14 15,3 4-23-15,3-3-63 0,-3 3-30 16,0 0-42-16,0 0-48 0,11 5-69 0,-7 1-90 0,4 2-302 15,-3 0-496-15,-4-1 220 0</inkml:trace>
  <inkml:trace contextRef="#ctx0" brushRef="#br0" timeOffset="172253.42">15894 16011 88 0,'0'-6'97'0,"0"1"-7"0,0-1 9 0,-1-2-6 15,0 3-6-15,-2-3 3 0,2 1-10 0,1 3-1 16,-1-4-6-16,0 1-1 0,-2 1-7 0,2-1 6 15,1 3-8-15,0 4-2 0,0-10-2 0,-3 6-5 16,3 4 1-16,-1-5-12 0,1 5-6 0,0 0-1 0,0-6-6 16,0 6-12-16,0 0-5 0,0 0 8 0,0 0-9 15,-12 26 5-15,10-7-4 0,-7 12-1 0,4 17 1 16,-3 4 10-16,-1 32-8 0,-1-5 0 0,2 6 4 16,3-4-1-16,5 3 0 0,0-24 19 0,1 24-2 15,3-25-2-15,5 31-2 0,1-31-7 0,6 19 1 16,-6-19-2-16,7-2-29 15,-6-1-5-15,2 0 5 0,-5-5 3 0,-1 0 3 16,-5-18-10-16,-2 1 8 0,-3-7-4 0,-2-1 3 16,0-6 2-16,-1-2 3 0,-1-2 27 0,-3-2-1 15,-2-2-1-15,-3 0-1 0,2-9-2 0,-5 3 1 16,0-1 2-16,-5-5-1 0,-5 1 9 0,0-2 16 16,6-1 3-16,0-1 3 0,2 2 7 0,1-2 1 0,4-1-6 15,1 3-3-15,2 1-8 0,3-2-1 0,9 2-8 16,-13-3-5-16,13 3-2 0,-6-2-9 0,6 2 5 15,-8-1-28-15,8 1-11 0,0 0-4 0,0 0-25 16,0 0-20-16,0 0-48 0,0 0-81 0,0 0-210 16,0 0-432-16,31 1 191 0</inkml:trace>
  <inkml:trace contextRef="#ctx0" brushRef="#br0" timeOffset="172791.28">15413 17847 36 0,'0'0'110'0,"0"0"-6"0,0 0-5 16,0 0-4-16,0 0 4 0,0 0 5 0,0 0 2 15,25-3-7-15,-6 0-9 0,10 1-8 0,3-3-11 0,3 1-4 0,6-2-11 16,-4 2-3-16,3 1-6 0,-1 1-3 0,-2-2 3 15,-2 2-9-15,-3 1-1 0,-4-2 1 0,-10 3-9 16,1 0-3-16,-5 0-8 0,-4 1-3 16,-1-2-1-16,-9 1 3 0,14 1-3 0,-14-1 3 15,8 0-12-15,-8 0-2 0,6 2-2 0,-6-2-27 0,0 0-41 16,0 0-58-16,0 0-120 0,-16 9-263 0,10-6 117 0</inkml:trace>
  <inkml:trace contextRef="#ctx0" brushRef="#br0" timeOffset="173508.05">16416 17977 2 0,'0'0'135'0,"0"0"3"0,0 0 14 0,0 0 15 0,0 0-8 16,0 0-16-16,0 0-7 0,2-14-10 0,0 4-9 15,0 2-3-15,-1-4-8 0,-1 0-19 0,0 0-2 16,3-1-3-16,-3-4-6 0,0 3-2 0,0 2 4 16,1 0 4-16,-2 2-5 0,1 3-9 0,0 1-2 15,0 6-11-15,-3-9-6 0,3 9-2 16,-3-7-9-16,3 7-4 0,-9-1-5 0,9 1-3 0,-25 14-6 0,5-5-1 31,-6 7-2-31,1 2 3 0,-7 1-6 0,-8 10 0 16,14-7 2-16,-4 0-10 0,-10 5 0 0,1 2 3 0,11-10 2 0,-2 2-6 0,2-3 1 0,5-1-3 15,-2-4 4-15,9-3-2 0,5-4-3 16,11-6 4-16,-18 9 2 0,18-9 3 0,0 0 16 16,-17 10 21-16,12-10 11 15,5 0-12-15,0 0 0 0,-4-14-2 0,7 8-4 16,2-5-13-16,2-6 7 16,0 0-3-16,3 5-4 0,-2-3-9 0,2 3 4 0,-2 5-3 0,2-3-11 15,-1 4 3-15,-1 1-4 0,-2 2 0 0,3-1-6 16,5 4 1-16,4 1 0 0,0 4-3 0,1 2-3 15,8 5 6-15,4 1-7 0,-5 1-6 0,5 3-22 16,1 0-31-16,1-2-56 0,3-1-52 0,-3-4-312 0,3 1-524 16,-1-6 232-16</inkml:trace>
  <inkml:trace contextRef="#ctx0" brushRef="#br0" timeOffset="174710.34">16435 15865 39 0,'0'0'110'0,"0"0"-7"0,0 0-18 0,0 0 8 0,0 0-8 15,0 0-6-15,0 0-6 0,0 0 0 0,0 0-15 16,0 0-1-16,0 0-3 0,0 0 5 0,0 0-2 15,0-6 0-15,0 6-5 0,0 0 2 0,0 0-1 16,0 0-6-16,0 0 3 0,0 0-11 0,-9-4-5 16,9 4 0-16,-6-1-4 0,3-3 18 0,3 4-1 15,-8-2-5-15,2-1-2 0,0 2 2 0,2-3 0 0,1-3-3 0,-3 2 7 16,1-4-6-16,0 1-2 0,-2-3 0 16,3 2-7-16,2-4 1 15,-2 2-3-15,3-1-3 0,-1 1 0 0,0 0 1 0,1 3-7 0,-1 0 0 16,1-1-5-16,-1 3 0 0,0 2 0 0,1-2-2 0,1 2-4 15,0 4 0-15,-3-7-4 0,3 7-8 0,0 0 5 16,0 0 1-16,-12 9-5 0,3-1-1 0,-5 3 1 0,-8 7-2 16,0 1 2-16,-5 3 2 0,-1-2 2 0,-1 4-6 15,-12 5 3-15,-1-1 0 0,10-9 0 0,1 1 1 16,-1-3 1-16,0-1-1 0,3-1 0 0,1-5-4 16,1 2 4-16,10-7 3 0,-2-1-1 0,6 0 4 15,-1-1 25-15,4-3 15 0,1 1 32 0,0-2 4 16,4-2 5-16,0-2 0 15,1 0-11-15,2-4-9 0,4-1-4 16,-2 0-6-16,5-2-9 0,3-3-1 0,2-1-4 16,0 1-10-16,3 3-1 0,-3 2-3 0,1 0-5 15,-1 3-2-15,0 2-5 0,2 0-3 0,-2 3-3 0,2 2-3 16,3 1-2-16,2 3 1 0,2 3-3 0,6 4 0 16,3 4-1-16,0 0 5 0,2 5-8 0,2-2-9 15,12 10-21-15,-3 0-24 0,0 1-46 0,1-2-57 0,-1 2-95 16,-8-11-191-16,1 1-479 0,0-4 213 0</inkml:trace>
  <inkml:trace contextRef="#ctx0" brushRef="#br0" timeOffset="175628.45">17089 16424 54 0,'-9'-5'151'0,"-3"-2"-16"0,-1 4 5 15,-5 0-17-15,0 2-11 0,-3 3-10 0,4 1-6 16,-4 2-6-16,2 1-10 0,-1 4-11 0,4-1-5 16,-3 4-8-16,6 0-7 0,-1 2-1 0,5-1-8 15,0 2-5-15,-1-1-1 0,6 1-4 16,3-1 3-16,1-1-11 0,5-4 3 0,5 7-4 15,-1-8-6-15,5 1 2 0,4-3 1 0,0-2-7 0,3-2 0 0,-1-3-7 16,2 0-3-16,-3-3-3 0,-1-4-4 0,0 0 0 16,-4-3 5-1,-3-2-4-15,3-2 4 0,-5 1-2 0,1-1 8 16,-2-3 3-16,-2 2 5 0,-2-1 8 0,0-1-2 0,0 1 0 16,1 7 18-16,-4-4 9 0,-1 7-2 0,0-1-1 0,0 0-4 15,0 2-9-15,0 5-8 0,0-5-5 16,0 5-2-16,0 0-6 0,0 0 5 0,-5 20-7 15,4-3 1-15,-3 9 0 0,4 0 3 0,0 4-6 16,-1 4 0-16,2 1-4 0,-2 13 1 0,2-2-4 16,-1 3 8-16,0 0-8 0,4 1 5 0,2-1 5 15,-2 2 0-15,4-1-33 0,-4-4-1 0,2 3 12 0,4-1-3 0,-6-12 0 16,4 9-1-16,-7-12 36 0,4-2-1 0,-5-2-6 16,0-2 8-16,0-8-12 0,-2-2 1 15,-5-1-2-15,5-3 1 16,-5-1 3-16,-3-3-5 0,1-1-2 0,-4-3 0 0,-6-1 3 0,0-1 1 0,0-3-2 15,0-4 6-15,-2-1-3 0,2-2-4 0,-6-3 10 16,0-5-7 0,1 1 10-16,2-3 5 0,0 0 6 0,3-3 5 15,7-4-3-15,0-1-3 0,4-5-1 0,5 1-3 16,5 0-4-16,3-1 0 0,4 1-1 0,5-3-5 16,5 5 5-16,7-2-10 0,0 2 5 0,13-7 1 15,-1 1-2-15,-9 12 0 0,3 3-3 0,-2 1 2 16,-2 6-6-16,-1-1-1 0,0 3-1 0,-10 3 1 15,0 0-1-15,-5-1 0 0,-1 3 3 0,-2 0-9 0,-2 2-4 0,-1-3-1 16,-6 5-5-16,0 0-27 0,0 0-27 0,0 0-28 16,0 0-27-16,0 0-40 0,-24-6-184 0,24 6-375 15,-22-1 167-15</inkml:trace>
  <inkml:trace contextRef="#ctx0" brushRef="#br0" timeOffset="176183.41">17627 16599 5 0,'7'9'85'0,"-1"2"-1"0,-2 1-8 16,0 1 1-16,-2-2 2 0,-2 2-19 16,-1 3 8-16,0-1-10 0,-4 2 0 0,-1-2-8 15,-1-2-7-15,-3 3 18 0,1-3-13 0,-2 1-2 16,0-3 0-16,2-3 6 0,-3-2-1 0,6 2 11 0,-4-1 5 15,2-4 8-15,3 1 17 0,-2-1 15 0,1 0 18 16,1-3 12 0,1 2-3-16,4-2-12 0,-5-5-10 0,5 1-12 15,1-6-14-15,3 2-2 0,1-4-13 0,8-4-6 16,-4 1-8-16,1-2-7 0,4 0-2 0,3-2-4 16,0 4-4-16,-5 1-5 0,2 2-3 0,-2 0-3 15,-2 2-5-15,-2 4-3 0,-2 0-3 0,-1 0 1 16,1 2-8-16,-1 2 0 0,0-1-6 0,-5 3-4 15,0 0 2-15,10 3-5 0,-8 2 7 0,0-2-7 0,0 5-2 0,0-2 3 16,1 5-3-16,-1-1 2 0,-2 3-1 0,2 0 3 16,0 5 1-16,1-1-1 0,1-1 0 15,-1 1 0-15,1-2-8 0,-1 1-3 0,1-5-12 16,0 1-7-16,0-2-16 0,2-3-17 0,-1 2-26 16,-1-3-42-16,4-2-44 0,-4-1-216 0,-4-3-425 15,11-2 188-15</inkml:trace>
  <inkml:trace contextRef="#ctx0" brushRef="#br0" timeOffset="176399.43">17901 16546 64 0,'0'0'173'0,"0"0"-22"15,0 0-8-15,0 0-9 0,10 10-3 0,-5 0-11 16,0 0-1-16,3 7-3 0,-6 2-9 0,7 6-3 15,-4 1-11-15,-1 3-8 0,0-2-7 0,-3 4-7 16,-1-2-9-16,-1 7-3 0,-3-5 0 0,-3 1-9 16,-4 0-7-16,-3-1-3 0,1-2-12 0,-3-3 1 15,-5-3-12-15,-2-2-52 0,-3-4-52 0,0-1-42 0,-1-2-176 0,3-7-329 16,-5 0 146-16</inkml:trace>
  <inkml:trace contextRef="#ctx0" brushRef="#br0" timeOffset="176699.78">17352 16366 97 0,'-19'18'159'0,"0"5"-16"0,1 6-5 0,-5 14-8 16,0-2-6-16,4 5-9 0,2 0-10 0,5 0-8 15,2 2-10-15,6-1-2 0,5 0-10 0,8-12-7 16,6 9-7-16,3-11-5 0,10 9-2 0,10-9-1 16,6-2-11-16,3-6-2 0,2-3-18 0,3-10-56 15,-1-3-87 1,-15-9-145-16,4 1-289 0,-1-7 128 0</inkml:trace>
  <inkml:trace contextRef="#ctx0" brushRef="#br0" timeOffset="177586.05">17530 16466 39 0,'0'0'134'15,"10"-4"-9"-15,-10 4-10 0,13 3-16 0,-13-3 0 16,19 4-4-16,-11 0-5 0,1 4-3 0,1 0-10 16,2 6 7-16,-2-1-8 0,1 4-3 0,-2 1 1 15,0-1-7-15,3 8 0 0,-6-6-5 0,1 6-6 16,-5 1-14-16,4-2 3 0,-6-5-3 0,0 1-4 16,0-2-3-16,-5 3-4 0,3 3 2 0,-3-7-5 0,-2 0-3 15,1-3 0-15,-3 1 4 0,3-4-4 0,-1-1 0 0,-2 0-7 16,3-3 7-1,2-2-1-15,0 1 4 0,-1-2 13 0,4-1 14 16,1-3 23-16,-5 4 21 0,5-4 16 0,0 0-1 16,0 0-4-16,0 0-3 0,-9-10-12 0,10 2-11 15,0-2-12-15,2-3-2 0,2-4-8 0,0-2-7 16,7-4-6-16,-2-2-4 0,0 0-5 0,4-3-2 16,-3 3-9-16,1 1 0 0,1 0-5 0,-2 0 1 15,0 2-7-15,-1 5-3 0,-4 0 0 0,3 2-3 16,-5 4 5-16,2 2-8 0,-2 0 2 0,0 2-1 15,-1 2-1-15,-1 0-6 0,-2 5 1 0,5-8-2 16,-5 8-6-16,0 0-6 0,0 0 2 0,0 0-1 0,0 0 1 16,0 0 2-16,-10 21 2 0,3-7-6 0,1 5 3 15,1-4-1-15,0 10-1 0,-3-2 3 0,3-3-4 16,1 5 6-16,-1-6-2 0,7 2 2 0,3 4-3 16,0-2 3-16,6 2 1 0,-3-8 2 0,7-1 0 15,8 2-2-15,-1-2-34 0,2-4-43 0,3 0-62 16,2-2-110-16,0-5-241 0,-1-4-534 0,-5-1 237 15</inkml:trace>
  <inkml:trace contextRef="#ctx0" brushRef="#br0" timeOffset="183558.3">18312 14115 25 0,'-8'-3'81'0,"2"2"-10"16,-2 0-2-16,-1 1-8 0,3-2-4 0,6 2-3 16,-14 0-8-16,8 2-12 0,-1-1 0 0,2 0-3 15,-1 0-7-15,-1 3-5 0,0-2 10 0,0 2-14 16,2 1 5-16,-4 3 0 0,3 0 3 0,-2 2-10 0,-1 2 1 0,1 2 6 15,0 3-12 1,1-2 2-16,3 3 2 0,3-1 3 0,1 1-7 0,0-3 6 0,3 2 9 0,3-5 1 16,-1 0 5-16,4 0 6 0,0-4-5 0,5-2 7 15,3 1-6-15,-1-3 6 0,4-3-5 0,0-1 7 16,2-4-8-16,3-4-6 0,1 1-1 0,-8-3-1 16,7-4 5-1,-11 2-2-15,0-2 9 0,-1-1 1 0,-1-5-6 16,-5 3 2-16,2-7-1 0,-5 5-3 0,-4-1-9 15,0 2 3-15,0-2 1 0,-4 2-4 0,-2 1-6 16,-3-1 0-16,0 1 3 0,-4 2-3 0,-2 2-1 16,-2 4 1-16,-5 0-5 0,1 4 3 0,-7 1-3 15,-3 1 0-15,-1 6 1 0,4 1-8 0,-4 2 5 16,1 2 0-16,3 7-2 0,-1-1-4 0,1 6 5 0,2 2-8 0,3-1 0 16,4 4 4-16,5 1 6 0,0 1-14 0,6-3 5 15,7 4 8-15,3-3-7 0,6-2 1 0,9 0 7 16,7-4-3-16,3-2-13 0,9-2 10 0,16 1 7 15,3-4-5-15,3-7 0 0,-2-4-3 0,2-1 3 16,0-5-1-16,-2-2-2 0,-19-3 10 0,2 0-7 16,-1-2 1-16,-4-1-1 0,-2-3 0 0,-5 2-3 0,-4-3 8 0,-5-3-8 15,-6 4 0-15,-2-1 2 0,-5-3-1 0,-3-6-1 16,-2 6 0-16,-5-3 0 0,-2-2 7 16,-2 8-8-16,-5-3-3 15,-3 6 7-15,2 0-5 0,-2 1 5 16,-2 5-8-16,-3 7 3 0,-6-4-2 0,-3 7 1 0,3 2 0 15,-1 7 0-15,-3 2 0 0,0 8 6 0,1 1-6 16,-6 9 2-16,2 3 2 0,4 2-4 0,10-3 4 16,4-1-4-16,5 2 4 0,3-1-2 0,4 0-1 0,8 0 1 15,7-4 1-15,4-1 2 0,6-2-5 0,7-5-2 0,5-2 5 0,5-5-5 16,14 0 0-16,-14-10-7 0,17-3-1 0,-14-2-2 16,13-7 3-16,-14-1 1 0,-4-1 2 0,-1-1-2 15,-4-7 7-15,-3-1-3 0,-4 1 2 16,-7-2 4-16,-5 3 1 0,-2-6-1 0,-5 4 2 15,-3-7-5-15,-5 2-1 0,-5-1 0 0,0 1 0 16,-6-2 4-16,-3 5-1 0,-2 0 8 0,-5 0-12 16,0 6 6-16,-5 1 3 0,1 4 2 0,-3 1-7 15,-2 2 0-15,0 6 3 0,-3 1-13 0,3 3 10 16,-2 2 7-16,0-1-5 0,3 4 3 0,1 0-5 16,3 3 3-16,2-2-2 15,1 4 1-15,10-5-3 0,-1 2 7 0,8-4-2 16,4 5 0-16,0-3-7 0,2 2 5 0,7-5 3 15,1 2-2-15,6-2 7 0,4-1-9 0,4 0 2 16,3-4 0-16,-1-1 3 0,9-3-1 0,-8 1 3 0,-2-4-4 16,-1 2-2-16,-2-3 3 0,-2-2 2 15,-6-3-6-15,3 2 2 0,-5-5 1 0,0 0 1 16,-7-1-1-16,-2-1 0 0,1 1-5 0,-5-2 6 0,-2 1-1 0,-5-6-4 16,0 3-7-16,-2 1 15 0,-4-3-3 15,2 5 5-15,-4-1-7 0,-2 3-3 0,-1 2 4 16,0 1-5-16,-1 5 6 0,-6 3-8 0,4 1 5 15,-1 3 2-15,0 1-5 0,-3 7 3 0,2-2-1 0,0 8 3 16,-1-1-3-16,1 7 2 0,1 3-3 0,2 0 3 16,3 6 2-16,-1 1-3 0,5 0 2 0,6-1-2 0,3 0 1 15,3-1-4-15,7 0 6 0,5-8-2 0,7 8 4 16,7-6-5-16,4-2 0 0,7-1 0 0,4-3-3 0,4-5 4 16,18 1 5-16,-4-5-15 0,-12-6 13 15,0 0 1-15,1-4-2 0,-3-4 1 0,-5-1-4 16,-2-1-1-16,-3-2-1 0,-6-2 4 0,0-3-3 15,-8 1 2-15,1-7-1 16,-7 4 3-16,3-3-5 0,-6-4 8 0,-1 1-8 16,-5-2 2-16,-3-1 5 0,2 4-2 0,-6 4 1 15,4 1-1-15,-5 0-2 0,0 2 1 0,-1 5 3 16,-3 2-4-16,3 3 2 0,-4 2-4 0,-3 2 2 16,-2 3-7-16,1 5 6 0,2 1 0 0,-3 2-6 15,3 5 6-15,-4 5-4 0,2 3-5 0,1 3 13 16,6 3-6-16,-1 2 2 0,3-1-3 0,3 4 0 0,2-3 6 0,9-1-3 15,0 1 0-15,8-4 0 0,5-1 2 0,-1-1-2 16,6-6 0-16,1-2 3 0,3-2-4 0,2-6 8 16,-1 2-9-16,0-6 1 0,0-3-3 0,-8-1 6 15,0-2-2-15,-2-7 0 0,0 2 3 0,-3-4-3 16,-3-1 5-16,-1-4-7 0,-1 1 2 0,-6-2-4 16,1-2 8-1,-5 1 0-15,0-8-3 0,-4 9-1 0,-1-1-7 16,-3 0 12-16,0 4-8 0,-4 2 4 0,0 2-6 15,-4 4 4-15,0 1 1 0,-4 5-3 0,0 3-4 0,-2 3 7 16,-5 6-3-16,1 3 9 0,1 2-4 16,1 4-8-16,0 1 2 0,3 4 1 0,5-2 5 15,2 2-9-15,2-1 11 0,8 1-5 0,4 0 5 16,4-5-3-16,4-3 1 0,11 1 0 0,4 0 3 0,6-7-5 0,4-4 5 16,3-4-2-16,4-3-3 0,0-3-2 0,-1-4 7 15,11-5-2-15,-14 0 3 0,-2 1-8 0,-6-5-3 16,-3 0 8-16,-9 2 0 0,-2-3 5 0,-2 1-5 15,-4-2 3-15,-5 2-1 0,-1-1 7 0,-2 2-2 0,-5-2-4 16,-2 3 4-16,1 6-2 0,-4-2-11 0,-2 4 16 16,-4-2-9-16,0 4 4 0,2 1 2 0,-4 3-13 0,0 0 5 15,5 4 7-15,2-1-18 0,-1 4-17 0,2-2-27 16,6-2-34-16,-1 3-56 0,4-2-107 0,1-4-270 16,8 5 120-16</inkml:trace>
  <inkml:trace contextRef="#ctx0" brushRef="#br0" timeOffset="184057.81">19535 13609 16 0,'-4'-9'173'0,"2"4"-24"0,-1-2 8 0,3 2-11 16,-4-1-9 0,4 0-9-16,0 6-16 0,0-5-10 0,-1 2-10 0,1 3-7 15,-3-5-11-15,3 5-10 0,0 0-7 0,-1-4-6 16,1 4-4-16,0 0-9 0,0 0 1 0,-5 10-9 15,1 2-2-15,-5 4 2 0,4 3 3 0,-3 11-10 0,-6 13 0 16,5 8-2-16,-1 5 9 0,-4 3-1 0,1 25 1 16,8-24-3-16,0 23 1 0,0-28-5 0,5 1-4 15,6-3-3-15,-1-2-3 0,5 0-5 0,-1-1 8 16,-1-15-4-16,3-2-1 0,0 1 0 0,-1-4 1 16,-1-2-2-16,-4-6 0 0,-1-2-1 0,0-6-1 0,1-2-1 15,-5-3 3-15,1 2-2 0,-1-5 13 0,0-1 14 16,3 1 18-16,-6-5 2 0,3-1-7 0,-6 3-3 15,-2-3-6-15,8 0-3 0,-19-3-6 0,9-1 0 16,-3-1-4-16,2 0-2 0,-1 0-3 0,-1-1-3 16,-3 0-2-16,6 1-1 15,-2 1-2-15,2-1-2 0,0 3-14 0,1-1-41 16,0 1-26-16,1-1-22 0,2 0-34 16,-2 1-44-16,3-2-203 0,1-1-402 0,4 2 178 15</inkml:trace>
  <inkml:trace contextRef="#ctx0" brushRef="#br0" timeOffset="184411.97">19300 14209 133 0,'-13'0'142'0,"13"0"-6"15,0 0-19-15,0 0-7 0,0 0 1 0,0 0-13 16,28 0-7-16,-11 0-11 0,6-2-9 0,6 0-6 16,4-3 0-16,6 0-15 15,-1 2 9-15,17-6 9 0,-3 1-4 0,-13 1-1 16,-1 2-8-16,-6 0-9 0,-1 1 0 0,-11 1-4 15,-1-1 1-15,-7 3-7 0,-2-1 0 0,-1 2 1 16,-3-3-4-16,-2 3-4 0,-4 0-2 0,0 0-6 16,0 0-2-16,0 0-3 0,-27-1-8 0,14 3 1 0,-4 1-22 15,1-1-32-15,0 2-25 0,3-1-28 0,0 0-36 16,0-1-144-16,2 1-301 0,5-1 133 0</inkml:trace>
  <inkml:trace contextRef="#ctx0" brushRef="#br0" timeOffset="184944.73">19963 13961 121 0,'13'-3'163'16,"1"0"-11"-16,3 1-12 0,0 1-13 0,-4 1-10 0,6 5-12 0,-3-1-16 16,0 4 3-16,-3 0-16 0,2 2-8 0,-7 0-6 15,2 4 2-15,-4 1-10 0,1 6-11 0,-6-4 0 16,2 8-6-16,-10-6 3 0,0 6-7 0,-5-2-2 16,-1 1-5-16,-4 0-2 0,-2-3 6 0,-1 0-8 15,0-4-3-15,3-3-4 0,1-2-2 0,-1-1 4 16,4-3-4-16,-2 0 4 0,5-3 1 0,-1 0 4 0,5-1 3 0,-1-1 22 15,1-2 18-15,2 2 29 0,4-3 20 0,-5 3 30 16,5-3-24-16,0 0-12 0,0 0-7 0,4-12-7 16,4 4-17-16,3-4-2 0,2-2-13 0,6-5-5 15,7-2-2-15,-6-2-9 0,6-2-3 0,-1-1-7 16,-2 0 2-16,1 2-7 0,-2-1 5 0,0 1-8 16,-4 0-7-16,0 4 1 15,-6 5-4-15,1 1-1 0,-6 3 1 0,-1 3 2 16,1-1 0-16,-4 4-6 15,1 0 0-15,-1 1-4 0,-2 1-6 0,0 1-10 16,-1 2 3-16,0 0-3 0,0 0 2 0,-6 11-3 0,1-3 2 16,-3 3 0-16,1 4 0 0,-4 0-2 15,6 3 2-15,-5 0-2 0,6 8-1 0,-1-1 3 16,5-6-3-16,0 1 2 0,5 4 0 0,7 0 1 0,-2-7-1 0,5 5-7 0,3-4-14 16,4-1-27-16,2-6-31 0,3 1-51 0,-1-2-57 0,0-4-88 15,-4-3-165-15,-4-2-483 0,2-1 213 0</inkml:trace>
  <inkml:trace contextRef="#ctx0" brushRef="#br0" timeOffset="185260.45">20537 14108 212 0,'0'0'268'0,"-4"-3"-22"0,4 3-26 0,-3-3-20 0,3 3-23 0,0 0-20 16,0 0-12-16,0 0-22 0,0 0-10 0,0 0-15 15,0 0-7-15,-1 9-8 0,1-2-9 0,1 0-4 16,-1 4-9-16,3-1-6 0,-3 2-4 0,1 0-1 16,4 1-10-16,-5 4-4 0,2-8-4 0,0 5-2 15,1 1-3-15,-1-1-4 0,2-4 0 0,-3 1 0 16,2 0-2-16,-2-4-4 0,-1 2-4 0,2-2 0 0,0-2-8 0,-1-1-1 15,-1 1-1-15,3-1-5 0,-3-1-2 0,0-3-25 16,0 0-63-16,0 0-83 0,0 0-242 0,0 0-452 16,-12-12 200-16</inkml:trace>
  <inkml:trace contextRef="#ctx0" brushRef="#br0" timeOffset="185414.62">20588 13943 76 0,'0'-5'285'0,"-3"2"-27"0,2-3-24 0,1 6-22 16,0-3-15-16,0 3-29 0,0-7-17 0,0 7-16 15,0 0-14-15,5-2-22 0,-5 2-21 16,9 1-38-16,-9-1-39 0,10 8-50 0,-6-5-67 0,0 3-199 0,1-2-342 16,-1 1 151-16</inkml:trace>
  <inkml:trace contextRef="#ctx0" brushRef="#br0" timeOffset="185685.64">20777 13808 65 0,'0'0'221'0,"1"-3"-13"16,-1 3-23-16,10 0-13 0,-10 0-10 0,17 6-14 15,-4 3-10-15,1 4-7 0,5 5-10 0,-2 6-3 16,-2 3-5-16,-3 6-8 0,0 12-9 16,-4 3-5-16,-7-1-9 0,-2 5-6 0,-7-5-8 0,-6 0-10 15,-1 0-3-15,-7-4-5 0,-2-2-7 0,-3-2 2 16,-5 0-9-16,-2-3-6 0,-3-2-6 0,-3-4-21 16,-3-2-37-16,0-2-41 0,11-6-50 0,2-5-55 15,-7-1-192-15,0-2-403 0,2-3 178 0</inkml:trace>
  <inkml:trace contextRef="#ctx0" brushRef="#br0" timeOffset="186278.94">19917 13644 144 0,'0'-3'136'0,"0"3"-19"0,0 0-6 16,0 0-11-16,0 0 0 0,-13 12-9 0,8-3-4 15,-4 6-3-15,-2 8-15 0,-3 3 4 0,0 9 0 16,-7 12-8-1,-1 6-1-15,-2 2 1 0,-4 21-9 0,6-21-8 16,8-1 0-16,0 1-3 0,7 5 0 0,5-9-10 16,4-2 6-16,5-3 3 0,8-3 6 0,9 1 9 15,-1-15-3-15,14 9-7 0,7 0 0 0,7-5-12 0,2-1-22 16,-1-4-67-16,2-7-102 0,-5-3-155 0,3-4-334 16,-19-9 148-16</inkml:trace>
  <inkml:trace contextRef="#ctx0" brushRef="#br0" timeOffset="188104.24">18887 16194 137 0,'-2'-12'150'0,"2"-1"1"0,-2 4-11 0,2-1 8 16,-1 3-10-16,1 0-4 0,-1 0-16 16,-2 1-4-16,3 2-11 0,-1-2-13 0,1 6-7 15,-3-6-13-15,3 6-9 16,0 0-5-16,0 0-2 0,-11 26-8 0,6-9-5 16,-3 12 0-16,-1 5-7 0,-4 15-7 0,4 4 3 15,4 2-4-15,0-1 23 0,5 1-10 0,0 0 2 16,5-5-10-16,4 0 2 0,-4 0-8 0,8-1-1 15,-3-16-3-15,7 16-2 0,-7-15 0 0,10 12 2 16,-10-12-7-16,1-1 2 0,-1-4-31 0,-2-1 6 16,1-4 0-16,-4-7 4 0,-2-5-7 0,2-1 10 15,-3-3-7-15,-1 1 6 0,1-3 1 0,-1-1 4 0,-1-1 3 0,0 1 7 16,0-5-3-16,-11 3-1 0,3-2-1 0,-2-1 3 16,-3-1-7-16,0 1 2 0,-6-3-1 0,6 0 2 15,3 1-2-15,-3-2-1 0,4 1 3 16,0 1-2-16,0-1 0 0,4-4-14 0,-4 5-58 15,4-3-79-15,0-3-211 0,-1 1-388 0,4-2 173 16</inkml:trace>
  <inkml:trace contextRef="#ctx0" brushRef="#br0" timeOffset="188467.79">18630 16665 102 0,'0'0'133'0,"0"0"-15"16,0 0-11-16,0 0-7 0,0 0-10 15,0 0-5-15,0 0-11 0,58-3-2 0,-30 2-14 16,5-4-1-16,5-1-1 0,16 0-3 0,-1-2 3 0,-15 1-14 16,12 0 8-16,-13 2-11 0,-3 3-4 0,-2-2-6 15,-10 1 1-15,-3 2 0 0,-1 0-5 0,-7 0-5 16,-3-1-3 0,-8 2-2-16,0 0-1 0,14 0-1 0,-14 0-7 15,0 0 2-15,0 0 0 0,0 0-12 0,0 0-3 16,-39 7-22-16,26-5-29 0,1 1-23 0,1-2-28 15,-2 0-100-15,0 1-227 0,13-2 100 0</inkml:trace>
  <inkml:trace contextRef="#ctx0" brushRef="#br0" timeOffset="188986.45">19512 16439 16 0,'0'0'115'0,"19"4"-5"0,-6 1-20 0,-2-3-2 15,2 6-10-15,0 3-4 0,-4-1-14 16,5-1 0-16,-4 4-14 0,-1 2 10 0,-1-1-2 15,-6 2 0-15,1-1-3 0,-3-3 9 0,-1 5-16 0,-1 1-3 16,-4-2-4-16,-4 1-3 0,-1 0 7 0,2-3-11 16,-3 1 3-16,-2-5-2 0,0 0-2 0,0 1 4 15,2-5-10-15,2 3-1 0,2-6 6 0,0 1 8 0,2-1 9 16,1-1 26-16,0 3 23 0,5-5 19 0,-8 1 18 16,8-1-5-16,0 0-14 0,0 0-11 0,-5-10-9 15,9 2-10-15,5-3-8 0,1-2-8 0,4-1-6 16,-1-1-8-16,5 1-6 0,0-4-4 0,2-1-3 15,-3 6-7-15,-4 0-1 0,1 3-4 0,-2-2-6 16,-1 5 0-16,0 1-2 0,-2 2-3 0,0-1-5 16,2 1 1-16,-3 3-6 0,0-1-3 0,-8 2 1 0,10 2-3 15,-4-2 2-15,2 2-2 0,-4 3-2 16,1 0-3-16,-1 2 3 16,0 1 1-16,2 2-2 0,-3 1 0 0,-1 2 0 15,1-4 10-15,1 4-8 0,-3-1-9 0,2 0-11 16,-3-1-8-16,1 1-17 0,1 0-15 0,1-3-26 15,1 2-28-15,-3-5-22 0,0 1-40 0,2-2-48 16,-2-3-131-16,6 1-384 0,-7-3 171 0</inkml:trace>
  <inkml:trace contextRef="#ctx0" brushRef="#br0" timeOffset="189271.44">19995 16404 123 0,'0'0'207'0,"1"-7"-23"16,-1 7-16-16,4-7-18 0,3 7-11 16,-7 0-10-16,12 0-15 0,-12 0-6 0,17 7-12 15,-7-2 0-15,2 2-7 0,-1 4-7 0,3 2-2 16,0 9-11-16,-7-6-3 0,5 9-1 0,-8-1-9 15,0 3-3-15,-3 2-1 0,-2-2-10 0,-3 4 0 0,-6-2-11 0,-1 3 0 16,-4-4-5-16,-5 1 0 0,1 0-11 0,-3-4 2 16,-4-1-40-16,-3 0-49 0,2-7-42 0,-3 1-57 15,0-1-159-15,0-11-357 0,-1 5 158 0</inkml:trace>
  <inkml:trace contextRef="#ctx0" brushRef="#br0" timeOffset="189600.9">19328 16189 22 0,'-14'10'144'0,"0"4"-8"15,-7 7-8-15,2 5-15 0,1 3-3 0,-1 3-12 0,0 15-5 0,0 3-8 16,5-2-6-16,4-2-2 0,7-11-7 0,3-1 2 16,5 1-5-16,7-1-10 0,2 0 2 0,11 5-5 15,8-4-1-15,-3-11-2 0,17 5 0 0,-1-10-12 16,8-2-14-16,-1-1-19 0,9-7-57 0,3-7-85 15,1-2-115-15,25-1-271 0,-31-3 120 0</inkml:trace>
  <inkml:trace contextRef="#ctx0" brushRef="#br0" timeOffset="190239.31">20901 16450 135 0,'-6'-5'198'0,"2"1"-13"0,-3 1-22 0,0-2-14 16,-3 3-11-16,-3 2-14 0,-6-2-9 0,-1 6-8 16,1-1-10-16,-2 2-7 0,-5 3-4 0,0 3-11 0,6-2-3 15,0 1-8-15,3 2-4 0,-1 1-12 0,4 0 4 16,0 0-7-16,2 0-3 0,2 3-1 0,1-3-10 15,3 1 2-15,3-2-7 0,2 1-1 0,2-2-2 16,4 0 2-16,3 0-6 0,6 0 2 0,-5-4 1 16,9 1-2-16,-1-1-1 0,0-1 0 0,1-6-1 15,1 1 8-15,-1-3 8 0,-2-1 7 0,-2-1 17 0,-1-3 3 0,3 0 7 16,-6-5 6-16,2-4-5 0,-2 2 1 0,0-10-14 16,-2 0 1-16,1 0-11 0,-5-5-4 0,0 0-1 15,-4-3-6-15,1-2-5 0,-1 1 6 0,-1-3-12 16,-1 1-3-16,-3-3 0 0,0 8 5 15,0 1 9 1,1 5 3-16,-1 5 6 0,1 2 9 0,-1 5-1 16,1 1-8-16,-1 1-6 0,5 4-5 0,-4 2-7 0,3-2-17 15,1 6-4-15,0 0 2 0,0 0-1 0,-9 18-1 16,4-1-1-16,1 7-3 0,-1 5-1 0,1 2 3 16,4-1-1-16,0 8 5 0,2-4-1 0,0 12-5 15,4-10 4-15,-1-3-5 0,5 4 1 0,-3-5-10 16,6-1-12-16,-4-4-20 0,-1-1-21 0,-1-8-21 15,0-1-42-15,-5 0-25 0,2-5-21 0,1-3-40 0,-1 1-56 16,-4-5-168-16,0 1-471 0,3-3 208 0</inkml:trace>
  <inkml:trace contextRef="#ctx0" brushRef="#br0" timeOffset="190689.1">21093 16333 149 0,'11'-4'191'16,"2"4"-22"-16,-2 0-13 0,2 4-19 0,5 0-8 15,-3 5-7-15,-1 3-7 0,-2 0-12 0,-2 2-10 16,-1 2-11-16,-1 2-5 0,-3 0-8 0,0 8-3 16,-4-7-6-16,-1 6-4 0,-1-6-5 0,-4 2-3 0,-3-3-7 0,-1 6 2 15,0-7-9-15,3-2-1 0,-3 2 1 0,1-6-4 16,3-1 6-16,-5-1-4 0,2-1-3 15,5-3-3-15,-1 2 8 0,0-4 1 0,1 2 10 16,1-1 11-16,-3-4 23 0,5 0 41 0,-4 5 23 0,4-5 21 0,0 0 1 16,0 0-7-16,0 0-15 0,0 0-15 0,6-14-14 15,6 4-7-15,1-4-17 0,2-1-6 0,4-7-16 16,1 0 4-16,2-1-10 0,-1-1-12 0,-1-2 1 16,0-2-12-16,0 1 3 0,-4-2-8 0,-2 2-3 15,-1 4-5-15,-4 7-3 0,-1-2 3 0,-6 8-3 16,3 2-1-16,-3-3-4 0,0 7-8 0,1 0 13 15,-3 4-23-15,0 0 0 0,0 0-5 16,0 0-7-16,0 0 0 16,-26 22 7-16,17-6-4 0,-1 7 4 0,4 2-2 15,2 0-2-15,3 4 5 0,2-2-11 0,5 1-5 16,6-1-8-16,4 0-9 0,7-2-21 0,5-1-24 16,16 3-44-16,-9-11-62 0,18-3-102 15,-13-6-308-15,12 0-647 0,4-5 287 0</inkml:trace>
  <inkml:trace contextRef="#ctx0" brushRef="#br0" timeOffset="191810.34">22936 14057 138 0,'-6'-3'196'0,"6"3"-14"0,-2-3-20 16,2 3-16-16,0 0-11 0,0 0-19 0,0 0-9 0,-5-1-8 16,5 1-9-16,0 0-11 0,0 0-11 0,0 0-3 15,22 0-11-15,-9 0-1 16,9 0-4-16,6-3-6 0,3-1-1 0,2 1-4 0,5 0-4 0,13-1-5 15,-11-1-3-15,1 2-1 0,9-4-2 0,-13 3-3 0,-5 2-1 16,-3-1 1-16,-10 0-6 0,3 1-1 0,-9 2 1 16,0-3-3-16,-6 3-2 0,0 0 1 0,-1-1-2 15,-2 0-3-15,-4 1-13 0,0 0-1 0,0 0-13 0,0 0-21 16,-15 5-18-16,4-5-25 0,1 2-23 0,1-1-31 16,-1-1-138-16,0 0-300 0,2 0 133 0</inkml:trace>
  <inkml:trace contextRef="#ctx0" brushRef="#br0" timeOffset="192104.03">23507 13771 230 0,'-3'-4'220'0,"2"3"-19"16,1 1-16-16,-2-5-22 0,2 5-20 0,0 0-15 15,13-2-13-15,-3 4-14 0,2 1-6 0,6 1-12 16,-2 4-3-16,6 2-11 0,2 3-9 0,-5-2 0 16,6 4-8-16,-5 1-3 0,-3-2-8 0,-3 2-2 15,-1-3-7-15,-3 3-5 0,-1-2-3 0,-3 1 1 0,-1 2-6 16,-2-2 0-16,-4-3-4 0,-4 4-1 0,-2-1-2 16,-2-1-2-16,-2 1-1 0,-5-1 0 0,2-2-1 0,-2-2-6 15,-1 4 2-15,3-4-22 0,0 0-21 0,1-3-31 16,3 0-26-16,1-4-25 0,0 2-41 0,5-3-145 15,0-2-331-15,4 0 147 0</inkml:trace>
  <inkml:trace contextRef="#ctx0" brushRef="#br0" timeOffset="192376.03">24377 13682 166 0,'-3'-5'236'16,"4"1"-25"-16,-1 1-22 0,-1-1-21 0,1 4-21 15,0 0-14-15,0 0-18 0,0 0-5 0,0 0-15 16,0 18-9-16,0-3-8 0,0 0-7 0,1 4-10 16,2 7-4-16,-2-6-4 0,2 6-4 0,-2-6-6 15,3 6-2-15,-4-6-2 16,3 6-5-16,-1-7-4 0,-1-1-4 0,0-1-2 15,1-6 0-15,-2 5-2 0,0-4-3 0,-2-2-9 0,1-1-5 16,0-2-24-16,-1 1-30 0,-2-3-35 0,1-1-32 16,1-3-38-16,-5 0-166 0,7-1-347 15,0 0 153-15</inkml:trace>
  <inkml:trace contextRef="#ctx0" brushRef="#br0" timeOffset="192689.08">24255 13634 198 0,'0'-5'220'16,"-4"2"-23"-16,3 0-18 0,1 3-21 0,4-6-15 15,-4 6-13 1,9-1-15-16,-9 1-5 0,18 2-6 0,-8 4-13 16,9-1-8-16,-2 4-7 0,8 1-8 0,1 3-3 0,-2 3-8 15,0-1-7-15,0 4-2 0,-3 0-4 0,2 1 1 16,-6 2-11-16,-2 0-4 0,-1 2-4 15,-6-5 0-15,-3-2-5 0,-2 0 3 0,-5 1-2 16,0-1-2-16,-3 0-6 0,-7-1-2 0,-1 0 2 16,-6 1-2-16,-4-2-3 0,5-3-1 0,0-2-2 0,0-1 3 0,-1 1-2 15,2-3-2-15,0 0 0 0,0 1-4 0,6-6-4 16,2 1-24-16,1-1-16 0,3 0-41 0,5-2-55 16,0 0-70-16,0 0-122 0,0 0-357 0,19-12 158 15</inkml:trace>
  <inkml:trace contextRef="#ctx0" brushRef="#br0" timeOffset="192927.47">24803 13771 287 0,'2'-4'292'0,"-1"1"-12"0,-1-2-26 0,1 1-26 16,1 0-24-16,-2 4-13 0,1-4-29 0,-1 4-18 15,0 0-14 1,0 0-16-16,0 0-13 0,0 0-9 0,0 0-9 0,5 17-7 15,-3-9-9-15,1 3-2 0,0 0-7 0,-2 2-7 16,0 1-4-16,-1 4-5 0,3-3-3 0,-1 2-4 16,0-4-4-16,-2 0-2 0,2 1-1 0,1-3-5 15,-3 2 0-15,0-2-7 0,0 1-4 0,-2-2-8 16,2-3-15-16,-1 1-12 0,-1-2-29 0,-1-1-32 16,-1-2-43-16,0 0-34 0,4-3-41 0,-11-1-223 0,11 1-461 15,-10-7 205-15</inkml:trace>
  <inkml:trace contextRef="#ctx0" brushRef="#br0" timeOffset="193074.44">24781 13662 191 0,'1'-7'218'16,"0"1"-25"-16,0 0-27 0,-1 1-8 0,3 1-16 16,-2-1-14-16,-1 5-15 0,5-3-20 0,-2 1-31 15,-3 2-40-15,0 0-50 0,13 5-68 0,-8-3-131 16,0 1-247-16,0-1 110 0</inkml:trace>
  <inkml:trace contextRef="#ctx0" brushRef="#br0" timeOffset="193428.54">25165 13655 135 0,'-5'0'135'0,"1"3"-15"0,-5 0-12 0,4 1 9 16,-3 3-5-16,2-1-14 0,-2 0-9 0,-1 5-8 0,3-2-15 15,-2 1 1-15,1 6-9 0,0-6-8 0,2 1-3 16,3 2-1-16,-1-5-5 0,2 5-4 0,1-2 0 16,2-2 0-16,2 1-8 0,1 0 1 0,4-2-2 15,1-1-1 1,5 3-3-16,1-5-6 0,-2 6-1 0,3-4 1 0,-2 3 3 15,-3-5-6-15,-1 3 0 0,1-4-7 0,-5 1 0 16,0-1-3-16,-2 1 0 16,-1-1 0-16,1 0 5 0,-3 1-2 0,-2 2-1 15,-2-5 3-15,-3 3 0 0,-2 4-5 0,-2-4 4 16,-2 1-6-16,-3 2-1 0,-4-2-4 0,1 1-31 0,3-5-37 16,-2 4-44-16,-4-1-153 0,6-3-288 0,0 1 127 0</inkml:trace>
  <inkml:trace contextRef="#ctx0" brushRef="#br0" timeOffset="193829.42">25542 13708 70 0,'5'-3'120'0,"-2"2"-16"0,3-2-13 0,1 1 4 0,0 0-12 16,3-1-24-16,-1-1 7 0,3 1-2 16,-1-1-7-16,-2 0-2 0,2 0-18 0,-1 1-1 15,-4-3-5-15,2 1-2 0,-2 2-2 0,0 0-1 0,0-2 5 16,-3 1 10-16,1 2 0 0,-1-1 5 0,-3 3-11 15,0 0-7-15,-1-3 5 16,1 3-3-16,0 0-1 0,-16 2-15 0,7-1 21 0,-2 4 2 0,-6 4 2 16,2 1 9-16,-2 0-3 0,-1 2-6 0,-5 2 0 15,2 3-4-15,3 2 1 0,2 3-7 0,4-5 4 16,-1-2-6-16,4 4-7 0,0-1 1 0,4 0 1 16,1 2-2-16,3-3-6 0,2 0 1 0,4-3-9 15,1 1-19-15,1-6-51 0,2-1-60 16,4-2-166-16,3-1-314 0,1-2 139 0</inkml:trace>
  <inkml:trace contextRef="#ctx0" brushRef="#br0" timeOffset="194161.13">25791 13678 114 0,'1'-3'195'16,"3"1"-20"-16,1 1-16 0,2 1-11 0,-7 0-18 15,11 0-10-15,-2 3-4 0,2 1-9 0,-1 4-11 16,0-3-6-16,-1 4-10 0,2 3-7 0,-3-2-7 16,2 4-6-16,-2 0-8 0,0 2 0 0,-2 1-9 15,-3-2 4 1,-2 2-9-16,0-1-3 0,-2-4-2 0,0-1-1 16,-2 2-4-16,-1-3-6 0,-1 0 8 0,0-1-6 0,1-4 8 15,0 0 5-15,0 0 6 0,-1-1 19 0,3-3 15 16,-2 1 24-16,4-2 5 0,0 0-4 0,0 0 5 15,-13-3 5-15,13 3-12 0,-4-11-4 16,3 6-8-16,0-6-13 0,1 2-7 0,1-3-6 0,3-1-8 16,-1 2-8-16,-1-1-6 0,7-4-19 0,-1 1-3 0,1-1-26 15,0-1-32-15,3 4-33 0,2 4-45 0,4-4-39 16,-2 2-61-16,0 2-282 0,2 1-542 0,-4 3 241 16</inkml:trace>
  <inkml:trace contextRef="#ctx0" brushRef="#br0" timeOffset="194770.76">26168 13798 73 0,'-4'1'188'0,"4"-1"-22"0,0 0-14 15,0 0-13-15,0 0-16 0,-4 3-11 0,4-3-8 16,0 0-2-16,0 0-14 0,0 0-13 0,19 0-2 0,-11 0-7 0,-1-1-2 15,4-2-13-15,2 1-3 0,0 0-6 0,1-1-7 16,4-2-2-16,-4 2-2 0,1-4-7 0,4 2 2 16,-5-2-4-16,-1 2-5 0,3-4 7 0,-7 3-7 15,1-3 2-15,-3 4-1 0,2-3 4 0,-5 4 9 16,1-2-3-16,0 0-3 0,-5 4-3 0,0-3-2 16,0 1-5-16,0 4 1 0,-10-5-2 0,4 5-1 0,-6-1-3 15,-2 4-4-15,1 1 6 0,-4 1 2 0,-1 0-1 16,0 3 4-16,2 0-6 0,0 3-1 0,0 0 3 0,0 1-8 15,4 1 3-15,-2 3 3 0,5-3-4 0,0 2-1 16,3-3 2-16,6 0-2 0,0 1-2 0,0-1 5 16,6-2 0-16,5 2-4 0,6 1 3 0,5-3-1 15,10 1-5-15,0-3 7 16,5-3-4-16,1-2-3 0,2-3 4 0,11-3 3 16,-12-1-6-16,-2-4-1 0,1 0-1 15,-2-3 2-15,-6-5 0 0,-2 0 6 0,-2-1 10 16,-5-1 9-16,-4-3 13 0,-2-1 6 0,-3-4 11 15,-3 0 8-15,-4 1-5 0,-2-4 15 0,-2 0-1 0,5 0 6 16,-6 0 5-16,-3 0 1 0,1 5 1 0,2 5 10 16,0 2 1-16,0 5-9 0,-1 2-12 0,0 1-6 0,0 3-10 15,1 0-6-15,-2 2-14 0,1-1-17 0,1 1-33 16,0 4 2-16,0 0-4 0,-3 13 6 0,2-2-4 0,-3 7 4 16,3 6-3-16,0 2 2 0,-3 2-1 15,1 2 4-15,-2 4-1 0,5 0 4 0,-3-3-5 16,0 6 6-16,3-1 1 0,1-3-7 0,-1-3 6 15,-1-1-3-15,2-2 0 16,-1-6-3-16,0-6-11 0,0 2-11 0,0-5 4 16,0 0-29-16,-1-4-8 0,1 1-18 0,-1-5-16 0,2 1-20 0,-2-1-27 15,1-4-61-15,0 0-293 0,0 0-534 0,0 0 236 16</inkml:trace>
  <inkml:trace contextRef="#ctx0" brushRef="#br0" timeOffset="195015.99">26670 13834 81 0,'-5'-2'303'0,"4"-2"-24"0,1 4-27 0,1-10-23 16,4 5-28-16,7 0-21 0,3-4-22 0,3 1-14 16,11 0-13-16,2 1-14 0,0-2-13 0,3 6-10 0,2-2-11 0,-4-3-6 15,-1 4-7-15,-2 1-8 0,-8 2-8 0,-4-3-10 16,-6 3-3-16,0-2-6 0,-5 3-5 0,0-1-10 15,-3 0-11-15,-3 1-13 0,0 0-13 0,0 0-23 16,0 0-28-16,-24 2-22 0,13 1-29 0,-2-1-39 16,0 2-69-16,1-1-120 0,0-3-373 0,4 3 165 15</inkml:trace>
  <inkml:trace contextRef="#ctx0" brushRef="#br0" timeOffset="195348.83">27087 13880 90 0,'0'0'200'15,"0"0"-12"-15,1 3-8 0,-1-3 3 0,9 0-3 16,-9 0-12-16,10 0-7 0,-2 0-17 0,6 0-10 16,-2 0-12-16,-1-3-14 0,7-2-7 0,2-2-9 15,-2 1-14-15,1-2-5 0,2 0-7 0,3-4-4 16,-6 3-4-16,0 0-1 0,-4-2-2 0,0-3-6 15,-4 2-1-15,1 0-5 16,-4 0-6-16,-2 3-1 0,-1-4-7 0,-5 1 0 16,-2 3-7-16,-3-2-3 0,-2 4-4 0,-2-3-1 15,-4 5 0-15,-7 1-3 0,-1 2 0 0,-8 2-2 16,3 2-1-16,-2 3 4 0,3 4-3 0,7-1-5 0,-5 8-2 16,2 1-1-16,5 3-1 0,2-1 4 0,10 1-2 15,-1 6 4-15,8 0-2 0,7 5 0 0,4-2 1 16,5-1 1-16,6 1 0 0,16 7-10 0,4-5-23 0,3-5-60 15,6-6-89-15,2-2-269 0,-2-4-480 0,0-5 212 16</inkml:trace>
  <inkml:trace contextRef="#ctx0" brushRef="#br0" timeOffset="196681.51">22682 16705 109 0,'0'0'152'15,"0"0"-18"-15,-9 0-10 0,9 0-11 0,0 0-10 16,-6-1-13-16,6 1 0 0,0 0-2 0,0 0 4 0,0 0 3 16,0 0 5-16,0 0-7 0,31 0-1 0,-11-3-11 15,8 1-4-15,0-2-8 0,9-1 0 0,3-1-3 16,16-3 7-16,-1 0-1 0,0 1-5 0,1-1-5 15,-1 0-8-15,-18 6-4 0,-1 0-4 0,-4 2-4 0,0-3-3 16,-10 4-5-16,-2 0-9 0,-8 0-4 16,0-2-8-16,-3 4 1 0,-2-2-7 0,-1 0-2 0,-6 0-8 0,5 0 2 15,-5 0-10-15,0 0-12 0,0 0-27 0,0 0-26 16,0 0-32-16,-27 2-25 0,16-1-22 0,3-1-34 16,-5-3-97-16,3 3-309 0,10 0 137 0</inkml:trace>
  <inkml:trace contextRef="#ctx0" brushRef="#br0" timeOffset="196966.59">23372 16422 200 0,'-2'-3'205'0,"2"3"-37"0,0 0-21 16,0 0-4-16,0 0-8 0,20 4-12 0,-10 2-4 15,7-2-16-15,2 4-8 0,2 0-7 0,3 5-9 16,-6-4-8-16,9 4-8 0,-4 2-7 16,-7-3-4-16,2-3-5 0,-5 4-7 0,-2 1-1 15,-2-2-5-15,-1 2-8 0,1 1 0 0,-8-3-2 0,3 0-7 16,-7 0 0-16,2 1-3 0,-5 3 10 0,1-4-15 16,-7 1 2-1,2-3-1-15,-3 3-2 0,-2-1-5 0,-2-2 2 16,1 0-20-16,6-2-34 0,-1 1-43 0,2-6-48 15,4 0-178-15,1-1-344 0,4-2 153 0</inkml:trace>
  <inkml:trace contextRef="#ctx0" brushRef="#br0" timeOffset="197699.47">24577 16281 142 0,'-7'-5'178'0,"7"5"-16"16,0 0-18-16,0 0-13 0,-7-5-16 0,7 5-6 15,0 0-13-15,0 0-6 0,0 0-10 0,0 0-1 16,19-6-15-16,-19 6-3 0,13-4-6 0,-3 0-6 15,2 1-5-15,-3-1-2 0,4-2-9 0,-2 2-1 16,1-3-4-16,-1 0 0 0,2 1-3 0,-2-2-1 0,-3 0-7 16,1-1 1-16,-1 1-3 0,-6 0 4 0,3-2 4 15,-1 2 1-15,-1 0 1 0,-1 3-3 0,-2 5-1 16,-2-10-3-16,-5 5 1 0,0 3-5 0,-5 2-2 16,-1 0-1-16,13 0-1 0,-32 2 0 0,4 5-1 15,0 3 1-15,-1 2 5 0,-2 3-8 0,-1 1 5 16,0 3-3-16,0 2 9 0,-1 0-7 0,-8 8 0 0,12-5-3 0,2 1 0 15,0 1 0-15,5 0 1 0,3 0-5 0,5 3 5 16,0-1-2-16,10 0-2 0,8-1 7 0,7-2 2 16,6-1 0-16,10-4 3 0,14 8-3 0,9-10 0 15,2-1-3-15,2-6 2 0,11-3-1 0,-2-4-4 16,-1-3 0-16,1-4-4 0,-1 0 2 0,-3-3-2 16,-3-2 0-1,-16 1-2-15,11-4-1 0,-20 3 2 0,-7-4-3 0,-5 3 1 16,-3-2 13-16,-5 5 39 0,-2-2 6 0,-5-1-6 15,2 0-6-15,-4-2 0 0,-4 3-6 16,2 1-1-16,-6-1-6 0,-3-1-5 0,-1 4 3 16,-7-3-6-16,0 4-1 0,-2 2-2 0,0 1-6 15,1 2 0-15,-1 1-4 0,0 1-3 0,6-1 0 16,0 3-2-16,2 0-3 0,2 2-1 0,1 0-1 0,3 2-2 0,0-1-1 16,5-2 0-16,0 0 3 0,9 1-2 0,1 1 2 15,8-1 0-15,3-2-1 0,6 0-1 0,2-4 3 16,0-1-5-16,-2 1 4 0,-5-2-3 0,-2 1 3 15,-1-1-4-15,-1-2 3 0,-5-2 2 0,-4 1-4 16,4-1 8-16,-7 0 0 0,-2 0-2 0,-1 0 1 16,-2-2-3-1,-2-3-3-15,-2 3 1 0,-3-3-3 0,-1 0 0 16,-7-1-1-16,1 0 1 0,-3 0-2 0,-1 6-8 16,-1-2-1-16,-3 1-3 0,3 4-19 0,-3 0-5 15,1 1-26-15,2 1-24 0,0 1-28 0,5 1-36 16,1-1-36-16,1 2-204 0,5-2-424 0,6-1 187 15</inkml:trace>
  <inkml:trace contextRef="#ctx0" brushRef="#br0" timeOffset="198299.46">25290 16427 99 0,'0'0'300'0,"0"0"-29"16,0-5-29-16,0 5-25 0,0 0-25 0,0 0-24 15,0 0-17-15,0 0-14 0,0 0-13 0,0 14-13 16,0-2-8-16,0-4-13 0,0 5-10 0,0 2-6 16,2 1-6-1,0 0-9-15,-2 0-3 0,0-5-8 0,2 1-9 16,-2-1-5-16,2-1-3 0,-1-5-5 16,4 2-4-16,-5-2 2 0,2-3-5 0,0 2 5 15,-1-1-1-15,-1-3 0 0,0 0-6 0,15-7 1 0,-8 2 4 16,2-2 0-16,-2-2-2 0,3-4 0 0,1 1-2 0,-2 0-2 15,3-1 0-15,-5 4-4 0,1-1-1 0,-3 1 3 16,3 1-6-16,-1 4 1 0,0-1-3 16,-3 3-6-16,1-4 2 0,0 4-2 0,0 0 0 0,-5 2-3 15,13 2 0-15,-7-1 1 0,3 6-2 0,0-1 3 16,-1 2-1-16,5 2 2 0,1 1-3 0,-3 1 2 0,4-1-4 16,-2 0-1-16,-1-2-8 0,0 2-4 0,0-5-5 15,-2 0 9-15,3-3-3 0,-5 2 2 0,0-2-1 16,-1-1 7-16,-2-2-3 0,3-1 4 0,0-1-2 15,-2-2 4-15,-1-3 0 0,0-4 6 0,0-1 2 0,-1 0-4 16,-1-7 2-16,-2 1 6 0,0 0-3 0,3-3 7 31,-5-6 2-31,2 0 5 0,0 0 8 0,-1-3 2 16,1 2 7-16,1 1 0 0,-2 8 10 0,0-1 17 16,-2 4 1-16,2-1 3 0,0 9-6 0,2 0-10 15,-2 4-2-15,0-3-10 0,-2 2-14 0,2 5-5 16,0 0-9-16,0 0-2 0,0 0 7 0,0 0-6 15,-2 27-5-15,1-9-2 0,2 1 0 0,-2 7 4 0,1 0-1 0,-4 3-4 16,4 0 2-16,1 2 2 0,3-1-2 0,-5-1 7 16,2-2-9-16,4-1-18 0,-4-6-15 0,2-4-6 15,-1-1-28-15,-3-5-16 0,2 2-21 16,-1-5-23-16,0-1-5 0,0-2 3 0,0 0 2 16,0-4-62-16,0 0-235 0,0 0-459 0,0 0 203 15</inkml:trace>
  <inkml:trace contextRef="#ctx0" brushRef="#br0" timeOffset="198537.79">25553 16444 188 0,'0'0'192'16,"0"0"-4"-16,-6 0-13 0,6 0-15 0,0 0 2 16,0 0-11-16,23-4-16 15,0 2-11-15,8-3-17 0,2 1-6 16,4-1-15-16,16 4-4 0,1-6-10 0,0 3-8 15,-16 2-8-15,13-2 4 0,-16 0-12 0,-6 2-6 16,3-1-3-16,-12 3-1 0,-6-3-9 0,-1 2-1 0,-2 0-4 16,-3 1-2-16,-3 0-4 0,0-2-1 15,-5 2-1-15,6 0-8 0,-6 0-7 0,0 0-24 16,0 0-36-16,0 0-40 0,-20-5-49 0,20 5-55 0,-14-1-115 0,14 1-343 16,-11-1 153-16</inkml:trace>
  <inkml:trace contextRef="#ctx0" brushRef="#br0" timeOffset="198822.44">26281 16361 240 0,'-3'-6'368'15,"3"6"-23"-15,-1-5-26 0,1 5-35 0,0 0-27 16,-3-5-29-16,3 5-26 0,0 0-20 0,0 0-20 15,0 0-21-15,0 0-14 0,0 0-21 0,7 14 4 16,-6-5-19-16,0 5-10 0,2-4-11 0,1 7-6 0,-1-2-6 0,1 5-4 16,-2-2-6-16,1-1-2 0,0 0-8 15,-2-1-5-15,-1-4-3 0,1 1-3 0,-2-4-5 0,0 0-7 16,-2-3-6-16,6 2-5 16,-3-3-9-16,-3 0-10 0,2-1 10 0,2-1 1 0,-1-3-23 0,0 0-57 15,0 0-68-15,0 0-78 0,-10-15-53 0,5 3-210 16,-3-5-534-16,1 0 237 0</inkml:trace>
  <inkml:trace contextRef="#ctx0" brushRef="#br0" timeOffset="198969.62">26259 16303 79 0,'1'-27'151'0,"3"1"19"0,0 4 21 16,-3 3 18-16,4 1 13 0,-2 6 9 0,-1 0 5 15,0 3-11-15,0 1-14 0,1 2-14 0,-2-2-24 16,2 3-20-16,-3 5-19 0,1-8-12 0,-1 8-13 16,0 0-14-16,8-3-13 15,-8 3-26-15,0 0-31 0,0 0-39 0,17 13-28 16,-13-7-47-16,4 3-43 0,-1-2-80 0,-3 5-219 15,1-2-466-15,2 0 206 0</inkml:trace>
  <inkml:trace contextRef="#ctx0" brushRef="#br0" timeOffset="199322.95">26605 16300 124 0,'0'0'322'0,"0"0"-36"0,0 0-31 0,0 0-25 16,10 5-23-16,-10 0-19 0,2 0-21 0,0-1-15 16,-2 8-17-1,4 1-15-15,-3 2-16 0,-1 3-4 0,-1 0-10 16,4 8-9-16,-5-8-8 0,1 1-4 0,1 0-9 16,-4-1-3-16,4-5-9 0,-2-1-5 0,4-2-4 15,-4-3-2-15,2-1-2 0,0 0-1 0,-2-1 1 16,2-2 32-16,0 1 29 0,0-4 23 0,2 5 12 15,-2-5-14-15,0 0-19 0,7-10-1 0,-3 6-11 16,4-6-18-16,-1 0-6 0,5-5-6 0,-2-1-16 0,4 1 10 0,-1-1-3 16,4 3-7-16,-4-3-8 0,0 6 1 0,-2 1 5 15,-2 1-9-15,1 1-24 0,-2 4 13 0,1-4-10 16,-6 4 5-16,5 1-2 0,-2 0 1 0,-6 2-18 16,16 5 0-16,-5 1-16 0,0 0-22 0,5 3-38 15,-1 3-32-15,3 1-42 0,-5 1-49 0,6-3-76 16,-6 2-311-16,2-5-640 0,-4-1 283 0</inkml:trace>
  <inkml:trace contextRef="#ctx0" brushRef="#br0" timeOffset="199987.29">27010 16529 225 0,'-11'-1'241'16,"11"1"5"-16,0 0-1 0,0 0-14 0,0 0-3 16,0 0-19-16,0 0-1 15,0 0-11-15,-3-8-7 0,3 8-20 0,0 0-30 16,0 0 2-16,0 0-18 0,13-5-12 0,-7 3-8 15,2 0-9-15,7-3-10 0,2-1-11 0,2 0-8 16,-2-1-9-16,3-1-3 0,8-2-9 0,-7 3-4 16,8-5-4-16,0 2-2 0,-2-2-1 15,-4 0-19-15,-3 1 1 0,-4-1-1 0,2 2-5 16,-3-3-2-16,-2 1 3 0,-4 0-6 0,-1 3 3 0,-3 1-1 0,-4 0 0 16,3 2-2-16,-4 1-3 0,0-3-3 0,-4 4 2 15,0-1-4-15,-6 1-2 0,1 1 0 0,-4 0 2 16,-6 3 1-16,0 3-1 0,-1 0-3 0,-3 3 2 15,2 1-1-15,3 3-4 0,-6 3 6 0,6-1 0 16,-1 4-2-16,5-4 1 0,5 3-1 0,0 0-2 16,4 2 1-1,4 2 3-15,8 5-13 0,5-8 15 0,7 7-2 16,8-4-13-16,7 0 1 0,12 1-5 0,8-4-7 0,2-5-4 16,7-1-8-16,-1-4 2 0,5-2 2 15,24-5 4-15,-29-2 0 0,-3 1 0 0,-4-7 3 16,-17 3-1-16,1-6 8 0,-4 2 3 0,-8-4-1 15,-1 0 5-15,-6-3 4 0,-7 0 5 0,-2 2 21 16,-2 1 11-16,-6-3 1 0,1 0 4 0,-3 7 6 0,-1-1-8 0,-4 0 4 16,-1 0-13-16,-4 3 5 0,-5-2-14 0,-1 3 6 15,-3 3-8-15,0 3 5 0,-5-1-3 0,-4 4-3 16,-2 2 2-16,8 1-4 0,3 3 1 0,-6 4-4 16,1 3-2-16,8-2 0 15,-2-1 0-15,4 5 0 0,3-3 3 0,4 1-6 0,2 0-9 0,1 0 11 16,7-1-1-16,4-2-9 0,3 1 12 0,5-1-5 0,0-4 4 15,5 1-4-15,-1-2 5 0,2-2 0 0,7-2-3 16,-2-1-2-16,-7-2-7 0,1-2 13 0,-3 0-2 31,1-3 2-31,-6 0 5 0,-3 0-9 0,2-3 3 0,-3 1 0 0,-3-4 2 0,-3 1-1 0,2-3 1 32,-3-2-4-32,-3 4-1 0,-3-6-6 0,-1 2-2 15,0 2 3-15,-4 0-15 0,0 3 3 0,-4 0-18 0,2 1-16 0,-1 4-23 16,2 0-27-16,-3 0-34 0,3 1-40 0,2 3-54 15,-2 1-224-15,1-3-491 0,9 3 217 16</inkml:trace>
  <inkml:trace contextRef="#ctx0" brushRef="#br0" timeOffset="200370.23">28205 16353 161 0,'0'-4'271'0,"0"4"-25"16,0 0-29-1,0 0-21-15,3-4-26 0,-3 4-12 0,0 0-18 16,0 0-13-16,-2 21-11 0,2-12-12 0,0 3-12 0,-1 5-7 16,0 0-10-16,-3 1-9 0,1 1-3 15,2 0-8-15,0-1-8 0,-2-1-1 0,3 0-6 16,0-6-2-16,-1-2-3 0,1-1-1 0,0-1-5 0,1-1 1 15,-1-2 1-15,0 1 25 0,0-1 24 0,3-1 12 16,-3-3 20-16,6 0 5 0,-6 0-4 0,13-5-8 0,0 0-9 16,-3-1-6-16,1-2-13 0,4 0 9 0,0-4-15 15,0 0-13-15,0 2 1 0,-2 1-14 0,4-3 4 16,-7 4-9-16,0 3-3 0,-2-2-7 0,2 1-2 16,-2 3 0-16,-3 0-10 0,0 2-2 0,0 0-11 15,0-2-2-15,-5 3 1 0,9 3-5 0,-2-1-6 16,3 4-1-16,-4 0-2 0,3 2-13 0,0 0-16 0,5 3-24 15,0 0-37-15,2 1-45 0,-3-3-71 0,3 2-125 16,-1-5-198-16,-1-1-585 0,-3-3 259 0</inkml:trace>
  <inkml:trace contextRef="#ctx0" brushRef="#br0" timeOffset="200739.63">28927 16241 132 0,'0'0'227'0,"1"-6"-19"16,-1 6-20-16,0 0-17 0,0 0-22 0,0 0-11 0,0 0-14 0,0 0-8 16,-24 7-15-16,14-1-4 0,-5 2-12 0,0 2-5 15,0 0-13-15,2 3-12 0,-1 0 0 0,4 1-3 16,-3 1-5-16,6-1-8 0,0 3-2 0,3-2-7 15,1-2 0-15,-1 3-7 0,4-1 4 0,2 2-8 16,3 0 5-16,-1-1-3 0,6 0-5 0,-1 1 2 16,0-4-10-1,0 2 4-15,0-7-1 0,0 3 1 0,0-3-6 16,0 2 1-16,-4-5-1 0,0 4 2 0,-5-6-3 16,4 2 4-16,0-1 0 0,-3 0-1 0,1 0 5 0,-2 0 2 15,-4 0-4-15,-3 1-3 0,-2-1 3 0,-2 0-2 16,-6 3 0-16,-2-1-8 0,-1-2 1 15,0 1-1-15,1-1-23 0,-4-1-35 0,5-1-38 16,6-2-52-16,0 1-57 0,4 1-135 0,-2-4-367 0,10 2 162 0</inkml:trace>
  <inkml:trace contextRef="#ctx0" brushRef="#br0" timeOffset="200940.06">29425 16620 115 0,'4'2'412'0,"-4"-2"-27"0,7 1-36 0,-7-1-30 16,0 0-37-16,7 0-30 0,-7 0-24 0,4 1-50 16,-4-1-88-16,0 0-111 0,7 0-191 0,-7 0-185 15,0 0-428-15,17-5 189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49:50.4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3125 2089 118 0,'0'0'139'0,"-1"-4"-2"16,1 4-9-16,-3-5-8 0,2 0 3 0,1 5-2 0,-1-6-2 16,1 2-1-16,0 4 3 0,-2-7-8 0,0 5-2 15,2-3 1-15,0 5-7 0,0-8 3 0,1 4 2 16,0 0-2-16,-2 0 2 0,1 4-6 0,1-9 5 15,1 6-6-15,-1-2 5 0,0 3-8 0,-1 2-9 16,0-7-1-16,0 7-8 0,1-5-7 0,-1 5-6 16,0-4-12-1,0 4-5-15,0 0-15 0,0 0-4 0,0 0-9 16,0 0-7-16,10 9-4 0,-4 0 4 0,3 7-8 0,0 0 4 16,1 10-7-16,3 4 6 0,-2 3 0 15,4 13-2-15,1 0 2 0,-2-2 0 0,-4-8-3 16,2 0-2-16,6 8 3 0,-9-11-1 0,2 0-1 15,3-2-1-15,-2-2 1 0,-1-3-1 0,-1-5-1 16,-3-5-2-16,-1-4 2 0,-1 0-4 0,-1-4 4 0,-1 1 0 0,-1-4 36 16,-1 0 17-16,1-1 54 0,-1-1 36 0,0 0 40 15,-1-3 39-15,2 4 33 0,-2-4 9 0,0 0-30 16,6-10-21-16,-2-1-27 0,2-8-16 0,4-8-19 16,2-3-21-16,2-4-12 0,5-9-11 0,-1-4-14 15,1-1-13-15,-1 2-7 0,0 3-13 0,-4 11-1 16,1-1-14-1,-3 1-3-15,-1 5-9 0,0 1-1 0,-4 0-5 16,1 8-5-16,-3 2 0 0,0-1-1 0,-2 5-6 16,1 2-2-16,-1-2 3 0,3 3-9 0,-4 1-4 0,-1-1 4 15,3 3 1-15,-3 1-6 0,2 1-3 0,-2 1-14 16,-1-2-16-16,0 5-22 0,0 0-34 0,0 0-32 16,0-5-47-16,0 5-44 0,0 0-9 15,0 0-38-15,0 0-9 0,4 12-29 0,-4-2-37 0,0 0-58 0,0-2-383 16,0 1-831-16,1 3 368 0</inkml:trace>
  <inkml:trace contextRef="#ctx0" brushRef="#br0" timeOffset="631.52">4046 2290 194 0,'-3'-8'214'0,"-4"-3"-13"0,-1 5-8 0,3-3-10 15,-3 2-15-15,1-3-11 0,-2 3-20 16,0 2-12-16,2 3-12 15,-4-3-10-15,1 3 23 0,-1 3-16 0,-1 4-9 16,-2 1-8-16,0 1-11 0,3 7-9 0,-5-6-7 16,3 6-7-16,2 1-6 0,-5 7-6 0,6-3-4 15,0 3-3-15,-2 2-4 0,4-1-4 0,3-3 0 16,2 2-5-16,0-4 2 0,2 1-5 0,4-2-2 16,-1-5-2-16,0 0 0 0,0-3 2 0,2 0 2 15,-1-1 2-15,1-3 8 0,-1-2 18 0,2-1 17 0,0-1 2 16,-5-1 10-16,12-2 10 0,-2-3-2 0,-1-1-10 15,0-2 2-15,0-1 1 0,-3-3-5 0,2 2-4 0,0 0-5 16,-1-2-14-16,0 2-4 0,-1 1-11 16,1 0 24-16,-2-1-5 0,1 4-12 0,-4-3-1 15,1 4-11-15,1 2 0 0,-3 1-25 0,4-3 20 16,-2 3-16-16,-3 2-7 0,10-2-5 0,-10 2-14 0,12 4-13 0,-6-1-28 16,2 1-34-16,-2 0-39 0,0 7-36 0,-1-6-51 15,3 5-90-15,-5-5-269 0,2 2-620 0,1-2 275 16</inkml:trace>
  <inkml:trace contextRef="#ctx0" brushRef="#br0" timeOffset="1200.4">4163 2297 129 0,'5'-4'250'0,"4"-1"-15"0,-4 4-19 15,4-1-14-15,1 2-10 0,0 2-13 16,3-1-15-16,0 6-11 0,2 0-15 0,2 4-10 0,-4 1-11 0,-2 1-13 0,2 0-11 16,-3 3-9-16,3-1-9 0,-3 9-6 0,-1-9-7 15,-3 2-6-15,-2 0-3 0,0 0-4 0,0-5-8 16,-3 0-10-16,-1 1 4 0,1-4-4 0,-2-1-2 16,1-3-2-16,0 1-1 0,0-1 2 0,0 0 18 15,-1-1 40-15,1-4 34 0,0 0 27 0,0 0-11 16,0 0-19-1,0 0-21-15,2-14-8 0,1 4-13 0,3-3-15 16,4-3-9-16,1-1-4 0,3-6-9 0,4 3-5 16,-3-2-9-16,4 2 6 0,-4-1-3 0,-2 6-4 15,0 3 2-15,1-1-2 0,-2 2-2 0,-2 1-12 16,-4 3-2-16,2 0 0 0,-3 2 10 0,-1 0 2 16,0 2 5-16,1 1-13 0,-1-1 3 0,-3 0 0 15,-1 3-6-15,4-5-4 0,-4 5-1 0,4-3 13 0,-4 3-17 16,0 0-19-16,0 0 15 0,0 0-2 0,4 12 4 15,-3-7 0-15,-1 2 11 0,1 0-8 0,-1 3-1 16,0 3 5-16,0-2 3 0,1 6-2 0,-1 0-21 0,-1 0 15 16,0 0 3-16,2 2 20 0,0-1-21 15,1-1-2-15,-4 1 4 0,2-1 1 0,0 0-2 16,2-5 1-16,-1 0 0 0,-1-2 12 0,0 0-10 0,0-3-25 0,0 0 30 16,0-4-9-16,0 2 7 0,0 0 4 0,4-1-1 15,-4-4 2-15,0 0 2 0,1 3-5 0,-1-3 11 16,0 4 22-16,0-4 7 0,0 0 10 0,0 0 4 15,0 0 0-15,0 0-12 0,0 0-18 0,0 0-19 16,0-16-47-16,1 8-61 0,-1-6-57 0,-1-3-66 16,1-1-66-16,-1-3-104 15,-3-2-246-15,8-3-685 0,-8-4 302 16</inkml:trace>
  <inkml:trace contextRef="#ctx0" brushRef="#br0" timeOffset="1331.98">4430 2030 174 0,'-3'-3'218'0,"-1"1"-27"0,4 2-16 16,-1-6-22-16,1 6-10 0,0 0-21 15,0 0-9-15,10 0-17 0,-10 0-29 0,14 7-43 0,-2-2-75 16,-2 2-90-16,-3-1-73 0,4 1-233 0,-2 0 103 16</inkml:trace>
  <inkml:trace contextRef="#ctx0" brushRef="#br0" timeOffset="2201.98">4974 2279 68 0,'-15'-9'290'0,"15"9"-19"0,-3-5-7 16,3 5-20-16,-5-4-14 0,5 4-24 0,-4-5-20 16,4 5-21-16,-5-3-14 0,1 1-17 0,-2 2-15 15,6 0-13-15,-17 0-12 0,8 1-9 0,-3 3-7 16,0 1-3-16,1 4-14 0,-2 0-7 0,4 0-7 0,-5 1-2 0,1 5-6 16,-1-2 4-16,4 2-12 0,-1 2 1 0,0 0 3 15,2 0-11-15,4-2-2 0,1 2-3 0,0-1 1 16,3 1-4-16,1-4-1 0,1-2 2 0,3 1 1 15,0-4-2-15,1-1 3 0,3-1-5 0,-3-2 4 16,8-3-5-16,-3 0 3 0,4-2 2 0,-3-1-2 16,1-5 7-1,5 0 8-15,-7 0-2 0,5-5 8 0,-2 2 9 16,-2-6-2-16,-2 4-6 0,0-3-4 0,-1-2-1 16,2 1-1-16,-6 0-1 0,5 1-1 0,-5 4 10 15,-3-1-6-15,3 2 8 0,-3 3-2 0,0 1-4 16,2 2-4-16,-3 4-7 0,1-8-2 0,-1 4-4 15,0 4-10-15,0-7-16 0,0 7-11 0,0 0 3 16,0 0 0-16,0 0-1 0,0 0 5 0,8 14 1 0,-8-9-6 0,4 2-6 16,0 0-6-16,0 4-4 0,2-2-9 0,-1 0-3 15,3-1-2-15,-2 1 0 0,7-4 5 16,-3 2-4-16,2-2 12 0,1-1-2 0,0-1 4 16,0-1 0-16,1-3 2 0,0-3 2 0,-4 0 5 0,2-1 8 15,2-2-5-15,0-2-2 0,-1-4 13 0,-3 1-4 16,-2 5 11-1,-2-4 13-15,3-2 5 0,-4 3 16 0,-1-1 12 16,1 2 20-16,-1-4 5 0,0 7 15 0,1-5-2 16,-1 6 2-16,-3 0-2 0,2 0-10 0,-3 5-8 15,2-7-6-15,-2 7-3 0,3-5-10 0,-3 5-13 16,0 0-14-16,2-6-16 0,-2 6 3 0,0 0-3 16,0 0 6-16,3 17-12 0,-3-7 5 0,0-2 2 15,0 4-2-15,0 2-2 0,-1 4-4 0,-1-1 5 0,2 1 2 0,-1 0-3 16,-2-1 0-16,3-1 4 0,0-4 0 0,0 0-1 15,0-4 2-15,0-1-1 0,0 0 14 0,0-4-12 16,2 2 6-16,-2-1 8 0,0-4 39 16,0 6 20-16,0-6 36 0,2 2 23 0,-2-2-15 15,0 0-11-15,9-12-11 0,-3 7-9 0,1-1-10 16,-2-5-13-16,3 1-3 0,-2 2-7 0,3-3-8 0,-4 3-6 0,4 0-2 31,-2 0-11-31,-3 3 0 0,2 1-1 0,-2-2-8 0,-2 4-7 16,1-3-8-16,-1 3-11 0,-2 2-15 0,5-3-16 15,-5 3 8-15,0 0-9 0,13 3-8 16,-8 1 4-16,3 3-7 0,1 1-6 0,2 5-15 0,1 0-29 0,2-1-41 0,-4 3-32 16,-1-7-34-16,2 6-34 15,0-5-45-15,0-1-42 0,1-1-50 0,-2-5-231 16,0 3-656-16,2-4 291 0</inkml:trace>
  <inkml:trace contextRef="#ctx0" brushRef="#br0" timeOffset="2550.51">5614 2377 239 0,'-1'-2'220'0,"1"2"-11"0,0 0-24 16,0 0-18-16,1-6-15 0,-1 6-13 0,0 0-17 0,0 0-10 0,0 0-12 0,0 0-11 15,0 0-7-15,0 0-7 0,0 0-10 16,0 0-3-16,13 7-5 0,-4-7-4 0,-9 0-5 16,17-1-3-16,-6-1-8 0,2 1-1 0,5-2-5 15,-5-1 0-15,4-1-9 0,-4 3 2 0,5-5-2 16,0 0-4-16,-3-2-2 15,2 3 3-15,-7-3-4 0,-1 3 17 0,0-3 20 0,1 2 18 16,-2-1 15-16,-4 3 4 0,-3 0 7 16,3-2-2-16,0 4-2 0,-4-1-11 0,0 4-11 15,0-10-4-15,0 10-10 0,-9-3-9 0,9 3-3 16,-19 1-6-16,2 4-4 0,-1 5-4 0,0-3-3 16,2 5-3-16,-2 1-3 0,1-1-4 0,3 4 2 15,1-1-5-15,0 5 0 0,3-3 1 0,4 3-4 0,2-2-1 0,4-2 0 16,0 1-4-16,4-2-1 0,5-1-6 0,5-1-3 15,1-2-9-15,12-3-19 0,5-2-44 0,0 0-53 16,0-4-45-16,0-4-56 0,4-1-55 0,-8-2-185 16,1-2-509-16,2 2 226 0</inkml:trace>
  <inkml:trace contextRef="#ctx0" brushRef="#br0" timeOffset="2988.96">6081 2510 111 0,'0'0'238'16,"0"0"-6"-16,0 0-8 0,0 0-7 0,0 0-19 16,0 0-22-16,11-8-17 0,-3 4-19 0,1-1-12 15,1-4-15-15,7 1-11 0,-2-1-12 0,2-3-6 16,-1-1-10-16,0 3-5 0,0-2-7 15,-3-2-4-15,2 2 6 0,-2 0 6 0,-4-1 1 16,1 4 8-16,-5 0 14 0,3-1 14 0,-3 0 7 0,-2 5-1 0,2-1-5 16,-4 0 2-16,-1-1-10 0,-1 3-15 0,1 4-5 15,-8-7-12-15,-1 4-4 0,-1 1-11 0,-8 6-6 16,-4-2-3-16,-3 4-9 0,-2 3-9 0,3 1 0 16,3-1 5-16,4 4-9 0,-2 3-3 0,7-1-3 15,-5 4-2-15,11-2-1 0,2 0 4 0,4 1-4 16,4 0-10-1,2-1 15-15,13 0-3 0,3 0-7 0,6-2 6 16,5-4 4-16,4-3-7 0,12 2 3 0,5-5 1 16,-17 0-4-16,2-4 0 0,-2-1 7 0,-5 1-1 15,-1-1 14-15,-8 0-9 0,-5 0 30 0,-6 0-8 16,-4 0 16-16,2 0 9 0,-3-1 2 0,-7 1 1 16,11 0-10-16,-11 0-5 0,0 0-12 0,11 0-22 15,-11 0-43-15,0 0-60 0,0 0-88 0,0 0-93 0,0 0-119 0,0 0-296 16,-29 1-730-16,29-1 323 0</inkml:trace>
  <inkml:trace contextRef="#ctx0" brushRef="#br0" timeOffset="4794.3">7582 2270 67 0,'-11'-4'176'0,"-6"3"-21"0,-2 0-11 16,-2 2-20-16,1 0-6 0,0 2-10 0,-6 1-10 0,7 6-4 16,-2-3-9-16,-4 6-7 0,2 1-4 0,6 0-6 15,-2 1-10-15,4-2-5 0,-1 1 0 0,6 0 22 16,0 1-11-16,0 2-2 0,1-1-6 0,4-2-6 16,2-3 0-16,3 3-7 0,1-4 13 0,3 2 8 15,1-2 1-15,3-1 10 0,2 1 0 0,2-8-1 16,-1 2-3-16,3-1-4 0,4-3-2 0,-4-4 1 15,-1 1 3-15,9-5 0 0,-6 2 5 0,-2-6 11 16,-1 3-1-16,2-3-1 16,-3-1-8-16,1-1-10 0,-3-1 9 0,-2-2-13 15,-1 7 4-15,-2-5-8 0,2 5-2 0,-5 0 5 16,2-1 5-16,0 2-4 0,-3 4 1 0,1-2-5 16,-1 2-12-16,3 0-7 0,-4 5-5 0,2-7-6 15,-2 7-27-15,0 0-21 0,4-2 7 16,-4 2-1-16,0 0 6 0,0 0-2 0,10 13 2 15,-6-7 2-15,1 2 1 0,3 0-2 0,-3 2 1 0,4 0-1 0,5-1-3 16,-1 0-7-16,2 0 1 0,-1 2 4 0,-2-8 3 16,4 4-3-16,3-2 0 0,-6-1 2 0,1-3 4 15,4-2-2-15,-4-1 3 0,4-2 0 0,-4-1 7 16,-4 0-6-16,2 0 11 0,-1-5 19 0,-3 2 6 16,1 1 12-16,-1-2 18 0,-2 3 9 0,-1-1 12 15,-1 2 4-15,0 1 14 0,-2-1-5 0,1 1-7 0,-3 4-14 0,4-5-7 16,-4 5-7-16,5-5-9 0,-5 5-8 0,0 0-15 15,4-3-17-15,-4 3 1 0,0 0-7 0,0 0-4 16,5 13 7-16,-4-6-8 0,0 2 4 0,1 1-8 16,-2 2 5-16,1 0 1 0,-1 0 1 0,1 6 1 15,-1-8 4-15,0 6-1 0,3-3-18 0,-2-2 17 16,2 1 5 0,-2-4-8-16,0-3 0 0,1 2 2 0,0-3 0 15,-2 1-11-15,2-1 35 0,-2-4 3 0,6 1 2 16,-6-1-9-16,11-8-6 0,-3-1 4 0,1 2-4 15,0-2 5-15,2-4-8 0,1-1 0 0,-2-1-3 16,-1 1-2-16,1-4-3 0,-1 1-3 0,0 0-2 16,-4 1 3-16,4 4 0 0,-4 0-4 0,-1 4 1 15,0 1-1-15,0 3-6 0,-3 1-14 0,3 0-10 0,-4 3-24 0,5-7-34 16,-5 7 8-16,5 0 6 0,-5 0 8 0,4 10 11 16,0-4 8-16,1 2-3 0,3 0 0 0,6 5-1 15,-3-2-8-15,11 5 4 0,2-1-8 0,4 2-20 16,4-7-1-16,0 3-7 0,3-4-2 0,0-2 0 15,4-4 1-15,0-1 1 0,1-6 4 0,-2 4 8 16,3-3 9 0,-4-6 0-16,-2 1 11 0,-3-2 6 0,-2 2 8 15,-3-6 1-15,-10 6 11 0,-6-1 13 0,-3 2 18 16,1 1 20-16,0-1 3 0,-8 1 11 0,3 1-5 0,-4-2-1 0,-4 2-4 0,-6-2 0 16,1 3-4-16,-4 0-1 0,-6 2-6 0,-3 2-8 15,-7-2 9-15,-2 6-2 0,-1-1 0 0,0 5-3 16,-1-2-1-16,1 2 0 0,4-4 4 15,1 5-4-15,2 2-4 0,8-4 0 0,-1 0-5 16,8 1-11-16,0-1-1 0,1 3-3 0,4-6-3 16,1 4-2-16,3-1 1 0,3-3 2 0,2 3 2 15,2-3 1-15,8 0 4 0,3-3-8 0,11 1-1 16,-5-5-3-16,4 1 0 0,-8-4-2 0,4-5 6 16,3-1-1-16,-7 4 1 0,4-9 1 15,-9 1 10-15,2-5 9 0,0 0 10 16,-6-2 19-16,0-1 1 0,-3-2 4 15,-5-2 6-15,0-4 2 0,-4 2 0 0,0-3 12 0,-5 1 17 16,-1-2 14-16,2 4 32 0,1 0 8 16,-1 4 9-16,-1 0-8 0,-2 1-9 0,6 8 3 15,-1 5 3-15,0 0 1 0,0 2-2 0,1 3-18 16,2 2-11-16,-1-1-10 0,0 2-15 0,0 0-6 0,0 1-36 16,2 3-38-16,0 0-26 0,0 0 4 0,0 0 5 0,3 15 8 15,-2-3-1-15,2 7 2 0,-2 5-2 0,4 5 3 16,-1 1 2-16,-1 7-13 0,2-3 28 0,1 18-1 0,1-6 3 0,0 0-8 15,0-12 11-15,-2 0-2 0,2-1 1 0,0-1 1 16,-1-4-5-16,2-1 3 0,-1-3-4 0,-3-6 4 16,1-3 1-16,-1-1 1 0,0-4 1 0,0 1-3 15,-3-3 2-15,3-2-2 0,-4 0 1 0,5-1 14 16,-4-3 11-16,2 1 14 0,-3-3 7 0,0 5 2 16,1-2 9-16,-1-3 3 0,3 4 1 15,-3-4 2-15,1 2 5 0,-1-2-5 0,0 0-4 16,0 0 0-16,5 2-9 0,-5-2-2 0,22-4-10 15,-4-1-36-15,11-2-64 0,7-1-92 0,0-4-134 0,12-9-189 16,2 1-326 0,5-5-866-16,-4-5 384 0</inkml:trace>
  <inkml:trace contextRef="#ctx0" brushRef="#br0" timeOffset="5927.38">9853 1896 11 0,'0'0'130'0,"-18"6"-8"0,6-2-14 0,0 3-7 0,-5-2-22 15,-10 8 1-15,8-5-8 0,-5 7-8 0,-2 1-3 0,1-2-3 16,-1 2-11-16,1-3-12 0,0 3 1 0,1-1-2 0,6-4 5 16,-1-1-10-16,6 2 2 0,-1 0 5 15,5-2-22-15,1-2 12 0,3 4-3 0,3-5 2 16,-1 4 3-16,6-3 3 0,7-1-6 0,-1 0 4 15,6 1-9-15,2-4 5 0,11 2 2 0,1-2-10 16,2-1 0-16,1 4-2 16,0-2-1-16,-4 0-4 0,-1 2 0 0,0-2 1 15,-10-3 1-15,-1 5-5 0,-4 1 1 0,-1-3-3 16,-6-1-2-16,0 3 5 0,-1 0-3 0,-4 1 10 16,-2 1-5-16,-5 3 7 0,-7-1-6 0,-3 1 3 15,-6 3 3-15,-6-1-11 0,1 0 9 0,-4-3-5 16,-1-1-5-16,2 1 4 0,0-2 1 0,2 0 0 15,0-1-5-15,7-1 0 0,1-1 1 0,4-2-3 0,1 1-3 16,4-1 1-16,1-1-10 0,6-3-28 0,5 0-41 16,0 0-58-16,0 0-114 0,16-16-271 0,1 6 121 15</inkml:trace>
  <inkml:trace contextRef="#ctx0" brushRef="#br0" timeOffset="7815.39">10135 1966 253 0,'-2'-5'293'0,"0"0"-15"0,1 2-27 0,1 3-23 0,0-5-25 15,0 5-23-15,-3-4-22 0,3 4-17 0,0 0-16 16,0 0-12-16,0 0-14 0,0 18-5 0,3-9-12 15,-3 5-7-15,5 4-6 0,-1-2-8 0,0 4-9 16,-1 1-6-16,3 6 3 0,0 2-11 0,-1-3 0 16,3 1-2-16,-3-2-4 0,4-1-2 0,-5-7-2 15,0 2-4 1,-2-2-2-16,1-1-2 0,-2-5-5 0,-1 0-2 16,0-3-6-16,4-1-6 0,-4-1 3 0,0-2 3 15,3 1-4-15,-3-1 3 0,-3-1-2 0,3-3-1 16,0 0-3-16,-9 2 3 0,9-2-9 0,-18-4-9 15,8-1-12-15,-4 1-9 0,1-1 3 0,-6-3 0 16,0 3 4-16,-2 1 1 0,-5-2 6 0,6-1-3 16,-8 3 4-16,8-2 0 0,-2 4 2 0,4-3-1 0,-1 1 7 0,2-1 0 15,7 5 0-15,2-1 2 0,1-1 4 0,7 2 0 16,-10-1-7-16,10 1 1 0,0 0 1 0,0 0 1 16,0 0 4-16,23-5 0 15,-3 4 3-15,13-4-6 0,3 3 6 0,19-3-10 0,-1 2-12 0,2-4-13 0,3 1-18 0,-2 0-4 16,1 0-16-16,-1-1-13 0,1 0 1 15,-20 3-3-15,0-4-5 0,1 3 21 0,-5-4 2 16,-6 5 6-16,-7-1 12 0,-1 0 14 0,-6-1 39 16,-4 4 40-16,-2-3 28 0,-3 1 5 0,1 1-10 15,-4-1-6-15,-2 0-4 0,0 4-5 0,-6-5-6 16,0 3-6-16,-4 0 1 0,0-1-8 0,-4 4-1 16,-3 3-2-16,-2-1 0 0,0 4-5 0,1 0 1 15,-2 0-6-15,3 3 3 16,-5 5-4-16,6-3-2 0,2-2 0 15,0 1 2-15,5-3-7 0,-3 4 5 0,2 0-6 16,6-4 4-16,-1 4-3 0,1-5 0 0,3 4 5 0,-1-5 0 16,2 1 8-16,2-2-6 0,2-1 6 0,0-1 5 15,2-2-3-15,3-1 4 0,4 0-2 0,-1-4-1 16,5 0-2-16,1-1-2 0,-3-2-4 0,-4 2 2 16,5-4 2-16,-6 3-7 0,3-2 0 0,-4 0 0 0,0 3-2 15,1-1 1-15,-2 1 2 0,-3 1 2 0,-4 1 3 16,7-1-3-16,-8 4-2 0,9-5-2 0,-9 5-1 15,5-3-3-15,-5 3-3 0,4-3-3 0,-4 3-8 16,0 0 5-16,0 0-2 0,0 0 0 0,14 6 0 16,-8-1 2-16,1-4 3 0,2 4-11 0,0 0 1 15,3 0-13-15,5 0 0 16,-1 0-4-16,1 3-5 0,1-6-3 0,-2 2 4 16,-3-3 3-16,-1-1-1 0,3 0 6 15,-2 0 2-15,0-1 3 0,0 0 3 0,-2-2 6 16,-2-4 16-16,3 2 21 0,-5 0 24 0,2-2 13 15,-2 2 22-15,-1-1 7 0,-2 2 16 0,2-1 20 16,-3 1 7-16,0 0 6 0,-3 4-25 0,3-5-8 0,-3 5-5 16,4-6-14-16,-4 6-13 0,2-2-5 0,-2 2-16 0,0 0-11 15,4-3-18-15,-4 3-15 0,0 0-5 0,0 0 0 16,4 12 4-16,-4-5-2 0,0 3-4 0,0-1 2 16,-2 1 2-16,2 3-4 0,-2-1 3 0,2 5-3 15,0-5 0-15,0 1-1 0,0-1 3 0,0-2-1 16,2 1-14-16,-2-4 0 0,2 0-1 0,-2-3 2 15,1 0 3-15,-1 1 12 0,0-5 14 0,4 4 40 0,-4-4-3 0,0 0-7 16,0 0-10-16,18-13 2 0,-9 7-7 0,1-4-5 16,-1 1-2-16,-1 0 0 0,6-4-12 15,-8 3 6-15,7-7-12 0,-4 9-2 0,0-5-2 16,-1 1 2-16,-2 4 1 0,-1 1-8 0,-1 2-3 16,-2 2-2-16,1-1-3 0,-3 4-15 0,5-5-23 15,-5 5-21-15,4-5-20 16,-4 5-18-16,0 0 9 0,0 0 7 0,9 10 11 15,-5-6 6-15,1 4 11 0,1 1 5 0,5-3 6 16,3 6 2-16,4-2 1 0,7 1 3 0,3 0-8 16,7 0 0-16,1-6-3 0,4 2-15 0,10-2-6 15,4-3-9-15,-2 1 1 0,2-6 5 0,-17 3 3 16,3-4 2-16,-5-1 7 0,6 0 9 0,-8-2 2 0,-2-1 11 16,-5-4 0-16,-10 5 22 0,0-3 14 0,-5 5 25 15,-2-6 24-15,-3 5 15 0,0-3 5 0,-4 3 0 16,-2-3-9-16,0 2-4 0,-4 0-8 0,-1 2-2 0,-4-2-13 15,-1-1 6-15,-4 4-9 0,-4-1 3 16,-4 2-6-16,4-1-1 0,-5 3-4 0,2 2-1 16,-1 1-3-16,4 0-2 0,-5 1-1 0,4 4-2 15,1 0-1-15,4-4-3 16,4 6 0-16,-1-4-5 0,1 3-16 0,5-1-7 16,0 0 2-16,1 3 1 0,2-1-1 0,0 1 0 15,5-5 0-15,3 3 5 0,0-2 1 0,5-3 0 0,2 0 3 16,0 2 1-16,4-4 2 0,-1-1 1 0,-3 0 0 15,3-2 2-15,-3-5 0 0,-3 4 8 0,0-6 9 16,-2 2 11-16,1-5 14 0,0-3 3 0,0 0 15 16,-4-2-5-16,1 1 13 0,-3-3-5 0,-3-5-2 15,3-4-9-15,-3 2-8 0,-3-3 4 0,3-1-3 16,-3 1 11-16,2 0 3 0,1 3 23 0,-1 2-3 16,0 4 4-16,-5 1 10 0,6 4-5 15,-1-1 11-15,-1 6-1 0,2 0 1 16,-3 3 3-16,3 0-14 0,0 1-10 0,0 3-9 15,0-2-16-15,0 5-36 0,0-6-31 0,0 6-18 0,0 0 3 0,0 0 6 0,-6 14 6 0,3-3 0 32,2 1 3-32,0 5 7 0,-2 2 6 0,-1 5-10 15,3 0 8-15,1 2 3 0,1 0-1 0,-2-2 4 16,2 3-1-16,2-9 1 0,5 8-2 0,-6-8-10 16,7 8 4-16,-4-7-4 0,4-4-6 0,4 0 3 0,1 2 3 0,2-5-4 0,2-2 0 0,3-2-2 31,8 1-5-31,-1-7-5 0,4 3-3 0,0-5-6 0,1-3-5 0,1 1 0 15,0-5-3-15,-1-1-5 0,2-1 5 16,-1 1 5-16,-1-4 3 0,-3-2 7 0,-4 4-3 16,-9 0 12-16,1 0 1 0,-9 1 20 0,0 1 14 0,0 0 13 15,-3 0 17-15,-2 5 7 0,0-6 7 0,0 6-4 16,-3-1 7-16,-1 0-26 0,0 4 1 0,-4-8 0 16,2 7-7-16,-6-1 1 0,-2 1-5 0,1 2-8 0,-3 2 0 15,1-1-4-15,-2 3 1 0,1-1-1 0,-4 3 10 16,0 3-14-16,1-2-1 0,-1 4-3 0,3-2-2 15,0 2-7-15,6-3-11 0,-1 1 13 0,-1-1-14 16,5 1-4-16,-1 1-4 0,4-5-1 0,-2-1 9 16,2 2-4-16,1-7 3 0,5 9 5 0,3-6 5 15,-2-1 2-15,6-3-3 16,3 1 10-16,2-1 1 0,0-3 0 0,4 1-4 16,-6 1 3-16,3-2-4 0,-2 0 5 15,1 0 0-15,-4 1-1 0,1 1 4 0,-5-2-14 16,3 3 10-16,-5-4-2 0,0 4 2 0,-7 1 1 15,11-1 0-15,-4-2-5 0,-7 3 4 0,10-2 1 0,-4 0-3 16,-6 2-15-16,8-1-25 0,-8 1-27 0,10 0-38 16,-10 0-34-16,10 1-47 0,-10-1-65 0,0 0-244 0,9 3-542 15,-9-3 239-15</inkml:trace>
  <inkml:trace contextRef="#ctx0" brushRef="#br0" timeOffset="8615.81">12581 2053 153 0,'4'-1'305'16,"-4"1"-33"-16,4-4-28 0,-4 4-27 0,2-2-22 15,-2 2-23-15,0 0-15 0,13 5-24 16,-8-4-10-16,1 4-12 0,2 1-11 0,-1 4-14 16,-1-2-4-16,-2 3-12 0,2 0-7 0,1 5-4 15,-6-4-5-15,1 3-2 0,1 1-5 0,-2 2-8 0,-1-6-11 16,0-1 0-16,-1-1-2 0,1-3-7 0,-1 0 2 0,-1 0-1 15,1-2 1-15,1-2 10 0,0-3 26 0,0 9 36 16,0-9 42-16,0 0-24 0,0 0-18 0,0 0-3 16,0 0-13-16,0 0-5 0,3-24-12 0,3 14-8 15,1-1-17-15,1 1-19 0,3-5-20 0,4 1-10 16,2 0-20-16,4-2-14 0,3 0-8 0,1 4-4 16,0 2 4-16,4 0 2 0,-1 2-4 0,4 1-1 0,0 3 5 0,-3-2-1 15,3 2 3-15,1 2 8 0,-3-1-4 16,-1 1 5-16,-7 1 5 0,6 1 8 0,-8 0-1 0,7 0 4 15,-9-1 1-15,-8 2 3 0,3-2 2 16,-7 2 11 0,2-2 14-16,-3 2 19 0,-5-1 11 0,10 0 10 15,-10 0-3-15,0 0-3 0,0 0-5 0,0 0-5 0,0 0-1 16,-23 1-6-16,12 1-1 0,-10-1-5 0,1 3 2 16,-2-1 1-16,-5 2-5 0,6 0 0 0,-9 2-2 15,10-2-2-15,2-1-4 0,-1 5 4 0,1-1-6 16,5-2 2-16,1 1-5 0,1 0 2 0,3 0-2 15,3 2 2-15,0-1-3 0,1 0 1 0,2-2-1 16,2 2 2-16,2 1 2 0,6 1 2 0,1-3 1 16,7 1-3-16,4-1-3 0,0-2 0 0,10 0-3 0,-9-3 3 0,0-2-11 15,-1-1 9-15,-1-3-1 0,-2 1 3 0,-1-5-1 16,1 0 5-16,-3-4 8 0,-2 2 12 0,-1-5 8 16,-3 2 6-16,-3-3-3 0,0-3 16 15,-1-6-2-15,1 1 14 16,-5-4-24-16,4 2 8 0,-4-4-7 0,0-1 36 0,0 2 20 0,-4-1 14 0,4 4 16 15,0 5 10 1,0-5-3-16,-1 8 10 0,1 2 6 0,0 5 11 16,-1 1 6-16,1 3-12 0,0 1-15 0,1 0-16 15,-1 3-15-15,0-2-14 0,1 1-24 0,-1 4-32 16,0-4-38-16,0 4-40 0,0 0-12 0,0 0 13 16,0 0 4-16,0 18 1 0,0-3 3 0,0 3 6 15,0 7 0-15,0 2 6 0,-1 0-5 0,1 2 8 16,-1 1 2-16,1 2 2 0,-3-3 1 0,7 0 1 0,-3-3 5 0,4-1 0 15,-1-4 0-15,-2 4-1 0,1-10 9 0,2-1-1 16,-1-4 0-16,0 0 2 0,0-1 7 0,-1-3 5 16,0 0 11-16,1-2 9 0,1 0 15 15,0-2 8-15,2 1 9 0,3-3-4 0,1-1-8 16,2-1-6-16,10-3-6 0,3 0-32 0,3-4-51 0,3-1-80 16,1-1-118-16,2-2-123 0,-2-1-491 0,3-3-921 0,-2-1 407 15</inkml:trace>
  <inkml:trace contextRef="#ctx0" brushRef="#br0" timeOffset="9315.81">14183 1863 238 0,'-1'-6'289'15,"1"6"3"-15,-1-7-3 16,0 3-9-16,1 0-24 0,0 4-17 0,-2-5-24 16,0 1-21-16,2 4-21 0,0 0-23 0,2-4-17 15,-2 4-20-15,0 0-32 0,0 0-7 0,0 0-13 16,0 0-7-16,-1 21-9 0,1-9-2 0,0 5-5 15,-1 2 0-15,1 0-6 0,-2 9 2 0,1-3-6 16,1 3-2-16,-2-1-7 0,2-1-21 0,1 0-7 16,0-9-21-16,0 2-28 0,-1-1-19 0,0-1-25 0,0-5-24 0,0 0-44 15,2-3-54-15,-4-2-216 0,2-7-475 0,-1 6 210 16</inkml:trace>
  <inkml:trace contextRef="#ctx0" brushRef="#br0" timeOffset="9631.4">14097 1796 75 0,'0'0'157'0,"0"0"-16"0,0 0-8 15,12 13-19-15,-4-6-4 0,11 1-15 0,3 6-3 16,5-1-14-16,1 3 0 0,1 1-21 0,3 0-1 0,-5 0-3 15,1 4 1-15,-1-1-7 0,-4 1-12 0,-1 0 0 16,-3-3-4-16,-8-2 3 0,-2 1-12 0,-4 0 7 16,-3 1-7-16,-2-4 0 0,-3 3 6 0,-1-2-1 15,-10 2-6-15,0-4 2 0,-5 4 6 0,-4-1-10 16,0-6 1-16,-1-1-3 0,3-1 5 0,3-1-6 16,-1 0 2-16,0-2-4 0,2 2 1 0,3-5-6 0,3 0 0 0,-1-1-1 15,2 1-6-15,2-1-22 0,8-1-73 0,-10-3-200 16,10 3-316-16,0 0 140 0</inkml:trace>
  <inkml:trace contextRef="#ctx0" brushRef="#br0" timeOffset="10032.51">14711 2163 172 0,'0'0'174'0,"0"0"-16"0,0 0-12 0,0 0-17 15,0 0-7-15,19-3-8 0,-5 1-14 16,3-1-4-16,2-1-9 0,9 0-13 0,-8-3-8 16,0 2-1-16,-1-2 1 0,0-1 6 0,0 0 5 15,-1-3 4-15,-4 1 3 0,3 0-8 0,-4-1 3 16,-3-1-4-16,0 2 1 0,-2 0-3 0,-3 1 2 15,0-3-2-15,-1 3-6 16,-5 1 0-16,-1-2-7 0,1 3-4 0,-1 2-8 16,-2 0-4-16,-3 1-5 0,-2-1-4 0,-3 4-5 15,-8 1-4-15,1 1 0 0,0 4-8 0,-2 2 1 16,-4 1-7-16,5 1 1 0,-1 1 1 0,2 6-4 16,2-4-2-16,5 1-1 0,-2 1 2 0,2 3-6 15,7-1 3-15,0 2 1 0,2-3-6 0,7 4-6 16,0-4-2-16,6 1-8 0,2-4-14 0,3 0-21 0,4-1-40 15,0-5-55-15,10-1-88 0,-10-1-178 0,3-3-444 16,-1-2 197-16</inkml:trace>
  <inkml:trace contextRef="#ctx0" brushRef="#br0" timeOffset="10401.83">15134 1997 38 0,'0'-5'362'0,"0"5"-39"0,0 0-32 0,1-4-27 16,-1 4-39-16,0 0-18 0,0 0-25 0,0 0-19 16,0 0-18-16,13 5-14 0,-9 0-13 0,1 0-14 15,5 4-11-15,-3-2-11 16,3 8-3-16,0-3-12 0,-2 5-4 0,1-3-7 16,-1 3-5-16,-1-2-7 0,-1 6-2 0,1-4-4 15,-2 0-5-15,0-2-2 0,-1-3-3 0,0-2-1 16,-3 2-2-16,2-7 0 0,-2 0-6 0,0 2 18 15,0-5 26-15,-1-2 46 0,3 5 42 0,-3-5 36 16,0 0 26-16,0 0 26 0,0 0 17 0,0 0-26 16,0 0-21-16,0 0-21 0,9-17-24 0,-6 7-14 0,-1-2-15 15,2-5-23-15,1 3-20 0,-1-2-13 0,0 0-18 0,3-1-12 16,-1 0-14-16,1 1-2 0,-1 5-9 0,-2 0-22 16,0 0-18-16,0 2-24 0,1 0-46 0,0 4-39 15,0-2-44-15,3 2-42 0,-3 2-33 16,3 1-30-16,-1 0-50 15,5 1-70-15,-7 0-322 0,-5 1-775 16,19 4 344-16</inkml:trace>
  <inkml:trace contextRef="#ctx0" brushRef="#br0" timeOffset="10686.54">15681 2005 28 0,'-4'-3'436'15,"3"-1"-5"-15,1 4-26 0,-3-5-27 0,1 3-37 16,2 2-33-16,0 0-37 0,-1-3-32 0,1 3-30 0,0 0-26 16,0 0-25-16,0 0-27 0,0 0-15 15,0 0-11-15,-3 10-4 0,6-3-18 0,-2 0-4 16,0 2-7-16,0 1-7 0,1 3-8 0,-1-2-3 16,3-1-11-16,-2 2 0 0,1 0-1 0,-1 5-4 0,1-7-2 0,-2-5-6 15,2 4-7-15,-2-1 4 0,0-1-12 0,2-2-9 16,-3 0-11-16,1-2 3 0,-1-3-3 0,2 6 2 15,-2-6 6-15,1 6 3 0,-1-6-11 0,0 0 7 16,0 0-30-16,0 0-70 0,0 0-47 0,0 0-48 16,-17-15-55-16,12 3-63 0,-5 4-277 0,0-7-635 15,1-3 282 1</inkml:trace>
  <inkml:trace contextRef="#ctx0" brushRef="#br0" timeOffset="10849.52">15571 1786 230 0,'0'-4'307'16,"0"4"-29"-16,0-5-29 0,0 5-30 0,-2-5-19 16,2 5-23-16,0 0-9 0,0 0-31 0,0 0-19 0,0 0-25 0,20 9-39 15,-14-3-35-15,2 1-42 0,1 0-47 0,1 0-75 16,-1 1-191-16,0-3-363 0,1 4 162 0</inkml:trace>
  <inkml:trace contextRef="#ctx0" brushRef="#br0" timeOffset="12690.98">16207 2070 160 0,'-1'-5'250'15,"1"0"-6"-15,-2-3-14 0,0 4-14 0,-2-2-25 16,0 0-11-16,-2 4-21 0,-1-1-15 0,-2-1-17 16,-5 3-8-16,-3 4-16 0,-1-1-8 0,0 5-9 15,-7 3-8-15,-1 0-13 0,7 1-4 16,2 1-7-16,-4 6-4 0,4-4-4 0,4-1-7 0,2 1 3 0,-1 1-11 16,5 1-2-16,1-3-1 0,4 1-3 0,1-2-2 15,1-2-3-15,1 0 1 0,1-3 1 0,2-2 4 16,3 2 2-16,1-5-1 0,3 0 3 0,2-4 3 15,1 0 7-15,1-6 11 0,-1 1 5 0,-1 0 16 16,1-6 0-16,0 2 3 0,-1 0-7 0,-2-2 1 16,0-2-4-16,1 2-2 0,-3-1-9 0,-2 1-3 0,-1 4-5 0,-1-2-5 15,1 4 7-15,0-1-1 0,-4 3-1 0,1 1-12 16,-1 1-2-16,-2 3-8 0,5-7-15 0,-3 6-19 16,-2 1-2-16,6-1 2 0,-6 1-1 0,12 5 5 15,-5 2-2-15,2-1 4 0,3 2 0 0,3 4 13 16,3-2-13-16,-4 0-1 0,4 1-10 0,0 0-3 15,5 4-4 1,-4-6 3-16,-2 3-9 0,0-4 0 16,1-4 0-16,-6 2 4 0,-1-2 1 0,-1 0 9 15,-2-1 13-15,-3-3 7 0,-5 0-4 0,14-7 12 16,-10 2 12-16,1 0 4 0,-1-5-3 0,-3 1 3 16,2-4 11-16,-2 4 4 0,-2-9-5 0,1 1-1 15,0-2-4-15,-4-1 2 0,0-8-13 0,0 2 2 16,3-1 2-16,-3-2 4 0,-2 2-16 0,6 0 18 0,-4 8-3 0,4 0 8 0,-4 3 7 15,3 4 13-15,1 3-6 0,-3 2-5 0,2 1-8 16,1 0-17-16,0 3-38 0,0-1-34 0,0 4-13 16,0 0 4-16,0 0 10 0,-4 14-5 0,4-2 15 15,-2 5 3-15,-1 1 3 0,3 1-2 0,-2 9 11 16,2-1 5-16,2 1 3 0,-4-2 1 0,2 0 3 16,0-6 3-1,-2-1-8-15,4 0 5 0,-4-1 4 0,2-1-2 16,0-3 1-16,2-2 6 0,-4-3-1 0,4-4-2 0,-2 2-2 15,0-3 5-15,0-4-5 0,2 9 5 16,-2-7-4-16,0-2 9 0,0 0-11 0,0 0-35 16,-7 3-27-16,7-3-32 0,0 0-30 0,-7-13-54 15,5 6-42-15,0-4-66 0,2 0-219 0,0-1-554 16,4-2 245-16</inkml:trace>
  <inkml:trace contextRef="#ctx0" brushRef="#br0" timeOffset="12938.49">16265 2024 129 0,'-4'2'185'0,"4"-2"-6"0,-6 1 0 16,6-1-1-16,-4 3-2 0,4-3 8 0,0 0-3 16,19 1-17-16,-6-1-13 0,16-2-17 0,2 0-9 15,6 1-15-15,14-1-5 0,0-3-19 0,-12 3-6 0,-4-2-11 16,0 3-3-16,-3-3-6 0,-3 1-8 0,-11 1-4 15,1 1-5-15,-7 0-5 0,-6 0-9 16,3 1-7-16,-4 0-8 0,-5 0-9 0,8-2-18 0,-8 2-16 0,0 0-29 16,0 0-24-16,0 0-34 0,0 0-25 0,-35 0-19 15,26 3-38-15,-2-1-135 0,-2 0-360 0,4 0 159 16</inkml:trace>
  <inkml:trace contextRef="#ctx0" brushRef="#br0" timeOffset="13254.74">16924 2017 326 0,'0'-7'401'16,"0"7"-8"-16,0 0-16 0,0-7-28 0,0 7-32 0,0-2-27 16,0 2-32-1,0 0-27-15,0 0-31 0,0 0-23 0,0 0-19 16,3-5-16-16,-3 5-22 0,0 0-15 0,0 0-12 15,0 0-6-15,1 16-1 0,-1-11-17 0,0 3-16 16,0 2 6-16,0 1-9 0,0 0-6 0,4 1-3 16,-3 5-3-16,-2-4-6 0,1 0-2 0,0-2-3 15,-1 4-15-15,1-2-15 0,0-4-21 0,1 1-5 16,-2-3-20-16,1 0-11 0,-3-3-4 0,3 1 5 0,0-5 2 0,0 0 8 16,-4 5-10-16,4-5-58 0,0 0-58 0,0 0-38 15,-15-14-50-15,10 4-52 0,-3-1-191 16,2-4-546-16,2 0 242 0</inkml:trace>
  <inkml:trace contextRef="#ctx0" brushRef="#br0" timeOffset="13417.06">16900 1801 205 0,'0'-6'297'0,"-3"-2"-12"0,2 3-18 0,1 1-32 16,0 0-24-16,-1 0-22 0,1 4-19 0,0-5-22 15,0 5-13-15,0 0-14 0,0 0-14 0,0 0-17 16,13 10-21-16,-8-4-24 0,4 0-29 0,-3 3-24 15,8 3-32-15,-3-6-27 0,3 6-18 0,0 0-63 16,0-4-48-16,-3-2-145 0,2 2-370 0,2 1 163 0</inkml:trace>
  <inkml:trace contextRef="#ctx0" brushRef="#br0" timeOffset="13771.96">17369 1896 28 0,'-5'-6'182'16,"5"6"-5"-16,0 0-18 0,-18 3-10 0,13 0-9 15,-8 2-17-15,1 0-11 0,-3 2-11 0,0 3-5 16,-2-2-14-16,2 6-4 0,0-5-10 0,1 3-8 16,0 0 1-16,3 0-5 0,0 1-11 0,3 1 0 15,0-4-9-15,5 1 1 0,0-1 18 0,1 0 6 0,4 0-5 16,2-1 6-16,1 0-8 0,11-1 0 0,0 1-1 0,2-5-5 15,6 1-4-15,3-4-3 0,1 1-3 0,3-8-4 16,-11 4-6-16,10-2 2 0,-11 2 8 0,-1-7 15 16,-3 3 14-16,0 0 0 0,-4-4 2 0,0 3-3 15,-3-4-1-15,-2 1-8 0,-3-2-8 16,-1-1-4-16,0-3 5 0,-2 3-11 0,-3 1-5 0,-3-2-5 0,-3 0-1 0,-1 3-2 16,-2 1 1-16,-2 0-13 0,-1 3-5 15,2 0-4-15,-6 5 0 0,0-3-1 0,2 2-16 16,-5 1-13-16,5 2-21 0,6 2-30 0,-2-1-36 15,1 3-28-15,3-1-22 0,3 1-48 0,2 1-216 16,3-2-462-16,2-1 204 0</inkml:trace>
  <inkml:trace contextRef="#ctx0" brushRef="#br0" timeOffset="14179.42">17648 1935 6 0,'0'0'388'0,"6"-3"-12"0,-6 3-31 0,4-1-28 15,-4 1-34-15,0 0-33 0,2-4-30 0,-2 4-25 0,0 0-23 16,0 0-23-16,0 0-10 0,0 0-23 0,4 9-8 16,-3-3-16-16,-1 1 1 0,-1 0-17 15,1 6-6-15,0-4-7 0,-1 1-1 0,1 2-10 16,0-2-4-16,-1-1-4 15,1 3-1-15,-2-4-5 0,1 1-5 0,1-5 0 16,0 0-1-16,1 0-2 0,-1-4 1 0,0 9 4 16,0-9 24-16,2 5 43 0,-2-5 27 0,0 0-10 15,0 0-17-15,0 0-6 0,13-11-8 0,-5 5-11 16,1 0-10-16,-4 1-8 0,3-5-3 0,2 4-6 16,-1 0-7-16,0-1-2 0,-4 4-11 0,3-2 1 15,-3 1-6-15,-1 2-3 0,-1 1-4 0,-1-3-3 0,-2 4-6 16,5-3-6-16,-5 3-17 0,9 1-2 0,-9-1-7 0,10 5-10 15,-2-3-30-15,1 4-18 0,4 2-32 0,-3-3-39 0,6 7-40 16,-3-4-62-16,5-2-94 0,-6 1-301 0,2-2-703 16,2-1 312-16</inkml:trace>
  <inkml:trace contextRef="#ctx0" brushRef="#br0" timeOffset="14326.34">18175 2031 69 0,'4'-2'463'0,"-4"2"-7"0,0 0-20 0,0 0-29 16,0 0-36-16,4-4-40 0,-4 4-32 0,0 0-36 16,0 0-50-1,0 0-69-15,5-1-81 0,-5 1-102 0,9 0-106 16,-9 0-147-16,0 0-215 0,17 1-548 0,-17-1 242 16</inkml:trace>
  <inkml:trace contextRef="#ctx0" brushRef="#br0" timeOffset="15731.83">4527 3199 184 0,'0'0'177'0,"0"0"-20"0,0 0-11 16,0 0-20 0,0 0-6-16,0 0-11 0,0 0-11 15,0 0-8-15,0 0-16 0,0 0 0 0,0 0-1 0,0 0-18 16,0 0-4-16,0 0 1 0,0 0-9 0,0 0-4 15,0 0-1-15,0 0-7 0,0 0 0 0,0 0-3 16,0 0-3-16,0 0-6 0,0 0-7 0,0 0 4 16,0 0-4-16,0 0-1 0,0 0-2 0,9 8 4 15,2-10-2-15,2 2 10 0,18 0 6 0,2-3 2 16,18 0 3-16,8-2-1 0,32-8 5 0,4 1 4 16,11-2-3-16,7 1 10 0,6-4-4 0,5 2 1 15,2-3-2-15,7 1 3 0,4 1-2 0,2 1-7 0,-10 5-2 16,-5-3-7-16,-9-2 9 0,-13 3-12 0,-11 5-2 15,-23 1-2-15,-10 5-2 0,0-2-2 0,-3 1 1 16,-1 0-5-16,-18 0 0 0,-4 2 1 0,-4 2-5 0,-7-2-1 16,-4 2-2-16,-6 0 0 0,0 1-2 0,-5-3 0 15,2 0 0-15,-3 0 2 0,0 1-1 0,-5-1-2 16,5 1-5 0,-5-1-8-16,0 0-22 0,0 0-29 0,0 0-52 15,0 0-68-15,-10 12-213 0,10-12-428 0,0 0 190 0</inkml:trace>
  <inkml:trace contextRef="#ctx0" brushRef="#br0" timeOffset="16265.81">8377 2930 5 0,'-7'2'193'0,"7"-2"-15"0,0 0-12 16,0 0-10-16,-5 2-7 0,5-2-15 0,0 0-10 16,0 0-5-16,0 0-15 0,0 0-10 0,0 0-3 0,0 0-9 15,0 0-8-15,0 0-7 0,0 0-8 0,0 0-3 0,20 0-1 16,-6 0-2-16,12-2-5 0,8 0-1 0,17-2-5 15,6 2 1-15,10 0-3 0,32-3 4 0,-4-2 4 16,3 4 1-16,-2-4-5 0,-5 2 1 16,0 0-6-16,-30 3 4 0,3-2-11 0,0 3-1 0,-3-2-6 15,-2-3-1-15,-8 3 0 0,-11 2-5 0,-5 0-2 16,-1-3-1 0,-5 4 0-16,-11-1-1 0,-4 0-2 0,-5-2 0 15,0 3-2-15,0 0 0 0,-3 0-2 0,-6 0-2 16,9-1-4-16,-9 1-14 0,8 0-13 0,-8 0-24 0,5 0-22 15,-5 0-20-15,0 0-26 0,5 3-66 0,-5-3-191 16,0 0-404-16,0 0 179 0</inkml:trace>
  <inkml:trace contextRef="#ctx0" brushRef="#br0" timeOffset="16962.34">11460 2835 31 0,'-6'1'160'0,"6"-1"-3"15,0 0-3-15,0 0-23 0,0 0-4 0,0 0-9 16,0 0-8-16,0 0-8 0,0 0-9 0,0 0-3 16,0 0-7-16,0 0-3 0,0 0 1 0,0 0-3 15,20-1-6-15,2-2-1 0,10 1-7 0,8-1-7 0,18 1-3 0,9-5-5 16,30-1-7-16,4 3 1 0,-1-2-1 0,3 0-7 16,3 0-4-16,-1 3-1 0,-5-2-5 0,-6 1 0 15,-4 0-2-15,-26 0 5 0,26 1-11 0,-31 4 0 16,-2-3 25-16,-6 1-4 0,0 2-3 0,-17 0-4 15,-2-2-3-15,-3 2-1 0,-7 2-8 0,-9-4 1 16,0 2-3 0,-2 0-5-16,-3 2-4 0,-3-4-1 0,-5 2-7 15,10 0-9-15,-10 0-12 0,4 2-14 0,-4-2-26 16,0 0-47-16,0 0-68 0,-12 5-190 0,12-5-396 16,-10 0 175-16</inkml:trace>
  <inkml:trace contextRef="#ctx0" brushRef="#br0" timeOffset="17700.38">14297 2755 61 0,'0'0'144'0,"-5"0"-10"0,5 0-7 0,-8-2-9 15,8 2-8-15,0 0-3 0,0 0-11 0,0 0-8 0,0 0 0 16,0 0-16-16,0 0-2 0,0 0-13 0,0 0 5 15,0 0-10-15,0 0-2 0,0 0 3 0,0 0 4 0,22 2 0 16,-4-2-8-16,10 0-3 0,5-3 1 0,7 1-5 16,20-5-5-16,0 6 9 0,37-6 30 0,0-1 3 15,3 1-6-15,1 1-8 0,1-1-3 0,-4 2-1 0,3 1-9 16,-1-2-6-16,-3 3-6 0,-32 0-2 16,27-2-2-16,-29 4-3 0,-4 1-5 0,2-3-4 15,-5 3 0-15,-3 0-4 0,-16 0-2 0,-3 0 1 0,-2 0-3 0,-1 0-2 16,-12 3-1-16,-1-3 0 0,-4 0-2 0,-4 0 0 15,1 0 4-15,-2 1 15 0,-9-1 10 0,12-1 9 16,-12 1 3-16,0 0-2 0,12 0-7 16,-12 0-3-1,0 0-7-15,5-3-21 0,-5 3-41 0,0 0-38 0,0 0-38 0,0 0-50 0,0 0-52 0,0 0-218 16,0 0-458 0,0 0 203-16</inkml:trace>
  <inkml:trace contextRef="#ctx0" brushRef="#br0" timeOffset="18215.93">17090 2651 110 0,'0'0'141'0,"0"0"-1"16,0 0-1-16,0 0-2 0,0 0 1 0,-3 2-6 16,3-2-3-16,0 0-2 0,0 0 2 0,0 0-2 15,0 0-5-15,0 0-7 0,0 0-11 0,16-7-8 16,2 5-11-16,10-1-9 0,5-1-6 0,5-2-6 0,19-1-7 0,3 0-9 16,1-1-3-16,3 4-2 0,27-3 10 0,-30-1 4 15,2 3 1-15,-3 1 1 0,3-1-1 0,-2 0-4 16,-1 4 0-16,-8-1-10 0,2-1 1 0,-17 1-12 15,-1-1 13-15,-3 0 1 0,-5 2-2 0,-6 2 14 16,-9-3 8-16,-2 2 9 0,-2-1 15 0,-1 1-2 16,-2-2 5-16,2 2-10 0,-8 0-5 0,9-1-12 15,-9 1-8-15,5 0-24 0,-5 0-31 0,0 0-53 16,8-2-74 0,-8 2-98-16,0 0-352 0,0 0-621 0,0 0 274 15</inkml:trace>
  <inkml:trace contextRef="#ctx0" brushRef="#br0" timeOffset="24092.04">3906 5045 111 0,'1'-4'173'0,"2"-1"2"0,-2 1-15 16,-1 1 0-16,4-2-5 0,-3 1-3 0,-1 4-9 16,0-5-11-16,4 4-13 0,-4 1-14 0,0-5-16 15,0 5-9-15,0 0-17 0,0 0-5 0,0 0-6 16,0 0-7-16,5 11-2 0,-6-6-8 0,1 6 4 16,-1 2-6-16,-2 1-3 0,-1 3-1 0,1 2-3 0,-3 7 11 0,1-1-12 15,-4-7 1-15,0 13-1 0,-1-6-3 0,-3 1 1 16,0 2-5-16,2-3 0 0,-2-2-1 0,0-1 0 15,2-6 0-15,1 0-3 0,-2-4 1 0,4-1 7 16,1-2 3-16,0-2 4 0,3-2 13 0,-2 0 23 16,2-1 31-16,-2-1 2 0,6-3-17 0,-16-5-2 15,6-2-3-15,0-1-3 16,1-5 1-16,-2-3 3 0,3-2-4 0,-4-5-1 16,5-1-6-16,0-5-9 0,5-1-4 0,-1 0-7 15,6-2-9-15,-3-2-6 0,2 3 2 0,5-1-7 16,-3 3-2-16,2 4 0 0,3 0-4 0,-4 2-1 15,3 5-4-15,-2 3 1 0,6 0-4 0,-5 2-4 16,6 0 0-16,-3 6-2 0,5-3-5 0,4 3 0 16,1 1 1-16,1 2-4 0,8 2-2 0,3 0 5 0,-1 3-6 15,4 2 2-15,-3 2 4 0,1-1 1 0,3 1-1 0,-3 0 2 16,2 0 1-16,1-2 1 0,-4 0 8 16,2-2-11-16,-7 2 1 0,-7-6-2 0,3 3 7 15,-1-2-3-15,-4-2-1 0,0-2 2 0,-4 0-1 16,-1 0 9-16,-4-3 2 0,1-2 7 0,0 1 0 15,-4-1 1-15,0 1 0 16,-2-1 9-16,-1 0-7 0,1 0-1 0,-1 1-7 16,0-1 3-16,-1 6-4 0,-1-2-2 0,2 3 1 15,-2-1-44-15,-1 1-37 0,0 4-60 0,0-3-28 16,0 3 10-16,0 0-29 0,-1 14-41 0,-1-4-63 16,0 0-247-16,-3 9-568 0,2-4 252 0</inkml:trace>
  <inkml:trace contextRef="#ctx0" brushRef="#br0" timeOffset="24460.06">4426 5245 235 0,'0'0'333'0,"1"-3"-23"16,-1 3-17-16,0 0-28 0,0 0-26 0,0 0-21 0,0 0-25 0,0 0-21 16,0 0-23-16,0 0-17 0,0 0-25 0,0 0-7 15,0 0-11-15,-6 11-8 0,0-3-10 0,-3 6-5 0,-2 2-5 16,-1 0-5-16,0 1-3 0,-2 3-11 0,-4 2-5 15,8-6-2-15,-3 1 2 0,3-3-6 0,-3 1-4 16,2-1-9-16,1 1-11 0,0-2-24 0,1 1-20 16,2-2-20-16,0-4-19 0,-1 1-17 0,0-2-18 0,1-2-35 15,2-2-29-15,0-1-28 0,-2-4-46 16,1-1-134-16,0-1-414 0,1-4 184 0</inkml:trace>
  <inkml:trace contextRef="#ctx0" brushRef="#br0" timeOffset="24765.62">4155 5463 670 0,'-4'-16'39'0,"-1"-2"30"15,0-2 29-15,0 6 24 0,1-6 31 0,3 6 19 16,-2 2 14-16,1 0 10 0,2 4 7 15,-3-1 16-15,3 2-5 16,0 2-17-16,0 0-20 0,0-1-21 0,0 6-20 16,0 0-19-16,-1-6-15 0,1 6-10 0,5 0-12 15,-5 0-4-15,0 0-11 0,22 12-6 0,-12-7-7 16,4 7 0-16,1 2-1 0,3-2-6 0,3 3-2 16,2-1-4-16,-6-1-3 0,4 3-1 15,-2-1-6-15,-2-3-3 0,3 4-1 0,-3-4-11 0,-3 1 6 0,1-1 2 0,-5-6-4 16,-1 2-3-16,1-2-6 0,-1 1 7 0,-3-2-5 15,-3-1 1-15,1 0-1 0,-1-3-1 0,2 2 0 16,-4 0 8-16,-1-3 5 0,5 5-5 0,-5-5 3 16,4 2-4-16,-4-2 0 0,0 0-3 0,0 0-5 15,4 2 4-15,-4-2 0 0,0 0 3 0,0 0-7 16,3 2 8-16,-3-2-1 0,0 0-35 0,0 0-13 16,0 0-19-16,0 0-21 15,0 0-17-15,0 0-19 0,0 0-42 0,0 0-99 16,0 0-92-16,-7-12-211 0,6 7-597 15,0-2 264-15</inkml:trace>
  <inkml:trace contextRef="#ctx0" brushRef="#br0" timeOffset="25414.82">4592 4518 211 0,'1'-2'285'0,"-1"2"-28"0,3-7-26 0,-3 2-24 16,6 1-22-16,-3-1-17 0,2 2-19 0,1 0-15 15,-1 2-10-15,4 0-18 0,2-1-15 0,-1 4-7 16,1 0-9-16,1 1-7 0,-2 1-3 0,4 1-15 0,-5 3-4 15,5 4 3-15,-5-5-5 0,1 8-8 0,-1 0-4 16,3 2 6-16,-7 3-8 0,-4-4-3 0,2 6 0 16,-3-4 1-16,-3 2 2 0,-1-2-4 0,2 1 5 15,-5-2 0-15,1 0 2 0,-3-1-5 0,4-1 1 16,-4-2-1-16,0-3-1 0,1 1-4 0,3-1-3 16,1-6-3-16,-1 3 6 15,3-1-2-15,-2-2-8 0,3-3 7 0,-1 5 16 16,2-6-3-16,-1 5 0 0,1-5-1 0,0 0 2 15,17-2 2-15,-1-4-1 0,3 3-7 0,11-3-2 16,0-1-5-16,0 2 2 0,2-4-4 16,-2 4 0-16,2-1-1 0,3-3-3 0,-3 4-2 0,0-2 2 15,-4 2 1-15,-1 1 2 0,-8 1 7 0,-8-2 7 16,2 3 2-16,-6 2 9 0,0-3 15 0,-2 2 11 0,1 0 11 16,-6 1-25-16,7-2 30 0,-3 1-15 0,-4 1-12 15,6-1-2-15,-6 1-10 0,0 0-14 0,0 0-15 0,8-2-36 16,-8 2-33-16,0 0-28 0,0 0-16 15,0 7-29-15,0-7-46 0,-9 6-42 0,5 0-62 16,-1-1-300-16,2-1-622 0,1 0 275 0</inkml:trace>
  <inkml:trace contextRef="#ctx0" brushRef="#br0" timeOffset="26080.66">5434 5131 91 0,'0'0'219'0,"0"0"-6"0,0 0-10 16,-9-1-12-16,9 1-2 0,0 0 12 0,0 0-5 16,0 0 0-16,0 0-9 0,0 0-1 0,0 0-7 15,0 0-12-15,0 0-15 0,0 0-16 0,0 0-14 16,0 0-14-16,0 0-6 0,13-6-7 0,0 3-4 15,-3 0-21-15,3-1-1 0,2 2-15 0,2-3-8 16,1 2-21-16,-1-1-15 0,-5 1-17 0,0 1-16 0,0-1-14 0,1 1-13 16,-3 0-14-16,0 1-16 0,-2 0-13 0,-3 0-33 15,-5 1-25-15,13-2-40 0,-8 2-49 0,-5 0-166 16,0 0-441-16,0 0 195 0</inkml:trace>
  <inkml:trace contextRef="#ctx0" brushRef="#br0" timeOffset="26279.24">5456 5274 28 0,'-2'1'301'16,"2"-1"-28"-16,-2 3-23 15,2-3-25-15,0 0-19 0,0 0-20 0,9 2-22 16,3-4-19-16,7-2-31 0,9-1-50 0,4-1-66 15,20-7-96-15,-16 5-212 0,13-3-335 0,-10 3 149 16</inkml:trace>
  <inkml:trace contextRef="#ctx0" brushRef="#br0" timeOffset="26933.91">6189 4918 354 0,'0'0'366'16,"0"0"2"-16,-1-5 0 0,1 5-22 0,0 0-26 15,0-4-29-15,0 4-28 0,0 0-31 0,0 0-19 16,0 0-27-16,0 0-23 15,0 0-20-15,0 0-15 0,0 0-21 0,0 0-5 0,0 0-11 0,0 0-14 0,14 14-11 0,-6-7 0 16,-2 4-10-16,3-1-5 0,-2 2-6 0,5 3-4 16,-3 0-5-16,0 2-13 0,4 0 8 0,-3 0-15 15,-2-3 11-15,2 2 1 0,-1 0-3 0,-1-2 3 16,-2-4-6-16,0 2-5 0,1 0-3 0,-3-4 4 16,0 1-1-16,-1-4-3 15,1 2-1-15,-1-4 2 0,-1 1 2 0,1-1 7 16,-1 1 10-16,1-1 29 0,-3-3 48 15,5 0 46-15,-5 0 39 0,0 0 32 0,3 2 28 0,-3-2 12 16,0 0 5-16,0 0-12 0,5-10-35 0,-1 1-20 16,1-6-24-16,4-3-18 0,0-7-17 0,2-1-18 15,0-1-14-15,1 0-15 0,2-2-11 16,-4 0-10-16,2 4-6 0,-1 2-67 0,-2 0-6 0,-1 5 0 0,-3 0 0 16,4 2 0-16,-4 1 0 0,-1 3 0 0,1 2 0 0,-2 4 0 15,-2-2 0-15,3 3 0 0,-1 3 0 16,-1-4 0-16,-2 2 0 0,1 2 0 0,-1 2 0 15,0-5 0-15,0 5 0 0,4-5 0 0,-4 5-164 16,0 0-109-16,2-2-42 0,-2 2-12 0,0 0-23 0,0 0-30 16,9 9-35-1,-5-4-64-15,-2-2-436 0,4 4-991 0,0-2 438 16</inkml:trace>
  <inkml:trace contextRef="#ctx0" brushRef="#br0" timeOffset="27434.39">6915 5014 183 0,'-4'-7'295'0,"-2"5"-22"16,1-3-23-16,-5 2-21 0,1-1-19 16,-3 3-18-16,-1 1-21 0,-1 1-16 0,-1 6-16 15,-2-1-12-15,1 3-14 0,-2 1-13 0,2 1-12 0,-1 3-8 0,-1 4-6 16,1-3-7-16,-1 5-9 0,8-2-5 0,-3-3-3 15,4 1-6-15,2 2-8 0,1-1 4 0,3-5-8 16,1 0 0-16,2 0-1 0,-1-4 0 0,2-2 6 16,1 2 3-16,0-4 7 0,2 0 20 0,1 0 9 15,4-7 9-15,5 3 4 0,-1-4-1 0,2-1-5 16,-2 2 12-16,5-6-28 0,-1 1 12 0,-1 1-5 0,2-2-8 0,-1 2-6 16,0-1 1-16,-2 0-12 0,-3 3 0 0,1 0-11 15,-4-1 0-15,1 3-6 0,1-4-18 0,-5 5 12 16,0 1-1-16,7-3-6 0,-8 3 4 15,3 1-9-15,2-2-25 0,-1 2-9 0,0 0-19 16,4 0-39-16,-3 0-33 0,-1 3-43 0,-1-1-46 0,-1 0-49 16,1-1-65-1,-3 1-256-15,0 2-617 0,0-1 273 0</inkml:trace>
  <inkml:trace contextRef="#ctx0" brushRef="#br0" timeOffset="27781.67">7126 5035 215 0,'0'0'311'0,"1"-1"-32"0,-1 1-35 15,0 0-26-15,5-3-19 0,-5 3-21 0,8 5-10 16,-3-1-15-16,4 2-10 0,0 1-13 0,-1 1-16 16,-2 4-7-16,2-2-10 0,2 2-8 0,-1 4-11 15,-4-3-8-15,3 1-5 0,-5 2-5 0,1-3-5 16,-2-3-8-16,0 2-4 15,0-2 4-15,-1-3-6 0,0 0-6 16,0-1 5-16,-1 0 12 0,0-2 18 0,0-4 31 0,3 6 14 0,-3-4 70 0,0-2 27 0,0 0 39 16,0 0 22-16,0 0 14 0,0 0-41 0,0 0-30 15,6-13-20-15,-2 3-20 0,-1 0-19 0,-1-2-19 16,3-3-17-16,3 0-11 0,1-2-13 0,-1 2-14 16,-2 6-4-16,-1-5-7 15,5 4-13-15,-6 1-14 0,1 1-20 0,-1 3-21 16,0-1-20-16,-1 1-29 0,-1 0-34 0,2 2-42 15,-4 3-46-15,5-5-66 0,-5 5-44 0,0 0-18 16,6 0-31-16,-6 0-45 0,8 5-84 0,-8-5-248 16,5 3-759-16,-5-3 336 0</inkml:trace>
  <inkml:trace contextRef="#ctx0" brushRef="#br0" timeOffset="28084.35">8128 4882 391 0,'1'-4'428'0,"2"-1"-19"0,-2 2-27 16,3 0-42-16,-4 3-27 0,1-4-31 15,-1 4-34-15,0 0-28 0,1-6-30 0,-1 6-44 16,0 0-13-16,0 0-14 0,-5 16-4 0,0-5-1 0,1 0-25 15,-8 5-7-15,2 1-11 0,-5 2-7 0,5 1-13 16,-6 1 4-16,0 4-3 0,2-4-13 0,-4 1-14 0,5-3-28 16,-2 2-22-16,3-4-24 0,-2-4-20 0,4 2-24 15,-4-2-27-15,5 0-22 0,3-4-34 0,1-1-31 0,-1-5-43 16,0 0-288-16,6-3-582 0,-5 1 258 0</inkml:trace>
  <inkml:trace contextRef="#ctx0" brushRef="#br0" timeOffset="28383.41">7909 4941 323 0,'-2'-4'390'0,"2"0"-28"0,0 4-35 0,-1-5-32 16,1 5-38-16,0 0-29 0,0 0-23 0,0 0-26 16,0 0-23-16,0 0-14 0,10 12-13 0,-4-3-14 15,0 1-16-15,5 5 1 0,0 2-5 0,2-2-9 0,4 8-4 0,-2-4-12 16,4 2-6-16,0-2-8 0,-2 2-7 0,-2-6-4 15,2 4-8-15,-2-4 2 0,-1-3 1 0,-1 3 7 16,-2-4-15-16,-2-3-4 0,2 1 3 0,-5-2-9 16,0-2 1-16,-3-1-1 0,2-1-2 0,-1 1 3 15,-3 0 1-15,-1-4 21 0,5 5 21 0,-5-5 1 16,0 0 4-16,0 0-1 0,4 1-6 0,-4-1-2 0,0 0-8 16,0 0-5-16,0 0-4 0,0 0-20 0,0 0-12 15,0 0-42-15,0 0-9 0,0 0-65 0,0 0-105 16,0 0-86-16,9-8-89 0,-9 8-254 0,-2-10-689 0,0 2 305 15</inkml:trace>
  <inkml:trace contextRef="#ctx0" brushRef="#br0" timeOffset="28647.51">8341 4715 81 0,'1'-4'307'0,"-1"4"-33"16,0 0-27-16,0 0-5 0,0 0-12 0,17 12-1 0,-7-1-12 16,3 4-3-16,1 7-15 0,1 3-12 0,2 4-18 0,-4 3-3 15,1 1-11-15,-4 1-16 0,-1 1 0 0,-5-2-20 16,3 4-9 0,-4-5-11-16,-3 2-5 0,0-4-7 15,-3 0-10-15,-4-1-7 0,1-6-1 0,-6 3-8 16,-2-2-19-16,0-2-30 0,-8 1-33 0,-5-5-49 15,-6 1-70-15,-14-1-82 0,-4-2-130 0,-3-7-187 0,2-6-583 16,0-6 258-16</inkml:trace>
  <inkml:trace contextRef="#ctx0" brushRef="#br0" timeOffset="28969.01">7609 4671 236 0,'-4'-3'296'15,"2"1"-25"-15,-1-1-27 0,1-1-27 0,2 4-14 16,0 0-29-16,-16 9-16 0,5 2-17 0,-1 5-12 15,-2 6-14-15,-3 6-7 0,3 5-13 0,-5 13-6 16,0 0-9-16,2 0-6 0,2 0-7 0,5 1-8 16,3 0 6-16,5-13-5 0,2 0 4 0,5 2-3 15,5 0 3-15,6-7-3 0,0 5-2 0,10-5-3 0,8 3-1 0,-2-9-14 16,4-7-13-16,16-1-41 0,1-4-63 0,3-1-79 16,-1-7-92-16,4-3-234 0,-2-2-519 0,-2-4 230 15</inkml:trace>
  <inkml:trace contextRef="#ctx0" brushRef="#br0" timeOffset="29338.32">8773 5075 245 0,'0'0'345'0,"0"0"-20"16,0 0-18-16,0 0-33 0,0 0-30 0,0 0-19 15,0 0-23-15,20 0-21 0,-8-1-27 0,7-3-48 16,0 2-63-16,3 0-77 16,0 0-104-16,5-1-108 0,1-2-127 0,-10 1-402 15,1-2 178-15</inkml:trace>
  <inkml:trace contextRef="#ctx0" brushRef="#br0" timeOffset="29469.37">8887 5191 40 0,'-3'5'236'16,"3"-3"-6"-16,0-2-4 0,7 1-20 0,3-1-23 16,9 0-23-16,10-3-73 0,7-3-115 0,-4 0-196 0,5-2-241 15,-1-1 106-15</inkml:trace>
  <inkml:trace contextRef="#ctx0" brushRef="#br0" timeOffset="31604.72">9388 4742 216 0,'-1'-8'254'0,"-2"-2"-1"0,2 3-6 0,-1 1-16 15,2 0-13-15,-1 3-9 0,0-1-19 0,1-1-16 16,-2 0-22-16,2 5-11 0,0-3-22 0,0 3-5 16,0 0-23-16,0 0-10 0,0 0-12 0,3 12-4 15,-2-1-4-15,3 8 2 0,-4 0-18 0,4 10-3 16,-3 1-5-16,1 4-3 16,0 0-1-16,1 0-1 0,-6 1-5 0,7 1-4 15,-2-1 2-15,0-3-2 0,0-2 0 0,1-1-4 16,-2 2-1-16,3-6-2 0,-1-4 0 0,-1-3 7 15,-2-1-9-15,1-5 0 0,1 0 3 0,-1-2-4 16,0-1 1-16,-1 3 7 0,2-7 27 0,-2 0 31 16,2 0 34-16,-1 0 27 0,-1-3 32 0,0-2 31 15,-1 4 19-15,1-4 20 0,0 0 17 0,0 6 17 0,0-6-12 16,0 0-34-16,-5-20-34 0,2 8-22 0,0-5-18 0,-4-8-27 16,3-2-19-16,0-3-25 0,-2-4-20 0,0-13-15 15,3-2-22-15,1-2-6 0,-1 1-13 0,4-1-3 16,-1 2-2-16,-1 3 0 0,0 10-4 15,1 1 3-15,-3 4 1 0,4 2-3 0,-2 0-3 0,2 5 2 16,-1 6 1 0,2 9 2-16,-2-2-1 0,0 3 6 0,1 0-11 15,-1 3-3-15,0 0-29 0,1 0-38 0,3 1-41 16,8-1-28-16,-1 3-24 0,8 0-12 0,11 3-38 16,-2 2-27-16,6 6-35 0,-2 1-38 0,0 2-49 15,0 3-83-15,-3-1-252 0,-3 2-759 0,-3 0 336 16</inkml:trace>
  <inkml:trace contextRef="#ctx0" brushRef="#br0" timeOffset="31908.55">9509 5404 200 0,'0'5'241'0,"0"-5"-1"15,-4 3 0-15,4-3-4 0,-1 2-7 0,1-2-3 16,0 0-9-16,0 6-9 0,0-6-7 0,0 0-12 16,0 0-13-16,0 4-9 0,0-4-9 0,0 0-15 0,0 0-13 0,0 0-12 15,0 0-19-15,0 0-3 0,5 2-6 16,-5-2-11-16,18-5-10 0,4 3-9 0,5-5-5 0,6-1-23 15,1 4-19-15,2-1-36 0,0-3-46 0,-3-1-52 16,3 1-50-16,-7 1-68 0,-1 0-82 0,-1-3-174 16,-6 3-536-16,-3-1 237 0</inkml:trace>
  <inkml:trace contextRef="#ctx0" brushRef="#br0" timeOffset="32190.5">9343 5096 254 0,'-5'1'264'15,"-1"1"-25"-15,-1-1-11 0,7-1-18 0,-6 0-16 16,6 0-12-16,-8 2-10 0,8-2-22 0,0 0-15 15,0 0-4-15,0 0-11 0,24 5-6 0,-2-8-17 16,9 3-8-16,7-1-16 0,13-2-25 0,4-2-34 16,5 1-51-16,0 0-67 0,3-3-80 0,-8 2-215 15,4-2-431-15,-3 0 192 0</inkml:trace>
  <inkml:trace contextRef="#ctx0" brushRef="#br0" timeOffset="32528.44">10645 4809 318 0,'0'-4'349'16,"0"4"-22"-16,3-3-21 0,-3 3-29 0,0 0-28 0,0 0-33 15,2-2-17-15,-2 2-33 0,0 0-17 0,0 0-16 0,0 0-13 16,-9 14-12-16,3-4-12 0,-4 4-9 0,-2 3-9 16,-3 5-7-16,-2 2-5 0,-2 0-8 0,-1 2-7 15,4-1-2-15,-4 2-3 0,3-1-21 0,1-3-24 16,-1 0-18-1,3-2-26-15,1-4-18 0,3-1-21 0,0-3-25 0,-3 3-32 16,5-6-46-16,2-2-46 0,-1-3-216 16,5-2-484-16,-2-2 214 0</inkml:trace>
  <inkml:trace contextRef="#ctx0" brushRef="#br0" timeOffset="32729.78">10387 4909 188 0,'1'-6'412'15,"-1"1"-37"-15,3-1-10 0,-3 3-41 0,0 3-40 0,-3-5-29 0,3 5-48 16,0 0-18-16,0 0-13 0,0 0-20 0,8 8-10 16,1 2-13-16,-3-1-16 0,7 8-7 0,5 2-11 15,1 3-6-15,3 0-14 0,1-3 1 0,2 3-14 16,0-4-50-16,1 2-42 0,0-4-57 16,1 1-65-16,-3 1-84 15,-6-10-332-15,1 1-610 0,3-2 269 0</inkml:trace>
  <inkml:trace contextRef="#ctx0" brushRef="#br0" timeOffset="33006.9">10971 5056 174 0,'0'0'272'0,"-4"1"-9"0,4-1-4 0,0 0-1 16,0 0-16-16,-4 4-19 0,4-4-22 0,0 0-20 0,0 0-18 16,0 0-15-16,23-2-18 0,-2 1-20 0,8-3-40 15,3 0-58-15,5 0-63 0,-1-1-82 0,1 0-107 16,-4-2-141-16,4 0-412 0,-2-1 183 0</inkml:trace>
  <inkml:trace contextRef="#ctx0" brushRef="#br0" timeOffset="33645.36">11418 5125 204 0,'0'0'232'0,"0"0"6"0,0 0-3 0,-4 4-3 15,4-4-2-15,0 0-7 16,0 0 0-16,-2 2 1 0,2-2 7 0,0 0 15 15,0 0 10-15,0 0-21 0,0 0-26 16,10-10-24-16,-6 3-16 0,6-3-18 0,-5 2-11 0,3-1-14 16,1-7-5-16,-2 2-16 0,5-2-10 0,-3 0 10 15,1-2-3-15,3-3-7 0,1-3-2 0,-5 7-21 16,1 0 2-16,0 0 3 0,-3 7 4 0,-2-1 4 16,0 3-1-16,0-1-3 0,-1 3-10 0,0 3-9 0,-3-4-9 0,1 6-11 15,1 0 1-15,-3 1-33 0,1-5-20 0,-1 5-10 16,0 0 2-16,0 0 1 0,8 13 0 15,-4-5 6-15,-1 5-2 0,-1-3 1 0,2 7 4 16,1 0-1-16,0 0-1 0,0-1 9 0,-1 4-5 0,-1-3 4 16,3 0 1-16,-1-1-10 0,0-1 12 0,-1-4 2 15,1 0-2-15,-4-1 0 0,2-5 4 0,-2 2 7 0,3-2-17 16,-4-3 22-16,0 3 18 0,4-3 25 0,-4-2 44 16,0 3 40-16,0-3-12 0,0 0-19 0,14-11-5 15,-9 5-10-15,4-4-11 0,-3 0-13 0,6-2-6 16,-2-4-2-16,-1-1-7 0,3-1-21 0,-3 2 9 15,2-1-8-15,-1-3-6 0,-1 3-3 0,3 3 0 16,-6 2-3-16,-1 3-3 16,0 2-2-16,1 1-2 0,-5 1-12 0,4 1-10 15,-3 1-23-15,0 0-28 0,-2 3-28 0,0 0-10 16,6 0 8-16,-6 0 13 0,6 10 5 0,-2-4 9 16,0 4-2-16,1-1 8 0,0 1-8 0,-1 1-1 15,1 1-12-15,0 0-19 0,1 1-19 0,1-4-33 16,-2 3-37-16,-1-2-33 0,-3-4-37 0,3 0-48 0,0 1-47 15,-3-4-70-15,2 0-256 0,-2-1-726 0,-1-2 322 0</inkml:trace>
  <inkml:trace contextRef="#ctx0" brushRef="#br0" timeOffset="33976.82">12037 4565 108 0,'0'0'400'0,"0"0"-37"0,0 0-41 0,0 0-40 15,0 0-33-15,0 0-28 0,0 0-18 0,11 8-11 16,-2 3-5-16,1 4-11 0,3 9-31 0,-3 0-3 15,4 4-16-15,-2 8 8 0,2 7-9 0,-5 4-7 16,-4-12-10-16,-1 13-12 0,-5-2-6 0,-6-1-13 16,2-11-2-16,-8-1-4 0,3-1-1 0,-9 1-11 15,2-2-9-15,-2-4-4 0,-4 0-18 0,0-3-37 0,-1 1-43 0,-4-5-55 16,-7-1-69-16,-12 5-102 0,14-15-330 16,-6 2-656-16,0-8 290 0</inkml:trace>
  <inkml:trace contextRef="#ctx0" brushRef="#br0" timeOffset="34461.36">10056 4731 161 0,'0'0'256'0,"-4"-4"-19"0,4 4-19 0,-4-2-25 0,4 2-24 0,0 0-18 15,0 0-20-15,0 0-14 0,-6 9-11 0,5 0-9 16,-2 9 4-16,-1 5-14 0,1 4 1 0,3 4 4 15,-2 2-10-15,4 1-5 0,-1 11-3 0,5-8-9 16,0-3 0-16,7 11-4 0,-3-11-6 0,3 0 3 16,10 5-1-16,-5-9-2 0,13 8-5 0,-7-12 6 15,6-4-18-15,3-2-11 0,17 1-36 0,-1-6-69 0,1-3-85 0,4-9-300 16,3-4-501-16,2-5 222 0</inkml:trace>
  <inkml:trace contextRef="#ctx0" brushRef="#br0" timeOffset="35362.87">12264 4427 243 0,'0'0'322'0,"0"0"-19"15,0 0-23-15,0 0-23 0,-1-4-26 0,1 4-26 16,0 0-22-16,0 0-20 0,0 0-17 0,11 0-13 16,-11 0-12-16,14 4-19 0,-5-1-14 0,-1 2-6 15,2 0-2-15,-1 1-9 0,0 2-6 0,0-1-3 16,-1 3-4-16,-2 1-5 0,-1 3-1 0,-1 2-2 15,5 0-8-15,-8-6-6 0,-1 7 1 0,-1-4-3 0,-4-1-1 0,0 3-4 16,1-4 5-16,0-1-8 0,0-2 3 0,2-2-10 16,-1 2 0-16,2-4-2 0,-2 1-1 0,3-1 1 15,-1-1-3-15,1-3 4 0,-5 5 7 0,5-5 14 16,1 4 8-16,-1-4 11 0,12 1 1 0,-2-2-16 16,8-3 2-16,0 2 4 0,2-1-13 0,1 0 4 15,-1-1-8 1,3-1-6-16,-3 3 4 0,-1-3-18 0,1 3 1 15,-1-1 13-15,-9 1-10 0,2 2-1 0,-6-3-1 0,2 3 8 16,-4 0-3-16,-4 0 7 0,9-1-3 0,-7-2 3 16,-2 3-9-16,0 0-7 0,6-1-9 0,-6 1-11 15,0 0-9-15,0 0-29 0,0 0-18 16,0 0-25-16,0 0-26 0,0 0-23 0,0 0-29 0,0 0-24 16,-17 4-34-16,17-4-51 0,0 0-253 0,-12-4-574 0,12 1 255 15</inkml:trace>
  <inkml:trace contextRef="#ctx0" brushRef="#br0" timeOffset="35663.4">12752 4293 264 0,'0'0'339'0,"0"0"-35"0,0 0-30 16,0 0-39-16,0 0-20 0,0 0-25 0,0 0-18 0,18 18-11 0,-9-4-12 15,4 10-8-15,2 2-8 0,1 4-10 0,3 14-8 16,-3 7-10-16,-3 2-2 0,-1 0 2 16,-5 2-17-16,-2-1-10 0,-1-3-8 0,-4 4-6 0,-1-8 2 15,-3-11-7-15,-6 9 2 0,-2-10-14 0,-7 10 0 16,0-15-5-16,-10 13-2 0,-6-4-1 0,-2-3-11 15,-4-5-44-15,-9 3-52 0,-1-5-69 0,-8 4-94 0,-26 4-337 16,26-14-615-16,-1-7 272 0</inkml:trace>
  <inkml:trace contextRef="#ctx0" brushRef="#br0" timeOffset="36464.78">9981 4371 222 0,'-3'-4'262'0,"3"4"-9"15,0-6-11-15,-1 2 9 0,-2 1-25 0,3 3-25 16,0 0-25-16,0-4-22 0,0 4-26 16,0 0-16-16,0 0-18 0,-7 16-5 0,0 2-6 0,2 9-4 0,-7 18-3 15,-1 4-7-15,1 7-3 0,-5 24-3 0,10-19-5 16,-4 20 0-16,5-23-3 0,5 3-2 0,7-4 20 15,3 1 6-15,5-4-1 0,5-1 3 0,3-3 1 16,9-1-5-16,1-6-6 0,3 1-5 0,3-1-7 16,6-6-5-16,1-3 3 0,1-4-19 0,-3-3-18 15,7-1-51-15,-5-8-56 16,-12-1-71-16,2-2-87 0,-2-1-319 0,0-2-611 16,-6-4 270-16</inkml:trace>
  <inkml:trace contextRef="#ctx0" brushRef="#br0" timeOffset="37483.07">13585 4857 57 0,'0'0'229'0,"0"0"-6"15,0 0-11-15,0 0 3 0,0 0-9 0,0 0-8 16,0 0-10-16,0 0-2 0,0 0-8 0,0 0-4 15,0 0-5-15,0 0-3 0,0 0-11 16,0 0 0-16,0 0-10 0,0 0-13 0,0 0-7 0,0 0-10 16,0 0-12-16,0 0-12 0,0 0-14 0,22-2-4 15,-8-1-7 1,8-1-20-16,6-2-22 0,3 2-33 0,-6 0-38 16,3-4-19-16,-1 6-52 0,-4-1-54 0,4-1-67 15,-9-1-271-15,2 2-552 0,-7 1 245 0</inkml:trace>
  <inkml:trace contextRef="#ctx0" brushRef="#br0" timeOffset="37636.91">13639 5054 61 0,'-1'4'259'15,"-3"-1"-22"-15,0-1-22 0,4-2-20 0,8 5-18 16,3-5-18-16,10 0-21 0,16-2-66 0,17-3-109 15,0-5-209-15,9 0-267 16,-5-2 118-16</inkml:trace>
  <inkml:trace contextRef="#ctx0" brushRef="#br0" timeOffset="39790.28">16090 3930 5 0,'0'0'170'0,"-5"-2"-11"16,5 2-12-16,0 0-7 0,0 0-13 0,-5-2-13 16,5 2-11-16,0 0-10 0,0 0-8 0,0 0-10 0,0 0 1 15,23-1-14-15,-9 1-4 0,6-4-6 0,7 1-5 16,6 2-5-16,-1-2-4 0,3-1-4 0,-1 6-9 0,-2-2-2 31,1-2-27-31,-6 2-21 0,-4 0-34 0,-5-1-35 16,-4 1-54-16,-5 0-77 0,-1 0-242 0,-8 0 107 15</inkml:trace>
  <inkml:trace contextRef="#ctx0" brushRef="#br0" timeOffset="40690.68">15988 4021 199 0,'0'0'214'0,"-8"0"-20"0,8 0-22 16,-5 4-19-16,5-4-18 0,0 0-12 0,0 5-13 0,0-5-9 16,10 12-13-16,-1-4-8 0,0 1-4 0,6 3-8 15,7 2-8-15,4 3-2 0,3-2-7 0,3 0-5 16,4-1-3-16,11 6-4 0,-10-8-8 0,12 2-3 15,-12-4-7-15,-1 0-5 0,-1-1 2 0,2-3-3 16,-5 0 1-16,-2-1-4 0,-10-1-4 0,1-1-2 16,-4 2 1-16,-4-5-1 15,-1 2 4-15,-2-1-1 0,-4 1 7 0,1-2 7 16,-3 0 12-16,1 1 17 0,-5-1-2 0,7 0-4 16,-7 0-5-16,5 2-6 0,-5 2-5 0,-1 2-5 0,-3 4-1 15,-6 8-5-15,-4 6 0 0,-11 18-2 0,-2 2-3 16,0 3 1-16,-4 6 0 0,-7 23-2 15,7-24 2-15,-10 28-4 0,14-28 3 0,1 3-1 0,-1-4-1 16,1-3 1-16,8-1-2 0,8-12 3 0,-3-2 1 0,2-2 0 16,-1-2 4-16,1-3 7 0,3-6 8 0,4-2 6 15,1 0 1-15,-1-6 10 0,2-2 3 0,1-1-4 16,0-3-7-16,-2 1 0 0,3 0-3 0,-2-3 1 16,2-4 0-16,-2 8-2 0,2-8-1 0,-1 5 7 15,1-5-11-15,-1 5-3 0,1-5 2 0,0 0-9 16,0 0 7-16,-2 4-10 0,2-4-9 0,0 0 7 0,0 0-10 15,0 0-2-15,0 0-3 0,0 0-3 0,0 0 1 16,-2 5 4-16,2-5 2 0,0 0 6 0,4 7-3 0,-4-7-14 16,0 0 4-16,0 8-4 0,0-8-4 0,0 0-1 15,1 2 0-15,-1-2 5 0,0 0-2 16,1 5-4-16,-1-5 3 0,0 0 2 0,0 0-2 16,0 0 6-16,0 0-3 15,0 0 2-15,2 7-2 0,-2-7 4 0,0 0-2 16,0 0 3-16,0 0 2 0,0 0-2 0,0 0 2 15,0 0-1-15,0 0 1 0,0 0-3 0,0 0 1 16,0 0-1-16,0 0 0 0,0 0 3 0,0 0 0 16,0 0-2-16,0 0 1 0,0 0 0 0,0 0 0 15,0 0 0-15,0 0-7 0,0 0 10 0,0 0-2 16,0 0-5-16,0 0 8 0,0 0-11 0,0 0 1 0,0 0 6 0,2 3-5 16,-2-3-2-16,0 0-1 0,0 0 5 0,0 0-3 15,0 0-1-15,0 0 2 0,0 0 0 0,0 0-3 16,0 0 4-16,0 0 1 0,0 0-1 0,0 0 1 15,0 0-1-15,0 0 2 0,0 0-2 0,0 0 3 16,0 0-2-16,0 0 0 0,0 0 5 0,0 0-5 16,0 0-1-1,0 0 0-15,0 0 1 0,0 0 4 0,0 0-5 16,0 0 5-16,0 0-4 0,0 0-3 0,0 0 4 16,0 0 1-16,0 0-5 0,0 0 3 0,0 0-4 15,0 0 1-15,0 0 1 0,0 0 2 0,0 0-2 0,0 0 3 16,0 0-1-16,0 0-3 0,0 0-6 0,0 0-5 15,0 0-5-15,0 0-9 0,0 0-2 16,0 0-1-16,0 0-4 0,0 0-8 0,0 0-8 0,0 0-7 0,0 0-7 16,0 0-14-16,0 0-16 0,0 0-17 0,0 0-3 15,0 0-14-15,0 0-9 0,0 0-41 0,0 0-233 16,0 0-446-16,0 0 197 0</inkml:trace>
  <inkml:trace contextRef="#ctx0" brushRef="#br0" timeOffset="41539.4">16266 5267 108 0,'-15'2'209'16,"10"0"-15"-16,-2 1-15 0,7-3-13 0,-6 1-5 0,6-1-6 0,0 0-13 16,-10 3-1-16,10-3-7 0,-4 2-3 0,4-2 1 15,0 0-3-15,0 0-5 0,0 0-5 0,0 0-5 16,0 0-4-16,-8 3-6 0,8-3 0 0,0 0-5 15,0 0-8-15,0 0-7 0,0 0-9 0,0 0-5 16,0 0-9-16,0 0 4 0,0 0-11 0,0 0-9 16,0 0-6-16,0 0-2 15,0 0-3-15,0 0-6 0,0 0-3 0,0 0-3 16,0 0 1-16,0 0-3 0,0 0-2 0,0 0 4 16,-5 3-7-16,5-3-1 0,0 0 1 0,0 0-1 0,0 0-3 15,0 0-1-15,0 0 0 0,0 0 1 0,0 0 0 16,0 0-2-16,0 0 0 0,0 0-4 0,0 0 1 15,0 0-1-15,0 0-3 0,0 0 8 0,0 0-11 16,0 0 7-16,0 0-5 0,0 0-2 0,0 0 10 16,0 0-9-16,0 0-2 0,0 0 1 0,0 0 1 0,0 0-2 15,0 0 5-15,0 0-4 0,0 0 3 0,0 0 2 16,0 0 15-16,0 0 7 0,0 0 2 0,27-1-1 16,-27 1-3-16,13-4-1 0,-7 4 1 0,-6 0-7 15,17 0 1-15,-11 0 1 0,-6 0-15 16,17-2 3-16,-11 2 2 15,-6 0 2-15,11-1-3 0,-11 1-1 0,10 0 3 16,-10 0-9-16,0 0 8 0,0 0-10 0,0 0-2 16,10-2 3-16,-10 2 4 0,0 0 2 0,0 0-1 15,0 0 10-15,0 0-11 0,0 0-3 0,8-1 15 16,-8 1-14-16,0 0 7 0,0 0 1 0,0 0 2 16,0 0 5-16,0 0-6 0,0 0-2 0,0 0-1 0,0 0 6 15,0 0-3-15,0 0-1 0,0 0 1 0,0 0 7 0,0 0 17 16,0 0-37-16,0 0 7 0,14 1-5 0,-4-3 6 15,8-1-2-15,2-2-3 0,10-2 3 0,3 0 3 16,5 0-6-16,13-3 3 0,-14 3-5 0,18-1-9 16,-5-1 12-16,1 1 1 0,-11 4 1 0,12-3 0 15,-15 2-2-15,-2 2 1 0,-6 1-5 0,-7 1-1 16,-3-1 16-16,-1 0-16 0,-8 1-2 0,0-1 5 0,-2 2 4 0,-8 0 1 16,9-2 13-16,-9 2 11 0,9 0-12 15,-9 0 12-15,0 0 1 0,10-2-8 0,-10 2-4 0,0 0-16 16,0 0-19-16,5-2-26 0,-5 2-29 0,4-1-44 15,-4 1-66-15,0 0-71 0,0 0-72 0,-2-9-252 16,2 9-625-16,0 0 277 0</inkml:trace>
  <inkml:trace contextRef="#ctx0" brushRef="#br0" timeOffset="44545.64">17374 4300 230 0,'0'0'239'16,"0"-4"-26"-16,0 4-24 0,3-5-18 0,3 3-17 15,2-1-18-15,1 2-16 0,5-2-13 0,4 3-9 16,2 2-9-16,2 0-10 16,8 2-7-16,1 1-11 0,1 1-1 15,-4 4-7-15,5-1-5 0,-7 4-2 0,0 0-8 16,-1 2-1-16,-2 0-4 0,-3 3 1 0,-3 2-4 16,-4-4-7-16,-7 3-1 0,5 3 2 0,-6 3-5 15,-5-5 2-15,0 0-4 0,-8 5 0 0,-1-1 8 0,-5 0 4 16,1 0 1-16,-6-2-1 0,1-4 2 15,-1-5 2-15,-4 6 1 0,6-9 0 0,-2 0 7 0,4 0 3 0,-4-3 0 16,5 2 1-16,1-6 0 0,1 2 0 0,2-1 4 16,4-1 21-16,-2 0 14 0,4-2 15 0,-1 0 29 15,5-1 21-15,-9 0-7 0,9 0-16 0,-1-5-17 16,1 5-26-16,7-14 4 0,4-1-26 0,-1 1-2 16,9-6-10-16,4-3 13 0,-1-3-9 0,2-3-7 15,12-6-1-15,2 0-13 0,-6 1-1 0,-4 5-1 0,-2 5 2 0,0-1-16 16,-1 3 4-16,-1 1-6 0,-1 0-11 0,-3 1 9 15,-7 6 1-15,0 2 0 0,-4 3 6 0,0 1 8 16,0 1 0-16,-5 1-6 0,1 2-6 0,-1 1 11 16,-2 0-20-16,2 1-21 0,-4 2-15 0,4-1 0 15,-4 1-2-15,0 9 5 0,-5 0 0 0,-4 6-3 16,-1 1 10-16,-3 8 4 16,3-1 2-16,-2 1-2 0,2 1-1 0,5 3 2 15,-4 0 12-15,8 2-3 0,2-4 6 0,3 2 2 16,4-4-1-16,6 1 0 0,6-4-2 15,3 0-9-15,4-4-22 0,8-4-44 0,14-1-49 16,1-3-61-16,4-3-78 0,-3-5-380 0,0-4-697 0,-13 2 309 16</inkml:trace>
  <inkml:trace contextRef="#ctx0" brushRef="#br0" timeOffset="44911.13">18500 4681 85 0,'-4'-2'396'0,"2"-2"4"0,-1 0-12 0,3 4-3 15,-3-3-8-15,3 3-19 0,-1-4-20 0,1 4-31 16,-2-3-28-16,2 3-29 0,0 0-26 0,0 0-27 0,0 0-18 15,-3-4-26-15,3 4-15 0,0 0-16 0,0 0-19 16,0 0-17-16,0 0-17 0,0 0-12 0,-1 11-4 16,-1-8-6-16,2 6-8 0,0-1-1 0,-1 4-6 15,1-2-10-15,0 2 8 0,0 0-2 0,0 4-3 16,0 0-4-16,0-4 1 0,1 5-1 0,1-5-3 16,-1-1-21-16,0-1-22 0,1 0-19 0,-2 0-24 15,0-3-39 1,1-2-26-16,0 0-15 0,0-2-16 0,-1 1-1 15,0-4 9-15,0 0-39 0,0 0-54 0,0 0-40 0,0 0-51 16,-7-22-194-16,2 8-578 0,0-3 256 0</inkml:trace>
  <inkml:trace contextRef="#ctx0" brushRef="#br0" timeOffset="45059.1">18390 4400 322 0,'-4'-16'326'0,"0"3"8"0,4 4 13 0,0-2-21 15,-5 5-14-15,5-4-23 0,-1 5-28 16,1 0-24-16,-2 1-32 0,2 0-25 0,0 4-25 15,2-4-44-15,-2 4 17 0,6-2-49 0,-6 2-43 16,9 5-39-16,-1-1-40 0,-2 1-43 0,7 2-43 16,-4-1-50-16,4 1-63 0,-3-1-253 0,6 2-536 0,-4-1 239 15</inkml:trace>
  <inkml:trace contextRef="#ctx0" brushRef="#br0" timeOffset="45535.83">18878 4489 174 0,'-6'2'259'0,"-2"-1"-14"16,3-1-18-16,5 0-19 0,-9 0-15 0,9 0-22 0,-4 3-16 15,4-3-16-15,0 0-12 0,0 0-14 0,0 0-13 16,-9-3-8-16,9 3-6 0,0 0-2 0,0 0 3 15,0 0-5-15,0 0 4 0,0 0 0 0,0 0-2 0,0 0 0 16,-6 3-4-16,6-3-3 0,0 0-4 0,0 0-7 16,0 0-3-16,0 0-1 0,0 0-5 0,0 0-8 15,0 0 4-15,0 0-4 0,0 0 3 0,0 0 6 16,0 0-11-16,0 0 0 0,0 0-1 0,0 0-4 16,0 0-1-16,0 0-7 0,0 0-1 0,0 0 3 15,0 0-5-15,0 0-5 16,0 0-1-16,0 0-4 0,0 0-6 0,0 0 5 15,0 0-9-15,0 0 3 0,0 0 4 0,0 0-6 16,0 0 1-16,0 0 2 0,0 0-5 0,0 0 29 16,37-7-8-16,-18 4-1 0,16 0-2 0,3-4-3 15,13 3-4-15,1-4-3 0,2 2-3 0,-14 1 4 16,12-1-17-16,-15 2 11 0,-5 1-8 16,-1-2 10-16,-11 3-7 0,0-1 2 0,-7 2 4 0,-2 0 0 0,0 1-3 15,-4 0 11-15,-7 0 1 0,11-4 3 0,-7 4-20 0,-4 0 16 16,6-2-23-16,-6 2 7 0,9 0-22 15,-9 0-32-15,0 0-20 0,0 0-39 0,0 0-39 16,-15 6-40-16,15-6-48 0,-13 3-48 0,7-1-304 0,-2 0-635 0,8-2 282 16</inkml:trace>
  <inkml:trace contextRef="#ctx0" brushRef="#br0" timeOffset="46272.16">19669 4545 24 0,'0'0'240'0,"-4"5"-26"0,2-5-24 0,0 5-7 15,2-5-20-15,-1 3-15 0,1-3-6 0,-1 4-5 16,1-4-3-16,0 0-3 0,0 5-1 0,0-5 2 0,0 0 4 0,0 0 14 15,-1 4 23-15,1-4 36 0,0 0 29 0,0 0-12 16,0 0-25-16,11-16-18 0,-2 7-4 0,1-1 1 16,-1-5-9-16,4-2-7 0,2 2-8 0,-2 0-6 15,0-3-7-15,4-4-6 0,-1-1-10 0,1 1-2 16,-3 7-8-16,-3-4 4 0,2 3-12 16,0 2-7-16,-7 5 10 0,-1 0 3 0,2 1-8 0,-3 1-11 15,-1 3-12 1,1-2-10-16,-2 4-15 0,0-1-8 0,-2 3-22 15,1-4-24-15,-1 4-33 0,0 0-6 0,0 0 9 16,8 9 2-16,-7-1 3 0,4 1 2 0,-5 3 3 16,4 5 1-16,-3 0 0 0,5 0 7 0,-3 4-2 0,4-4 2 0,-2 1 1 0,4 0 3 15,-3 0-2-15,1 1 0 0,-1-7 1 0,4 2 6 16,-6-7 2-16,3 4-3 0,-5-7 4 16,1 3 1-16,-1-2 5 0,1-2 15 0,-2-1 20 15,-1-2 15-15,0 0-7 0,14-5-5 0,-4-5-7 16,-1 4-1-16,0-5-7 0,1-3-1 0,3 0-5 15,-3-1-3-15,3-2-1 0,-1 1-4 0,3-4-5 16,-4-2 1-16,1 1 0 0,-2 4-4 0,0 0-1 16,-2 1 2-16,1 2-4 0,-4 4 8 0,-2 2-4 15,2 2-4-15,-1 0 13 16,-3 3-7-16,0-3-4 0,3 4-3 0,0-2-15 16,-3 2 1-16,-1 2-15 0,3-3-21 0,-3 3-19 0,0 0-2 15,0 0 9-15,0 0 6 0,8 7 6 0,-5-3-2 16,1 0 9-16,0 1 3 0,-2 0 3 15,1 1 2-15,1-1 1 0,-2-1 3 0,1 2-8 0,0-2 4 16,-1 0 0-16,1 0 3 0,-2 1 2 0,0 0-6 16,0-1 1-16,1 4 3 0,0-4 0 0,0 1-3 0,-1 2-1 15,-1-2 7-15,4 2-1 0,-3-1 7 0,-1 1-2 16,1-1-3-16,-1 2-3 0,2 1 1 0,-1 0-3 16,-1 2-8-16,0-1 1 0,0-1-11 0,2 1-9 15,0 3-15-15,0-2-21 0,2 3-32 0,1 1-33 16,0-5-42-16,-1 2-73 0,10 1-116 0,-4-5-318 15,3 0-760-15,1-5 336 0</inkml:trace>
  <inkml:trace contextRef="#ctx0" brushRef="#br0" timeOffset="46719.86">20534 4034 138 0,'-1'-2'384'16,"1"2"-28"-16,-1-4-36 0,1 4-33 0,0-6-24 15,0 6-38-15,0 0-28 0,0 0-26 0,0 0-9 0,7 16-23 16,-3-2-11-16,5 7-12 0,-2 6-9 0,5 3-9 15,-3 3-6-15,0 4-3 0,8 8-11 16,-7 1-5-16,-5 1-3 0,3 3-6 0,-4-3-5 16,-2 1-6-16,-4-1 1 0,-6-12-8 0,-5 9 0 0,3-8 4 0,-12 7-3 15,-8-3-6-15,-8 0-2 0,-5-3-1 0,-4-1-34 16,-11-5-59-16,-25 10-67 0,-5-9-83 0,-3-6-113 16,1-6-238-16,0-8-602 0,-2-8 267 0</inkml:trace>
  <inkml:trace contextRef="#ctx0" brushRef="#br0" timeOffset="47305.15">17446 4073 142 0,'0'0'208'0,"-4"-5"-15"0,4 5-14 0,0 0-20 15,-5-1-16-15,5 1-17 0,0 0-16 0,-7 7 1 16,2 2 1-16,-5 6-6 0,-3 10 1 0,-3 5 1 16,-10 14 5-16,3 3-2 0,2 4-2 0,1 4 4 15,1 2 5-15,-3 23-13 16,12-22 7-16,2-2-8 0,7-2-7 0,4-3 4 15,6 0-8-15,8-4 4 0,10-4-9 0,5-6-3 0,8-5-6 0,11-2-8 0,5-2-4 0,31-2-29 16,4-9-54-16,-2-10-76 0,-22-2-93 0,21-7-351 16,-27 0-579-16,3-3 256 0</inkml:trace>
  <inkml:trace contextRef="#ctx0" brushRef="#br0" timeOffset="48206.82">20550 3644 183 0,'-2'-5'283'15,"2"5"-17"-15,2-5-19 16,-2 5-23-16,2-2-22 0,-2 2-28 0,5-2-18 0,-1 0-16 0,-4 2-17 0,0 0-15 0,14 4-10 16,-5-1 1-16,-1 1-13 0,2 2-6 0,-1 2-1 15,1 1-7-15,2 6-6 0,-2-1-4 0,-1-1 0 16,0 6-10-16,-3-3-1 0,-2 4-8 0,-1 1 2 15,-5 4-5-15,0-7-4 0,-5 2 2 0,-2 4-6 16,-2 2 1-16,-3-2-3 0,1-7-2 16,0-1 2-16,-1-3-1 0,5 1 1 0,0-4-7 0,0-1-2 15,4-1-1-15,0 0-4 16,1-7 0-16,-1 4 11 0,5-1 10 0,-4-1-2 16,4-3 14-16,7 5 11 0,4-7 6 0,8-1-10 15,13 0-6-15,4-2-6 0,1 1-8 0,4 1 7 16,10-3-12-16,-13 2 1 0,1 0-7 0,-2 3-5 15,-3-2 14-15,-2 1-8 0,-3 1 0 0,-10 1-16 16,-7 0-1-16,2-2 10 0,-2 4-14 0,-7-4 1 16,5 4-1-16,-3-2-13 0,-7 0-5 0,6-2-10 0,-6 2-10 15,0 0-25-15,0 0-39 0,0 0-45 0,0 0-56 16,0 0-71-16,-29 3-287 0,18-3-602 0,4 0 266 16</inkml:trace>
  <inkml:trace contextRef="#ctx0" brushRef="#br0" timeOffset="48738.86">21486 4013 143 0,'-1'-17'320'0,"-2"2"-9"16,1 0-7-16,-2 4 0 0,0 0-8 0,0 2-6 0,3 4-6 0,-3-1-20 15,4-1-38-15,-1 2-22 0,1 2-27 0,0 3-20 16,-4-3-61-16,4 3 2 0,0 0 1 0,-8 12-26 15,7 0-15-15,-5 4 4 0,-2 10-8 0,0 3-5 16,3 4-12-16,0 4 5 0,-4 10 0 0,4 1-10 16,-3 2 3-16,5-3-20 0,-1 1 16 0,0-2-2 15,10 2-1-15,-6-3-4 16,2-8 0-16,0 11 2 0,-1-15-1 0,7 12-1 16,-4-9-6-16,1-4 4 0,0 0-1 0,-2-3-5 15,1 2 5-15,-4-4-11 0,2-3 0 0,-2-6 6 16,-2-3-2-16,2-1-5 0,-2-1 12 0,2-5-10 15,-4 1 8-15,3-1 14 0,-4 1 5 0,-1-3 11 0,1-2 0 16,-2-2 5-16,1 3 3 0,-2-3-12 0,-2-1-3 16,1 1-3-16,-1-2-2 0,5 0-5 0,5 0 0 15,-14-3-12-15,6 1 4 0,8 2-29 0,-10-7-55 0,5 3-48 16,1-2-35-16,2-1-36 0,-1 0-38 0,1-2-53 16,2-2-60-16,-1 0-292 0,4 0-673 0,0-1 297 15</inkml:trace>
  <inkml:trace contextRef="#ctx0" brushRef="#br0" timeOffset="49092.95">21237 4528 73 0,'-9'2'278'0,"1"-1"-16"16,3 1-14-16,0-1-16 0,5-1-13 0,-9 0-22 15,9 0-9-15,0 0-7 16,-7 0-20-16,7 0-20 0,0 0-5 0,0 0-11 0,0 0-10 0,29 1-11 0,-6-1-9 16,8-1-10-16,3-3-8 0,5-2-6 0,12-1-9 0,-12 3-5 15,12-3-8-15,-15 5-4 0,-3-1-5 16,-3 3-3-16,-1-2-5 0,-10-1 0 0,-10 2-1 0,4-2-4 15,-4 3 12-15,-4 0 5 0,0-1 12 0,-5 1 11 16,9-2-5-16,-9 2-6 0,5-1-10 0,-5 1-27 16,0 0-23-16,0 0-25 0,-23-3-25 0,15 2-22 15,1 1-28 1,-5-1-41-16,5 1-51 0,-1-1-61 0,0-3-231 0,5 4-527 16,-1-3 233-16</inkml:trace>
  <inkml:trace contextRef="#ctx0" brushRef="#br0" timeOffset="49678.05">22047 4228 261 0,'0'0'274'0,"2"-4"-25"15,-2 4-25-15,6-3-26 0,0 0-22 0,-1 3-15 16,-5 0-19-16,13 3-14 0,-3-1-16 0,3 1-10 16,0 4-11-16,-3-1-10 0,2 1-8 0,0 5-10 15,0 1-6-15,-2 1 0 0,-1 0-3 0,-4 3-7 16,-1 0-1-16,-1 1 1 0,-3 2-2 0,-3 0 5 0,-3 6-1 0,-8-3 2 15,5 3-2-15,-8-1 0 0,4 2 0 0,-6-3-1 16,1-5 2-16,-1 0 3 0,2-6 6 16,2 0 0-16,5-6 5 0,-5 4 4 0,7-5 2 15,-1-2 14-15,6 0 18 0,-3-1 26 0,2 1 19 16,0-2 35-16,-1 0 33 0,3 0 29 0,2-2 1 0,0 0-38 16,0-13-20-1,2 5-26-15,3-3-14 0,3-5-19 0,3-7-9 16,6 0-14-16,2 2-12 0,2-2-11 0,-1-6-6 15,2 3-8-15,1 0-9 0,0-1-8 0,-4 2-9 16,5-1-4-16,-5 5-1 0,-3-1-8 0,-2 10-2 16,-3-2-2-16,0 2-4 0,-4 2 0 0,-2 5 1 15,-1 0-4-15,1 0-3 0,-1 0-6 0,-3 3-18 16,2-1-20-16,0 0-25 0,-3 3-29 0,0 0-36 0,0 0 22 0,0 0 13 16,2 13 11-16,-7-4 3 0,1 5 15 0,0 1 2 15,-1 5 0-15,1 4 8 0,-4 1 6 0,4 3 2 16,1-4 7-16,2 3 3 0,1 0 2 0,4 1-6 15,3-3-14-15,2-1-28 0,1-4-23 0,4-5-53 16,-1-1-53-16,5-2-59 0,0 0-72 0,10-4-96 16,-1-2-237-16,1-1-720 0,-1-2 320 0</inkml:trace>
  <inkml:trace contextRef="#ctx0" brushRef="#br0" timeOffset="49963.36">22641 4499 310 0,'-2'-4'421'0,"2"4"-4"0,-4-6-16 0,4 6-21 16,-1-4-38-16,1 4-34 0,-2-2-32 0,2 2-29 16,0 0-27-16,0 0-28 0,-1-5-20 0,1 5-22 15,0 0-17-15,0 0-18 0,0 0-8 0,-4 14-14 16,4-6-4-16,0 3-11 0,-1-1 0 0,0 0-15 0,1 2-7 0,0 0-1 15,-1 4-7-15,1-1-3 0,0 1-7 0,0-5-4 16,0 1 0-16,0 1-4 0,1-1-24 0,0-3-31 16,-1 0-13-16,1-3-39 0,-1 1-36 0,0-2-24 15,2-2-11-15,-4 3-1 0,2-6-14 0,-2 2-68 16,2-2-79-16,0 0-282 16,-8-12-640-16,6 6 283 0</inkml:trace>
  <inkml:trace contextRef="#ctx0" brushRef="#br0" timeOffset="50128.27">22646 4293 337 0,'2'-5'396'0,"-1"-1"-5"0,2 1-27 0,-3 1-35 0,1 1-35 16,-1 3-32-16,1-6-31 0,-1 6-28 0,0-3-40 0,0 3-27 0,0 0-15 16,0 0-36-16,0 0-33 0,8 9-49 0,-6-5-42 15,1 1-50-15,-1 0-58 0,2 1-57 0,1-1-278 16,-1-1-521-16,1 3 230 0</inkml:trace>
  <inkml:trace contextRef="#ctx0" brushRef="#br0" timeOffset="50379.97">22891 4195 233 0,'1'-6'395'0,"1"5"-37"0,-2 1-37 0,4-3-38 0,-4 3-33 15,0 0-19-15,14 10-25 16,-7-5-8-16,6 6-16 0,0 3-14 0,3 6-13 16,-2 3-4-16,-1 5-11 0,1 1-10 0,-8 3-7 15,2 5-12-15,-4 10-3 0,-4-10-14 0,-4 11-4 16,-8-1-6-16,-2-3-10 0,-5 0-3 16,-1-12-7-16,-10 7-1 0,5-10-13 0,-1-3-19 0,-3-1-31 15,-13 2-48-15,-6-2-50 0,2-4-54 0,-6-6-68 16,12-11-94-16,-16 0-275 0,-1-3-638 0,3-7 283 0</inkml:trace>
  <inkml:trace contextRef="#ctx0" brushRef="#br0" timeOffset="50727.05">22005 3934 148 0,'-4'-3'359'0,"3"-1"-36"0,-2 2-33 0,3 2-37 16,0 0-27-16,-18 8-22 0,4 5-20 0,-7 13-15 15,-6 15-11-15,-4 5-14 0,3 2-16 16,5 4-10-16,-5 3 7 0,10-1-4 0,0 2-5 0,8-1 4 16,3 1 1-16,9 0-2 0,5-4-11 0,6-2-5 0,10-2 4 15,9-3-24-15,4-7-17 0,2-4-48 0,7-4-73 16,4-7-118-16,-1-4-442 0,6-8-664 0,-3-5 294 16</inkml:trace>
  <inkml:trace contextRef="#ctx0" brushRef="#br0" timeOffset="56549.82">16852 7098 225 0,'-2'-3'219'0,"2"3"-22"0,2-6-22 0,-2 6-14 0,6-6-21 16,0 5-13-16,-1-2-17 0,7 3-7 0,-2 2-12 16,3 0-12-16,4 1-5 0,-1 4-7 0,4 0-8 15,-3 3-2-15,2 0-9 0,3 7-3 0,-8-2-6 16,-1 0-1-16,4 8-7 0,-6 2-3 0,-1 0 1 15,-1 0-4-15,-5 4-1 0,-4-2 4 0,-3-2 5 16,-3 3-2-16,-2 0 0 16,-2-2 2-16,-4 0-1 0,-2-2 1 0,0 0 1 15,0-5-1-15,0 1 1 0,1-4 0 0,1-1-1 16,0-5 1-16,4-1 0 0,2-1 8 16,-1-3-3-16,0 2 5 0,5-3 11 0,-1-1 28 0,1 1 17 15,-1-1 31-15,5-3 16 0,0 0-23 0,-5-7-4 16,6 0-21-16,3-2-12 0,2-7-7 0,6 0-8 15,3-10-10-15,2 2-13 0,5-4-7 0,8-9-9 0,-5 10-8 16,6-11-10-16,-9 10 7 0,4 1-5 0,-3 0-3 0,-3 4-6 16,1 0 4-16,-3 1 2 0,-5 9-6 15,-1 3 6-15,-5 0 0 0,-1 5-1 0,-1-2 0 16,1 2-13-16,-3 3-5 0,0-2-9 0,-1 4-14 0,-2 0 5 16,0 0-3-16,7 11 1 0,-7-2 4 0,0 6 3 15,0 2 2-15,-3 0-2 0,2 4-5 0,-2 4 28 0,2-1-16 16,1 2 4-16,1-3 1 15,4 3 5-15,-2-7-17 0,3 0-17 0,4-1-15 0,7 1-27 16,2-2-33-16,-1-4-49 0,9-3-68 0,1-4-329 16,5-4-602-16,2-1 266 0</inkml:trace>
  <inkml:trace contextRef="#ctx0" brushRef="#br0" timeOffset="57191.8">17823 7389 226 0,'-22'0'246'0,"5"0"-9"0,3 1-10 0,4-1-12 16,2 0-8-16,3 0-20 0,-4 0-14 0,4 1-18 15,5-1-15-15,0 0-14 0,-9 0-3 0,9 0-2 0,-7 0-8 16,7 0-10-16,0 0-9 0,0 0-7 0,0 0-5 0,0 0-5 16,-9 0-5-16,9 0 2 0,0 0-1 15,0 0-5-15,0 0 8 0,0 0-2 0,0 0 1 16,0 0-10-16,0 0-7 0,0 0-3 0,0 0-2 16,0 0-10-16,0 0 1 0,-3 3-5 0,3-3-10 0,0 0 3 15,0 0-3-15,0 0-2 0,0 0-3 0,0 0-3 0,0 0 6 16,0 0-1-16,0 0-8 0,0 0 0 0,0 0 1 15,0 0-2-15,0 0-3 0,0 0 1 0,0 0-5 16,0 0-2 0,0 0 0-16,0 0 1 0,0 0 13 0,0 0-19 15,0 0 5-15,0 0 15 0,27-4-11 0,-7 3-1 16,11-6 2-16,5 2 0 0,1 0-4 0,18 1-1 16,1-4 2-16,-1 2 9 0,-2 1-15 0,-2-1-6 0,-16 3 9 15,1-1-3-15,-5 2-3 0,-2 0-3 0,-8 1 6 16,-7-1-3-16,-2 1 3 0,-1 1 0 0,-3 0 0 15,-1 0-2-15,-2 0 0 0,-5 0-5 0,8-3 3 16,-8 3-4-16,4-1-10 0,-4 1-13 0,0 0-17 16,0 0-24-16,-18 5-30 0,5-2-34 0,0 0-40 15,2 0-30-15,-1-1-61 0,1-2-290 0,2 2-599 0,0 1 265 0</inkml:trace>
  <inkml:trace contextRef="#ctx0" brushRef="#br0" timeOffset="57839.27">18541 7396 81 0,'0'0'208'16,"0"4"-20"-16,0-4-28 0,-2 6 2 0,2-6-14 15,0 0-13-15,2 5 2 0,0-4-2 0,-2-1-11 0,2 3-3 16,0-1 8-16,-2-2-6 0,5 3 12 0,-5-3 2 0,6 2 4 16,-6-2 6-16,8 0 18 0,-8 0-6 15,11-5-3-15,-6 3-1 0,1-2-2 0,4-1 5 16,-1-2-1-16,3-2-10 0,-1-3-6 0,2 1 0 16,-4-4-2-16,5-1-7 0,-5 0-2 0,6-5-11 0,-4 4-1 15,0-5-6-15,-2 2-4 0,0 2 3 0,-1 3 3 0,-2 0 4 16,-1 5 0-16,-1 1-2 0,0 2-7 0,0-2-12 15,-3 5-10-15,0 0-8 0,2 0-15 0,-2 1-16 0,-1 3-22 16,3-5-24-16,-3 5-22 0,0 0-30 16,0 0-6-16,0 0 9 0,0 0 6 0,1 17 10 15,-2-8-7-15,2 3 8 0,0 3 5 0,-1 1 0 16,2 0 2-16,0 2 5 16,-1-1 0-16,4 0 6 0,-5-1-1 0,4-4 4 15,-1 1 0-15,1-3 1 0,-1 0-9 0,1-3 1 16,2 3 3-16,-3-6-1 0,0 0 6 0,1 2 11 15,-2-4 0-15,3-2 9 0,-5 0 1 0,14-7-3 16,-6 3 8-16,1-1-2 0,0-5 8 0,2-1 1 16,0-4 1-16,-1 2-4 0,1-3-2 0,0-1-1 15,2-4-7-15,-5 3 10 0,1-2 7 0,4-1 5 0,-7 3 7 0,1 3 7 16,-2 7 19-16,-1-3-7 0,-2 5-1 0,1-1-5 16,1 3-6-16,-3 0-9 0,0 0-11 0,0 1-20 15,-1 3-27-15,2-4-24 0,-2 4-15 0,0 0 4 16,0 0 10-16,5 14-2 0,-3-5 10 0,-2 4 4 15,4 2-1-15,-4 2 9 0,4 1-3 0,-3 1 8 16,3 2-1-16,1-3-9 16,-1 2-8-16,-3-3-20 0,4 0-15 0,-1-1-13 15,0-4-36-15,0-2-22 0,2 0-23 0,-4-1-20 16,0-1-14-16,-1-3-5 0,-1 2-1 0,3-5-33 16,-3-2-51-16,0 0-313 0,0 0-654 0,5-12 289 15</inkml:trace>
  <inkml:trace contextRef="#ctx0" brushRef="#br0" timeOffset="58077.68">19157 6972 105 0,'1'-5'308'0,"0"-1"-21"0,2 1-29 16,-2-1-29-16,0 4-28 0,-1 2-18 0,4-2-14 0,-4 2-15 16,8 7-3-16,-4-2-1 0,2 7-10 0,3 2-2 15,0 4-1-15,1 8-7 0,-1 2-7 0,1 2-6 0,-5 4-10 16,4 11 3-16,-6-9-16 0,-2 9-9 0,-2-9-5 0,-3 10-5 15,-2-12 5-15,-9 12-21 0,-4-4 7 0,2-9 7 16,-11 5-30-16,-4 2-5 0,-3-2-14 16,-2-9-27-16,5-5-37 15,-13 2-39-15,-3-1-54 0,1-5-58 16,-6-6-84-16,-5-5-258 0,-3-2-576 0,0-7 255 0</inkml:trace>
  <inkml:trace contextRef="#ctx0" brushRef="#br0" timeOffset="58524.5">16643 7100 240 0,'-1'-6'260'0,"-2"-2"-3"0,2 3-12 0,-1-2-11 0,0 4-23 16,1 0-20-16,0-1-26 0,1 4-15 0,-2-5-23 16,2 5-20-16,0 0-12 0,-1 15-9 0,-1 2-4 15,-2 9-6-15,-2 6-5 0,-1 3-10 0,-1 16-4 0,2-1-5 16,3-2-4-16,-2 1-4 0,9-3-3 0,-1 0-5 16,2-10 2-16,6-2 17 0,8 11 4 0,-1-13 4 15,8-3-6 1,12 3-2-16,7-6 1 0,5-5-10 0,11-1-21 15,4-11-44-15,26 2-79 0,-26-5-101 0,28-10-314 16,-27-1-555-16,-4-3 246 0</inkml:trace>
  <inkml:trace contextRef="#ctx0" brushRef="#br0" timeOffset="59579.48">19369 6597 260 0,'0'0'260'0,"4"-4"-17"0,-4 4-26 0,5-4-20 15,-5 4-17-15,6-1-22 0,-6 1-15 0,7-1-11 16,-7 1-15-16,7 1-14 0,-7-1-8 0,8 4-7 16,-4-1-4-16,1 0-8 0,0 1-5 0,-3 1-3 15,1 3-3-15,0-1-2 0,-3 2-5 0,2 0 3 16,-4 1-7-16,2 1-3 0,-2-2-1 0,1 3-7 15,0-3 0 1,-1-1-4-16,-1 2-4 0,0-2 2 0,-1-2 1 0,2 2-5 16,1-4-10-16,-2 1 3 0,2 0-1 0,1-2-4 15,0-3-3-15,-3 6-1 0,3-3 1 0,0-3 10 16,-2 4 10-16,2-4 9 0,-2 4 4 0,2-4 5 16,0 0 4-16,0 0 4 0,0 0-7 0,0 0 2 15,0 0-5-15,0 0 1 0,0 0-5 0,0 0-7 16,0 5-3-16,0-5-6 0,0 0-2 0,0 0-5 15,0 0-2-15,0 0-3 0,0 0 1 0,0 0-2 0,0 0-6 0,0 0 1 16,0 0 11-16,0 0-16 0,0 0 3 0,0 0-14 0,0 0 9 16,0 0 2-16,0 0-5 0,0 0 14 0,0 0-12 15,0 0-2-15,0 0 0 0,0 0 4 0,0 0 9 16,9 0-3-16,0-1 3 0,1-1 2 0,11-3 0 16,8 0-4-16,0 0 0 0,6 0-6 0,1-2 10 15,-2 1-13 1,3 0 0-16,1-1 3 0,-3 2-1 15,-3 4-1-15,-10-3 0 0,-2 2-6 0,-2 1 5 16,-6-2-8-16,-2 2 6 0,-2 1-3 0,-2 0 5 0,-1-1-6 16,-5 1 0-16,8-1-22 0,-8 1-9 0,6-2-13 15,-6 2-47-15,0 0-16 0,0 0-33 0,0 0-43 16,0 0-60-16,-13 13-107 0,8-11-221 16,0-1-616-16,1 0 273 0</inkml:trace>
  <inkml:trace contextRef="#ctx0" brushRef="#br0" timeOffset="60514.01">20404 6928 13 0,'-1'-6'222'0,"-2"3"-8"0,3-2-10 0,-1-2-7 0,1 3-6 16,-3 0-5-16,3 0-6 0,-1-1-2 0,1 5-6 15,-3-6-12 1,2 2 0-16,1-1-8 0,0 5-5 0,0-5-2 16,0 5-11-16,0 0-7 0,0 0-9 0,-1-5-12 0,1 5-12 15,0 0-9-15,0 0-7 0,0-5-10 16,0 5-9-16,0 0-2 0,0 0-21 0,0 0-21 15,0 0 3-15,0 0-1 0,-4 20-5 0,0-3 0 16,3 7-5-16,-3 5-3 0,3 3 12 0,-2 14-2 0,2 3 0 16,-3 2-4-16,4 0 3 0,1 1-5 0,-1-1 3 0,4-2-2 15,3 1 2-15,0 1-3 0,-3-5 4 0,4 0-4 0,-2-10 2 16,2 0 3-16,1-3-2 0,0-1-5 16,-4-3 2-16,0-4 0 0,-2-5-2 0,0-3 2 15,0-2 0-15,-2-4 0 0,-1 0 2 0,-1-3-4 16,-2-1 6-16,2 0 1 0,-5-3 2 0,-2 0-2 0,0-1-2 15,-4-1 4-15,0-2 1 0,-2-2 7 0,0 1 3 0,-1 1 6 16,3-4-3-16,-6 0-6 0,4 1 5 0,-3-1-1 16,4 0-6-16,0 1-10 0,-1 0 7 0,3 2-8 0,1-1 4 15,-3-1-4-15,6 3 0 0,-1-1-2 16,1 0-2-16,0-1 0 0,3 1-7 0,4 1 4 16,-9-1-1-16,9 1-15 0,0 0-12 0,-10-1-24 15,10 1-18-15,0 0-26 16,-5 0-22-16,5 0-18 0,0 0-24 0,-4-2-44 15,4 2-70-15,0 0-243 0,5-8-557 0,-1 2 248 16</inkml:trace>
  <inkml:trace contextRef="#ctx0" brushRef="#br0" timeOffset="60899.51">20256 7408 229 0,'-9'0'240'0,"9"0"-16"0,-8 0-19 0,8 0-14 16,0 0-17-16,-10 0-16 0,10 0-13 15,0 0-16-15,0 0-11 0,0 0-7 0,-8-1-3 16,8 1-6-16,0 0-12 0,0 0-3 0,0 0 0 16,0 0-7-16,28 0-7 0,-15 0-8 0,5-1-7 0,10-3-4 0,1 0-7 0,2-1-2 15,5 1-5-15,0-2-6 0,-2 0-12 0,2 3-6 16,-3 1-1-16,-5 1 3 0,-7 0-2 0,-5 0-4 16,-3 0-2-16,0 1-1 0,-3 0-4 0,-5 0-10 15,2 0-8-15,-7 0-7 0,10 1 2 0,-10-1-2 16,0 0-2-16,0 0-19 0,-13 5-26 0,7-1-30 15,-6 0-21 1,2 0-38-16,4-4-52 0,-2 3-164 0,-4-2-403 16,5-1 178-16</inkml:trace>
  <inkml:trace contextRef="#ctx0" brushRef="#br0" timeOffset="61447.78">21007 7210 126 0,'5'-3'194'0,"0"0"-15"0,8 2-17 0,-4 0-7 15,3 1-17-15,0-1-12 0,1 2-13 0,1 0-10 16,-2 3-3-16,0 0-15 0,1 3-12 0,-3-3-5 16,0 7 2-16,2 0-5 0,-3 2-7 0,1 2 4 15,-5-4-4-15,-3 5 3 0,-4-2-4 16,-2 4-3-16,-1-2-3 0,-3 4 0 0,-1-4 1 16,-2 1-7-16,0-2-4 0,-1-1 0 0,0-1-1 15,1-1 1-15,2-2-4 0,2-2-3 0,-2-2 0 0,1-1 0 16,4 0 5-16,-1-1 8 0,1-1 18 0,1 1 23 15,-1-3 24-15,4-1 24 0,0 0 18 16,0 0-32-16,0 0-8 0,0 0-20 0,7-17-6 16,2 7-8-16,3-2-7 0,-1 0-2 0,6-8-12 0,-3 4-8 0,6-3 7 15,1-1-21-15,-1 2-4 0,-7 2-11 0,2 5 5 16,-2-1-1-16,-4 2-1 0,1 2 0 0,-1 0-6 16,0 2 0-16,-5 3-12 0,2-4-3 0,-2 4 2 15,0 1-5-15,1-1-5 0,-5 3-8 0,4 0-3 16,-4 0-1-16,5 6 1 0,-2-1 2 0,-2 2-5 15,5 2 13-15,-3 2-4 16,-2 0-1-16,3 1 4 0,0 0 4 0,2 2-2 16,-1 2-24-16,3-4-16 0,-4-3-12 0,2 3-19 15,-1 2-23-15,2-4-21 0,-1-4-33 0,-2 1-36 16,1-3-60-16,-1-2-282 0,0-2-572 0,-4 0 254 16</inkml:trace>
  <inkml:trace contextRef="#ctx0" brushRef="#br0" timeOffset="61666.66">21499 7103 183 0,'3'-3'264'16,"-3"3"-34"-16,4-2-21 0,-4 2-13 0,0 0-17 16,12 8-7-16,-8 1-15 15,2 0-8-15,4 5-8 0,-2 9-11 0,0-3-2 0,0 3-14 16,-1 5-12-16,-3 0-8 0,-3-1-9 0,2 1-7 15,-4-1-5-15,-2 2-9 0,0-2-17 0,-4-1-13 16,-3-1-17-16,-3-3-23 0,-2-3-34 16,-6 2-51-16,3-8-71 0,-10 2-263 0,1-4-460 0,0-3 204 15</inkml:trace>
  <inkml:trace contextRef="#ctx0" brushRef="#br0" timeOffset="61964.28">21022 6961 211 0,'-9'-4'239'16,"3"0"-21"-16,-2 1-13 0,-2 6-21 0,-3 1-15 15,-1 4-16-15,0 6-17 0,-7 6-7 0,1 2-14 0,0 9-12 16,-4 12-10-16,3 1-10 0,1 2-10 0,-1 0-6 15,11-12-6 1,-3 12-4-16,10-15-5 0,1 4-4 0,4-1 11 16,5-5 3-16,3-1-3 0,8 0-3 0,4-3-5 0,5-3-2 15,5 0-2-15,15-1-8 0,4-8-5 16,4-5-17-16,9 0-34 0,-1-5-45 0,-2 0-65 16,4-4-101-16,-10-5-179 0,1 0-438 0,-5-2 193 15</inkml:trace>
  <inkml:trace contextRef="#ctx0" brushRef="#br0" timeOffset="62587.18">22553 7249 219 0,'0'-5'256'0,"-4"-3"-22"0,-1 3-19 16,-1-5-19-16,-2 6-16 0,-1-3-19 0,-2 4-13 0,-3 0-13 0,-2 1-16 15,-5 2-7-15,-1 1-14 0,0 3-7 0,2-1-11 16,1 4-5-16,-2-2-9 0,-2 8-11 0,5-4 2 16,4 3-12-16,0-3-5 0,1 4-4 0,3 1-4 15,1-2-3-15,1 0 0 0,3 0-3 0,5 0-3 16,-2 0-2-16,4-3-1 0,0 2-2 0,0 0 2 16,3-4 1-16,3 3-3 0,2-4 7 0,-1-1 1 15,1-1 4-15,3-2 1 0,-4-2 0 0,5 0 3 16,-1-2-2-1,0-5 3-15,5 2 5 0,-4-7 7 0,1 3 2 16,-5-3 2-16,3-2 6 0,-1-2-7 0,-5 0 3 0,0-3-7 16,1-7 6-16,-1-3-12 0,-1 3 1 0,0-3-4 15,-5-1 3-15,3-1-5 0,-1 0-12 0,-3-1 9 16,0-4 5-16,-3 7 16 0,0 0 14 0,1 2 16 16,0 13 4-16,0 0 9 0,0 4-1 0,2 0 4 0,-1 3-20 0,1 2-9 15,0 0-11-15,-1 2-25 0,-1-2-36 0,2 5-13 16,0 0 4-16,0 0-1 0,-3 21 5 0,1-5 0 15,-2 3-12-15,3 9 12 0,-1 0-2 0,-1 4 5 16,7 0-6-16,-3 4 3 0,4-1 12 0,-2-3-12 16,1 1-22-16,4-2-10 0,0-2-22 0,1-4-20 15,0 0-25-15,0-8-34 0,-3 0-30 0,2 1-38 16,0-9-57-16,-3 0-312 0,4-4-625 0,-3-1 277 16</inkml:trace>
  <inkml:trace contextRef="#ctx0" brushRef="#br0" timeOffset="63019.78">22690 7098 47 0,'4'-4'278'16,"0"0"-28"-16,-2 3-26 0,3-2-21 0,-5 3-14 0,7 0-16 16,-7 0-15-16,12 4-12 0,-4 1-12 0,1 3-9 15,0 0-11-15,1 5-5 0,-1 2-7 0,-1 1-14 16,-2 3-7-16,6 6-7 0,-6-3 1 0,-2-3-15 0,-3 6-2 15,1-5-9-15,-4-1-5 0,-3 5-1 0,3-6-7 16,-2-2 1-16,-3 0 1 0,0 0-6 0,0-4 2 16,2-1-3-16,0-1-1 0,-3-2 1 0,3-2-5 0,0-1 5 0,1-1 8 15,1 1 18-15,1-2 25 0,1 0 36 0,-3-1 40 16,4-2 6-16,0 0-27 0,0 0-1 16,-4-11-15-16,8 5-9 0,0-3-11 0,1-1-13 15,2-6-7-15,5-2-9 0,-3-4-7 0,8-3-13 0,-4-4-12 16,2 3-7-16,-1-2-8 0,-1 1-3 0,-1 1-11 15,-4 6 6 1,0 3-2-16,-1 0 2 0,-1 7 8 0,-3 1 5 16,0 1 2-16,-2 3-4 0,2 1-6 0,-2-1-4 0,0 2-17 15,-1 3-15-15,0 0 4 0,0 0-7 16,0 0 14-16,-16 17-8 0,4-2 0 0,2 2 2 16,1-1-4-16,-1 9 4 0,1-3 3 0,5 4-11 15,0-1 7-15,4 0-7 0,4 0-12 0,8-1-18 0,8-2-27 16,6-3-46-16,4-1-84 0,20 1-151 0,-13-13-328 0,17-2-739 15,-15-6 328-15</inkml:trace>
  <inkml:trace contextRef="#ctx0" brushRef="#br0" timeOffset="64125.16">15981 6585 90 0,'-1'-3'200'0,"-1"-1"-17"0,0 0-10 0,2 4-11 15,-4-6-16-15,4 6-15 0,-3-4-18 0,3 4-13 31,0 0-21-31,0 0-12 0,0 0-8 0,-8 13-8 16,5-3 3-16,-1 5-12 0,-2 11 0 0,1 3 0 0,2 6-5 0,2 16-6 16,0 6 6-16,3 26 2 0,2-3-3 0,3 4-3 15,0-2 2-15,6-1-7 0,-4-21 1 0,10 23-1 0,0 0 2 16,-3-27-7-16,4 30 3 0,-4-30-4 0,0 25 0 16,-3-25 1-16,0 0-4 0,-7 2 1 0,-2-3 0 15,-2-4-1-15,0-1-4 0,-7-6-7 0,-1-9 2 16,-1 1 6-16,-6-7-5 0,3-3 2 0,-5 0 2 0,-1-3-6 15,2-2 7-15,0-6 1 0,0-3 8 0,1 3 6 16,-1-7 12-16,-4 1 10 0,4-3 1 0,0-3 7 16,1 1 4-16,-4 0-6 0,5-4-7 0,-2-1-5 15,4 1-1-15,-3 0 0 0,7 0-8 0,-1 0-7 16,1-2 6-16,6 2-15 0,-13-1-12 0,9-1-29 0,4 2-40 16,0 0-11-1,-6 5-13-15,3 0-29 0,3-5-34 0,0 7-60 16,0-2-202-16,0 0-442 0,0-5 196 0</inkml:trace>
  <inkml:trace contextRef="#ctx0" brushRef="#br0" timeOffset="64554.28">15742 8932 132 0,'0'0'214'0,"-10"3"-17"0,10-3-22 15,-8 0-20-15,8 0-10 0,-6 0-13 0,6 0-13 16,0 0-9-16,0 0-9 0,-5 2-2 0,5-2 2 0,0 0 0 16,0 0-2-16,0 0 6 0,0 0 0 0,21 3-7 15,-8-3-9-15,8-3 2 0,7-2-13 0,4 3-10 16,6-2-5-16,-1-3-8 0,0 3-5 0,17-3-4 16,-14 0-7-16,-4 3-2 0,0-1-6 0,-6 2 0 0,-8 0-3 15,-2 3-4-15,0-4 0 0,-7 3-5 16,0 1 1-16,-4-1-6 0,-4 0 1 0,3 1-4 0,-8 0-8 0,9-2-5 15,-9 2-4-15,0 0-16 0,0 0-26 0,0 0-30 16,0 0-31-16,-22 5-45 0,9-3-46 0,3-2-202 16,1 2-434-16,2-2 193 0</inkml:trace>
  <inkml:trace contextRef="#ctx0" brushRef="#br0" timeOffset="65355.62">16908 9025 171 0,'-4'2'172'16,"4"-2"-15"-16,0 0-10 0,0 0-12 0,0 0-4 0,-7 2-1 15,7-2-4-15,0 0 3 0,0 0-3 0,0 0-5 16,0 0-5-16,0 0-12 0,0 0-8 0,-1-8-3 0,1 8-3 15,0-9-6-15,-1 4-12 0,-3-4 0 0,4-2 1 0,-1 2-4 16,-2-4 1-16,2 1-1 0,-3 1-3 0,4-3-4 16,-5-1-7-16,2 0 0 0,2 3 0 15,-3 0 4-15,3-2 6 0,-6 4 0 0,4 0 0 16,-1 2-6-16,-2 0-9 0,3 0-5 0,-1 3-4 0,-2-2-7 16,2 4-9-1,-4 1 2-15,3 2-8 0,5 0-4 0,-19 5 1 16,9 2-1-16,-8 2-5 0,3 4-1 0,-7 3 1 15,0 4-1-15,-2 0-2 0,-3 1-1 0,-1 1 8 16,0 3-9-16,-3-1-5 0,2 0 2 16,-1-2 0-16,0 2 0 0,-1-7 3 0,3 1-1 0,4-2-1 0,7-3 4 15,-1-3-2-15,3 0 14 0,2-3 8 0,3-2 12 0,1-3 16 16,1 1 19-16,1-5 11 0,-1-3 0 0,0 2-3 16,1-4-1-16,0 0 1 0,2-6-3 0,1 1-6 15,-1 2-5-15,5-7-1 0,0-1-9 0,3 1-7 16,-1 0-6-16,7 0-4 0,-2 2-10 0,0 4-6 15,1-1-5-15,-3 4 2 0,4 0-13 0,0 2-5 16,2 6-1-16,1-3-2 0,6 6 0 0,1-1-2 16,7 6 1-16,0 1 3 15,4 6-4-15,2-1 5 0,2 1-3 0,2 2 5 16,10 5-3-16,1-3-49 0,-10-6-56 0,0 0-64 16,-1-3-91-16,0 0-142 0,0-9-238 0,-3-1-689 15,-5-1 305-15</inkml:trace>
  <inkml:trace contextRef="#ctx0" brushRef="#br0" timeOffset="66710.45">16573 6470 157 0,'0'0'166'0,"0"0"-8"0,-7-3-17 0,7 3-10 0,0 0-15 16,0 0-8-16,0 0-16 0,0 0-1 0,0 0-11 0,0 0-3 16,0 0-3-16,0 0 6 0,0 0-6 0,0 0 5 15,0 0 5-15,0 0 1 0,0 0 2 16,0 0 4-16,-2-2-7 0,2 2-8 0,0 0-8 0,-3-4-6 15,3 4-5-15,-1-4 4 0,1 4-7 0,-6-5 4 16,5 3-4-16,1 2-1 0,-4-5-2 0,4 5 0 16,-5-4-1-1,2-1-3-15,0 2-1 0,1 1 4 0,-1-1-5 16,1-3 6-16,-2 2-13 0,2 0 0 0,-1 1-3 0,-1-2-3 16,3 2-2-16,-3-3-2 0,0 4-6 0,0 1-1 15,2-2-5-15,2 3-5 0,-12-3-3 16,6 1 0-16,-2 2-1 0,-3 1-2 0,-1 0-2 15,-1 2 0-15,-2 1 0 0,-2-2 7 0,-2 4-10 0,-2-1-2 16,3 1 5-16,-3 0-3 0,1-1 0 0,-1 1 3 0,1-2-4 16,-10 3 0-16,10-2 2 0,2 0 3 0,-9 0-4 15,6-3 2-15,-1 0 1 0,1-1 6 0,-3 1-6 16,5-4-2-16,0 1 0 0,-2-1 5 0,6-5 8 0,-2 2 10 16,2-2 6-16,2-3 1 0,-1-2 13 15,0 0 11-15,6 2 13 0,-3-2 5 0,6 0-2 16,-1 0-3-16,2 1 3 15,-2 0-5-15,4-1-2 0,1 1-9 0,-1 0-1 16,2 2-14-16,0 1 1 0,0 3-7 0,0-2 1 16,0 1-12-16,0 1-2 0,2 2-3 0,0 1-8 15,1-2-5-15,-3 4-7 0,8-1-2 0,-8 1 2 16,10 7-3-16,0-2 0 0,-2 7-3 0,3 0-1 16,2 2-15-16,-3 3-5 0,5 6 3 0,-4-5-3 15,-1-3-12-15,5 7-6 0,-10-7-2 0,3-1-2 0,2-4 1 0,-2 0 2 16,-3-1 5-16,0-4 7 0,-1 0 3 0,1-2 4 15,4-2 6-15,1-2 1 0,2-2 4 0,-1-3 0 16,5-3 2-16,-1-1 3 0,-1-4 0 0,3 2 4 16,-3 0-5-16,2-1 2 0,-3-1 1 0,2 3 2 15,-2-1-1-15,5 3-8 0,-4 2-23 0,0 3-24 16,-1 3-20-16,1 2-16 0,3 3-23 0,-2 4-22 0,0 0-58 0,0 3-265 16,2 0-508-16,6 2 225 0</inkml:trace>
  <inkml:trace contextRef="#ctx0" brushRef="#br0" timeOffset="68392.17">16611 6283 39 0,'0'0'195'0,"0"0"-4"0,0 0-14 0,-7-8-2 0,7 8-4 15,0 0-4-15,0 0-15 0,1-6-13 0,-1 6-17 16,0 0-5-16,0-5-7 0,1 2-1 0,-1 3-10 0,1-12-5 0,1 7-9 16,-2-3 0-16,1 1-7 0,0-2-7 0,-1-2-3 15,0 1-6-15,2-1-4 0,-4-2-2 0,2 3-3 16,0-6-4-16,-1 4-3 0,-2 0 2 0,1 0-1 16,1 2-5-16,-2-1-4 0,-1-2-4 0,0 4-3 15,2 2 4-15,-3-2-3 0,2 5 0 0,1-1-5 16,-1-2 1-16,-1 5-6 15,2-2-1-15,-1 1-4 0,-1 0-7 0,0 1-5 16,-2 2-4-16,0-3-3 0,6 3-5 0,-17 8 2 16,2 1-1-16,-2 3 6 0,-6 3 0 15,-4 7-3-15,0 5 12 0,-6 7-13 0,-3 0 3 0,1 4-3 16,-5 1 4-16,7-1 1 0,0 1 0 0,-4-3-5 16,3 3 2-16,0-5 1 0,8-10 3 0,1-2-1 15,2-2 1-15,-1-2 9 0,2-3-9 0,5-3 0 0,-1-4-2 16,-1 1 5-16,1-4-1 0,1 0 2 0,1-5 1 15,2 0 0-15,-4-2 15 0,1-5 10 0,2-2 20 16,-2 2 12-16,6-6 14 0,-2 0 12 0,3-4-4 16,2 1-2-16,3-2 3 0,-1-2-11 0,4-6-5 15,2 7-8-15,0-6 0 0,6 5-16 0,-1 2-4 0,1 1-6 16,-1 2-14 0,2 5 11-16,4-2-10 0,-6 5 13 0,8-2-25 0,-3 4-3 0,3 2-3 0,5 3 0 15,2 3 1-15,0 2-4 0,8 5-2 0,0 4-5 16,2 0 6-16,1 3 3 0,2 2-4 0,3 0 3 15,7 6 1-15,1 2-5 0,1-1 3 0,-15-6 1 16,15 4 1-16,-14-7-3 0,-1 2 1 0,1-4 7 16,-3-3-2-16,2 0 14 0,-9-3-24 15,-2-3 6-15,-2-1 2 0,-3-3 16 0,-1-2-12 16,0-2-7-16,1-2 6 0,-4-3 0 0,5-3-2 16,-3-1-3-16,-3-1-1 0,1-3 0 0,-4-2 0 15,1-1-14-15,-1 0-29 0,-2-2-20 0,2 1-21 16,-2-1-34-16,-1 1-44 0,1 2-51 0,-2 1-72 15,-2 5-320-15,4 2-652 0,-1 4 289 0</inkml:trace>
  <inkml:trace contextRef="#ctx0" brushRef="#br0" timeOffset="71735.27">14888 3878 80 0,'-4'-7'91'0,"-1"3"-9"0,1 0 15 0,1 3-9 16,1-3-11-16,2 4-2 15,-6-7-9-15,4 5-6 0,2 2-4 0,-5-3-12 0,5 3-5 0,0 0-5 0,0 0 3 16,0 0-8-16,-9 5 2 0,8 4-6 0,-2 2-4 0,0 7 6 16,1 11-7-16,-5 3-4 0,6 17 6 15,-2 4 49-15,0 7 4 0,3 28-6 0,0-2-2 16,1 11 10-16,3 3 6 0,1 3 2 0,8 6-9 16,0-4-3-16,-2-2-5 0,3-4-5 0,2-4-5 15,-1 7-4-15,0 2-4 0,-2-3-1 0,-3 2-3 16,-2-2-3-16,-7-6 0 0,-5 1-8 0,-1-3-2 15,-6 8-2-15,-2-3 1 0,-5-3-2 0,0 0 0 16,-2-4-5-16,-2-6-1 16,7-25-3-16,-2 0-1 0,0-5-3 0,-3 0 1 15,0-5 0-15,-1 3-2 0,-1-2-2 0,2-7-1 0,3-10-1 16,-2-5 1-16,2-5-4 0,0-2 2 16,5-8-1-16,2-5 1 0,2-2-1 0,2-3-3 15,-1-4-2-15,-1-3 8 0,0-2-9 0,0-10 1 16,2-2-6-16,-2-6 2 0,3-6-4 0,8-5-5 15,-1 3-1-15,2-2-3 0,4 2-2 0,1 1 2 0,0 3-1 0,2 1 2 16,1 4-2-16,-3 6 0 0,-1 6 1 0,0 1-8 16,-1 3-10-16,0 3 2 0,1 3-3 0,2 5 3 15,2 8 7-15,0 4 11 0,1 12 10 0,1 18 3 16,-4 4-3-16,3 31 0 0,-4 5 0 0,-5 5 1 16,-7 4 3-16,-2 2 1 0,-4 5-1 0,-1 9 7 15,-4 9 2-15,-4 7 3 16,2 5-2-16,-4-3 0 0,0 4 2 15,6 6-1-15,2 8 7 0,1 2 4 0,1 1-1 16,-1-5 6-16,5 2 12 0,6-9 1 0,5-2-2 0,6-13-9 16,4-8 0-16,8-10 22 0,7-4 7 0,6-7-8 15,5-1 2-15,6-8-5 0,8-3-3 0,0-6-4 16,8-4 0-16,4-8 6 0,14-9 4 16,6-5-4-16,9-7-5 0,10-4-8 0,7-7-8 0,10-11-25 0,2-4-48 0,6-1-51 15,3-17-96-15,5-9-348 0,11-11-585 16,-5-19 259-16</inkml:trace>
  <inkml:trace contextRef="#ctx0" brushRef="#br0" timeOffset="73738.42">26297 4051 48 0,'0'-6'247'0,"-1"-2"-15"0,1 4 9 0,-1-1-7 15,-1-3-9-15,2 4-16 16,2 1-15-16,-2 3-14 0,0-6-22 0,0 6-17 15,-2-4-11-15,2 4-44 0,0 0-32 0,0 0-5 16,0 0-6-16,2 15-5 0,-2 0-5 0,5 1-4 16,-3 3-4-16,1 1-2 0,2 4 0 0,-1 5-2 0,-3-3-2 0,2 4 0 15,1-3-3-15,-2 1 2 0,2-2-4 0,-4-3 2 16,1-3-2-16,-2 1-7 0,1 4 0 16,-1-8-19-16,-2-6-27 0,1 1-24 0,-1-2-36 15,0 1-37-15,3-5-49 0,-3-3-192 0,0 0-408 16,3-3 181-16</inkml:trace>
  <inkml:trace contextRef="#ctx0" brushRef="#br0" timeOffset="74070.5">26223 3979 172 0,'-4'-2'166'0,"4"2"-20"16,0 0-11-16,0 0-14 0,0 0-5 0,0 0-20 0,12 15-7 0,-3-6-1 15,5 3-18-15,9 5-2 0,1 3-11 0,2-3-5 16,3 4-1-16,0 0-6 0,0 2 1 16,-3-1-6-16,1 4-5 0,-1-4-3 0,-7 2-4 0,-1-2-2 15,-8 0 5-15,0 4-7 0,-7-9 1 0,-5 3-4 16,-4-2-1-16,-3-1 1 0,-6 8-4 0,-8-5 10 15,-3 2-10-15,-2-5-5 0,0-1 1 0,-1 0 3 0,-2 0-7 16,2-4 1-16,3-1 1 0,2 1-3 0,3-4-4 16,2-1-5-16,3-1-14 0,2-1-21 0,3 1-30 15,4-6-40-15,-1 0-185 0,8 0-314 0,0 0 140 16</inkml:trace>
  <inkml:trace contextRef="#ctx0" brushRef="#br0" timeOffset="74339.53">26923 4213 318 0,'-1'-4'316'16,"0"-1"-20"-16,1 5-33 0,-3-4-21 0,3 4-27 0,0 0-29 15,0 0-21-15,0 0-17 0,0 0-15 0,-4 11-13 16,2-1-12-16,-2 3-9 0,0 3-9 0,-1 1-8 15,4 1-4-15,-3 8-7 0,0-5-8 16,3-3-10-16,1 7 3 0,-3-5-13 0,3-3-10 16,0 0-9-16,-4 0-22 15,4-5-18-15,-1 0-21 0,-2 1-19 0,1-4-11 16,1-1-27-16,-3-3-40 0,-2-1-39 0,-1-1-68 16,-3-3-157-16,10 0-431 0,-17-6 190 0</inkml:trace>
  <inkml:trace contextRef="#ctx0" brushRef="#br0" timeOffset="74486.67">26798 4056 47 0,'0'-5'200'0,"0"3"-17"0,0 2-31 0,0-7-23 0,0 7-19 16,0 0-29-16,0 0-21 0,0 0-35 0,16 8-52 15,-8-6-133-15,-3 5-174 0,3-3 77 0</inkml:trace>
  <inkml:trace contextRef="#ctx0" brushRef="#br0" timeOffset="74872.02">27323 4084 17 0,'-5'-1'225'0,"5"1"-33"0,-8-2-18 0,8 2-8 16,-11 4-21-16,6-1-14 0,-3 0-16 0,1 1-8 16,-5 4-11-16,3-2-9 0,-2 2-9 0,1 0-9 15,-1 1-3-15,3 0-6 0,-3-1-12 0,3 4 0 16,2-1-6-16,0-2-2 0,1 3-6 0,3-6-4 16,4 5-1-16,-2-2 1 0,1-3-2 0,3 2-5 0,1 0-3 15,2 1 1-15,2-1-1 0,3 0-7 0,3 1 1 0,-1-1 0 16,2 0-3-16,0 0-1 0,-2 2 2 0,0-4-4 15,-5 2 1-15,3 0-3 0,-5 0-3 0,1 0 0 16,-3-5 0-16,-2 4-1 0,-2-2 5 16,-1 2 2-16,-1-2-2 0,-6 2 1 0,2-2-1 15,-6 2 1-15,-2 3-3 16,-4-4 0-16,1 0-2 0,-1 0 6 0,4-1-6 16,-4 1 2-16,5-3-4 0,-1 1-2 0,2 0 1 15,0-3-31-15,0 2-25 0,3-2-42 0,8-1-40 16,-9-1-196-16,9 1-361 0,-1-7 159 0</inkml:trace>
  <inkml:trace contextRef="#ctx0" brushRef="#br0" timeOffset="75610.42">27733 4122 42 0,'0'0'161'15,"-6"-1"-6"-15,6 1-15 0,0 0-18 0,0 0-10 16,0 0-6-16,0 0-14 0,0 0-5 0,0 0-6 16,23-1-13-16,-14-1-7 0,5 0-1 0,-2-2-9 0,3 1-6 0,-1-1-6 15,5-1-1-15,-7 1 1 0,0 1-12 0,1-1-2 16,0 0-3-16,-1-2-1 0,-2 2-2 0,1 0-3 16,-4 0 2-16,0 0 4 0,-3 0 6 0,1 2 8 15,0-3 3-15,-1 4 7 0,-4 1-6 0,0-5 0 16,0 5-7-16,-6-4-5 0,6 4 0 0,-16 3-1 15,6 1-5-15,-6 3 0 16,0 1-1-16,-3 4 0 0,-4 3-1 0,0 1-3 16,-1 2 2-16,1 2-1 0,0-2-1 0,1 2-2 15,4 2-4-15,4-6 1 0,3 1 0 0,0 1 1 16,4 0 5-16,2-1-12 0,2-1 7 16,3-3-7-16,5 0-3 0,-1-1-12 0,5-3-26 0,1-1-34 15,9-2-74-15,-2-3-198 0,2 0-370 0,4-2 165 16</inkml:trace>
  <inkml:trace contextRef="#ctx0" brushRef="#br0" timeOffset="75972.83">28073 4102 179 0,'4'-6'285'0,"-1"1"-25"0,-1-1-24 0,1 4-25 0,0-2-26 0,-1 2-18 15,-2 2-17-15,10-1-14 0,-10 1-17 0,16 7-11 16,-6-2-13-16,1 1-10 0,-2 5-1 0,5 0-14 15,-3 1-9-15,0 2-3 0,3 3-3 0,-5-1-9 16,0-2-3-16,1 4-5 0,-2 0-4 0,-3-1-2 16,-1-1-4-16,-1 4 0 0,-2-8-2 0,1 2-6 15,-2-2-3 1,0-3 1-16,-2-1-1 0,1 0 2 0,-1-2 5 16,1-2 7-16,0 2 16 0,-1-1 24 0,0-3-5 0,2-2 12 15,-5 2 11-15,5-2 7 0,0 0 6 0,-11-9 18 16,9 4-1-16,-2-1-8 0,3-1-2 15,-2-2-5-15,3-3-12 0,0 1-10 0,0-3-8 16,3-2-7-16,3-1-12 0,-1-2-8 0,3 2-10 16,-2 0-21-16,4-1-25 0,1 1-36 0,-2 3-36 0,3 1-32 0,1 0-31 15,0 4-36-15,-2 2-42 0,2-2-48 0,1 4-75 16,-5-1-178-16,2 4-568 0,3 0 252 0</inkml:trace>
  <inkml:trace contextRef="#ctx0" brushRef="#br0" timeOffset="76573.34">28588 4183 172 0,'0'0'208'0,"0"4"-19"16,0-4-19-16,0 0-15 0,0 0-9 0,0 0-15 15,0 0-2-15,0 0-12 0,5 1-8 0,-5-1-8 16,0 0-11-16,13-3-5 0,-4 1-10 0,4 1-7 0,1-3-5 15,0-3-6-15,5 2-5 0,-3-2-10 0,1-1 0 16,0-1-8-16,0-1-3 0,-4-1-3 0,0-1-2 16,0-2-3-16,-2 2-3 0,0-3-1 0,-5-1 3 0,2 2 2 15,-3 4 8-15,0-5 10 0,-1 6 6 16,-3 0 2-16,-2-4-1 0,1 4-4 0,-2 3 3 16,0-1-11-16,-3 3-1 0,-1 0-5 0,-4-2-2 0,1 5-4 0,-3 1-1 15,-1 1-3-15,-4 5-4 0,-1 1-2 0,-2 1 1 16,5 4-5-16,-1 0 2 0,0 2-3 0,2 1 1 15,4 2-3-15,1 0 3 0,1 2-2 0,3-1 2 16,4 0-3-16,2 0 0 0,4-2-1 0,8 0 3 16,6 5 1-16,3-4-2 0,5-2-2 0,1-4 0 15,4-1-6 1,-2-4-1-16,2-1 1 0,2-1-5 0,-4-4 1 16,1-2-1-16,-9 0-1 0,6-4 3 15,-8-2-1-15,-2-4 0 0,-2 1 7 0,0-4 10 0,-3 1 5 0,1-8 8 16,-4-2 11-16,-3 5 10 0,-5-9 4 15,3 2-6-15,-1-3 2 0,-1-2 2 0,-2-1 3 16,-1 4 8-16,0 1 19 0,-1 0 9 0,-1 8-1 0,1 2 7 16,0 5 16-16,1 0-12 0,0 3-9 0,-3 2-11 0,2 3-12 15,-3-2-24-15,8 2-34 0,-4 4-23 0,0 0-3 16,0 0 6-16,-5 17 0 0,1-1 3 0,0 5 0 16,-1 5 2-16,1 5 5 0,0 1 3 0,-2 2-2 15,6 1-1-15,-4 0 0 0,4-3-1 0,4 0 3 16,-4-1 9-16,6-5-10 0,-2 0 6 0,0-4 0 15,0-7-3-15,0 1-8 16,-2-5-11-16,2-2-21 0,0-1-16 0,-3-3-12 16,-1 0 2-16,4 0-1 0,-3 0 7 0,-1-3 6 15,0-2-48-15,0 0-63 0,0 0-58 0,0 0-52 16,-2-13-264-16,-1 6-581 0,3-3 256 0</inkml:trace>
  <inkml:trace contextRef="#ctx0" brushRef="#br0" timeOffset="76827.39">28979 4123 232 0,'0'0'265'0,"-7"1"-3"0,7-1-19 0,0 0-26 16,0 0-21-16,0 0-18 0,22-4-20 0,-1 0-17 0,9-2-9 0,4 1-17 15,4-2-10-15,16-3-12 0,-2 3-27 0,2 0-11 16,-17 1-4-16,0 1-3 0,-5 1-6 0,-1-3-4 15,-9 5-3-15,-4-1-4 0,-5 1-3 0,-4 2-3 16,-1-3-2-16,-4 0-8 0,2 1-6 0,-6-2-14 16,0 4-16-16,0 0-21 0,-10-8-19 0,0 8-23 15,2-3-23-15,-2-1-39 16,4 2-32-16,-3 2-183 0,2 0-389 0,0 0 173 16</inkml:trace>
  <inkml:trace contextRef="#ctx0" brushRef="#br0" timeOffset="77190.73">29524 4196 148 0,'-4'3'238'0,"4"-3"-2"15,0 0-12-15,0 0-15 0,11 2-16 0,-3-3-21 16,6-3-17-16,7 0-14 0,-2-1-13 0,9-2-9 0,2-2-13 15,-1 1-18 1,0-2-7-16,-11 2-8 0,9-3-4 0,-2-2-8 16,-6 2-7-16,-1 0-5 0,-4 0-7 0,1-2-2 15,-4 1-7-15,-3-1-3 0,-3 2-2 0,-3 2-1 16,-2-1-5-16,-2 2-2 0,-3-1-3 0,-5 2 2 16,-3 3-4-16,-6 2-1 0,-2 2-1 0,-8 0 3 15,-3 6-1-15,-2 5-4 0,0 2 0 0,0 5 7 16,4 3-11-16,1-1 1 0,4 6 1 0,4-2 0 0,3 0 0 0,2 5-5 15,11-2 26-15,9-1 5 0,5 2 1 0,22 10 0 16,-4-14-3-16,22 6-2 0,9-6-33 16,33 4-56-16,-4-10-87 0,6-8-151 0,5-8-152 0,2 1-483 15,-5-7 214-15</inkml:trace>
  <inkml:trace contextRef="#ctx0" brushRef="#br0" timeOffset="79764.84">26471 6865 104 0,'0'0'157'0,"-4"-4"-9"0,4 4-13 0,0 0-7 16,-4-2-14-16,4 2-10 0,-5-3-12 0,5 3-8 16,0 0-5-16,0 0-2 0,0 0 0 0,0 0-2 15,-5-2-2-15,5 2-6 0,0 0-5 0,0 0-6 16,0 0-10-16,5-5 1 0,0 2-4 0,-1 0-7 16,8-2-2-1,-1-1-6-15,-2 1 0 0,3-2-2 0,0 2-6 0,3-3-1 16,-4 1 1-16,3-3-5 0,-4 3-3 0,0-2 1 15,1 0 6-15,0-2 9 0,-3 2-2 0,-2 1 12 16,1-1 2-16,-3-1 4 0,-1 2 0 0,0 1-1 16,-1 0-2-16,-4 0-4 0,-2 2-4 0,2 0-6 15,-5 2-3-15,-3 1-7 0,-4 0-6 0,-3 5-10 16,-6 1 12-16,-6 1-4 0,-4 5 0 0,-1 1-3 0,-3 2-1 16,-9 9 0-16,12-5-2 0,-10 10-1 0,2 1 1 0,3 4 2 15,-1 6-4-15,3-5 3 0,2 2 1 0,2 4-6 16,4 0 4-16,3 3-3 15,10-12-2-15,2 2 4 0,3 1 0 16,7-6 0-16,3 2 4 0,6-1 2 0,6-3 2 0,9-3-4 0,7-5 4 16,5-1 3-16,18-3-3 15,9-2 2-15,8-7-4 0,26-1 1 0,-2-9 4 16,0 3-6-16,1-12-7 0,-27 7 6 0,26-7 1 16,-29 4-2-16,-3-1 0 0,-3 0 0 0,-6 1-3 0,-15 1-3 15,2-2 3-15,-7 2-1 0,-3-4 5 16,-9 4-2-16,-1 1 2 0,-8 2 0 0,-2 0 3 15,-1-2 0-15,-6 2 2 0,1 0 0 0,-4 1-6 16,-4 1 1-16,-4 0 1 0,-1 2-1 0,-5 1 0 0,-2 0 1 0,-3 4 5 16,-5 0-4-16,0 6-3 0,-2 1 4 0,2 2-4 15,0 2 0-15,2 2-5 0,2-2-1 0,6-1 4 16,3 1-2-16,3 0-1 0,4-3 2 0,3 0-5 0,3 0 1 16,2 1-1-16,3-3 4 0,6 1 2 15,8-3-2-15,10 0 3 0,2-4 1 0,2 1-6 16,2-7 3-16,3 2 4 0,3-3-5 0,12-4 0 0,-17 3 4 0,-1-4-2 15,0 0 0-15,-4 2-2 0,-3-1 3 0,-8 0-3 16,-6 1 4-16,0-1 0 0,-7 1 4 0,1-2 1 16,-5-1-1-16,-2 2-3 0,0-3 0 0,-2 2-2 15,-5-1-2-15,1 0 0 0,-7 0-3 0,0 1 2 16,-6 2-4-16,1 0 1 0,0 3-1 0,-3 1-2 0,-1 3-6 16,0-1-3-1,-5 2-10-15,6 4-5 0,1-1-17 0,1 2-17 16,2 0-21-16,4-1-29 0,2 1-24 0,1 0-31 15,6 0-49-15,3-3-122 0,2 1-366 0,-1-3 161 16</inkml:trace>
  <inkml:trace contextRef="#ctx0" brushRef="#br0" timeOffset="80419.39">27589 7054 267 0,'3'-2'315'0,"-3"2"-25"16,1-5-25-16,-1 5-28 0,3-4-26 0,-3 4-23 16,0 0-22-16,2-3-19 15,-2 3-14-15,0 0-3 0,0 0-24 0,0 13-10 16,0-5-10-16,0 2 2 0,0 1-21 0,0 3-4 16,-4 3-9-16,3-1 4 0,0 1-12 0,-3 0-4 15,3-2-7-15,-1-3-3 0,-2 4 0 0,4-3-2 16,-1-5-5-16,2 0-2 0,-2-3 1 0,2 1-3 15,-1-2 2-15,0 2 2 0,0-6 18 0,2 5 18 16,-2-5 7-16,0 0-5 0,0 0-10 0,13-13-3 0,-6 3-5 0,3-4-3 16,1 0-10-16,-1 3-1 0,4-4-11 0,-1 1 2 15,-1-1 0-15,1 2-4 0,-4 3-2 16,1 2-3-16,-1-1 8 0,-1 2-10 0,2 2-8 16,-5 2-1-16,3-1 0 0,-3 4-9 0,3 0-5 0,3 2 3 15,2 3-2-15,-3 0 0 0,7 4-2 0,-2-1 4 16,-2 4 3-1,5 0-2-15,-1 0-1 0,6 1 4 0,-7-3-11 16,3 1-5-16,0-2-7 0,7 5-3 0,-7-8-5 0,0 1-1 16,1-3-2-16,-3-3 4 0,-1 1 2 0,-3-4 2 15,4-1 5-15,-4-3 4 0,-2-1-1 0,-3-3 3 16,5-5 2-16,-6 2 6 0,1-2 9 16,-4-3 3-16,0 1 5 0,-4-3 5 0,1-6 4 0,-1-1 6 15,-1 1 1-15,-1-3 11 0,-2-3 1 0,0 3 1 0,-2-3-5 16,-1 5 21-16,3-2 0 0,-3 3 7 0,5 9 11 15,-3 4 4-15,2 0 0 0,1 5 0 0,0 1-13 16,0 1-8-16,0 1-22 0,0 1-32 0,2 4-17 0,-2-2-8 16,2 2 5-16,0 0-1 0,-3 20 6 15,3-4 2-15,-2 9-7 0,-1 1 10 0,2 6 4 16,1 2 1-16,-1 3-4 0,-4-2 5 0,3 13 2 0,6-13 2 0,-3-2 3 16,3-1-2-16,-3-3 4 0,3-3-2 0,-2-6-4 15,1-2-18-15,1-2-14 0,-4-4-18 0,2-3-13 16,0-1-14-16,1-1 3 0,-3-1 3 0,1-2 8 15,-2-1 8-15,1-3-41 0,0 0-62 16,0 0-64-16,0 0-269 16,-14-12-535-16,5 4 236 0</inkml:trace>
  <inkml:trace contextRef="#ctx0" brushRef="#br0" timeOffset="80651.48">27967 7078 75 0,'0'0'189'0,"0"0"-8"0,0 0-10 16,0 0 4-16,-6-1-4 0,6 1-17 0,0 0-11 0,0 0 1 0,0 0-2 16,28 0-12-16,-6-3-9 0,10 0-12 0,2 1-12 15,5-3-9-15,1 2-10 0,1-2-8 0,-5 2-5 16,0 1-6-16,-4-2-5 0,-3 0-6 0,-10 3-8 16,-2-1-7-16,-5 2-7 0,-3 0-10 0,-2 0-5 15,-1 0-10-15,-6 0-6 0,8-1-5 0,-8 1-19 0,0 0-25 16,0 0-23-1,0 0-21-15,-24 1-28 0,16-1-28 0,-4 0-186 16,5 0-368-16,-2 0 163 0</inkml:trace>
  <inkml:trace contextRef="#ctx0" brushRef="#br0" timeOffset="80936.34">28638 7027 329 0,'0'0'356'0,"-2"-7"-5"0,2 7-6 0,1-5-21 16,-1 5-34-16,1-5-31 0,-1 5-26 0,0 0-20 15,0 0-30-15,0 0-11 0,0-4-34 0,0 4-19 16,0 0-13-16,0 0-7 0,4 11-12 0,-3-4-10 0,-1 4-8 16,0 1-10-16,5-2 0 0,-1 7-9 0,-1-1 7 0,-2 1-14 15,3 0-1-15,0 0-7 0,-3-4-1 0,3 1-9 16,0 0-20-16,-2-4-19 0,-1 0-17 15,1-1-21-15,-1 0-23 0,-1-5-14 0,0 3 2 16,0-3 10-16,1-1 3 0,-1-3-2 0,0 0-58 0,-10 1-59 16,3-7-60-1,-1-3-248-15,-4-1-543 0,1-2 240 0</inkml:trace>
  <inkml:trace contextRef="#ctx0" brushRef="#br0" timeOffset="81071.98">28574 6804 23 0,'2'-8'314'0,"0"1"-10"0,-2 1-19 0,0 0-29 16,3 0-25-16,-3 2-25 0,2-1-23 0,-2 5-26 0,0-5-26 0,0 5-24 16,5-1-23-16,-5 1-31 0,9 5-30 0,-1 0-41 15,-2 0-32-15,3 2-62 0,-1 1-89 0,0 0-129 16,2-2-357 0,-1 5 158-16</inkml:trace>
  <inkml:trace contextRef="#ctx0" brushRef="#br0" timeOffset="81467.92">28973 6956 53 0,'0'0'380'0,"0"0"-28"0,0 0-31 0,0 0-47 15,0 0-27-15,8-2-25 0,-8 2-27 0,0 0-19 0,1 8-24 0,0-3-9 16,0 5-17-16,1-1-10 0,-4 8-13 0,6 1-13 15,-6 6 9-15,0-4-24 0,1 5-7 0,0 0-5 16,1-6-9-16,0-1 0 0,-1 0-10 0,-1-6-3 16,4-2-6-16,-2 0-1 0,-2-5-5 0,2 2 0 0,0-1 2 15,2-4 20-15,-2 3 25 0,-2-1 26 0,2-4 27 16,0 4 21-16,0-4 21 0,0 0 17 0,0 0-1 16,0 0-20-16,7-11-19 0,-1 5-13 0,-1-5-17 0,4 3-14 15,-2-3-5-15,4-3-14 0,-6 6-7 0,0-2-10 16,4 3-9-16,-5 0-6 0,1 3-6 0,-1 0-8 15,0-1-4 1,0 3-5-16,-3-1-17 0,-1 3-27 16,6-3-17-16,-6 3 2 0,11 4-1 0,-5-1-26 0,4 1-23 15,-1 1-34-15,5 2-36 0,2 1-23 0,-1 1-18 16,2-2-23-16,-2 3-27 0,1 0-44 0,-1-3-49 16,-3-1-335-16,-1-3-723 0,-2 0 320 0</inkml:trace>
  <inkml:trace contextRef="#ctx0" brushRef="#br0" timeOffset="82138.17">29304 7170 82 0,'-5'-3'224'0,"2"1"-7"0,3 2-3 15,0 0-7-15,-5-4-8 0,5 4-17 0,0 0-5 16,-4-2-20 0,4 2-12-16,0 0-1 0,0 0-1 0,0 0-13 15,0 0-9-15,0 0-12 0,4-7-13 0,1 4-8 0,7 0-11 16,-1 1-6-16,6-4-5 0,1 0-11 0,1-2-4 15,7-3-5-15,0 4-6 0,3-5-5 0,0 0-2 16,-1 0-5-16,0-1 1 0,-2-1-7 0,-2 4-1 16,-7-3-4-16,4-4 2 0,-8 5-2 0,2 0-6 15,-2-2-1-15,-3 2 1 0,-1 2-2 0,-4 1 1 16,2 2 22-16,-6 1-6 0,4 1-5 0,-4-1 4 16,2 2-3-16,-6 0-3 0,3 4-6 0,-6-5-1 15,2 3 0-15,4 2-5 0,-18 4-1 0,6-1 0 0,-1 2-5 0,-4 5 6 16,-1 0 1-16,0 1-6 0,4 1 2 0,-2 3-1 15,3-1-1-15,-1 2-1 0,5 0 0 0,1 1-12 16,2 0-10-16,2 2-6 0,7-1-1 0,2 0 7 16,2-3-3-16,5-1 4 0,11 3 4 0,4-4 2 15,1-2-2-15,6-3-4 0,2-2-11 0,5-6-1 16,13 0-4-16,1-3 0 16,-2-4 8-16,1 0 5 0,-5-3-2 0,-14 2 3 15,2-3 1-15,-3 0 4 0,-5-1-2 0,-6-3 3 16,-5 4 7-16,-4-4-2 0,0 0 7 0,-5 1 4 15,-3 4 12-15,1-1 10 0,-5 2-1 0,-2-2 1 16,0 6-6-16,-2-2 0 0,-3-1 2 0,-3 2-7 16,-2 0 2-16,-2 4-3 0,-2-1 1 0,-5 3 3 15,1 3-2-15,-4 4-1 0,3 0-3 0,1 1-8 0,-1 3 4 0,4 1 2 16,0 1-3-16,2 2-1 0,1 3 3 16,6-1-2-16,2-1 3 0,1 1-8 0,3 0-3 15,6 0 3-15,3-3 7 0,3 0 0 0,2-2-1 0,6-2-1 16,6 1 0-16,1-3 0 0,1-3 1 0,-7-3 0 15,-1-2 7-15,3 0-8 0,-5-1-3 0,0-4 3 16,-5 0 0-16,-1-2 8 0,-1-1 6 0,-2 1 0 0,-2-3 0 0,-2-1 2 16,-1 0-2-16,-2 0-4 0,-4-7 2 15,2 2 0-15,-4-1-9 0,-1 0 0 0,-2 1 1 16,0 2-4-16,-2 0 0 0,2-2 1 0,-2 7-12 0,2 0-8 16,-2 1-14-16,3 1-18 0,-2 2-22 0,3 3-38 15,0-3-30-15,1 3-33 0,-1-1-55 0,5 3-214 16,-2-2-477-1,2 2 212-15</inkml:trace>
  <inkml:trace contextRef="#ctx0" brushRef="#br0" timeOffset="82522.7">30503 6902 19 0,'1'-5'341'0,"-1"5"-27"0,0 0-30 16,0 0-30-16,1-2-33 0,-1 2-25 0,0 0-19 16,0 0-18-16,0 0-18 0,0 11-12 0,0-2-12 15,-1 3-14-15,1 0-10 0,-1-1-7 0,1 6-11 16,-2 2-3-16,0-2-9 16,0 1-5-16,0-1-7 0,-2 1-2 0,3-3-8 15,0-2-2-15,-1-1-4 0,2-5-2 0,-2 1-2 16,0-2-3-16,2-2 6 0,0 2 8 0,0-1 29 15,0-5 29-15,2 2-5 0,-2-2 8 0,0 0-11 16,18-11-6-16,-9 3-17 0,0 0-2 0,3-1-4 16,1-5-14-16,1 1-10 0,-1-1 1 0,1 2-3 15,-1-1-15-15,2-1 8 0,-1 4-4 0,-5 1-3 0,1 2-9 0,-5 2 13 16,2 0-17-16,-2 2 2 0,0 1-22 0,1 2 7 16,1-2-4-16,-7 2-3 0,13 4-2 0,-3 1 5 15,-3 2 1-15,4 1-4 0,3 2-13 0,-2 1-18 16,5 1-26-16,-3-4-31 0,4 4-31 0,-4-2-49 15,4-2-71-15,-5-6-336 0,-2 4-634 0,5-3 280 16</inkml:trace>
  <inkml:trace contextRef="#ctx0" brushRef="#br0" timeOffset="82917.38">31113 6761 81 0,'0'-4'303'0,"0"4"-17"0,-1-3-25 0,1 3-28 15,1-4-23-15,-1 4-22 0,0 0-25 0,0 0-18 16,0 0-17-16,0 0-14 0,0 0-13 0,0 0-8 16,-19 11-10-16,8-5-8 0,-4 5-6 0,2-1-7 15,-4 0-6-15,4 0-6 0,-5 3-4 0,6 2-6 0,-1-2-6 0,1-1-1 16,3 5-7-16,0-5-2 0,1 5 0 0,4-2-3 15,0-1 3-15,4-1-4 0,2 3 2 0,2-2-2 16,6 3 0-16,1 0-1 0,2-2-3 0,8 5 5 16,2-2-4-16,-1-3-3 0,-2 0 2 0,-1-4-7 15,-2-1 2-15,0 0 6 0,-1-1-7 0,-6-3-3 0,1-2-1 16,-2 2-4 0,-4-3 22-16,-1 1-10 0,1-2-6 0,-1 0-4 15,-4 2 1-15,0-4 3 0,-9 7 0 0,0-4-2 16,-5 1-2-16,1-1-3 0,-5-2 3 0,-2 2-2 15,-1-2-16-15,-6 0-29 0,7-1-24 0,-2 0-43 16,4 0-33-16,4-1-53 0,1 0-261 0,4-3-493 16,1 4 219-16</inkml:trace>
  <inkml:trace contextRef="#ctx0" brushRef="#br0" timeOffset="83286.95">31535 7106 290 0,'0'0'447'0,"0"0"-40"0,-3 4-37 16,3-4-47-16,0 0-26 0,0 0-36 0,0 0-71 15,0 0-87-15,0 0-111 0,0 0-195 0,0 0-211 16,0 0-447-16,13-11 199 0</inkml:trace>
  <inkml:trace contextRef="#ctx0" brushRef="#br0" timeOffset="93591.79">5598 11552 24 0,'0'0'122'0,"0"0"-5"0,0 0-14 0,0 0-5 0,0 0-11 16,0 0-9-16,0 0-5 0,0 0-15 0,0 0-2 15,0 0-2-15,0 0-5 0,0 0-12 16,-12 12 3-16,7-7-9 15,-8 2 7-15,-1 3-19 0,-2-2-2 0,-1 3-1 0,-1 2-5 16,-5-1 5-16,-1 2 4 0,1 2-6 16,-3-1-10-16,2-1 7 0,7-1 2 0,-2-2-6 15,-2 5-1-15,6-5-3 0,0 2 6 0,4-2-2 0,2-3-5 16,1 3 4-16,0-2-2 0,2 0 3 0,2-1-3 16,2 2 2-16,-1-3 1 0,3 3 3 15,5 0 0-15,2-1 5 0,2 3-4 0,4 0 4 0,3-2 3 0,3 2 0 16,7 0-7-16,0-2 4 0,1 2 1 0,-2-4-3 15,-5 1-2-15,0-2 4 0,-2-1-4 0,-2 1-3 16,-5-3-4-16,1 3 2 0,-3-3-1 0,-3 0 1 16,-1-2-4-16,-1 2 4 0,1 0 6 0,-4 0 6 15,-1-1 4-15,-4 3-3 0,-3 2 4 0,-3-3 0 16,-7 4 3-16,0-2-11 0,-4 1 12 0,3-3-9 0,-4 2 7 0,-1-2-4 16,4 1-1-16,1-2-1 0,-2 3-3 0,7-5-2 15,-1-1 0-15,3 3 1 0,4-2 4 0,-2 1-11 16,3-3 4-16,0 1 1 0,6-1 5 0,-7 0 2 15,3 2 4-15,4-2 19 0,0 0 7 0,0 0 2 16,-9 1-1-16,9-1-1 16,0 0-2-16,0 0-6 0,0 0-4 0,0 0-3 15,0 0-3-15,0 0-9 0,0 0-13 0,0 0-21 16,0 0-36-16,0 0-33 0,11-9-63 0,-4 5-216 16,-2 1-390-16,4 1 173 0</inkml:trace>
  <inkml:trace contextRef="#ctx0" brushRef="#br0" timeOffset="93832.78">5880 11984 76 0,'0'0'400'0,"0"0"3"0,0 0-2 0,-14-8-7 16,14 8-7-1,0 0-23-15,0 0-24 0,0-4-21 0,0 4-36 0,0 0-27 16,0 0-26-16,0 0-26 0,0 0-22 0,-1-4-20 0,1 4-20 0,0 0-34 16,0 0-38-16,0 0-43 0,0 0-39 0,0 0-39 15,0 0-46-15,0 0-43 0,0 0-57 0,4-4-84 16,-4 4-89-16,7-2-230 0,0-1-650 0,-1 2 287 16</inkml:trace>
  <inkml:trace contextRef="#ctx0" brushRef="#br0" timeOffset="94664.34">6600 11872 21 0,'-9'-5'229'0,"0"-2"-26"16,-7-1-14-16,0 2-18 0,-3 0-23 0,-2 3-10 0,-6-1-15 0,0 1-14 16,-3 4-10-16,-1 1-15 0,-2 2-8 0,1 5-9 15,-4-3-8-15,4 2-5 0,4 1-8 0,0 2-2 16,4 0-5-16,3-4-5 0,3 4-2 0,4-2-4 0,4 1-4 16,1-1-7-16,3 1 2 0,1 0-9 0,-2 1 8 15,7-3-8-15,0 3 2 0,4-1 0 16,1-2-2-16,3 1-7 15,4-1 0-15,1-3 9 0,4 0-3 0,1-3-1 16,4-1 0-16,-2-2 11 0,-1-2 11 0,3-3 12 16,1 0 21-16,0-5 18 0,-4 1 13 0,1-7 15 15,-3 5 9-15,-3-3 15 0,3-4-1 0,-2-2 9 16,-3-2-7-16,2 0 0 0,-5-4-5 0,1 0-10 16,-3-2-16-16,0-2-6 0,-2 2-10 0,-1-3 1 15,-3 1-3-15,3 1 2 0,-3 2 8 0,-1 3 14 0,0 4-2 0,0 5 2 16,0 4-4-16,0 0 3 0,0 3-10 0,0 3-10 15,3 0-6-15,-6 1-13 0,3 0-10 0,0 3-5 16,0 2-19-16,0-6-28 0,0 6-27 0,-1-4-39 16,1 4-40-16,0 0 14 0,0 0 8 0,1 17 9 15,2-1 3-15,-3 2 23 0,0 3-9 0,0 4 6 16,0 1 4-16,0 2 4 16,1 0-2-16,5 1 11 0,-3-2 1 0,2 2-1 15,0-4 5-15,-1-6 0 0,0-1 16 0,1 0-12 16,0-1 5-16,-1-3 4 0,0-2-3 0,0-2 1 15,-3 2-4-15,3-3 8 0,-3 1 1 0,0-4 0 16,2 0-3-16,-3 0 5 0,3-3-1 0,-2 3 2 16,1-1 5-16,-2-3-1 0,1 1-2 0,1 0 4 15,-1 1 2-15,-1-4-10 0,0 5 5 0,0-5 1 0,3 6 1 0,-3-6 0 16,0 4 9-16,1-1-11 0,-1 1-2 0,0-4 2 16,0 0 1-16,2 4 1 0,-2-4-2 0,3 3 8 0,-3-3 1 0,0 0-4 31,4 3-1-31,-2 1 8 0,-2-4 3 0,14 1-1 15,3-4 0-15,5 1-19 0,8-6-42 0,5 1-71 0,5-4-94 16,15-6-109-16,1-1-294 0,-3 1-667 0,-4 1 295 0</inkml:trace>
  <inkml:trace contextRef="#ctx0" brushRef="#br0" timeOffset="96514.33">7632 11712 84 0,'-2'-4'255'0,"2"4"-2"0,0 0-13 0,0 0-12 16,-3-3-10-16,3 3-14 0,0 0-4 0,0 0-18 15,0 0-16-15,0 0-17 0,0 0-8 0,0 0-12 16,0 0-14-16,0 0-9 16,0 0-9-16,0 0-7 0,-1-4-11 0,1 4-5 15,0 0-9-15,0 0-10 0,0 0-9 0,0 0-7 16,11-3-14-16,-1 1-15 0,3-1-24 0,9-1-27 15,-1 0-43-15,8 0-45 0,0-2-59 0,0 2-278 16,2 1-504-16,-3 2 222 0</inkml:trace>
  <inkml:trace contextRef="#ctx0" brushRef="#br0" timeOffset="96684.68">7767 11880 113 0,'-3'2'166'15,"3"-2"1"-15,-2 3-11 16,2-3-14-16,0 0-3 0,0 0-9 16,22-1-12-16,-4-4-11 0,15-2-10 0,6 2-13 0,14-7-30 0,2 4-56 15,3-5-70-15,-7-1-162 0,4 2-252 16,-5 0 111-16</inkml:trace>
  <inkml:trace contextRef="#ctx0" brushRef="#br0" timeOffset="97353.23">9058 11465 32 0,'0'0'220'0,"1"-3"-23"0,-1 3-19 0,0 0-23 16,4-2-16-16,-4 2-16 0,0 0-14 0,0 0-12 16,0 0-14-16,0 0-4 0,-4 13-8 0,4-7-3 0,-1 5-3 0,-4 1-8 15,1 0-7-15,-1 3-4 0,-3 2-3 0,-1 1-6 16,-1 0-1-16,-1 4-5 0,-2-5-3 0,-1 4 1 15,0-5-6-15,4-2-1 0,-1-1-2 0,-1 0 0 16,0-1 0-16,3-3 0 0,-1-2 7 0,1 1 1 16,0-3 11-16,0-2 20 0,4 1 13 0,-4-2 23 15,5-3-5-15,-5-2 6 0,3-1 5 0,-1 0 4 0,1-5-2 0,2 0 14 16,-3-4-2-16,0 0 0 0,5-4 4 0,-2-1-21 16,4-2-10-16,4-6-11 0,-2-3-6 0,0 2-6 15,5 1-7-15,-1-3-3 0,2 3-11 0,-4 8-2 16,1 1-2-16,4 1 0 0,-4 6-3 0,-1-2-1 15,2 3-5-15,2 0-10 0,2 2-7 0,-1-1-4 16,2 4 1 0,1 1-2-16,1 2-6 0,9-2-5 0,-1 5 2 15,10 0 4-15,-4 1-4 0,2 1 2 0,2 4-1 0,2-1 4 16,-5-1-6-16,2 1 3 0,-2-3 0 0,-6-1 2 16,-1 1 3-16,-3-1 0 0,-4-3-1 0,3 0 2 15,-2 0-3-15,-6-3 7 0,5 1 0 16,-2-2 5-16,-2-1 14 0,0-5 7 0,-1 3 2 0,-1-3 3 0,1 2 1 15,-3-3 1-15,0 1 9 0,0-1 1 0,-1 0 5 16,1 0-18-16,-2 2-2 0,-2 0-2 0,2 0 5 0,-1 2-18 16,-2 3-2-16,2-1-6 0,-2 1-33 0,0 1-44 15,3-1-55-15,-4 4-66 0,0 0 14 16,0 0-9-16,0 11-22 0,0-2-39 0,0 3-84 16,-4-2-261-16,3 3-629 0,1 3 278 0</inkml:trace>
  <inkml:trace contextRef="#ctx0" brushRef="#br0" timeOffset="98103.7">9307 11725 244 0,'0'-6'270'16,"0"6"-21"-16,4-4-21 0,-3 2-27 0,3-1-17 0,1 1-23 15,2-1-13-15,0 3-22 0,1 0-10 0,4 0-11 16,-1 3-14 0,-1 1-8-16,2 1-11 0,0 0-10 15,3 5-7-15,-6 0-6 0,-1-1-6 0,1 4-4 0,-1 3-7 0,-4-2-6 16,-3 2-2-16,2 0-3 0,-8 4-1 0,2-2-2 16,-3-1-4-16,-3 0 1 0,-1 0-3 0,1-2-2 15,1-5 1-15,-1 3-3 0,-1-4 2 16,1-1 0-16,1 1 2 0,1-2 9 0,0-2 10 0,2-3 14 15,4 3 23-15,-2-2 29 0,1 0 39 0,2-3 37 0,0 0 24 16,0 0-24-16,0 0-14 0,0-13-17 0,2 8-12 16,5-5-13-16,2-4-14 0,7-7-11 0,1-2-9 0,1-2-5 15,-1-3-11-15,1 0-10 0,4 1-2 16,-2 2-6-16,1-1-6 0,-3 4-4 0,-4 0-8 16,0 8 6-16,-5-2-7 0,1 7 2 0,-4 1-2 15,-3 2 1-15,2 1-3 16,-2 0-7-16,-1 0-5 0,2 1-13 0,-3 2-8 15,-1 2-37-15,0 0-11 0,0 0 6 0,0 0 1 16,2 11 8-16,-5 1-6 0,-1-1 9 0,-1 6 2 16,-3 1 0-16,0 7 7 0,0-2-3 0,0 4 6 15,3-2 4-15,1-4 5 0,4-1-3 0,0-3 2 16,0 0 3-16,4-1 4 0,-1-3 0 0,3-2 7 16,1 0 5-16,3 0-1 0,5-3 12 0,4 1 4 0,0-2 7 0,12-2 13 15,1 0-8-15,-3-3 2 0,7-1 7 0,-5-1 2 16,-3-3-4-16,-6 1 2 0,-3 2 5 0,-1-3 8 15,-6 0 11-15,0 1 3 0,-1 2 2 0,-3-1 6 16,-3 1-2-16,0-1-1 0,-5 1-4 0,8 0-2 16,-8 0-6-16,0 0-3 0,10 0-6 0,-10 0-5 15,0 0-7-15,0 0-4 0,4-1-5 0,-4 1-5 0,0 0-33 0,0 0-24 16,0 0-48 0,0 0-65-16,0 0-64 0,8 0-73 0,-8 0-23 15,4 4-111-15,-4-4-332 0,0 0-809 0,0 0 358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53:50.12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2357 1670 63 0,'0'0'158'0,"0"0"-5"0,0 0-9 0,0 0-5 16,0 0-6-16,0-4-8 0,0 4 1 0,0 0-2 16,0 0 0-16,1-4 0 0,-1 4-8 0,0 0 6 0,3-3-5 0,-3 3 3 15,0 0-7-15,0 0 0 0,1-5-1 0,-1 5-8 16,0 0-2-16,0-4-12 0,0 4 4 0,3-3-10 16,-3 3-1-16,0 0-8 0,0 0-11 0,0 0 0 15,0 0-7-15,0 0-6 0,2-2-5 16,-2 2-5-16,0 0-5 0,0 0-4 0,0 0-4 15,0 0-23-15,0 0-7 16,0 0-4-16,0 0-5 0,0 0-5 0,-11 11-4 16,3-6 7-16,-1 2 0 0,-4 4 2 0,-2 1 0 15,-9 5 2-15,-3 1 4 0,3 0-3 0,-3 1 0 16,-1-1 30-16,1 2 2 0,1-1-3 0,1-2-5 16,3 1 3-16,5-4-7 0,3-2-6 0,0 3-14 15,5-5-5-15,-1 3-3 0,4-1-4 0,2-4 1 16,1 4 1-16,5-4 0 0,-1 3-2 0,5-2 13 0,4 0-3 15,6 1 6-15,0 1-1 0,11-1-1 0,-1 2 6 16,2-1-2-16,-1-2-1 0,1 0 0 0,1 0 0 16,-3-1 2-16,-2 4-1 0,-1-4 2 0,-7-1-3 15,-5-2-3-15,0 5 2 0,-3-5-3 0,0 6 1 16,-3-4 1-16,-5-1 2 0,0 1 2 0,-5 1-3 16,-7 1 7-16,-4 3-1 15,-9 0 1-15,0-2 1 0,-2 1 8 0,-1-4 7 16,0 1 3-16,-3-3 3 0,3 0-4 0,6 0 9 0,-3-1-3 0,4-3-1 15,5 1 5-15,4-2-7 0,2 2-2 0,1-2 0 16,3 0-5-16,6 0-6 0,-12 0 11 0,12 0-1 16,-10 0-3-16,10 0-14 0,0 0-10 0,0 0-19 15,0 0-25-15,24-7-36 0,-7 0-39 16,2 2-68-16,0-2-80 0,0-3-174 0,-2 3-484 16,2 2 214-16</inkml:trace>
  <inkml:trace contextRef="#ctx0" brushRef="#br0" timeOffset="420.91">2820 1997 179 0,'-14'1'226'0,"2"1"-18"0,3-1-18 0,-4 0-19 0,3 2-15 16,-3 0-18-16,1 1-16 0,-1 1-9 0,0 0-17 16,2 3-4-16,-1-3-15 0,-1 3-9 0,2 2-4 15,-2 1-8-15,4-1-3 0,0-2-7 0,3 2-4 16,-1 2-5-16,4 0 2 0,0-2 0 0,3 2-2 16,0-2-1-16,3 5-10 0,0-4 10 15,5 3-7-15,1-6 13 0,0 1 1 0,5-4-3 16,3 2 4-16,0-1 1 0,1-5 3 0,4-1 3 0,-3 0 6 0,-2-5 17 15,-1-1 14-15,1-1 8 0,-4-1 25 0,-4 1 19 16,0-3-2-16,0 0-8 0,-3-1-10 0,2 2-5 16,-3-4 10-16,-1-1-7 0,-2-1-14 0,-2 4-9 15,-1-1-9-15,-4 1-10 0,2 1-12 0,-3 0-10 16,-1 1-10-16,-4-1-6 0,2 3-23 0,0-1-10 16,-5 1-25-16,1 3-14 15,-1 2-22-15,4 1-22 0,-5-1-33 16,1 4-41-16,2-1-33 0,-2 0-39 0,3 3-30 0,2 0-43 15,-3 1-234-15,8-1-574 0,0 1 255 0</inkml:trace>
  <inkml:trace contextRef="#ctx0" brushRef="#br0" timeOffset="1001.79">3096 2005 181 0,'0'0'430'0,"0"0"-38"15,2-7-41-15,-2 7-26 0,0 0-33 0,0 0-38 16,0 0-23-16,0 0-31 0,0 0-25 0,0 0-32 16,0 0-20-16,0 0-19 0,0 0-12 0,5 16-6 15,-3-8-5-15,-1 1-10 0,-1 3-4 0,-1 3-10 16,2 2-9-16,-1 0 1 0,-4 3-7 0,7 5 0 15,-1-7-1-15,-3-1-4 0,2-4-1 0,-1-2-8 16,-1 1-12-16,1-3 10 0,1-3-3 0,-1 1 3 0,0-2 4 16,0-5 5-16,0 0 40 0,-1 7 36 0,1-7 40 15,0 0 40-15,0 0 20 0,0 0-18 0,0 0-18 16,0 0-16-16,16-19-18 0,-12 9-14 0,2 3-13 16,-1-3-9-16,2-2-13 0,6-1-10 0,-3-1-8 15,3 2-8-15,-4 2-9 0,0 1-5 0,-5 4-5 16,3 0-8-16,0 1-7 0,-2-2-6 0,-1 6-4 0,0-4-17 0,-4 4-14 15,0 0-7-15,12-1-12 0,-12 1-19 0,12 3-3 16,-7 0-11-16,4 5-4 0,-4-2-15 0,4 2 5 16,-3 0 2-16,2 3-9 0,2 1 0 0,-5 0 2 15,1 0-2-15,-1-4 14 0,0 1 4 16,-2-4 7-16,0 2 6 0,2-5 13 0,-5-2 17 0,4 4 27 16,-4-4 32-1,0 0 39-15,5 6 8 0,-5-6-6 0,0 0-6 16,13-12-3-16,-8 4 0 0,1 1-4 0,0-3-5 0,1 2-7 0,3-5-9 15,-2 1 0-15,5-1-8 0,-3 1-8 16,0 1-1-16,3-4-7 0,-4 5-1 0,0 2-5 16,0 2-7-16,1-2-19 0,2 1-23 0,-3 2-31 15,3 0-37-15,1 2-27 0,5 2-37 0,0-2-41 16,1 3-25-16,0 3-33 0,-1-2-31 0,1 4-28 0,0-2-30 16,-6 2-329-16,0-1-739 0,1 4 327 0</inkml:trace>
  <inkml:trace contextRef="#ctx0" brushRef="#br0" timeOffset="1417.7">3769 2158 209 0,'0'0'278'0,"-1"6"15"0,1-6 2 15,0 0-5-15,0 0-3 0,0 0-10 0,0 0-3 16,0 0-16-16,0 0-18 0,0 0-20 0,0 0-5 16,0 0-23-16,0 0-18 0,0 0-21 0,0 0-19 15,0 0-15-15,25-14-9 0,-16 9-6 0,3-2-9 16,-2 2-15-16,3-2-13 0,-3 1 0 0,4-7-10 15,0 5-1-15,-1-4-7 0,1 2-2 0,-6 1-6 16,1 1 1-16,-3-1 15 0,2-1 1 0,-5 0 22 0,0 1 8 0,1 4 9 16,-2-2 0-16,0 2-4 0,-2-2-7 0,-2 1-10 15,2 6-10-15,-3-8-14 0,-3 5-13 0,-5 0-2 0,1 3-9 16,-3 0-4-16,-5 3-2 0,-4 1-8 0,7-1-6 16,-3 4-6-16,4 3-3 0,-2-1-18 0,1 6-10 15,4-1-11-15,1 1-4 0,1 1-7 0,1 1 1 16,7-1 7-16,1 3 1 0,5 1 7 0,3-2 10 15,2-2 5-15,5-2 3 0,2 0 5 0,7-2 2 16,4-2 0-16,-1-1 10 0,5-4 3 0,1 0-1 16,-3-3 4-16,-9-1 6 0,1-2 6 0,-3 2 17 15,-9 0 13-15,-1 0 8 0,-9-1 12 0,14-2 2 16,-14 2 5-16,0 0-2 0,12-1-2 0,-12 1-9 16,0 0-8-16,11 0-5 15,-11 0-25-15,0 0-26 0,0 0-45 0,11 3-46 16,-11-3-51-16,0 0-68 0,0 0-75 0,0 0-71 15,0 0-456-15,0 0-881 0,0 0 389 16</inkml:trace>
  <inkml:trace contextRef="#ctx0" brushRef="#br0" timeOffset="2335.21">5204 1908 180 0,'-1'-3'330'0,"1"3"-13"0,0 0-22 0,0-4-26 0,0 4-31 16,0 0-25-16,0 0-26 16,-1-3-26-16,1 3-16 15,0 0-16-15,0 0-17 0,0 0-11 0,11 15-12 0,-6-8-7 0,-1 4-11 16,5 3-11-16,0 2-4 0,-4 1-8 0,3 1-3 16,-3 0-4-16,5 9-1 0,-5-8-6 0,1 6-2 15,0-6-1-15,-1 6-4 0,-1-6 2 0,-2-5-5 16,1 0-1-16,-2-4-3 0,0 0 0 0,0-3-1 15,1-1 1-15,-2 0 17 0,1-2 50 0,-1-4 51 16,1 6 51-16,-1-6 53 0,0 0 41 0,2 6 28 0,-2-6 10 16,0 0-36-16,0 0-24 0,6-21-27 15,-1 12-23-15,-1-7-28 0,3 0-10 0,3-7-25 0,-3 5-12 16,7-6-17-16,-1 2-10 0,-3 0-5 0,2 6-9 16,-2 1-24-16,2 0-9 0,-2 2-9 0,-4 3 6 15,1 0-12-15,-2 2-9 0,1 3-13 0,-1-2-16 16,-1 2-30-1,1 0-34-15,-1 3-43 0,4-1-39 0,-3 1-45 16,2 2-33-16,4 0-29 0,0 1-32 0,-1 3-28 16,2-1-43-16,3 2-34 0,1 1-62 0,-4 1-360 0,-2-1-869 15,2-3 385-15</inkml:trace>
  <inkml:trace contextRef="#ctx0" brushRef="#br0" timeOffset="2797.35">5696 2064 143 0,'0'0'207'0,"0"0"-16"0,-3 4-15 15,3-4-23-15,0 0-15 0,0 0-16 0,0 0-8 0,0 0-6 16,0 0-1-16,-3 6 0 0,3-6 1 0,0 0 3 0,10 3 0 16,-10-3 6-16,14 3-16 0,0-3-8 0,3-3-2 15,3 0-13-15,0-1-6 0,1-1-4 0,-2-2 10 16,3 1-7-16,-4 0 3 0,-3-2 1 0,3 0 5 15,-3 0 13-15,-2-1 9 0,-2 1 18 0,-3 0 18 16,-1-1-7-16,-1 2 12 0,-2 2 10 0,0-1-3 16,-1 0-4-16,-1-1-4 15,-1 3-19-15,-1 0-14 0,0 4-17 0,-5-7-21 16,-1 6-6-16,-3-1-12 0,-2 4-14 0,-5 2 0 16,-1 2-5-16,-5 0-9 0,-4 7-4 0,-4-2-5 15,6 4 2-15,2-1-13 0,-1 2-12 0,11 0-15 16,-3 5-14-16,0 0-1 0,6-4-8 0,3 0-10 15,1-2 6-15,5 2 6 0,1-4 6 0,4 4 4 16,4-4 10-16,6-3 4 0,11 1 0 0,-7-3 1 0,13-3 6 16,-4-2-3-16,8 2 6 0,-5-6-1 0,4-1 3 15,-3 0 7-15,0-4 5 0,-13 1 7 0,3-1 20 16,-3 2-2-16,-3-2 26 0,-5 4 20 0,2-1 20 16,-8 1 4-16,1 0 5 0,-6 2-3 0,10-2-11 15,-10 2-6-15,8-4-12 0,-5 1-23 0,-3 3-51 16,4-4-45-16,-4 4-43 15,1-5-55-15,-1 5-57 0,-1-6-72 0,1 6-90 0,-5-7-341 0,5 7-763 16,-4-8 338-16</inkml:trace>
  <inkml:trace contextRef="#ctx0" brushRef="#br0" timeOffset="3220.36">6496 1898 188 0,'0'0'300'0,"0"0"-30"16,0 0-26-16,0 0-27 0,0 0-21 0,-8 0-23 15,8 0-17-15,-11 3-15 0,3-1-17 0,-1 1-16 0,-1 1-9 16,1 0-9-16,-3 2-12 0,1 1-7 0,2-2-11 15,-6 5-3-15,6-4-9 0,0 0-2 16,0 1-8-16,4 1 1 16,-1-4-7-16,2 6-2 0,2-5 0 15,2 5-2-15,3-1-3 0,3 1 0 0,3-1 0 0,5-1-1 16,2 1-5-16,0-1 0 0,2-2-4 0,0 1 2 16,1-1-3-16,3-1-2 0,-5 2 2 0,-1-2-2 15,-3-1-2-15,-3-1-4 0,-1 2-4 0,-5-3-2 16,2 0 5-16,-6-2-7 0,9 3 8 0,-9-3-2 15,1 3 8-15,-1-3-2 0,-11 9 3 0,-1-7 0 16,-5 2 2-16,-4 3-3 0,1-1-6 0,-10-1-20 0,1 0-25 16,-2-1-32-16,2-2-40 0,0 5-39 0,7-4-48 0,0-2-238 15,3-1-472-15,6 0 209 0</inkml:trace>
  <inkml:trace contextRef="#ctx0" brushRef="#br0" timeOffset="4321.51">6809 1969 93 0,'0'0'450'15,"1"-6"-16"-15,-1 6-32 0,0 0-41 0,0 0-38 0,0-6-27 0,0 6-37 16,0 0-35-16,0 0-28 0,0 0-10 15,0 0-32-15,0 0-26 0,0 0-9 0,0 0-13 16,2 19-17-16,-1-11 2 0,-1 3-8 0,0 6-13 0,0-2-1 16,-1 4-8-16,2-5-7 0,-1 3-16 0,4-3-2 15,-3-1-8-15,0-1-6 0,2-5 11 0,-2 1-5 16,0-1-2-16,-1-2-3 0,2-1 4 0,-2-4 3 0,4 4 17 16,-1-4-2-16,-3 0 3 0,13-3 12 0,-4-2 7 15,0 0 12-15,0-2 5 0,1-3-2 0,-1 2 0 16,0-4-7-16,5 0-9 0,-9 0-2 0,7-1-7 15,-3 4-7-15,-3 0-3 0,-1 1 1 0,3 0 9 16,-4 3-7-16,2-1-8 0,-3 4-7 0,-1-1-8 16,1 1-5-16,-2-1-27 15,-1 3-25-15,5-2-26 0,-5 2-28 0,0 0 10 16,0 0 9-16,12 7 4 0,-7-2 14 16,1 5 3-16,1-3-1 0,-1 3 7 0,3-1 7 0,1-1 1 15,3 3-4-15,-2-3 0 0,0 1 4 0,0-1 2 16,1-1 6-16,-1-1 0 0,3 0 10 0,-5-4 0 15,0-1 0-15,1-1 5 0,-1 0 6 0,0-1-5 16,5-3 5-16,-5-3 1 0,1 1 13 0,-3-5 7 0,2 1 4 16,-4 0 17-16,3-6 8 0,-1 1-1 0,-1-4-5 15,0 2 11-15,-1-3-5 0,1 1-5 0,-2-1 0 16,0-6 6-16,0 7 5 0,-2-1-4 0,1 3 4 16,-2 0 5-16,0 1 19 0,1 5 3 0,-2 0 4 15,0 3 10-15,2 2 0 0,-4-2-7 0,4 3-8 16,-2 3-10-16,0-4-10 15,0 6-8-15,0-6-8 0,0 6-2 0,1-5-19 16,-1 5-30-16,0 0-24 0,0-3-29 0,0 3-25 16,0 0-29-16,0 0-29 0,0 0-3 0,0 0 13 15,-1 13 10-15,1-4 16 0,-2 1 15 0,0 4 4 16,1 1 19-16,0 2 4 0,1 2 3 0,1 0 7 16,-1 6 9-16,0-7 5 0,5 8 17 0,-1-8-12 15,-1 2 12-15,0-5-3 0,3 4 3 0,1-5 6 0,2 1 5 0,0-1 8 16,-4-2 6-16,4-3-2 0,0-1 21 0,0 0-2 15,1-3 13-15,2-1 1 0,-2 2 6 16,4-5 8-16,1 1 12 0,-2-2 8 0,0-2 11 16,1-2 7-16,-4-1 2 0,0 2 6 0,2-6-1 15,-2 1 0-15,0-4-1 0,-1 3-7 0,1-6-8 0,-2-3-8 16,5-5-8-16,-8 4-10 0,4-7-1 0,-1-2-8 0,-6 1-3 31,6 0-9-31,-7 2-4 0,4-2 1 0,-2 2 2 16,-3 7-8-16,0 0 3 0,0 2 8 0,0-1-3 15,0 2 3-15,-3 4 2 0,2 1 1 0,1 0-1 16,-1 3 12-16,1 2 14 0,0-1-7 0,0 2-1 0,-3-1-3 0,3 2-3 16,0 3-6-16,0-8-4 15,0 8-3-15,0-3-6 0,0 3-6 0,0-3-3 0,0 3-6 0,0 0-3 16,0 0-14-16,4-5-16 0,-4 5-18 0,0 0-30 16,0 0-32-16,0 0-22 0,0 0-23 15,0 0 14-15,-4 13 14 0,4-6 12 0,0 4 6 16,0 2 14-16,0 5 10 0,0 0 4 0,0 7 9 0,0 1 7 15,-4-7 4-15,3 11 5 0,-4-3 8 0,5 2 1 16,-4-3 8-16,4-7 6 0,0 7 0 0,0-6 5 0,0-3 3 16,4 0 0-16,-4 0 2 0,1-4 9 0,3-1-2 15,-3-2 1-15,3 1 2 0,-1-4 6 0,-2 0-5 16,4 2 6-16,-2-6 6 0,-2 5-3 0,3-4 4 16,-3 1 5-16,2-2 0 0,2 3 3 0,-2-3 10 15,0-1-4-15,5-1-5 0,-3-1-3 0,5 2 5 16,-1-1-1-16,4-2-20 15,0 2-21-15,5-4-34 0,1 2-66 0,6-7-77 16,-2 5-84-16,4-5-121 0,-4-1-360 0,3-1-828 16,-7 1 366-16</inkml:trace>
  <inkml:trace contextRef="#ctx0" brushRef="#br0" timeOffset="4905.99">7590 1939 50 0,'-8'3'214'0,"8"-3"-12"0,0 0-6 0,-5 0-7 0,5 0-12 16,0 0-14-16,0 0-11 0,0 0-8 0,0 0-11 15,0 0-4-15,0 0-6 0,0 0-8 0,0 0-4 16,-9 0-5-16,9 0-6 0,0 0-4 16,0 0-10-16,0 0 4 0,0 0-9 0,0 0-2 15,0 0-3-15,0 0-2 0,0 0-6 0,0 0-10 16,0 0-2-16,0 0-4 15,0 0-5-15,32-3-7 0,-15 1-1 0,3 1-3 16,12-1-7-16,1-1-1 0,-1 3-5 0,4-4 0 16,1 2 8-16,-2-1-17 0,-3 3 5 0,-3-2-8 15,-7 1 3-15,-2-1-3 0,-6 2-3 0,0-2 1 16,-5 2 4-16,-1-1-3 0,-2 0 10 0,2 1-15 16,-8 0 4-16,9 1-5 0,-9-1-6 0,6-1-20 15,-6 1-24-15,0 0-19 0,0 0-44 0,0 0-42 0,0 0-58 0,0 0-50 16,-32 1-191-16,25-1-488 0,0 0 216 0</inkml:trace>
  <inkml:trace contextRef="#ctx0" brushRef="#br0" timeOffset="5306.92">8222 1841 234 0,'0'0'356'0,"0"0"-40"0,0 0-29 0,0 0-25 16,0 0-29-16,0 0-28 0,0 0-21 0,0 0-21 0,0 0-21 16,0 0-14-16,0 0-12 0,0 0-11 0,0 0-3 0,-20 7-21 15,16-3-8-15,-1-1-10 0,-2 2-2 16,1-1-12-16,2 1-5 0,-1 1-6 0,3 0 3 15,-1 1-12-15,1-1 1 0,2 3-3 0,0-2 1 16,2 3-2-16,2 1-2 0,1-3-1 0,5 4-2 0,-1-4-4 0,4 4 8 16,1 2-12-16,0-3 0 0,0 0 1 0,-1-1-1 15,1 2-4-15,-5-5 0 0,0 1-6 0,-3 0 3 16,1-3-2-16,-4-2-8 0,0 1 3 0,1 0 1 16,-4 0 5-16,0-4-1 0,-3 9 12 0,-3-6 1 15,-4 2-10-15,-3-2-5 0,-6 4-30 0,-12-3-53 16,-2 2-81-16,-2-3-139 15,-2 1-215-15,-14-4-558 0,14-3 248 0</inkml:trace>
  <inkml:trace contextRef="#ctx0" brushRef="#br0" timeOffset="6739.35">2642 2758 163 0,'0'0'205'0,"0"0"-13"16,0 0-12 0,0 0-16-16,0 0-13 0,0 0-20 0,0 0-6 15,0 0-15-15,0 0-11 0,0 0-9 0,0 0-9 16,0 0-10-16,0 0-9 0,0 0-7 15,0 0-5-15,0 0-3 0,28-1-8 0,-15 1-1 0,1-2-7 16,3 0 6-16,3 1-7 0,0-1-3 0,7 0-1 16,3 1-5-16,-1-1-2 0,3-1 2 0,-1 1 0 15,-1 0-2-15,2 2 0 0,0-1-3 0,3-1 2 0,2 2 1 16,0-3 3-16,15 2 4 16,-16-2 1-16,18 2 2 0,-1-5 3 0,2 5 4 0,-1-4-1 0,4 0-3 15,0 2-1-15,2-2-2 0,-2 0 0 0,-2 2-1 16,2-2-5-16,2 2-3 0,-4-2-3 0,-6 1-2 15,2 2 8-15,3 2-8 0,4-5-1 0,-8 3-4 16,4-2 0-16,4 3-1 0,-2-2-1 0,1 1 1 0,-1-3-3 0,2 3 2 16,0-1 6-16,-3 3-9 0,0-4-1 0,-2 2 1 15,-16-1-3-15,16 0 0 0,1 1 2 0,-3 2 0 16,-2-3 0-16,-13 3-1 0,16-2-1 16,-14 2 1-16,1-2-3 0,13-3 4 0,-13 5-3 15,1-2-2-15,10 2 4 0,-14-3-6 0,5 2 6 16,-6-5-5-16,5 4 3 15,-3 1-3-15,3-1 5 0,0 2-3 0,-4-3 6 16,4 1 4-16,-1 0 4 0,11-3 6 0,-13 2-3 16,16 0 2-16,-16 1-1 0,2-2-4 0,0-1 5 15,10 5 2-15,-9 0 1 0,12-6-1 0,-13 4 0 16,-2-5-4-16,16 5 5 0,-5-2-6 0,-9 2 3 16,-2 0-5-16,0-2 1 0,16 3 3 0,-17-1-7 15,2-3 3-15,0 3-6 0,-1 0-1 0,2-1 0 0,2 1-1 16,-4 2 0-16,15-4 9 0,-15 1-7 0,17-1 13 15,-5 2 5-15,2-2 6 0,-12 1 6 0,15 1 3 16,-16-1-7-16,13-1-2 0,-1 1-3 0,-14 1 1 16,-1-1 0-16,3 1 0 0,-4-2-5 0,1 1 0 15,-1-1-2-15,1 3-2 0,-3-6-5 0,4 6 1 16,-6-1 0-16,1-3-4 16,-1 5 1-16,-5-4-2 0,-4 1 1 0,0 3-1 15,-2-2 8-15,-2-1-2 0,0 3 6 16,-4-1-4-16,0 0 0 0,-5 0 4 0,-1-1-3 15,1 2 6-15,-9 0-6 0,10-1 3 0,-5-2 6 16,-5 3 1-16,8-1 3 0,-8 1 6 0,7-1 1 16,-7 1 4-16,3-1 3 0,-3 1-7 0,0 0 6 0,0 0-1 15,8-2-2-15,-8 2-4 0,0 0-9 0,0 0 1 0,0 0-11 16,0 0 6-16,0 0-6 0,0 0-2 0,0 0-6 16,0 0 5-16,0 0-7 0,0 0 1 0,0 0-1 15,0 0-6-15,0 0 2 0,0 0 9 0,0 0-10 16,0 0 6-16,0 0-11 0,0 0 5 0,0 0-3 15,0 0 2-15,5 4 7 0,-5-4-17 0,0 0 2 16,0 0 2-16,0 0 1 0,0 0 0 0,0 0 4 0,0 0-6 0,0 0-3 16,0 0 2-16,0 0-16 0,0 0-22 15,0 0-35-15,0 0-30 0,0 0-49 0,0 0-56 16,0 0-66-16,0 0-398 0,0 0-732 0,0 0 324 16</inkml:trace>
  <inkml:trace contextRef="#ctx0" brushRef="#br0" timeOffset="8859.04">2692 4059 37 0,'-3'-5'340'15,"1"2"-14"-15,-2 1-13 0,4 2 0 0,-5-4-3 0,2-2-35 0,1 4-13 16,2 2-20-16,0 0-35 0,-4-4-22 0,4 4-14 16,0 0-24-16,0 0-19 0,0 0-20 0,0 0-19 15,0 0-20-15,0 0-7 0,-4 12-9 16,4-6 0-1,-1 6-8-15,1 3-2 0,1 1-7 0,0 2-3 16,1 2-6-16,0-2-4 0,-1 3 9 0,2-3-12 0,0 5 1 16,0-5-2-16,0 0-2 0,1-3-4 0,0 1 3 15,-2-4-4-15,-1-2 2 0,2 0-4 0,-2-4 4 16,1 2-7-16,-1-1 1 0,0-5 5 0,0 2 1 16,-1 0 15-16,0-4 5 0,2 5 6 0,-2-5 13 15,0 4 6-15,0-4 5 0,0 0 15 0,1 3-2 16,-1-3 1-16,0 0-2 0,0 0-5 0,0 0-4 15,0 0-7-15,0 0-5 0,0 0-1 0,0 0-6 0,0 0-11 0,0 0 3 16,0 0-7-16,0 0-20 0,0 0-22 0,0 0-24 16,0 0-29-16,0 0-22 0,0 0-15 15,0 0-89-15,0 0-72 0,0 0-47 0,-1-15-50 16,-1 9-276-16,1 1-685 0,1-3 303 0</inkml:trace>
  <inkml:trace contextRef="#ctx0" brushRef="#br0" timeOffset="9398.2">2614 3823 111 0,'-4'-3'221'0,"-1"-1"-12"0,1 1-15 15,-1 0-13-15,0-1-10 0,1 3-12 0,0-2-13 16,2 1-18-16,-5 1-11 0,7 1-16 0,-11 0-6 16,3 1-14-16,0-1-12 0,2 5-5 0,-4-1-8 15,0 1-5-15,1 4-7 0,-4 2-6 0,1 1-4 0,1 4-6 16,-6 4-3-16,0-1-2 0,1 6-4 0,1-2-4 16,1 2 1-16,1 1-2 0,-1 4-3 15,5 0-1-15,-1 2 3 16,2-2 2-16,3-2-7 0,-2 2 1 0,5-1 1 0,2-3 4 0,1 3 3 15,3-3-3-15,0-3 8 0,2 3 9 0,7 2 9 0,-4-10-2 16,4 4 6-16,-3-5-2 16,5-1 6-16,5 3 12 0,1 5 11 0,0-6 2 15,0-1 2-15,2-2 9 0,4-3-3 0,-4-1-5 16,-1-3 7-16,-3-1-2 0,3-1-5 0,0-4 3 16,-1 1-4-16,0-1-3 0,-1 0 6 0,2-2 13 15,-2 0 3-15,1-2 4 0,-2-3 10 0,-1-1 8 16,0 0 12-16,2-6 3 0,-3 0 7 0,6-5-2 15,-3-2-2-15,0-3-7 0,2 0-12 0,-4-6-8 0,-1-2-11 16,-2-4-12-16,6-13-8 0,-6-2-10 0,-2-1-10 16,-4 0-10-16,-8 2-4 0,-2 2-4 0,-4 12 1 15,-3 0-10-15,-2 1-4 0,-9 3-15 0,-6 4-19 16,-4 2-21-16,-17-8-33 0,-8 13-42 0,-7 2-35 0,-32 2-41 16,27 18-39-16,-28 2-44 0,35 4-50 15,-1 2-76-15,5 4-323 16,18-4-771-16,5 2 341 0</inkml:trace>
  <inkml:trace contextRef="#ctx0" brushRef="#br0" timeOffset="12367.06">4862 3981 152 0,'-2'-3'309'0,"1"-1"-5"0,0 1 1 15,0-2 2-15,1 5-12 0,-2-5-2 0,2 5-17 0,0-5-10 16,0 5-21-16,-1-3-23 0,1 3-21 0,0 0-26 15,-3-4-17-15,3 4-20 0,0 0-11 16,0 0-29-16,0 0-31 0,0 0-32 0,0 0-16 16,0 0 4-16,3 23-5 0,-2-8-5 0,-1 11 0 0,0 0-1 0,2 3-1 0,-1 1-5 15,-2 0 7-15,2 1-3 0,0-1 0 0,0 5 1 16,3-4-5-16,-1-4 0 0,-4 0 9 0,3-2 1 16,3-4-4-16,-4-1 10 0,2-2-14 0,-2-1 3 15,-1-2-1-15,3-3 0 0,-3 0-2 0,1-2-1 16,-1-2-2-16,0 0 15 0,0 0-14 0,1-3 3 15,-1-2-4-15,0-3 9 0,0 8-1 0,0-6 1 0,0-2 11 32,0 0-1-32,0 0-7 0,0 6-1 0,0-6-4 0,0 0 2 0,0 0-2 0,0 0-58 0,0 0-41 15,-10-8-49-15,4 4-47 0,-2-4-52 16,2-1-64 0,-6-2-282-16,3-4-629 0,3 0 279 0</inkml:trace>
  <inkml:trace contextRef="#ctx0" brushRef="#br0" timeOffset="12550.04">4722 3948 174 0,'-1'-10'364'0,"1"2"2"0,-4-1-29 0,8 1-23 16,-4 1-40-16,1 1-32 0,-1-2-29 0,4 0-18 0,0 4-17 15,5-3-25-15,0 2-16 0,5 3-35 0,4-1-51 16,-2 3-45-16,4 4-47 0,-2 4-60 0,6 5-53 15,-1 3-83-15,-4 1-193 0,0 3-464 0,-4 1 206 16</inkml:trace>
  <inkml:trace contextRef="#ctx0" brushRef="#br0" timeOffset="12719.34">4848 4593 340 0,'0'6'379'0,"-2"-4"-11"0,1 3-17 15,1-5-13-15,0 0-40 0,1 5-24 0,-1-5-35 16,16-3-27-16,-1 2-24 0,6-5-47 16,8-2-70-16,0 2-67 0,5-1-74 0,-3 1-93 0,1-1-126 0,-2-2-159 15,4-2-483-15,-5 2 214 0</inkml:trace>
  <inkml:trace contextRef="#ctx0" brushRef="#br0" timeOffset="13304.57">5591 3930 123 0,'-1'-18'305'0,"-2"6"-6"16,3 0-8-16,-1-1-8 0,1 1-3 0,0 0-9 15,0 4-9-15,0-3 3 0,0 6-34 0,0 0-19 16,0 0-21-16,-1 1-20 0,1 4-18 0,0-6-20 16,0 6-28-16,0-2-35 0,0 2-10 0,0 0-6 15,0 0-7-15,1 17-1 16,3-1-4-16,-3 6-11 0,3 7-3 0,0 6 3 16,1 14 3-16,-4 3-9 0,3-4-3 0,0 1-2 15,0-3-1-15,-3-9 4 0,4 11-6 0,2-15-8 16,-2 1 0-16,0-2-1 0,0 0 9 0,0-4-1 15,-1-1-2-15,-1-9-1 0,-3 0 5 0,1-2-3 16,0-6-4-16,0 1-3 0,-1-5 22 0,0 2 19 16,-1-1 21-16,2-4 9 0,-2-1 19 15,1 3 8-15,0-5 11 0,-5 3-9 0,5-3-10 0,-10-1-13 0,1-2-6 0,0-1-9 16,-3 4-6-16,3-4-10 0,3 3-5 0,-3-2-8 16,4-1-1-16,-3-1-4 0,-1 5-8 0,3-3-19 15,2 2-39-15,-4-3-39 0,3 2-43 0,1-3-44 16,-1 4-50-16,0-3-60 0,1 0-80 0,1-1-389 15,-1 1-795 1,1-1 351-16</inkml:trace>
  <inkml:trace contextRef="#ctx0" brushRef="#br0" timeOffset="13667.2">5447 4248 175 0,'-4'2'267'0,"4"-2"-22"0,-6 0-14 0,6 0-18 16,0 0-8-16,-8 2-27 0,8-2-16 0,0 0-17 0,0 0-19 15,-5 1-9-15,5-1-12 0,0 0-7 0,0 0-7 16,0 0-10-16,23 2-4 0,-6-2-6 0,11 0-7 0,2-2-7 15,6-1-5-15,15-2-4 0,4-1-4 16,4 1-8-16,-4-1-2 0,5 2-3 0,-5-2 0 16,-15 4-5-16,-2-1-1 0,-5 1-5 0,-4 0 0 15,-7 2-4-15,-1-2 0 16,-7 0 5-16,-8 2-8 0,3-1-1 0,-1-1-1 16,-2 4 1-16,-6-2 0 0,9-3 3 0,-4 3-2 15,-5 0 1-15,0 0-9 0,0 0-14 0,0 0-26 16,0 0-26-16,-14 8-35 0,6-4-46 0,2-1-61 15,2-1-246-15,-1 1-485 0,5-3 215 0</inkml:trace>
  <inkml:trace contextRef="#ctx0" brushRef="#br0" timeOffset="14223.37">6855 4180 132 0,'0'0'243'0,"-6"0"-13"0,6 0-13 0,0 0-15 0,0 0-14 0,-7 2-15 15,7-2-14-15,0 0-21 0,0 0-14 0,0 0-12 16,0 0-12-16,31-4-10 0,-12 4-9 0,0-4-8 16,-1 0-6-16,4 0-3 0,-3 1-16 0,0-3-5 15,2 0-11-15,-2 1-3 0,-4-1-1 0,3-2-4 16,-6 3 0-16,-1-1-3 0,-3-1 11 0,-1 2 16 16,-1-1 8-16,0-1 4 0,-6 2-3 0,1-1 0 0,-2-2-5 15,-3 2-6-15,-4 1-4 0,-2 1-4 0,-4-1-3 16,-3 4-2-16,-6 1-2 0,-6 1 3 0,0 1-7 15,-3 6 2-15,1-1-9 0,0 3 0 0,2 1-3 16,1 1-3-16,4 5-4 0,1-1-4 0,9-2-3 16,-3 2 6-16,8-1-1 0,4 4 6 0,4 0 4 15,3 0 12-15,9-3 6 16,9 6 2-16,7-3 1 0,6-2-3 0,18 0-2 16,4 0-3-16,0-6-3 0,5-4-1 0,0 0 10 15,0-3 8-15,-2-3 5 0,-6 0-9 0,-18 1-1 16,1-1-4-16,-4 0 4 0,-11-2-2 0,-4 1 16 15,-3 0 13-15,-4 0 13 0,-2-1 17 0,-7 1 11 16,10-2 8-16,-5 4-3 0,-5-2-12 0,0 0-14 16,8-2-19-16,-8 2-29 0,0 0-90 0,0 0-87 0,0 0-64 0,0 0-71 15,0 0-99 1,-27-3-291-16,27 3-719 0,-8-7 318 0</inkml:trace>
  <inkml:trace contextRef="#ctx0" brushRef="#br0" timeOffset="15138.96">8590 3996 16 0,'0'0'347'0,"-4"-5"-7"16,4 5-2-16,-1-2-7 0,1 2-8 0,0 0-22 16,0 0-26-16,-2-5-29 0,2 5-26 0,0 0-26 15,0 0-26-15,0 0-18 0,0 0-24 0,0 0-4 16,0 0-16-16,0 15-10 0,0-9-17 0,2 5-14 16,-1 3-14-1,2 1 7-15,0 3 3 0,1 2-10 0,-1-1-5 0,0 4 0 16,3-5-6-16,-2 2-14 0,1 0 10 15,-1-3-6-15,-3-3-2 0,3-2-5 0,-3 0-10 16,2 0 15-16,-2-5-4 0,3 0-1 0,-4 0 4 16,4-3-4-16,-4 1-2 0,1 0 0 0,-1-2 2 15,0-3 3-15,0 5-5 0,0-5 5 0,0 0-1 16,1 3 6-16,-1-3-18 0,0 0-51 0,0 0-44 0,0 0-42 0,-6-16-40 16,1 10-46-16,2-5-57 0,2 0-64 0,-4-6-247 15,2 0-627-15,3-2 278 0</inkml:trace>
  <inkml:trace contextRef="#ctx0" brushRef="#br0" timeOffset="15292.41">8594 3800 187 0,'-2'-7'353'0,"0"-1"2"0,1 1-10 16,0 3-24 0,-1-2-33-16,1 2-31 0,1-1-29 0,-2 2-33 0,2 3-16 0,0-5-35 0,0 5-32 0,0 0-34 15,7 0-31-15,-7 0-40 0,0 0-39 0,18 5-46 16,-13 1-37-16,3 0-51 0,1 3-81 0,-4-1-163 15,4-1-444 1,0 1 196-16</inkml:trace>
  <inkml:trace contextRef="#ctx0" brushRef="#br0" timeOffset="15686.79">9117 3916 39 0,'0'0'305'0,"0"0"-25"0,0 0-28 0,0 0-24 16,0 0-18-16,-1 5-20 0,1-5-20 0,-12 4-19 16,7-1-10-1,-5 4-19-15,-2-3-13 0,3 3-5 0,-1 0-14 16,1-1-10-16,1 2-9 0,-1-2-6 0,3 2-10 0,-3 1-1 15,3-3-10-15,1 5-2 0,1-2-4 0,0 3 1 16,3-7-10-16,1 7-18 0,1 0-1 16,3-1 0-16,2-1 0 0,1 3-2 0,8-1-1 15,0-1 2-15,8 5 1 0,-1-1-2 0,1-1 3 16,4 1-3-16,-9-6-1 0,-2 3-2 0,2 0-1 0,-2-1-1 0,-2-1-2 16,-5 0 1-16,-2-2-2 0,2 1 0 0,-8-3 2 15,1 1-1-15,-2 0 5 0,-3 2 2 0,-10-1 2 16,-1 0-1-16,-2 3 0 0,-11-2-9 0,0 1-20 15,-2-7-36-15,-2 2-51 0,0-4-73 0,2 1-273 16,-2-5-490-16,4-1 217 0</inkml:trace>
  <inkml:trace contextRef="#ctx0" brushRef="#br0" timeOffset="16742.32">7131 4130 178 0,'0'0'222'0,"0"0"-17"0,0 0-19 0,0 0-20 16,0 0-19-16,0 0-14 0,0 0-19 0,0 0-10 15,0 0-9-15,0 0-12 0,0 0-9 0,0 0-6 16,0 0-8-16,-1 9-3 0,1-9-6 0,0 0-8 0,0 7 0 0,0-7-3 16,1 4-6-16,0 0 2 0,2-1-7 15,-3-3-1-15,5 5 1 0,-1-4 5 0,2-1-1 16,-6 0 0-16,12-1 1 0,-6-3-1 0,2 2-4 0,1-4 3 16,1 2 1-16,-2-2 1 0,0 0 4 0,0-1 1 15,0-2 7-15,0 1 8 0,-1-2 0 0,-2 2 9 16,2 0 0-16,-2-2 2 0,-3 0 2 0,1 0-3 0,0 2 3 15,-3-3 11-15,0 6-1 0,0 0 22 0,0-4-10 16,0 6-11-16,-2-3-1 0,2 2 4 0,-2 0-11 0,2 4-8 16,-4-7-11-16,-1 5-8 0,0 1-2 15,5 1-2-15,-21 3-11 0,10 0 1 0,-6 2-8 16,-1 5-2-16,-1-2-1 0,-4 7-8 0,-4 3 4 16,4 2 1-16,0 3-16 15,-2 1 4-15,-1 3-1 0,3 2 2 0,-6 11-3 16,8-10 6-16,2 0-7 0,5 0 2 0,0 1-1 15,6 0 1-15,4-2 7 0,4-3 1 0,3-1 3 16,2-5 5-16,5 2 9 0,11-3-2 0,2-3-3 16,5-4 8-16,4-2-3 0,6-5-1 0,15 0-5 15,3-5-3-15,-5-3 7 0,4-1-9 0,-17-1 2 16,17-3 3-16,-20 2-3 0,-2-2 0 0,-2 4-7 0,-10 0 2 0,0-3 30 16,-10 5 16-16,3-1 24 0,-5 2 14 0,-1-2 15 15,-3 2 8-15,4 0 6 0,-4-2 3 0,-1 3-2 16,-4 0-1-16,2-3-9 0,-2 3-14 0,7-1-12 15,-7 1-10-15,0 0-9 0,0 0-14 16,0 0-11-16,4-3-18 0,-4 3-15 0,0 0-21 0,0 0-23 16,0 0-24-1,0 0-27-15,0 0-29 0,0 0-24 0,10 3-26 16,-10-3-1-16,0 0-39 0,0 0-11 0,0 0-39 16,0 0-31-16,0 0-31 0,5-3-76 0,-5 3-253 15,0 0-693-15,8-7 307 0</inkml:trace>
  <inkml:trace contextRef="#ctx0" brushRef="#br0" timeOffset="20469.24">10677 3860 101 0,'-9'-7'229'15,"0"0"-19"-15,-2 1-16 0,-2 0-13 0,3 3-16 16,-2 1-9-16,-7 0-18 0,1 0-9 0,-2 7-15 15,-6 2-11-15,-2 5-9 0,1 2-12 0,2 1-6 16,-1 3-8-16,4 2-8 0,-1 2-4 0,3 2-5 16,3-2-6-16,1 7-3 0,4-7-8 0,1 3 1 15,3 0-5-15,3-5-1 0,2-2-3 0,2 0 2 0,2-6 8 16,2 1 0-16,2-1 5 0,1-3-2 0,5 0 7 0,0-4 0 16,3-2 0-16,5-2-22 0,-1-2 0 0,3-3 10 15,-1-1 3-15,-1-6 9 0,-2-1 4 16,2 2-1-16,-4-6 3 0,5-3-1 0,-1-3-2 15,-5 1 3-15,-4 4 0 16,1 0 0-16,-2-1 1 0,-1-1 3 0,1 5 11 16,-5 2 9-16,-2 3 5 0,2 1-3 0,0 1-1 0,-4 1-10 15,1 1-11-15,2 1-14 0,-2 0-5 0,2 2-14 16,-3 2-22-16,5-3-4 0,-5 3-3 0,0 0 5 16,6 11-4-16,-3-4 2 0,1 3 1 0,2 0 3 15,1 0 3-15,3 3-1 0,-1 0 0 0,2 4-6 0,2-2 7 16,-2-3 1-16,3 2-5 0,-1-4 1 0,-4-2-11 15,3 1-14-15,-1-2-11 0,-2 0-11 0,3-2-21 16,-3 0-14-16,-2-3-18 0,2 2-12 0,-5-4-14 16,1 1-24-16,-5-1-23 0,8-5-40 0,-6 2-49 15,-2 3-182-15,0-7-481 0,0 7 213 0</inkml:trace>
  <inkml:trace contextRef="#ctx0" brushRef="#br0" timeOffset="21082.89">10942 3897 247 0,'0'0'265'0,"2"-5"-1"0,-1 2-2 16,1-1-18-16,-2 4-1 0,0-3-23 0,0 3-11 15,0 0-22 1,1-4-23-16,-1 4-21 0,0 0-17 0,0 0-9 16,0 0-15-16,0 0-14 0,0 0-9 0,0 0-7 15,8 10-7-15,-7-5-3 0,0 6-3 0,0 1-2 16,1 0-12-16,-1 3-5 0,4 4 7 0,-4-1-19 16,2 1-3-16,-2 0 6 0,4 1-9 0,-1-1 4 15,-4-3-3-15,1-5-6 0,2-2 1 0,-2-2-1 16,1-2 1-16,0 1 2 0,-2-1 3 0,0-1 57 15,1-2 31-15,2 0 41 0,-3-2 29 0,0 0-17 0,0 0-22 0,9-14-15 16,-2 6-9-16,1-3-12 0,0-4-13 0,-2 2-11 16,3-1-9-16,0-2-6 0,-1 1-6 0,1 5-8 15,-4 1-5-15,0 0-6 0,-1 3-1 0,0 1-4 16,-3 0-11-16,3 1-5 0,-3 1-6 0,2 0-6 16,-1 0-9-16,-2 3-20 0,0 0-8 0,0 0 8 15,0 0 2-15,10 9 0 0,-4-4 4 0,-1 4-13 0,1 2-5 0,2-3-13 16,-2 2-11-16,0 2-24 0,4 1-29 0,1 1-22 15,-5-2-24-15,2-1-25 0,-3-1-19 16,0-2-26-16,0 1-20 0,-1-4-11 0,0 0-8 16,1-1-25-16,-4-3-231 0,-1-1-561 0,0 0 249 15</inkml:trace>
  <inkml:trace contextRef="#ctx0" brushRef="#br0" timeOffset="21705.5">11229 4038 343 0,'1'-17'91'0,"2"1"21"0,-3 2 20 15,0 2 15-15,1 0 16 0,1 0 9 0,-2 1 4 16,2 2 16-16,-2 1 6 0,4 2 2 0,-4-1-9 15,0 2-15-15,1 1-18 0,2 0-17 0,-3 0-22 16,0 4-11-16,0-5-12 0,0 5-13 0,0 0-11 16,0 0-3-16,0 0-11 0,0 0-5 0,11 9-6 15,-6-4-8-15,-1 1 1 0,1-1 5 0,4 2-18 0,-4 3-8 0,3-2 2 16,-3 0-2-16,4 1-2 0,0-1-5 0,-3 0 2 16,3-1-7-16,1 1-3 0,-4-3 2 15,0-1-3-15,-1-2 2 0,2 1 7 0,0-3-1 0,-7 0 5 16,13-4-13-16,-5 0 1 0,0-2 4 0,0-2 9 15,-3 0 6-15,3-2 5 0,-3 1 7 0,1-3 9 16,2-3 9 0,-7 5 1-16,6-7 16 0,-2 4 2 0,-4 3 8 15,4-2-1-15,-2 8 2 0,-2-4 14 0,-1 3-7 16,1 1-9-16,2-1-7 0,-3 2-8 0,1-2-11 0,-1 5-13 16,4-2-18-16,-4 2-13 0,0 0-29 0,0 0-2 15,0 0 1-15,4 10-1 0,-3-1 5 0,2 8 7 16,-2 0-5-16,3 9 4 0,-4 0 13 0,1 6-14 15,-1 1-3-15,4 2 7 0,-3 3 4 0,2 7 13 0,-3 0-13 16,-3-9-4-16,3-2 8 0,0-1-4 0,3-3 6 16,-2 4-3-16,-1-5 3 0,3 0-1 0,-2 0 5 15,0-4-6-15,-1 0 5 0,-1-5-5 0,0-3 6 16,-2-4 0-16,-1-4 1 0,-1 3 2 0,0-4 0 16,1 1 18-16,-1-3-7 0,-3 0 6 0,3-2 4 0,-5-1-2 15,-3 0 5-15,1-5 5 0,-4 0 8 0,1 0 26 0,3-4 12 16,-3-3 10-16,2-1 6 0,2-1-2 0,-2-6-9 31,5-1-13-31,2-8-11 0,2-3-14 0,7-3-14 0,7-13-2 0,4 10-9 0,8-10-6 16,2 3-4-16,4 3-6 0,5 0-1 0,-10 13 0 0,4 2-1 15,0 1-6-15,-1 3 2 0,-1 2-6 0,-2-2 2 16,-6 8 1 0,-3 3-4-16,-4 3 0 0,1-1 0 0,-3 3-1 15,-3 0 2-15,0 0 2 0,-1 2-16 0,1 0-13 16,-1-1-7-16,0 1-15 0,-4 2-14 0,0 0-14 15,4-2-6-15,-4 2-23 0,0 0-15 0,0 0-20 0,0 0 28 16,0 0-7-16,0 0-38 0,-8 12-44 0,4-8-52 16,-5-1-61-16,0-1-331 0,3 1-701 0,2 0 310 15</inkml:trace>
  <inkml:trace contextRef="#ctx0" brushRef="#br0" timeOffset="23223.62">12731 3832 153 0,'0'0'227'0,"-6"-5"-15"0,3 3-12 0,3 2-13 0,-4-3-12 15,4 3-13-15,-3-2-17 0,3 2-15 0,0 0-13 16,-5-4-15-16,5 4-12 0,0 0-9 15,0 0-6-15,-4-3-11 0,4 3-5 0,0 0-8 0,0 0-7 16,0 0-4-16,0 0 0 0,0 0-5 0,0 0-2 16,0 0 0-16,13 7-6 0,-13-7-1 0,14 0-3 15,-2-3-1-15,-1 3-5 0,3-4 9 0,-1 2-7 0,2-4-6 16,3 0 4-16,-4-1 3 0,-1 0 8 0,5 0 12 16,-8 0 8-16,-1 0 7 0,1-1 8 0,-2 2 8 0,-2-2 13 15,0 3 10-15,-3-2-4 0,2 4-7 0,-3-3 18 16,-1 1-26-16,-2 2-2 0,-4-1-13 15,0 1-18-15,-5 0-6 0,-2-1-2 0,-6 6-8 16,-1 1-5-16,-9 1 4 16,-2 1-7-16,3 7-3 0,-6 0-8 0,3 3 0 15,-4 1 9-15,4 4-4 0,-1-1-6 0,-10 8 2 16,13-6 0-16,2 2 2 0,2 0-2 0,7 1-1 16,0 0 0-16,2-1-8 0,9-5-12 0,0 0 0 15,7 2-4-15,5-6 0 0,8 0 7 0,11 1 3 16,5-3-5-16,6-4 2 0,19 1-1 0,6-6-9 15,2-6-2-15,2-2 0 0,26-2-4 0,-26 0-24 0,-1-6 1 0,-4 1-4 16,-2-2 5-16,-5-3 3 0,-7-1 1 0,-14 3 6 16,-1 0 4-16,-8-1 3 0,-1-2 1 0,-6 3 16 15,-2 3-4-15,-5-3 18 0,-3 3 11 0,0 3 8 16,-4-4 0-16,-4 1 0 0,-1 6-3 0,-4-2 2 16,-2 1-4-16,-2 2-1 0,-7 1 0 0,-1 3-6 15,-3 2 0 1,-7 3-2-16,-3 4 2 0,5 1 2 0,-5 3-6 15,4-2-2-15,1 5-1 0,5 3 3 0,3-6 1 16,6 1-3-16,0 2 0 0,4-1-8 0,1-3-3 16,6 0 1-16,2-1-3 0,2-1 1 0,11 2 3 0,1-5-3 15,6 1 2-15,10-2-5 0,0-2-4 16,2-6-7-16,-1 0-5 0,0-3-1 0,-2 0 2 16,0-3 5-16,-3 0 4 0,-7 1 0 0,0-3 1 0,-1 1 13 0,-5 2-8 15,-4-2 4-15,-1 0 3 0,-5 2 8 0,0-1 2 16,-3 1-1-16,0-1-1 0,-6 3 0 0,-1-5-5 15,0 5 2-15,-4-4 0 0,-1 5 1 0,1 0 1 16,-2-2-1-16,-3 5-6 0,2-1-10 0,0 3 0 16,1 0-19-16,-1 0-21 0,2 3-22 0,0-2-19 15,-1 2-13-15,3-1-12 0,1 5-38 0,4-6-27 0,-2 3-185 16,3-1-405-16,4 0 179 0</inkml:trace>
  <inkml:trace contextRef="#ctx0" brushRef="#br0" timeOffset="23671.55">13533 3824 183 0,'1'-4'337'0,"2"1"-16"16,-3 3-33-16,0 0-26 0,2-3-28 0,-2 3-24 15,0 0-25-15,0 0-18 0,0 0-24 0,0 0-13 0,0 0-15 0,0 0-15 16,6 11-5-16,-5-5-10 0,-1 4-10 0,2 2-5 16,-2 1-8-16,3 3-3 0,-4 2 1 0,-1 0-6 15,0-1-15-15,-2 3-2 0,1-3-3 0,2 0-1 16,0-6-4-16,1 1-4 0,-1-3 1 0,1-2 1 16,0-2-5-16,1 1 9 0,-2 0 32 0,1-6 35 15,1 4 23-15,-1-4-4 16,0 0-17-16,19-12-7 0,-6 3-11 0,0-3-6 15,1-1-11-15,1-1 1 0,0-1-10 0,-2 2-5 16,2-3-6-16,1 2 3 0,-1 1-10 0,-2 1 5 16,-3 5 9-16,-2-3-7 0,-3 5-5 0,0 3-4 15,-1-2-15-15,0 1-7 0,-1 1-9 0,-3 2-2 0,0 0-3 16,11 9 0-16,-6-2 1 0,0 4-5 0,1-1 7 16,4 5 0-16,-2 1 3 0,1 0-10 0,1 1-21 15,-5-1-21-15,4-1-42 0,-1 0-46 0,1-2-63 16,-4 0-72-16,2-5-88 0,-1 0-278 0,-1-3-687 15,4-4 305-15</inkml:trace>
  <inkml:trace contextRef="#ctx0" brushRef="#br0" timeOffset="24386.99">14242 3717 92 0,'-4'-1'312'16,"4"1"-20"-16,-1-3-17 0,1 3-24 0,-4-3-29 0,4 3-19 15,0 0-21-15,0 0-18 0,0 0-20 16,-15 3-18-16,6 1-5 0,0 4-18 0,-2-1-7 16,-4 3-9-16,0 0-6 0,2 2-15 0,2-1-4 15,-2 2-8-15,4-1-3 16,4-1-6-16,-4 2-4 0,7 0-3 0,-1-1-7 16,3 1 1-16,0 0-3 0,5-4-4 0,5 7 2 15,2-3-8-15,2-2 1 0,8 3 1 0,-5-4-1 16,10 2 5-16,-3-2-11 0,-5-2-5 0,0-2-2 15,-3 1-1-15,2 1 3 0,-9 0-5 0,1-2 2 16,-2-2-5-16,-3 0-17 0,2 3-1 0,-5-3 1 16,-2-2 2-16,-4 3 9 0,-2 2-1 0,-6 1-1 0,-3 1 5 0,-7-4 1 15,-1 5-6-15,-5 0-18 0,-1-5-19 0,1 1-22 16,-1-2-28-16,3 2-33 0,4-3-19 16,1-2-45-16,2 0-68 0,2-3-136 15,4 0-429-15,4-2 190 0</inkml:trace>
  <inkml:trace contextRef="#ctx0" brushRef="#br0" timeOffset="24712.6">14584 3563 9 0,'-2'-8'393'0,"1"1"-7"0,0 2-28 0,1-1-36 16,-3 3-35-16,3-1-32 0,0 4-30 0,0 0-34 16,-1-3-16-16,1 3-24 0,0 0-16 0,4 12-15 15,0-2-10-15,0 7-15 0,-1 2-5 0,2 5-9 16,0 5-10-16,0 0-8 0,2 3-1 0,0 2-4 16,0 0-5-16,-1-1-4 0,1-1-7 0,-3-1-5 0,3-2-1 0,-1 0-2 15,-2-5-2-15,0-6-5 0,-3 0 2 16,2-3-7-16,-2-3-2 0,1 0-2 0,0-2-21 0,-2-5-11 15,0 5-12-15,0-6-5 0,0-1-4 0,0 1-1 16,0-1-8-16,0-3-13 0,-6 4-31 0,-1-3-41 16,0-2-45-16,7 1-41 0,-19-6-43 0,9 1-230 15,3-1-529 1,-2-3 235-16</inkml:trace>
  <inkml:trace contextRef="#ctx0" brushRef="#br0" timeOffset="25045.71">14433 3875 149 0,'-8'3'230'15,"3"-3"-15"-15,-2 0-18 0,7 0-20 0,-6 2-14 16,6-2-11-16,0 0-12 0,-10 0-12 0,10 0-7 16,0 0-9-16,23 0-10 0,-3 0-3 0,12 0-18 15,5-5-6-15,16 0-7 0,0 1-10 0,6-2-6 16,0 4-6-16,1-5-4 0,-4 2-6 0,-3-1-1 15,-14 3-5 1,-7 0-2-16,1 1-3 0,-3 1-4 0,-12 0 0 0,-7 2 0 16,1-2-3-16,-3 1 6 0,-3-2 18 0,-1 2 7 15,-5 0 4-15,10-1 0 0,-10 1-9 0,0 0-6 16,0 0 1-16,0 0 5 0,-30 0-17 0,21 0-3 16,-2 1-3-16,1 0-2 0,-1 0 1 15,2 0-3-15,-2 2-17 0,0-3-17 0,2 3-23 0,4-3-27 16,-3 1-25-16,5 2-36 0,-4-1-24 0,7-2-14 0,0 0-28 15,-5 3-190-15,5-3-415 0,0 0 184 0</inkml:trace>
  <inkml:trace contextRef="#ctx0" brushRef="#br0" timeOffset="26015.06">15339 3767 198 0,'-3'-4'295'0,"-3"0"-16"16,2 1-29-16,-3 1-28 0,1 2-20 0,-2-2-26 16,1 2-14-16,-2 4-18 0,-5-1-13 0,0 6-13 15,-6 3-13-15,5-1-10 16,-3 7-9-16,-6 1-10 0,2-1-8 0,3 3-5 16,1 0-7-16,5-8-5 0,2 4-3 0,2-1-7 15,1-2-2-15,3-5-1 0,1 1-7 16,2 0 2-16,-1-5 0 0,3 2-2 0,0-1 3 0,4-2 7 15,2-4 3-15,5 0 3 0,6-3-6 0,-4 2-3 16,1-5-3-16,3-2-5 0,1 0 6 0,-4 1 11 16,1-4-4-16,-2-1-3 0,4 0 0 0,-7 4-3 0,2-6 8 15,0 2-6-15,-3 3 13 0,1-4-2 0,-2 4 4 16,0 1 27-16,-4 1-12 0,-1 2 3 0,1 2-3 16,-2-3-4-16,0 3-11 0,-1 0-4 15,3 1-8-15,-4 2-14 0,3-4-19 16,-3 4-16-16,3-1-17 0,-3 1-26 0,0 0-19 0,0 0 7 15,0 0 10-15,4 6 8 0,-4-6 1 16,-1 10-3-16,2-4-4 0,3-1-5 0,0 6-4 16,3-6-5-16,1 6 5 0,4-6 0 0,-2 1-19 15,5 1-7-15,2 1-8 0,-3-6-5 0,4 2 2 16,-5-2 8-16,0-2 8 0,-1-2 9 0,0-2 9 16,-1 3 10-16,-1-5 19 0,1-1 25 0,-1-1 26 15,-2 2 20-15,-2-6 16 0,-1 4 17 0,0-5 18 16,2 0 17-16,-4 3 10 0,1-2 6 0,0 1 13 0,0 0 9 0,-4 1 15 15,4 5 9-15,-4-1-7 0,1 2-8 0,0-3-12 16,2 6-16-16,-3 1-17 0,0-6-16 0,0 6-14 16,0-4-20-16,0 4-27 0,0 0-45 15,0 0 0-15,0 0 14 0,-4 11-6 0,4-3 1 16,-1 3-1-16,-3 2 4 0,0 1-1 0,2 4 5 0,0-1-3 16,-2 0 0-16,3-1 3 0,-1-3-19 0,2 0-7 0,-2-3-1 15,2-2-7-15,0-1 5 0,0-2 4 0,0 2 9 16,0-5 16-16,0 2 26 0,0 0 34 0,0-4 17 15,0 0-7-15,0 0-8 0,14-10-6 0,-6 2-8 16,2 0-1-16,-1-4-12 0,4-1-4 0,-3-1-3 16,2-1-1-16,-3 1-3 0,1 5-6 0,-2-1-2 15,-2 0-1-15,0 1-2 16,1 4 4-16,-4-1-4 0,1 1-10 0,-1 1 2 16,1 1-5-16,0 0-6 0,-4 3-21 0,7 0 2 15,-7 0-1-15,10 4-1 0,-1 2-2 0,-2 1 2 16,4 1-8-16,-2-1 8 0,4 6-1 0,1-2 3 15,-1 1 9-15,2 1-27 0,-2-1-17 0,5-1 0 16,-4-1-10-16,1-3 0 0,-3-3-5 0,-3 0 9 16,0-2 16-16,-2-1 3 0,-1-2 3 0,1-2 8 0,2-4 0 15,-5 2 0-15,2-4 15 0,-2-3 4 0,-1-2 13 0,-1-6 9 16,-2 3 21-16,2-1 10 0,-1-1 10 0,0 0-1 16,-1-5 18-16,0-2-8 0,0-1-5 0,0 2-4 15,2 4-4-15,-1 3 7 0,1-2 15 0,-1 3-1 16,-1 5 20-16,2 2-1 0,0 0-12 15,-2 3-10-15,0 1-8 16,0 2-22-16,0 0-35 0,0 4-50 0,0-5-11 16,0 5 5-16,0 0-1 0,0 17 6 0,-2-5 4 15,0 5 9-15,-1 2 0 0,-2 5 5 0,2 5-12 16,2 0-30-16,-4-1-25 0,1-1-20 0,1 2-21 16,-1-4-20-16,3-5-21 0,-4-4-18 0,3 1-20 0,0-5-25 0,2-4-26 15,0 1-51-15,-1-4-169 0,-2-2-534 0,3-3 237 16</inkml:trace>
  <inkml:trace contextRef="#ctx0" brushRef="#br0" timeOffset="26278.04">15735 3733 50 0,'0'0'211'15,"-8"0"-9"-15,8 0-6 0,0 0 10 0,0 0 10 16,0 0-11-16,37 4-15 0,-7-7-16 0,26 1-20 15,-5 0-16-15,4 2-10 0,1-7-12 0,9 0-14 16,-4 4-7-16,1-6-15 0,3 6-4 0,-2-2-7 0,-3 0-3 16,-7-2-7-16,-21 3-4 0,-10 2 19 15,-3-2 19-15,-6 0 21 16,0 4 12-16,-6-3 4 0,0 3 2 0,-1-1 3 16,-5-2-53-16,-1 3-37 0,0 0-25 0,-12-6-22 15,0 5-31-15,-2 0-38 0,0 1-48 0,0 0-61 16,1 0-66-16,-2 0-269 0,3 0-558 0,3 0 248 15</inkml:trace>
  <inkml:trace contextRef="#ctx0" brushRef="#br0" timeOffset="27349.71">18078 3505 207 0,'1'-7'282'0,"-1"-3"-7"0,0 3-6 16,0-1-6-16,2 0-16 0,-2 2-5 0,1-2-3 15,0 3-10-15,-1 1-16 0,2 0-23 0,-2 0-12 16,0 0-37-16,0 4-6 0,0 0-22 0,0-5-22 0,0 5-22 0,0 0-15 0,3 10-2 16,1 0-9-16,-2 7 10 0,1 6-18 0,1 3-2 15,0 5-7-15,0 0 0 0,0 2-4 16,-2 3 0-16,5 10 0 0,-5-9 2 0,7-2-7 16,-5-1-3-16,2-5 0 0,-1 1 6 0,1-3 0 15,-2-10 0-15,-2 0-6 0,3-4 2 0,0-2 9 16,-5-1-16-16,1-3 1 0,3-1 5 0,-4-1 1 15,2-1-4-15,0 0 3 0,-2 0-2 0,0-2 2 16,0-2-2-16,1 4-2 0,-1-4-13 0,0 0-60 16,0 0-56-16,-13-2-38 0,4 0-43 0,-2-3-40 0,1 2-45 0,-1-5-220 15,2 1-546-15,1-1 241 0</inkml:trace>
  <inkml:trace contextRef="#ctx0" brushRef="#br0" timeOffset="27636.67">17893 3791 180 0,'0'0'183'0,"-8"1"-19"0,8-1-14 0,-4 2-17 16,4-2-5-16,-2 4 1 0,2-4 14 16,0 0 1-16,18 2-5 0,2-2-12 0,11 0-13 15,2-2-11-15,9-1-9 0,14 0-9 0,0-4-17 0,1 0-1 16,-2 4-8-16,-18 1-5 0,1-3-2 0,-6 4-8 0,-4-3-3 15,-10 0-1-15,1 4-9 0,-6 0-3 0,-3 0-5 16,-2-3 2-16,0 2-1 0,-2 1 6 0,-2-1 12 16,-4 1-9-16,10-3-5 0,-10 3-5 0,1-1-4 15,-1 1-13-15,0 0-16 0,0 0-16 0,-20 0-10 16,20 0-24-16,-14 1-22 0,5 0-28 0,4-1-42 16,-3 0-74-1,8 0-117-15,-9-2-369 0,9 2 164 0</inkml:trace>
  <inkml:trace contextRef="#ctx0" brushRef="#br0" timeOffset="28100.73">18648 3532 188 0,'0'-4'316'0,"0"-3"-6"0,3 3-12 16,-3 4-2-16,0-5-16 0,0 5-17 0,1-5-26 15,-1 5-23-15,0-4-26 0,0 4-13 0,0 0-21 16,0 0-17-16,0 0-17 0,0-3-20 0,0 3 0 16,0 0-23-16,0 0-2 0,0 0-19 0,5 13-7 15,-4-2-4-15,-1-1 2 0,4 2-10 0,-4 5 13 16,0 4-23-16,3 4 5 0,-2 0-9 0,-1 3 4 15,0 5-1-15,3-3 0 0,-6 1-6 0,3 1 6 0,0-6-8 16,-1-2 11-16,1-4-23 0,0-3 7 0,1-7 3 0,-1 0 6 16,-1-4-13-16,2 2 7 0,-1-4 5 0,0-4 13 15,-1 8 37-15,2-5 38 0,-1-3 39 0,0 4 30 16,0-4 23-16,0 0-15 0,0 0-24 0,9-11-20 16,-1 0-18-16,3 0-10 0,-4 0-11 0,3-2-16 15,1 1-15-15,1-2-13 0,0 0-11 0,-1 0-12 16,-4 4-9-16,1 1-20 0,2 0-9 0,-1 2-17 0,-2 1-20 0,4 1-27 15,-4 0-8-15,2-1-28 0,3 5-21 16,-2-2-30-16,3 3-15 0,4 3-26 0,-3 1-24 16,5 4-27-16,0-1-22 0,-3 3-20 0,3 0-18 0,-4-2-26 31,0 0-250-31,-2-2-630 0,-4 1 280 0</inkml:trace>
  <inkml:trace contextRef="#ctx0" brushRef="#br0" timeOffset="28767.26">19074 3862 157 0,'0'1'212'0,"0"-1"-1"15,0 0-7-15,0 0-9 0,0 0-10 0,0 0-12 16,0 0-1-16,1 3-17 0,-1-3-13 0,0 0-3 16,0 0-12-16,0 0 2 0,0 0-10 0,0 0-15 15,0 0-8-15,0 0-9 0,14-3-10 0,-6 3-7 16,2-1-8-16,5-3-6 0,3-1-5 0,-3 1-6 0,6 0-5 0,-4-3-3 16,0 1 0-16,1-1-3 0,4 2-4 15,-7-4-6-15,-1-2 4 0,-1 6-8 0,0-7-2 0,-3 4 15 16,0 1 4-16,-3-1 17 0,0 0 15 0,-1-1 3 15,-2 4 14-15,-2-1 7 0,2 1-5 0,-3-1-12 16,-1 1-4-16,-1-1-6 0,-3 0-14 0,-1 2-12 16,0 3-1-1,-3-2-10-15,-6 2-4 0,1 1 4 0,-3 1-10 16,-5 3-2-16,-7 5-6 0,3-2 7 0,-2 2-4 16,-4 0-4-16,8 8-4 0,1-2 1 0,2 1 1 0,1 2-6 15,6-4-2-15,-1 1-21 0,4-1-8 0,3 2-8 16,3-5-5-16,6 1 7 0,1-2 6 0,10 2 6 15,13 1-4-15,1-3-1 0,9-2-12 0,2 0-13 16,16-2-14-16,-1-5-13 0,-2-1-10 16,-1-2-3-16,-9-2 4 0,-3-1 7 0,-1 0 10 0,-2-4 7 0,1 1 7 15,-8-3 18-15,-3-3 25 0,-6 4 28 0,-1-4 29 16,-4 4 21-16,-1-3 24 0,0-4 23 0,-3 2 23 16,-2 4 19-16,-1-3 16 0,0 3 18 0,-2 1 11 15,-1 2 26-15,-3 0 10 0,3 2-4 0,0 3-17 16,-2-2-16-16,1 1-16 0,-2 1-28 0,2 0-17 0,-3 3-20 0,1-5-16 15,-1 5-12-15,0 0-28 0,3-4-34 16,-3 4-41-16,0 0-44 0,0 0-13 0,0 0 8 16,2 16 5-16,-2-4 10 0,0-2 4 0,0 2 9 15,3 3 3-15,-3-3 0 0,-3 2 3 0,3-3 0 16,0 0-6-16,0 1-3 0,0-6-7 0,0 0 6 0,3 2 3 16,-2-5 11-1,-2-1 22-15,1-2 26 0,0 5 34 0,0-5-6 16,0 0-6-16,19-11-3 0,-10 2-2 0,4 1-6 15,1-6-1-15,-1 3-7 0,2-4 0 0,0 3 0 16,-1 1-9-16,2 0-1 0,-3 2-3 0,-4 1-1 16,3 0-5-16,-2 4 0 0,-1 0-5 0,3-1-1 15,-1 5-5-15,2 0 1 0,0 5-4 0,1 2-5 16,2 3-11-16,0-1-16 0,-2 3-23 0,0 0-47 0,1 2-36 0,-3 0-58 16,-1-1-66-16,-1 3-72 0,-5-8-112 15,1 2-256-15,-4-3-769 0,2-2 341 0</inkml:trace>
  <inkml:trace contextRef="#ctx0" brushRef="#br0" timeOffset="30584.91">21178 3507 18 0,'0'-7'302'0,"0"1"-5"15,0 0-8-15,0 1-4 0,0 0-12 0,0 0-24 0,0 5-24 16,0-6-25-16,-2 4-23 0,2 2-20 0,0 0-23 15,-2-5-40-15,2 5-22 0,0 0-6 0,0 0-10 16,0 20 0-16,-3-7-8 0,0 5-3 16,2 1-5-16,0 9-2 15,-3-1-7-15,0 3-1 0,3 3-1 0,-3-2-4 16,2 3-1-16,0-2-4 0,2-3 2 0,-3-1-5 16,3-1 1-16,0-7-2 0,0-3 4 0,0-3-8 0,1-5 3 15,-1 1-3-15,2-3 25 0,-2-1 36 0,0-2 41 16,-2-2 58-16,1 3 42 0,1-5 46 0,-1 3 38 15,1-3-31-15,0 0-43 0,-4-21-21 0,2 5-18 16,0-5-20-16,1-4-22 0,-1-2-10 0,2-1-18 0,0-4-14 16,-2 1-11-1,4-3-14-15,-1-2-15 0,0-10-10 0,3-1-6 0,-3-2-4 0,2 14-5 0,-1-1-3 16,1 3-9-16,-3 1 0 0,4 3-2 0,-3 11-3 16,-1 0-2-16,1 5-1 0,3 3 0 0,-4 2-5 15,1 2-6-15,-1-1-24 0,2 2-43 0,-2 2-53 16,2-1-43-16,-2 4-11 15,19 3-4-15,-4 1-22 0,6 4-20 0,10 5-35 16,-2 1-36-16,-1 3-31 0,-1 3-43 0,0 0-51 16,-3 2-252-16,3-4-717 0,-4 0 318 15</inkml:trace>
  <inkml:trace contextRef="#ctx0" brushRef="#br0" timeOffset="30785.64">21242 3948 16 0,'-4'4'180'15,"3"-1"-10"-15,-3-1-6 0,3 2 4 0,1-4 14 16,0 6-6-16,0-6 3 0,9 4-5 0,-3-3-17 0,3-1-6 0,5 2-18 16,3-2-14-16,1 0-10 0,3 0-11 0,-1 0-16 15,8-1-38-15,-7-1-50 0,1 1-60 0,5-3-77 16,-8-2-206-16,-2 1-376 0,-2-1 167 0</inkml:trace>
  <inkml:trace contextRef="#ctx0" brushRef="#br0" timeOffset="31023.6">21107 3817 292 0,'-5'0'273'0,"5"0"-21"0,-7 0-19 0,7 0-14 16,0 0-21-16,0 0-22 0,0 0-15 0,0 0-20 16,0 0-14-16,36-7-24 0,-7 2-34 0,9 0-44 15,18-3-55-15,-1 1-48 0,7-7-66 0,-6 3-193 16,3 1-363-1,-5-1 161-15</inkml:trace>
  <inkml:trace contextRef="#ctx0" brushRef="#br0" timeOffset="31524.86">21965 3621 148 0,'0'0'294'16,"0"0"-24"-16,0 0-21 0,0 0-17 0,0 0-20 15,0 0-22-15,-2 3-17 0,2-3-18 0,0 0-19 16,0 0-13-16,0 0-9 0,0 0-15 0,0 0-14 16,18-6-8-16,-8 4-8 15,1 0-10-15,2 0-5 0,-1-1-9 0,-1 0-2 16,0-1-7-16,1-1-4 0,-2 0-2 0,2 1-3 16,-2-1 0-16,-5-3-2 0,3 5 4 0,-3-3-5 15,-1 3 2-15,-2-1 11 0,2 0 8 0,0-1 2 16,-4 1-9-16,0 4-4 0,-5-3-7 0,0 2-6 15,-8 2-5-15,2 1 11 0,-9-1-16 0,1 7-2 16,0 1 1-16,-6 1-3 0,7 1-1 0,-5 4 6 0,5-5-10 16,-4 6-4-16,3 1 4 0,2-3-1 0,7 0-4 15,-3-2 4 1,8 5 0-16,1 0 0 0,4 0 6 0,6-3 10 0,6 2 0 0,1-4-1 0,14 2-10 16,4-3-5-16,0-1-10 0,8-4-29 0,0-2-32 15,11-2-36-15,-10 0-42 0,-4-6-53 0,1 1-65 0,-3-1-178 16,-2 0-480-1,-1-5 213-15</inkml:trace>
  <inkml:trace contextRef="#ctx0" brushRef="#br0" timeOffset="31787.56">22760 3478 183 0,'-1'-5'286'0,"1"5"-23"0,-4-2-23 0,4 2-23 0,-5-3-30 16,5 3-15-16,0 0-20 0,-8 5-18 0,3 0-9 15,-3 1-17-15,2 3-7 0,-3 0-14 0,0 3-6 16,-2 5-7 0,-1-2-7-16,1 2-5 0,-1 0-8 0,-2 3-4 15,1 3-4-15,1-7-34 0,-1 6-29 0,-1-1-32 16,5-7-24-16,-3 2-33 0,6-3-42 0,-2-4-51 0,-1 0-153 15,4-2-381-15,1-2 169 0</inkml:trace>
  <inkml:trace contextRef="#ctx0" brushRef="#br0" timeOffset="31987.77">22592 3556 175 0,'1'-6'365'15,"0"2"-16"-15,0 0-33 0,1-1-41 0,-1 2-28 16,-1 3-26-16,0-3-32 0,0 3-18 0,0 0-17 15,0 0-19-15,6 10-10 0,-3-5-15 0,5 5-8 16,-2 0-13-16,7 1-7 0,-1 4-6 0,0-1-5 0,3 1-4 0,8 3-10 16,-1 0-43-16,-1 2-28 0,-1-2-37 0,-6-7-39 15,9 5-44-15,-10-5-34 0,5-5-62 0,-9-2-221 16,3 0-488-16,-5-4 216 0</inkml:trace>
  <inkml:trace contextRef="#ctx0" brushRef="#br0" timeOffset="32226.01">23002 3350 240 0,'0'-5'351'0,"0"5"-34"0,2-4-40 0,-2 1-28 15,0 3-31-15,0 0-18 0,0 0-23 0,0 0-20 0,11 15-14 0,-6-4-16 16,2 6-12-16,1 11-9 0,-3 0-7 0,0 1-8 15,-2 4-8-15,-2 0-7 0,-2 1-3 0,-8 13-9 16,4-12-3-16,-5 10-3 0,-3-13-4 0,0 2-6 16,-4-4-17-16,-2 1-20 0,-3-2-28 0,-4-3-28 15,-3-1-34-15,-1-4-38 0,-15 3-58 0,12-9-71 16,-16-1-213 0,10-4-495-16,-1-7 219 0</inkml:trace>
  <inkml:trace contextRef="#ctx0" brushRef="#br0" timeOffset="32591.42">21797 3275 36 0,'-2'-3'245'16,"2"3"-27"-16,0 0-23 16,0 0-20-16,0 0-16 0,-10 8-22 0,1 4-13 0,-1 2-12 0,-5 11-14 15,-2 4-7-15,-2 4-3 0,-3 12 2 0,-1 2-1 16,4-1-6-16,6 3-2 0,1-2-10 15,6 3 4-15,10 0-10 0,0-14 9 0,10 10 0 16,-1-14-8-16,11 10 2 0,-1-13-9 0,7-3 0 16,12 2-6-16,4-3-14 0,-1-4-24 0,-10-8-46 15,6-5-49-15,10 1-78 0,-14-4-254 0,-1-5-446 16,-3 0 198-16</inkml:trace>
  <inkml:trace contextRef="#ctx0" brushRef="#br0" timeOffset="32942.89">23436 3583 318 0,'-4'1'373'0,"4"-1"-21"16,0 0-33-16,0 0-29 0,0 0-29 15,0 0-33-15,0 0-36 0,25-7-24 0,-7 5-42 0,10-2-44 16,0-1-59-16,-7 2-60 0,2 3-56 0,5-7-72 0,-7 5-242 16,-2-3-440-16,4 2 195 0</inkml:trace>
  <inkml:trace contextRef="#ctx0" brushRef="#br0" timeOffset="33090.15">23485 3722 78 0,'-4'5'176'0,"-1"1"11"16,5 0 1-16,5-2 3 0,4 2-8 0,4-4-17 16,15 3-18-16,4-5-18 0,2 0-40 0,4 0-76 15,15-7-101-15,-15 0-157 0,-2-1-265 0,-3-1 117 16</inkml:trace>
  <inkml:trace contextRef="#ctx0" brushRef="#br0" timeOffset="33775.75">24576 3439 87 0,'0'0'258'0,"0"0"-21"0,0 0-21 0,0 0-18 0,0 0-15 16,-8 3-19-16,8-3-15 15,0 0-11-15,0 0-12 0,0 0-13 0,0 0-8 16,0 0-9-16,0 0-4 0,0 0-8 0,0 0-10 16,0 0-9-16,0 0-3 0,0 0-12 0,23-8-1 15,-14 6-5-15,5-3-10 0,3 0 0 0,0-1-9 16,0 0-1-16,0-1-4 0,-8 0 1 0,2 2 0 16,1-2-4-16,-4 2-1 0,-1 1 4 0,0-1 6 15,-5 1 14-15,2-1 5 0,-1 3-5 0,-3 2-13 0,0 0 2 0,-12-7-6 31,1 8-1-31,-10 3-5 0,-7 3-1 0,-4 4-4 0,1 2 0 0,-2 2 4 0,0-1-10 0,2 4-3 16,-2-2 0-16,3 1 1 0,3 4-2 0,2-1 5 16,0 1-2-16,6-2-1 0,3 2 2 0,6-6-6 15,4 2 9-15,3-1 2 0,6 0 1 0,7 0 1 32,7 4 2-32,8-8-2 0,8 2-3 0,17 0-16 0,6-7-32 15,1 1-39-15,4-3-54 0,4-5-31 0,0-3-47 0,2 1-51 16,-5-6-139-16,-3 3-430 0,-3-3 190 0</inkml:trace>
  <inkml:trace contextRef="#ctx0" brushRef="#br0" timeOffset="34245.89">25376 3348 187 0,'0'-6'350'0,"-3"1"-8"0,3 0-7 15,0 1-19-15,0 1-20 0,0 3-26 0,0-6-31 16,0 6-28-16,0 0-25 16,0-4-18-16,0 4-24 0,0 0-12 0,0 0-26 15,0 0-20-15,0 0-10 0,0 0-7 0,3 13-7 16,-6-3-10-16,3 1 6 0,0 6-14 0,0 1-4 16,-1 2-3-16,-3 3-8 0,3 4 0 0,-2-4 3 15,-2 2 0-15,4-3-12 0,1-3 2 0,0 5 0 0,0-4-2 16,-1-1-5-16,1-2 5 0,-3-2-6 0,3-4-1 0,0 0 0 15,3-1 2-15,-6-3-9 0,3-2 9 16,0 0 3-16,0-5 44 0,0 5 40 0,-1-2 50 0,1-3 45 16,0 0 5-16,0 0-34 0,0 0-14 0,-8-18-20 15,7 7-9-15,-3-3-15 0,0 0-11 0,-1-6-12 16,0-3-8-16,1-2-7 0,-3-3-10 0,3-4-6 16,1 0-10-16,3-1-2 0,-2-3-7 0,4-1-6 15,-1 4-2-15,3 0-8 0,0 4 0 0,-1 5 10 0,-1 3 0 16,0 6 1-16,0 5 9 0,-2-2-4 0,1 5 0 15,2 2-8-15,-3 0-8 0,1 0-13 0,-1 1-18 16,0 4-26-16,5-6-28 0,0 6-16 0,7-1-13 16,-1 3-25-16,7 2-39 0,4 1-36 0,-2 2-42 15,0 0-35-15,-1 3-22 0,-2 1-32 0,2-2-52 16,-3 3-333-16,2 0-767 16,-4-2 340-16</inkml:trace>
  <inkml:trace contextRef="#ctx0" brushRef="#br0" timeOffset="34430.86">25385 3703 91 0,'1'3'224'16,"-1"1"0"-16,-4-1-9 0,4-3-2 0,4 3 2 15,-4-3-4-15,14 1-16 0,0-1-21 0,5 1-16 16,3-2-17-16,6 0-12 0,5-2-28 0,-1 2-35 15,-4-5-50-15,3 1-55 0,-10 3-70 0,7-9-75 0,-8 4-157 16,1-1-368 0,-5-2 163-16</inkml:trace>
  <inkml:trace contextRef="#ctx0" brushRef="#br0" timeOffset="34609.37">25413 3566 5 0,'-5'1'256'0,"0"2"-13"16,5-3-7-16,-9 1-12 0,5 0-17 0,4-1-19 16,0 0-16-16,0 0-17 0,18 1-15 0,1-3-17 15,10-2-12-15,2 3-37 0,0-3-45 0,-1 1-53 16,2 0-77-16,4-2-60 0,-6 0-153 0,1 0-338 16,-1-5 150-16</inkml:trace>
  <inkml:trace contextRef="#ctx0" brushRef="#br0" timeOffset="34862.97">26342 3326 231 0,'0'0'329'0,"-1"-6"-18"15,1 6-26-15,-2-5-25 0,2 5-33 0,2-3-15 16,-2 3-37-16,0 0-12 0,0 0-21 0,-13 7-10 15,5-1-18-15,2 2-7 0,-6 2-11 0,3 4-8 16,-2 1-11-16,-2 1-5 0,-2 5-5 0,2-5-6 16,0 1-17-16,0 4-27 0,-4-1-24 0,6-4-29 15,-1 1-28-15,1-2-26 0,-4 0-18 0,2 2-33 0,3-5-42 0,-1 1-53 16,-1-8-156-16,3 2-422 0,2-5 186 0</inkml:trace>
  <inkml:trace contextRef="#ctx0" brushRef="#br0" timeOffset="35063.55">26075 3449 169 0,'1'-4'369'0,"2"-2"10"0,-2 2-11 15,0 2-28-15,-1-1-30 0,0 3-21 16,4-5-33-16,-4 5-36 0,4-4-25 0,-4 4-28 16,0 0-24-16,6 0-9 0,-6 0-16 0,5 6-4 15,2 2-19-15,-1-1-5 0,4 2-11 0,3 3-2 0,1 1-19 16,2 0-33-16,-3 1-32 0,0 0-33 15,0 0-35-15,1 1-44 0,-2-1-45 0,-2-2-56 0,3-4-77 0,-4-1-216 16,-3-1-554-16,-1-3 245 0</inkml:trace>
  <inkml:trace contextRef="#ctx0" brushRef="#br0" timeOffset="35311.03">26481 3292 399 0,'3'-4'378'16,"-1"0"-32"-16,-2 0-42 0,3 1-29 0,-3 3-39 0,0 0-26 15,0 0-21-15,0 0-20 0,10 10-20 0,-6 1-12 16,4 6-10-16,0 6-8 0,-1 3-12 0,-2 3-11 16,0 1-6-16,-2 2-7 0,-1-2-6 0,-4 5-7 0,-1-5-12 15,-2 4-1-15,-3-4-11 0,-3 0-10 0,-2-1-21 0,-2-6-29 16,-3 4-20-16,-1-7-20 0,-7 4-36 0,1-9-42 15,-8-2-65-15,3-3-82 0,-2-5-217 16,3-2-537-16,-3-6 238 0</inkml:trace>
  <inkml:trace contextRef="#ctx0" brushRef="#br0" timeOffset="35580.25">26077 3125 72 0,'-2'-3'293'0,"-1"1"-31"0,3 2-32 0,-10 5-24 0,-4 4-19 16,-5 9-15-16,-5 3-15 15,-6 17-15-15,-2 1-14 0,4 5-9 0,4 0 4 0,2-1-1 0,8 3-13 0,5-11-4 16,4-1 1-16,8-2-5 0,3 3-4 0,5-2-9 15,11-2-3-15,11 9-2 0,6-4-14 0,8-9-22 16,4-3-66-16,3-5-109 0,1-7-166 0,2-3-150 16,2-3-481-16,-5-6 213 0</inkml:trace>
  <inkml:trace contextRef="#ctx0" brushRef="#br0" timeOffset="37499.37">4951 5646 5 0,'0'-9'313'0,"-1"-1"-14"0,-2 0-3 0,2 1-10 16,-2-1-10-16,2 4-14 0,1 0-3 0,0-1-17 0,0 3-17 16,-2 0-19-16,2 4-40 0,-2-6-8 0,2 6-26 15,-1-4-22 1,1 4-24-16,0 0-11 0,0 0-7 0,5 19-13 16,-4-2 2-16,6 10-6 0,-5-5-6 0,1 6-8 15,1 1 0-15,1 1-1 0,-3-1-4 0,2 1-3 0,0-4-4 16,0 1 1-16,0-2-7 0,-3-4 3 15,2-3-1-15,-2 0-1 0,2 1-2 0,-2-7-6 16,0 0 7-16,-1-1-24 0,0-1-14 0,0-3-9 16,0-1-19-16,0 1-8 0,-1-1-6 0,0-2-3 0,-2-1-31 0,3-3-34 15,-9 1-31-15,1-2-32 0,8 1-11 0,-15-7-16 16,3 2-12-16,-2-4-189 0,-1-2-454 0,-1-3 200 16</inkml:trace>
  <inkml:trace contextRef="#ctx0" brushRef="#br0" timeOffset="37637.32">4766 5725 94 0,'-5'-25'179'0,"1"2"9"0,0 3 8 16,4 2-3-16,0-1-8 0,0 2-7 0,5 0-9 16,-5 5-19-16,4-3-10 0,1 5-10 0,-1 1-21 15,4-1-10-15,0 0-9 0,1 3-11 0,3 0-8 16,2 2-5-16,4 2-11 0,1 1-18 0,0 4-27 16,1 2-19-16,6 7-30 0,0 0-35 0,-3 6-34 15,-4 1-33-15,1 4-201 0,-6 2-369 0,-1 3 163 16</inkml:trace>
  <inkml:trace contextRef="#ctx0" brushRef="#br0" timeOffset="37784.93">4932 6171 101 0,'-3'8'189'0,"1"-1"-4"0,1-2-4 16,-2-3 5-16,3 4 4 0,-3-5 20 0,3-1 7 16,9 4-1-16,0-5-30 0,5-2-17 0,8 2-17 0,0-3-16 0,8-3-34 15,4 0-46-15,0-3-60 0,2 0-70 16,1 1-75-16,-1-3-227 0,3 0-405 0,-4 0 180 0</inkml:trace>
  <inkml:trace contextRef="#ctx0" brushRef="#br0" timeOffset="38232.37">5802 5420 273 0,'0'-16'269'15,"0"3"-11"-15,-1 0-3 0,-2 1-6 0,2 0-10 16,1 2-13-16,-3 0-16 0,2 3 0 0,1 0 1 16,0 0-10-16,-2 2-13 0,2 1-15 0,-2-2-21 15,2 6-16-15,0-6-20 0,0 6-22 0,-1-1-38 16,1 1-13-16,0 0-10 0,-4 14-1 0,-1-1-1 0,3 8-3 15,-5 6-7 1,2 3 0-16,1 5-6 0,-2 11 2 0,2 5 1 16,3-1-4-16,-2-1 2 0,7 2-6 0,0-4 2 15,3 0-4-15,3-11 0 0,-3-3 5 0,5 0 2 16,3 10-3-16,-4-13 1 0,5-2-1 0,-2-1 4 16,-4 0-8-16,3-3 2 0,-7-6-1 0,2-1 4 15,-3-6-4-15,-1-1-3 0,-2-5 4 0,0 3-6 16,0-3 8-16,0-2 10 0,-2 0 11 0,-3 2-8 0,-1-2 0 0,-4-2-4 15,-2-1-3-15,-1 0 0 0,-6-1-4 0,-2-2 3 16,0 1-12-16,-2-1-5 0,4 1-14 0,-4-1-24 16,8 2-22-16,0-6-25 0,-1 3-25 15,2-1-32-15,-1 2-42 0,4-6-59 0,2 6-68 0,1-7-192 16,5 3-545-16,2-2 242 0</inkml:trace>
  <inkml:trace contextRef="#ctx0" brushRef="#br0" timeOffset="38555.08">5797 5808 95 0,'-4'1'310'0,"-1"0"-25"16,5-1-24-16,-10 0-22 0,6 1-21 0,4-1-23 15,0 0-16-15,-6 2-15 0,6-2-13 0,0 0-17 16,0 0-11-16,0 0-11 0,0 0-8 0,0 0-12 16,0 0-9-16,30-3-6 0,-8 1-8 0,6-3-7 0,0-1-7 15,3 3-6-15,1-3-6 0,0 0 2 0,-2 3-8 16,-9 0-4-16,-1-2-5 0,1 1-2 0,-6 2-2 16,-1 0-7-16,-4 2 6 0,-2-1-7 0,0-1 3 15,-3 2-1-15,0-1-4 0,-5 1 1 0,8 0-4 16,-8 0-5-1,5-1-19-15,-5 1-13 0,0 0-11 0,0 0-29 16,0 0-48-16,-12 9-42 0,10-5-59 0,-4-3-253 16,4 2-506-16,2-3 223 0</inkml:trace>
  <inkml:trace contextRef="#ctx0" brushRef="#br0" timeOffset="39188.81">7033 5622 222 0,'0'0'259'0,"-7"2"-12"0,7-2-15 0,-3 2-15 16,3-2-17-16,-6 1-18 0,6-1-12 0,0 0-24 0,-3 2-15 16,3-2-13-16,0 0-10 0,0 0-15 0,0 0 3 15,0 0-15-15,0 0-9 0,0 0-2 0,0 0-6 0,0 0 0 16,0 0 5-16,0 0-13 0,24-8-8 0,-13 4-3 15,2-1 0-15,2-2-5 0,-2 0-10 0,1 0 1 16,-1 0 0-16,2-2-3 0,-7 3 13 16,2-1 3-16,-1 2 23 0,-5 0 27 0,1 2 17 0,-1-1 14 0,0 1-4 15,-3 1-17-15,-1 2-13 0,-5-7-11 0,-1 6-9 16,-5 1-12-16,-4 4-9 0,-6 1-7 0,-7 3-7 16,-2 4 10-16,-2 3-18 0,-1 5-4 0,2-1 0 15,-1 2-13-15,-8 9 1 0,14-6 4 0,-1 0-7 16,7 0-10-16,1 3 5 0,7-1-10 0,1-3 11 15,6 3-7-15,4-7 5 16,6 6 12-16,4-6-2 0,4-2 6 0,7 4 7 16,7-6 8-16,5 0 13 0,4-5-15 0,13 0-4 15,-9-6 0-15,13-1-8 0,0-3 13 0,1-1 8 0,-17-1-2 16,2 2-6-16,-5-4-1 0,0 1-1 0,-7 2-6 16,-9-1-3-16,0 0 23 0,-9 1 10 0,0 0 16 15,-2 0 7-15,-1 1 8 0,-1-2 2 0,-5 2 0 16,5-1-3-16,-5 1-13 0,6 0-16 0,-6 0-27 0,0 0-36 15,4-2-44-15,-4 2-41 0,0 0-131 0,0 0-73 16,0 0-88-16,-19-2-404 0,14-1-853 0,5 3 378 16</inkml:trace>
  <inkml:trace contextRef="#ctx0" brushRef="#br0" timeOffset="40847.15">8577 5571 215 0,'-7'-4'240'0,"-3"2"-20"0,1-1-23 0,-4 0-14 16,1 3-14-16,-1 0-14 0,0 0-11 0,-5 4-12 15,0 2-14-15,0-1-11 0,0 4-11 0,0 1-7 16,4 4-11-16,-4-1-6 0,4 2-4 0,0 1-14 16,1-1-1-16,-3 6-10 15,8-4-4-15,-1-1-3 0,2 0-1 0,4-4-2 16,2 0-5-16,1 5 1 0,2-6 4 0,1 0 1 15,2-1-1-15,1-3 1 0,2 0 1 0,1-2 4 16,2-5-2-16,2 3 2 0,1-6-2 0,4 0 1 16,-3-1 8-16,2-3 4 0,-6 2 5 0,1-3 11 15,-2-2 6-15,4-4 0 0,-1 2 15 0,-4 0 6 16,-1 1 6-16,-3 1 4 0,0-2 2 0,0-1-3 0,-1 4 3 16,0 2-2-16,-1-2 4 0,-1 4 0 0,2-2-11 15,-3 3-8-15,1 1-10 0,-2-1-12 0,3-1-6 0,-3 5-12 16,1-5-21-16,-1 5-28 0,0 0-30 0,3-3-26 15,-3 3 0-15,0 0 13 0,0 0-4 0,8 14 6 16,-5-11 5-16,2 2 6 0,3 2 13 0,-1 0-12 16,2 1 7-16,1 0-9 15,0-2 0-15,0-1-4 0,4 2 4 0,-4-2-1 16,3-1 16-16,-4-1-8 0,3-1 12 0,-5-2-6 16,2 0 2-16,-1-1 6 0,0 0 9 15,3-2 19-15,-3-1 12 0,-1-3 16 0,0 0 21 16,3-1 4-16,-4 1 11 0,1 0 13 0,-1-1 3 0,2 1 3 15,-3 1 10-15,-2 2-8 0,2 0-4 0,-4 0-11 16,2 0-13-16,-1 2-7 0,-2 2-16 0,3-4-3 0,-3 4-9 16,0 0-11-16,5-1-10 0,-5 1-17 0,0 0-15 0,0 0 4 15,3 7-1-15,1-1 8 0,0 3-3 0,-3-2 1 16,3 4-3-16,0 0 9 0,-2 1-4 16,1 0-2-16,2 0 6 0,-1 1 0 0,0-1-6 15,1-1-11-15,-4 1-10 0,6-4-5 0,-6 1 10 0,3-5-3 16,1 2-1-16,-4-1 7 0,0-2 6 0,2 0 28 0,-3-1 26 15,0-2-8-15,0 0 0 0,14-3-5 0,-6-4-2 16,2-2-1-16,-1 4-4 0,0-6 0 0,1 2-1 16,0-6-6-16,1-1 0 0,-1 1-1 0,-1 1-2 0,-1 1 1 15,2 0-6-15,-4 4 4 0,-2 0-2 0,0 4-1 16,-2 1-3-16,1-2-5 0,0 1-3 16,-2 3-13-16,0-2-13 15,-1 4-29-15,5-5-29 0,-5 5-13 0,0 0-9 16,0 0 15-16,4 11 10 0,-3-5 11 0,0 4 6 15,2-1 23-15,2 1-19 0,-2-1-3 0,3 6 7 16,3-5 0-16,1 2 0 0,4 0-6 0,7-3-2 16,7 1 6-16,3-3-9 0,7 0-24 0,3-5-14 0,13-1-15 15,2-2-3-15,0-3-4 0,-2-3 12 0,-1 0 7 16,-3-3 12-16,-13 3 14 16,1-4 7-16,-6 2 11 0,-5-3 24 0,0 3 24 15,-13 1 36-15,-4 1 26 0,2 0 21 0,-7-2 10 16,0 1 1-16,-2-1 4 0,-6 0-3 0,-1 0-6 15,-2 2 3-15,-7 0-14 0,-1-1-8 0,-8 4-5 16,-1 3-10-16,-6-2 4 0,-2 4-7 0,-1 2-2 16,-2 1-3-16,-2 5-3 0,-4-1-8 0,6 6-1 15,-2 0 2-15,3-1-9 0,10 0 3 0,-4 1 1 16,9-2-2-16,4-1-8 0,1 1-12 0,3 1-5 0,6-4-6 16,-1 2-2-16,5 0-6 0,1-3 7 0,7 2 3 15,-1-2 2-15,9 0 0 0,3-2 3 0,3-2-7 16,10-1-4-16,0-2-8 0,0-2-2 0,1-2 0 15,-1-3 4-15,-1 1 6 0,-2-7 2 0,-2 3 5 16,-9-2 3-16,-3-2 14 0,6-4 20 0,-10 0 12 16,0-1 17-16,0-6 5 0,-5-3 11 15,-1-2 18-15,-1 0-1 0,1 0 12 0,-5-3 7 16,-2 0-4-16,-2-2 15 0,0 0 13 0,0 3 28 0,2 1 19 16,-1 0 8-16,2 5 5 0,-2 7 8 0,-1-2 4 15,0 7-1-15,2 2 11 0,1 4-25 0,-1 0-23 16,2 2-17-16,-2 0-27 0,1 0-9 0,1 1-18 0,0 4-21 0,1-3-48 0,-1 3-46 31,0 0-55-31,0 0 5 0,0 0 12 0,-1 21 6 0,2-1 8 0,-1 8 8 0,0 1-1 0,0 3 12 16,0 5 0-16,2-3 3 0,-2 1 1 0,2 14 4 15,-1-15 3-15,0 0 4 0,2-1 1 0,-2-1 5 16,4-3-1-16,-2-1 0 0,1-3 2 0,-2-6 6 0,3-3 1 16,-1 0 3-1,-1-4 9-15,0-4 0 0,-1 1 2 0,0-4 1 16,0 1 5-16,0-2 10 0,-1 0 12 0,2-1 12 15,-2-1 13-15,3 1 16 0,5-3-4 0,4-2-3 16,7 0-7-16,10-4-10 0,2-1-4 0,0-2-28 16,2-3-61-16,1 3-88 0,13-12-110 0,-11 8-112 15,-1 0-138-15,12-7-461 0,-12 6-1025 0,0-2 455 16</inkml:trace>
  <inkml:trace contextRef="#ctx0" brushRef="#br0" timeOffset="42180.39">11164 5614 34 0,'2'-7'241'16,"2"-3"-7"-16,-2 1-8 0,0-1-1 0,-2 2-13 16,-1-3-8-16,-2 5-11 0,1-5-5 0,-1 5-17 15,-1-2-8-15,-4 1-26 0,0 2-15 0,-4 0-10 16,-2 1-15-16,-3 1-13 0,-4 2-9 0,-1 2-7 16,-11 5-7-16,4 0-4 0,-1 3-8 0,2 2-5 0,-1 0-6 0,1 3-3 15,3 0 9-15,-2 2-17 0,4 1-3 0,9-3-2 16,-5 5-6-16,4-6 0 0,7 1-1 0,-3 0 1 15,4 1-5-15,1-3-2 0,6-1 1 0,0-1 4 16,3 1-5-16,4-4 6 0,2 3 1 0,1-6-2 16,8 4-3-16,2-4-1 0,1-3 2 0,7-1 0 15,-5-4 0-15,-2 0 2 0,4-3 5 0,-4 0 3 16,-2-3 11-16,-4-1 25 0,0-4 5 0,0 1 8 0,5-8 18 16,-7-2 8-1,-2-1-7-15,1 1 5 0,-6-5 3 0,2 0-13 0,-2-2-1 16,-2-1-5-16,0-2-2 0,1-15-5 0,-1 16-3 15,-3-1-1-15,-1 5 10 0,1-1 12 0,-1 5 18 16,0 0 12-16,0 8 14 0,0 5 17 16,0 3 0-16,-1 3-15 0,1-1-16 0,0 2-9 0,0 0-16 15,0 5-18-15,0-9-18 0,0 8-34 0,0 1-39 0,0 0-38 16,0 0-38-16,0 0 7 0,0 0 13 0,1 13 1 16,-1 3 15-16,4 2 3 0,-4 9 4 0,4 4 9 15,-2 3 1-15,2 2 7 0,-2-2 2 0,0 12-1 16,1-12 6-16,2-3 13 0,-2 2-5 0,-1-1 1 15,4 0 2-15,-1-2 1 0,-1-5 6 0,3 3-1 16,-5-8 5-16,1-2 5 0,1-1-6 0,1-3 7 0,-3 1-3 0,1-6 5 16,-1 1-2-16,2 1 4 0,-4-5-3 0,2-1-3 15,0 4 0-15,-1-6 4 0,2 2-4 0,-3-2 0 16,0 1 3-16,0-4 6 0,5 5 6 0,-5-3 0 16,0-2 3-16,0 0 4 0,1 3 5 0,-1-3 1 15,9 2-9-15,2-6 9 0,8 3-7 0,11-6-38 16,5-2-67-1,1-2-96-15,13-5-110 0,1-6-147 0,-4 0-342 16,-1 0-841-16,0-5 373 0</inkml:trace>
  <inkml:trace contextRef="#ctx0" brushRef="#br0" timeOffset="42833.36">12523 5335 254 0,'-2'-8'280'0,"-2"1"-15"0,2-1-9 0,-1 1-16 15,-1 0-15-15,-1 1-19 0,1 2-21 0,-6 1-21 16,4-2-18-16,-6 3-13 0,-1 3-13 0,-3 0-13 0,-3 4-15 16,1 1-6-16,-3-1-12 0,2 7-6 0,-3 2-9 0,7-1-4 15,-8 5-7 1,10-2 4-16,-5 6-14 0,3-1 1 0,6-3-7 16,0 7-2-16,5-5 0 0,2-3-3 0,0 1-2 15,4 0-4-15,2-4 0 0,1-2 1 0,1 0-1 0,2-4 1 16,1-1 3-16,1-2-1 0,3 0-2 15,2-4-3-15,-1-2 8 0,4 1-8 0,0-5 0 16,-4-2 0-16,4-1 13 0,-3 0 7 0,2-1 21 16,-3-3-8-16,-3 1 8 0,2-1 5 0,-4 3 0 15,3-5 6-15,-5 5 5 0,2-1 2 0,-1 3 8 0,-2-1 2 16,-1 4 5-16,-3-4-9 0,2 6-7 16,0-3-10-16,-1 3-10 0,0 2-6 0,-3 0-9 15,6-5-7-15,-6 5-6 0,5 0-2 0,-5 0-6 0,9 5-1 0,-4-3-1 16,0 2-10-16,4 6-15 0,-1-4-17 0,2 1-24 15,-2 2-32-15,1-2-14 0,0 3-42 0,1-4-28 16,-2 2-39-16,-1 0-45 0,1-1-41 0,-3-1-37 0,-1-2-244 16,0-2-617-16,-3 1 274 0</inkml:trace>
  <inkml:trace contextRef="#ctx0" brushRef="#br0" timeOffset="43149.98">12764 5340 38 0,'3'-1'222'0,"-3"1"-15"0,0 0-1 15,11 10-6-15,-6-6 5 0,0 6-8 0,4-3-8 0,-4 4-9 16,4 3-15-16,0 0-15 0,1 1-15 0,-1 2-9 0,0-1-12 16,0-1-11-16,-4 2-11 0,2 0-9 0,-2-3-8 15,-3-1-3-15,2-1-10 0,-3 0-3 0,1-2-5 16,-2-3-6-16,1 0 1 0,-2-2 18 0,1 1 25 15,1-2 34-15,0 0 53 0,-1-4 33 0,3 4 37 16,-3-4 28-16,0 0 21 0,0 0 8 0,0 0-41 0,0 0-34 16,3-13-24-16,0 2-20 0,1 1-24 0,0-3-20 15,4-3-43-15,0-1-36 0,3-1-35 0,4-4-36 16,0 1-51-16,2 0-57 0,3 0-56 0,-2 7-62 0,3-2-42 16,2 0-52-16,-6 7-45 0,3-1-57 0,-1 3-278 15,1 4-765-15,-7 1 339 0</inkml:trace>
  <inkml:trace contextRef="#ctx0" brushRef="#br0" timeOffset="43551.06">13171 5537 220 0,'-1'3'286'0,"-2"-1"3"16,2 1-1-16,1-3-6 0,-2 4 3 0,2-4-21 15,0 0-31-15,0 0-21 0,20-8-20 0,-2-2-18 16,4 2-16-16,2-2-23 0,3-4-5 0,1 1-25 15,0-1-6-15,0 0-10 0,-5-2-5 0,0 0-9 16,-1-1-12-16,1 0 2 0,-4-1-3 0,-2-3-3 16,-6 5 0-16,-2 3-1 0,-2-3 11 0,-4 4-1 15,-1 1 0-15,-1 0-10 0,-5 3-5 0,-2-1-11 16,-3 5-11-16,-4-2 1 16,-6 4-1-16,-8 2-2 0,-5 0-5 0,0 8-10 15,-1-2 6-15,1 2-7 0,2 5-1 16,1 5-4-16,2 2-12 0,4-1 6 0,4 2 3 0,5 1 1 15,5-4 0-15,4 1 19 0,10 5 5 0,4-1 5 16,10 5 9-16,11-9 2 0,3-2 7 0,18 3-6 16,9-6-1-16,0-5 3 0,35 3 7 0,-6-3 14 15,-22-6 2-15,32-2 5 0,-31-2 4 0,-5-2 0 0,-5 2-9 0,-5 1-1 16,-18-5-8-16,-1 3 2 0,-14-1 18 16,-2 2 18-16,-4 0 11 0,-4 0 15 0,-2-1 12 15,0 1 6-15,-2 0-7 0,-3-2-46 0,-2 1-65 0,-1 2-74 16,-8-10-88-16,-1 4-100 0,-2 1-80 0,-7-1-97 15,-1 1-498-15,2 3-985 0,8-2 436 0</inkml:trace>
  <inkml:trace contextRef="#ctx0" brushRef="#br0" timeOffset="45701.82">15383 4985 151 0,'0'-11'265'0,"-1"6"-8"0,-2-2-19 16,2 2-25-16,1 1-19 0,0-2-26 0,0 6-24 0,-5-2-28 15,5 2-13-15,0 0-12 0,-4 16-9 0,-1-1-8 16,1 6-8 0,3 5-12-16,-3 7-5 0,0-1-6 0,3 15 2 15,-3-12-7-15,4 14 6 0,-3-1 2 0,1 2 3 16,2-16 0-16,0-2 2 0,0 1-5 0,2-4-1 0,1 0 6 16,-3-4-3-16,0-8 6 0,1 2-3 15,-1-4-13-15,0-3-5 0,0 0-3 0,3-5 1 16,-2 0 0-16,-2 0-5 0,2-2-5 0,-1 2-9 0,0-4-8 15,0-3-10-15,-1 7-10 0,-2-3-28 0,-5-1-31 0,1-2-44 16,1 1-40-16,6-2-45 0,-18-3-218 0,10-1-456 16,-2-2 202-16</inkml:trace>
  <inkml:trace contextRef="#ctx0" brushRef="#br0" timeOffset="45971.1">15005 5448 106 0,'-13'-1'231'0,"-2"1"4"0,9 0-2 0,-5 0-14 16,6-1-5-16,5 1-17 0,-10 0-13 0,10 0-23 16,-8 1-14-16,8-1-12 0,0 0-15 0,0 0-10 15,36-6-15-15,-4 1-7 0,5-1-12 0,18-3-3 16,4 2 0 0,2 0-17-16,-1 0-5 0,-3-1-6 0,-3 4-3 15,-14 2-2-15,1 1-9 0,-7-2-2 16,-4 1-2-16,-3 0-4 0,-11 2-11 0,-2-3-2 0,-2 6-6 15,-6-3-2-15,2-3 2 0,-2 6-3 0,-6-3 2 16,7-3-3-16,-7 3-11 0,0 0-9 0,0 0-11 16,0 0-8-16,-25 3-15 0,20-3-13 0,-4 0-10 15,0 2-22-15,-1-1-24 0,5 1-21 0,-3 1-37 0,2-1-192 0,-2 1-402 16,4-2 178-16</inkml:trace>
  <inkml:trace contextRef="#ctx0" brushRef="#br0" timeOffset="46556.37">15810 5314 75 0,'1'-5'350'16,"3"0"-17"-16,-4-1-8 0,0 3-12 0,3-1-17 15,-2 1-20-15,-1 3-45 0,0-5-16 0,0 5-15 16,0 0-23-16,1-4-33 0,-1 4-21 0,0 0-11 15,0 0-9-15,8 14-14 0,-4-5-8 0,-2-1-10 0,1 6-18 0,-2 3 12 16,2 3-7-16,1 5-4 0,-3 0-13 16,0 0-2-16,-1-1 3 0,0 2-7 0,-1-8-4 0,2-1-2 15,-1-3 0-15,0-4-10 0,0-1 5 0,-1-2-7 16,2 1 5-16,-1-3-1 0,0-1 0 0,0 1 37 16,0-2 30-16,0-3 38 0,0 5 32 15,0-5 3-15,0 0-19 16,7-16-17-16,-4 8-9 0,4-2-14 0,-2 1-12 0,1-8-7 15,2 2-10-15,1 1-5 0,0-1-8 16,0 3-8-16,-4 0-6 0,1 3-6 0,-1 2-3 16,-1 2-7-16,-1 1-2 0,1-1-3 0,-2 1-8 15,1 0-7-15,-2 3-11 0,-1 1-15 0,4-4-17 0,-4 4 4 16,0 0 1-16,14 8 7 0,-6 0 10 0,-2-3-6 16,4 4-1-16,2 0 4 0,-2-1-3 0,4 4 2 0,0-1-3 15,-1 0 12-15,-3-2 0 0,-1-3-1 0,1 2 6 16,-1-4-1-16,-2 0-2 0,-1 0 8 0,-2 0 7 15,1-3 26-15,-1 3 38 0,-1-4 35 0,-3 0-11 16,9-8-8-16,-2 1-11 0,-2-2-6 0,-1 1-7 16,2-4-9-16,-2 0-3 0,1-2-7 0,-1-3-2 15,-1 0-8-15,-1-3-5 0,2 3-4 0,-2 0-5 0,-2-1-2 0,4 1-6 16,-4 5-3-16,0 1-9 0,0 2-7 0,0 1-7 16,0 1-19-16,0 2-31 0,0 1-41 0,0 0-40 15,0 4-50-15,0-4-56 0,0 4-50 0,0 0-4 16,0 0 12-16,0 0-19 0,-12 12-21 0,8-3-48 15,-1 0-279-15,2 0-711 0,3-2 314 0</inkml:trace>
  <inkml:trace contextRef="#ctx0" brushRef="#br0" timeOffset="46872.56">16339 5332 213 0,'3'-6'302'16,"-1"-2"-4"-16,0 2-3 0,0 1-1 15,1 1 4-15,-2-3-16 0,0 4-21 0,-1 3-27 0,1-5-19 0,-1 5-26 16,2-5-19-16,-2 5-28 0,0 0-19 0,0 0-24 0,0 0-28 16,0 0-1-16,0 0-5 0,-7 15-11 15,1-1-6-15,1 1-1 0,-2 4-6 0,0 4-5 16,0-4-3-16,1 0-3 0,4 0 1 0,-1 1-8 16,3-3 4-16,1-1 4 0,3 1-3 0,0-3 7 0,3-4-5 15,2-2 4 1,6 1 4-16,4-4 7 0,0 0-3 0,1-7 1 15,7-2 1-15,0-1 13 0,-8-3 16 0,-1 0 14 16,-1-4 9-16,-3 3 5 0,-2-4-3 0,-3-1 4 16,-1-3-13-16,-3 3-6 0,-2-6-9 0,-3 2-9 15,-3-2-16-15,-2 3-17 0,-3-1-10 0,-3 1-24 16,-4 3-32-16,-1 1-40 0,-7 0-51 0,-5 2-30 16,6 6-32-16,-7 4-37 0,1 1-46 0,6 2-71 0,-5 5-323 0,10 1-717 15,6-4 318-15</inkml:trace>
  <inkml:trace contextRef="#ctx0" brushRef="#br0" timeOffset="48006.68">17459 5221 202 0,'0'0'241'0,"-6"-2"-10"0,6 2-13 0,0 0-20 16,0 0-18-16,-5-3-14 0,5 3-19 0,0 0-15 16,0 0-12-16,0 0-14 0,0 0-12 0,-2-2-9 15,2 2-7-15,0 0-11 0,0 0-7 0,0 0-6 0,0 0-4 0,0 0-8 16,0 0-2-16,0 0-7 0,0 0 1 0,0 0-5 16,0 0 5-16,15-1-8 0,-7-1-2 0,3-1 0 15,-1 2-5-15,4-3-2 0,-2 2 0 0,1-3 0 16,1 1-1-1,-4-2-2-15,3 1 0 0,-4 0-3 0,0-3-3 16,0 2 7-16,-2-1 4 0,0 2 6 0,-3-2 10 16,-1 5 11-16,0-3 11 0,0-1 4 0,-3 4-11 15,0 2-12-15,-6-7-11 0,0 7-8 0,-3 0 1 0,-5 0-3 16,-4 5 6-16,0 3-12 0,-10-1-1 16,-3 7 2-16,1-1-6 0,-1 3-1 0,2 1-1 15,-2 1 0-15,3 3-3 0,1 1 5 0,-1 4-4 16,6-2 3-16,1 1-2 0,-1 4 0 0,8-3 0 15,0 3 2-15,3-5-4 0,5 1-5 0,6-5 0 0,4 0 3 0,2-5-4 16,15 2 8-16,6-2-1 0,7-5-2 0,17-3 2 16,7-6 10-16,3-5-13 0,4-1 3 0,26-11 1 15,-31 6-1-15,3-6-1 0,-1-1-1 0,-2-3 2 16,-8 3-2-16,-7-6 0 0,-13 5 0 0,0 0 12 16,-5-1-12-16,-5 0-1 0,-5-1 7 0,-5 3 15 15,-4-1 1-15,-3 4 8 16,-2-4 3-16,-2 1 1 0,-4 1 1 0,-1 4 7 15,-2-1-6-15,-5 1-5 0,0 2-7 0,-4 0-1 16,0 4-2-16,-4 1-7 0,-1 4 6 0,-3 1-9 0,-3 3-4 0,-3 4-2 0,1 1 2 16,2 3 1-16,0 1-4 0,8-1 13 0,-6 6-23 15,11-4-14-15,-1 2-7 0,2 0-6 0,7 1-10 0,0-3 0 16,4-3 10-16,7 3 2 16,2-3 4-16,6 0 2 0,5-4 0 0,9 0-8 15,0-4-3-15,2-1-9 0,0-3-4 0,1-1 1 16,1-2 4-16,-4-2-4 0,-10 2 2 0,4-3 4 15,-7 1-1-15,2-3 6 0,-6 3 5 0,-3-2 3 16,-2-1 3-16,-2 2 7 0,-3-1 1 0,-2 1 1 16,-3-3-4-16,0 3 2 0,-2-1 1 0,-4 1 3 15,1 1 1-15,-1 0-4 0,-3 1-5 0,-1 0-1 0,1 2-7 16,-5 1-22-16,4 1-9 0,-3 2-19 0,4 2-16 0,0-2-28 31,-1 2-29-31,2-1-210 0,2 3-392 0,1-2 174 16</inkml:trace>
  <inkml:trace contextRef="#ctx0" brushRef="#br0" timeOffset="48437.15">18283 5207 76 0,'1'-3'375'0,"-1"3"-2"15,3-5-23-15,-2 2-35 0,-1 3-30 0,0 0-35 0,4-5-28 0,-4 5-24 16,0 0-24-16,0 0-19 0,0 0-22 0,0 0-13 16,0 0-9-16,5 12-12 0,-3-2-13 0,1 1-4 15,-1-4-6-15,-2 4-11 0,2 8-9 0,0-1 9 16,-3 0-16-16,2 7-4 0,-2-6-6 0,1-2 0 16,-1 0-6-16,1-1-4 0,0-4 1 0,0-2-13 15,0-2 7-15,2-1 11 16,-2-2-20-16,0 3 7 0,-1-7 16 0,2 3 21 15,-1-4 31-15,0 0-25 0,0 0-2 0,18-15-7 16,-9 8-8-16,1-3-1 0,4 0-10 0,-1-4-4 16,1-1-1-16,-1 1-6 0,1-1 0 0,-4 1-3 15,3 2-4-15,-4 1-2 0,-4 5-3 0,0 0-3 16,-1 2 0-16,3 2-5 0,-5-4-3 0,4 2-9 16,-2 2-5-16,-1 1-11 0,-3 1 2 0,9 3 0 0,-4 2 5 0,1 2 2 15,2 3 0-15,-2 0 6 0,2 2 4 0,3-2-8 16,-2 4-13-16,4 0-6 0,-1-3-20 0,-1 1-25 15,-4-6-31-15,5 2-37 0,-3-1-44 0,0-1-56 16,0-2-54-16,-4-1-282 0,4-2-626 0,-5-1 276 16</inkml:trace>
  <inkml:trace contextRef="#ctx0" brushRef="#br0" timeOffset="48791.05">18926 5078 90 0,'0'0'312'0,"-2"-3"-20"15,2 3-27-15,0 0-28 0,-4-4-26 0,4 4-25 16,0 0-24-16,0 0-23 0,0 0-12 0,-11 7-15 16,3 1-10-16,-2-2-12 0,4 2-8 0,-2 1-9 0,0-2-2 15,-1 1-12-15,4 2-4 0,0-3-7 16,1 4-5-16,3-3-6 0,-2 2-6 0,6 1-4 15,-1-2 0-15,5 0-3 0,-1 1-4 16,8 0 0-16,-1 0-5 0,5 1 3 0,-1 1-4 0,2-2-5 16,0-1 6-16,0 1-2 0,-2 1-5 0,1 0 1 15,-4-2-3-15,-3-1-3 0,-1-1 1 0,-1 0-4 16,-5 0-4-16,0 1 3 0,-3-3-9 0,-2 4 4 16,-4 1-1-16,-7-3 3 0,-3 4-3 0,-10 2-1 0,7-4-8 15,-3-1-16-15,-8 1-13 0,1 2-19 16,1-4-18-16,4 0-28 0,2-4-12 0,1-2-45 15,2 0-65-15,-1-2-125 0,5 0-386 0,5 0 170 16</inkml:trace>
  <inkml:trace contextRef="#ctx0" brushRef="#br0" timeOffset="50578.73">19329 4903 153 0,'-1'-9'376'0,"0"2"-5"0,-1 2-16 0,2-2-19 15,-1 3-30 1,0 0-37-16,1 4-27 0,-4-5-29 0,4 5-33 0,0-5-28 16,0 5-21-16,0 0-18 0,0 0-9 0,5 18-10 15,-1-6-20-15,-3 7 7 0,-1 0-14 16,3 7-10-16,1 4-5 0,-3-2-5 0,0 4-7 0,0 2 1 0,1-5-4 0,-2 8-7 0,0-8 0 15,1 4 0-15,-1 0-2 0,0-3 0 0,3-3-3 16,-2 0-3-16,3-10 1 16,-1-1 0-16,-1 0-3 0,-1-4 2 0,2-2-5 15,-2-3-5-15,0-1-4 0,-1-1 3 0,1-1 1 16,-1 2 7-16,0-4 16 0,0-2 0 0,2 5 11 0,-2-5-4 16,0 0-33-16,0 0-21 0,0 0-5 15,-4-15-13-15,-1 8-7 0,-3-2-14 0,0-1-11 16,-2-4-6-16,-1 1-3 0,-1 1 1 0,-2 0 1 15,-4 2 4-15,3-1 5 0,-3 2 9 0,0 1 0 0,-1 3 9 0,-1-3 2 16,-1 5 5-16,4 1 3 0,2 0-1 0,1 2 5 16,0-2 5-16,4 3 1 0,2-1-5 0,-2-1 3 15,6 2-8-15,-1 0-6 0,1 2 4 0,4-3 4 16,0 7 0-16,5-2 7 0,4-5-10 0,5 1-8 16,7 3-10-16,8-3-15 0,2 0 1 0,2-2 1 15,4-1-1-15,0-2-10 16,3 1 4-16,1-2 5 0,-3-3 0 0,14-3 9 15,-16 4 1-15,-4-3 7 0,3 1 9 0,-5-1 2 16,-3 1 17-16,-7 1 24 0,-2 1 19 0,-2 1 26 16,-5-1 23-16,-3 1 22 0,-2 2 9 0,-1 0 12 15,-1-1 3-15,0 1-7 0,0 1-7 0,-4 0-16 16,0 3-6-16,-4-4-8 0,4 4-11 0,-12 0-6 16,1 1-6-16,2 2-10 0,-1 3-7 0,-3-1-1 0,0 6-3 15,1-5-2-15,-3 5-7 0,3-1 4 0,-1 4-3 0,3-4-2 16,-3 1-3-1,3 2 1-15,2-1-4 0,3-4-3 0,0 4-15 16,1-1 2-16,0-4-9 0,3 1-1 0,1-1 6 16,0-2-2-16,1 0 7 0,3-3 1 0,1 1 2 15,5-3 1-15,1 0 0 0,-1-3-3 0,3-1 2 16,-3-1-2-16,1 0 3 0,-2-3-1 0,2 1 4 16,2-5 4-16,-5 5 13 0,0-6-13 0,0 2 3 15,-1 1 11-15,-2 1 0 0,0 1 8 0,-1 0 17 16,0 3 16-16,-4 0-2 0,1 0 8 0,2 0-12 15,-2 3-6-15,1-2-7 0,-2 4-20 0,3-4-16 16,-3 4-26-16,0 0-22 0,4-1-16 0,-4 1 2 16,0 0 4-16,0 0 9 0,0 10-10 0,0-5-6 0,0 1-2 0,0 0-1 15,1 0-3-15,3 0 4 0,0-1-2 0,1 3-12 16,3-1-11-16,-1 2-13 0,4-1-13 0,-1-4-9 16,3 1-3-16,-3 0 0 0,4-2 7 0,-2-3 10 15,0 0 6-15,1-3 13 0,-1 0 16 0,0-3 23 16,-1 1 24-16,-1-2 33 0,1-1 25 0,-2 2 26 15,-2-5 13-15,4 2 18 0,-6 0 17 16,2-2 13-16,-1 2 14 0,-1 1 4 16,-1-3 17-16,5 3 14 0,-8 1 7 0,3 2-3 0,-3-1-14 15,2 5-19-15,-2-3-21 0,3 2-16 0,-4 2-12 16,0-6-29-16,0 6-29 0,0 0-38 0,0 0-8 16,0 0-6-16,0 0 17 0,5 12-5 0,-5-6-1 15,0 0 0-15,3 5-4 0,-3-1 2 0,0 3 5 0,-3-1-12 16,3 7-9-16,0-4-1 0,-4 2-11 15,3-5-12-15,1 2-4 0,0-3-3 0,0-5 2 16,-1 1 0-16,1-2 9 0,0 0 4 0,0 0 21 16,0-5 28-16,0 4 34 0,0-4-6 0,0 0-12 0,0 0 4 15,14-12-12-15,-8 5 13 0,2-2 0 0,0-3-8 16,-1 4-3-16,2-2 3 0,0 1-7 16,-1-1-3-16,1 1 10 0,-2 1-9 0,-2 4 2 0,3-3-2 0,-2 4 2 15,-2-1-11-15,1 1-2 0,1 1 4 0,1 1-11 16,1-1-1-16,-1 4 1 0,1-1-6 0,3 3 4 15,1 2-4-15,2 3 2 0,4-2-7 0,-1 5-11 16,3 0-1-16,3-1-16 0,-6 0-13 0,2-2-15 16,-1-1-14-16,-5-4-14 0,3 4-12 0,-3-4-3 15,-1-2 6-15,0-1 12 16,-3-1 5-16,0-3 13 0,0-1 6 0,-4-3 16 16,-1-1 9-16,0-2 22 0,-3-2 19 0,-1 0 27 15,0-2 20-15,0-2 20 0,-4-1 14 0,3-1 13 16,-3-2 14-16,3 1 2 0,-3-7 10 0,2 1-7 15,-2 0-4-15,4 0-2 0,0 5-1 0,0 1 4 0,0 1-2 16,0 6 7-16,2 1-5 0,-2 1-8 0,0 2-14 16,2 3-15-16,-2 1-9 0,2 2-32 0,-2-2-42 0,0 4-14 15,0 0 1-15,0 0-1 0,4 14 2 0,-3-5 4 0,3 8-4 16,-4 3 5-16,1-1 9 0,-2 6 0 0,1 0 6 16,4 2-2-16,-4 2 5 0,0-2-1 0,0-8-4 15,1 1-7-15,-1-1-20 0,0 0-11 0,0-4-8 16,-1-1-9-16,-2-5-5 0,2-1 1 0,1 0 9 31,0-1 5-31,0-2 14 0,0-5 10 0,-5 2 1 0,5-2 6 16,-20-2 2-16,9-2-1 0,-4-4 3 0,0 0 2 15,-3 0-2-15,2-1 7 0,0 0-1 16,2 1 1-16,-2-1 3 0,1 0 2 0,1 1 0 16,1 0 0-16,-1 2 3 0,5-1 1 0,4 3 16 15,-3 0 8-15,2 1-2 0,2-2 1 0,0 3 1 0,3-1-11 16,1 3 2-16,4-7-17 0,6 2-6 0,3 1-9 0,6-1-8 15,12-2-17-15,1 2-7 0,2 2-4 0,2-6-6 16,16-1-5-16,-3 3-1 0,-8 1 4 0,-1-3 4 16,-1 3 6-16,-1-2 9 0,-2 3 3 0,-4-3 5 15,-5 1 3-15,-6 1 6 0,-4 3 10 0,-4-2 13 16,0 1 26-16,-5-1 31 0,-1 3 22 0,-2 0 15 16,4-1 16-16,-5 2 11 0,-1-2 1 0,1 1-5 0,-4 2-12 0,6-3-6 15,-3 2-6-15,-3 1-19 0,0 0-12 0,0 0-8 16,0 0-10-1,0 0-5-15,-16 5 5 0,3 0-18 0,-5 1 3 16,-2 1-6-16,2 1-3 0,-5 4-5 0,4 0 7 16,2 0-10-16,1 0 1 0,3 0 10 0,0 3-12 15,4-1-9-15,0 1-10 0,5-3 0 0,2 4 10 16,4-1-4-16,6 0 6 0,1-1-4 0,10 3 7 0,3-1-1 16,5 0 0-16,1-3 2 0,0 0-4 0,3 2 1 15,-2-4 2-15,-9-5-1 0,0 2 4 16,-4-2-14-16,-4-3-21 0,-3 2-15 0,-3-1-16 15,-2 1 1-15,-1 0 0 0,-5-2 9 0,-3 1-1 0,-5 2-10 16,-12 0-28-16,-10-1-38 0,-2 2-61 0,-2-2-84 16,-2-2-296-16,2-3-617 0,0-3 274 0</inkml:trace>
  <inkml:trace contextRef="#ctx0" brushRef="#br0" timeOffset="52029.02">21989 4809 220 0,'-2'-8'281'0,"1"2"-13"0,1 1-9 0,0 1-13 15,0-2-22-15,0 6-29 0,-3-6-20 0,3 6-20 0,0-4-29 16,0 4-23-16,0 0-8 0,2 14-12 16,-2 3-11-16,-2 3-9 15,2 9-3-15,0 2-7 0,0 1-4 0,0 2-4 16,2 11-5-16,0-8 2 0,2-5-5 0,1 2-4 15,-2 0-4-15,0 1 5 0,0-3-6 0,2 0-1 16,-4-6-3-16,3 0-3 0,-2-6-3 0,-1-2 2 16,0-5 2-16,0-3-5 0,1 1 0 0,-2 0-2 15,2-5-2-15,-2 0 0 0,0-1-1 0,0-2 3 16,0 1-1-16,0 0 0 0,0-4-3 0,-4 4-3 0,4-4-16 0,-9 0-29 16,2 0-34-16,-2-3-32 0,-3 3-39 0,2-4-34 15,1-1-49-15,-5 0-198 0,8-3-458 0,-1 1 204 16</inkml:trace>
  <inkml:trace contextRef="#ctx0" brushRef="#br0" timeOffset="52298.28">21628 5218 52 0,'-18'2'234'0,"-1"2"-9"0,5-3-10 0,1 2-11 15,3-3-6-15,4 1-14 0,-1-1-13 0,1 2-19 16,6-2-14-16,0 0-3 0,0 0-11 0,23 1-14 15,-2-4-7 1,15-1-11-16,18-1-8 0,0-2-11 0,2 1-8 0,1 0-6 16,5-3-12-16,-3 1 5 0,-1 1-7 0,-3 0-7 15,-18 2-4-15,-1 0-2 0,-3 3-3 16,-7 2-5-16,-8-1-1 0,-7 1-3 0,2-3-8 16,-7 3-7-16,2-1-8 0,-3 0-2 0,-5 1 1 0,0 0-3 15,0 0-4-15,0 0-12 0,-26 5-6 0,13-4-8 16,-2 1-13-16,0 0-14 0,2 1-20 0,-2 0-15 0,2-1-21 15,3-2-31-15,0 3-30 0,1-3-172 0,1 0-380 16,8 0 169-16</inkml:trace>
  <inkml:trace contextRef="#ctx0" brushRef="#br0" timeOffset="52645.23">22450 4953 279 0,'2'-7'349'0,"-1"3"-3"0,1 0-22 0,0-1-34 15,-2 2-30-15,2 1-29 0,-2 2-10 0,2-3-44 0,-2 3-22 16,0 0-8-16,0 0-21 0,9 13-14 0,-9-2-7 0,5 4-17 16,0 4-8-16,-2 0-5 0,-1 8-9 0,0 0-4 15,-2 0-9-15,-2 2-7 0,1 0 4 0,0 0-4 16,0-1-9-16,1-1-2 0,-2 1-6 0,2-5 3 15,-3-4-4-15,3-4-1 0,-2-3-4 0,2-2 0 16,0-2-5-16,0-2-4 0,0-1 2 0,2-2 8 16,-2 1 8-16,0-4 10 0,0 5 9 0,0-5-24 0,0 0-32 15,10-12-14-15,-4 5-15 0,3-3-13 0,-4 1-23 16,9-4-31-16,-5-1-30 0,5 1-27 0,-2-1-18 0,1 0-12 16,1-1-12-16,-3 4-19 0,1 3-28 15,-2 1-179-15,-2 0-460 0,2 2 203 0</inkml:trace>
  <inkml:trace contextRef="#ctx0" brushRef="#br0" timeOffset="53246.58">22696 5279 2 0,'0'0'138'0,"0"9"-18"0,2-6 0 16,-2-2 4-16,0-1 1 0,1 5 0 16,-1-5 10-16,1 5-5 0,-1-5 2 0,3 2 9 0,-3-2 0 0,0 0-6 15,21-7-12-15,-8 3-12 0,6 3-11 0,3-3-15 16,6-5-3-16,-1 1-6 0,1 0-12 0,2-1-1 0,-5 1-10 15,-5 2-5-15,-3-2-5 0,2 0-3 0,-3-2 6 16,-1 0 8-16,-1 2 10 0,-4-1 16 0,-2-1 1 0,-3 3-5 16,3-3 3-16,-6 3 6 0,1 0 2 0,-2 2 5 15,2-2-4-15,-6-1-9 0,-1 3-4 0,2-2-15 16,-7 2-8-16,0 3-6 0,-4-1-6 0,-1 6-4 31,-5-3-1-31,-3 4-15 0,2 3 3 0,-6 0-4 16,6 3 9-16,0-3-9 0,3 4-8 0,0 0 6 0,2 1-2 15,3 2-7-15,1-1 2 0,3 2-6 0,4-5-9 16,0 7 2-16,7-5-2 0,1 2 4 0,5-2-2 16,6 1-2-16,7-1-1 0,7-2 3 15,5-3-2-15,2-3-15 0,4-4-5 0,15 5-4 16,-17-10 1-16,13 1 0 0,-14-1 3 0,-1-3 2 0,-1 0 12 0,-5 0-7 16,-4-2 3-16,-8 0 11 0,-3 3 12 0,0-5 21 15,-4 4 20-15,-3 1 29 0,0 0 17 0,-4 1 32 16,1 2 8-16,-1 0 4 0,1 1-2 0,-3-1-13 15,0 1-11-15,-2 3-20 0,6-2-14 0,-6 2-12 0,4-1-12 16,-4 1-31-16,0 0-10 0,4-2-27 16,-4 2 3-16,0 0 4 0,0 8-5 0,0-3 0 0,0 1 12 0,0 0-2 15,0 0-3-15,0 2 2 0,0-3-2 0,0 2-11 16,1-1-7-16,-1-2-6 0,0 0 7 0,3 1 1 16,-3-1-1-16,0-4 13 0,1 8-3 0,-1-8 22 15,3 0 25-15,-3 0-8 0,0 0 2 0,19-10-10 16,-9 3 2-16,2 3-3 0,3-6 1 0,-3 5 4 15,0-2-3-15,-1 3-12 16,-1-2-3-16,1 0-2 0,-2 5-1 0,0-3 0 16,1 3-4-16,-1 1 13 0,0-2-16 0,5 4 4 15,-3 0-10-15,2 4-4 0,-1 0-7 0,2 2-11 16,0 1-43-16,3 1-40 0,-2 2-51 0,2 0-61 16,-2-2-84-16,3 0-368 0,-8-5-737 0,2 0 326 15</inkml:trace>
  <inkml:trace contextRef="#ctx0" brushRef="#br0" timeOffset="54047.53">24781 5040 200 0,'-2'-6'289'0,"1"-1"-10"0,0 2-11 16,-2 1-17-16,3 0-21 0,0-1-24 0,0 5-19 16,-1-4-23-16,1 4-17 15,0 0-14-15,-1-3-27 0,1 3-19 0,0 0-12 0,0 0 6 0,1 15-22 0,-1-3-6 16,1 4 0-16,-1 3-8 0,0 7-2 0,0 0-2 0,-1 1-5 15,1 3-3-15,-1-1-3 0,1 1-1 0,1 0-4 16,0-1 3-16,-2 0-5 0,2-1 0 0,-1-10-5 16,0-6-4-16,0 1 2 0,0-4-2 0,0 0-3 15,-1-1 10-15,2-1 41 0,-1-5 41 0,0 3 46 16,0 0 54-16,0-5 46 0,0 5 40 0,0-5-22 16,0 0-43-1,-4-20-22-15,2 8-17 0,-1-5-21 0,2-4-16 16,-4-2-15-16,-3-5-18 0,6 3-8 0,-1-3-13 0,-1 1-10 15,-1-4-14-15,1-1-14 0,-1-4-12 0,0-1-9 16,1 3-7-16,3-1-1 0,2 2 0 0,-1 2-8 16,-4 1 1-16,7 5 0 0,-3 8 2 0,0 2-1 15,0 3-2-15,0 3-1 0,0 1 3 0,-3 1-12 16,6 1-16-16,-2 2-28 0,3 1-33 0,2 1-14 0,3-3-8 16,4 5-22-16,8 0-20 0,5 5-32 0,4 1-34 15,0 3-35-15,2 0-34 0,3 4-39 0,-3 1-25 0,1 0-64 16,-5-3-294-16,0 3-747 0,-2 0 331 0</inkml:trace>
  <inkml:trace contextRef="#ctx0" brushRef="#br0" timeOffset="54232.65">24871 5550 229 0,'-4'4'241'0,"2"1"-3"0,1-3-16 16,1-2-13-16,-2 5-16 0,2-5-13 0,3 5-16 0,3-5-10 16,8-1-19-16,9-2-13 0,4-1-10 0,5 0-15 15,6-1-33-15,-2 3-51 0,-3-5-48 0,3 0-57 0,-4 1-58 16,-5-1-200-16,-7 0-378 0,0 2 167 16</inkml:trace>
  <inkml:trace contextRef="#ctx0" brushRef="#br0" timeOffset="54417.44">24791 5386 306 0,'-8'2'310'0,"4"0"-13"0,-1-1-38 15,5-1-28-15,-1 4-27 0,1-4-25 0,0 0-23 0,36-7-27 16,-3 1-41-16,19-5-45 0,3 3-70 0,6-2-56 15,1 0-100-15,-1-4-136 0,-1 2-344 0,-5-2 152 16</inkml:trace>
  <inkml:trace contextRef="#ctx0" brushRef="#br0" timeOffset="54971.84">25971 5128 171 0,'2'-7'349'0,"-4"0"-11"15,2 0-16-15,0 0-20 0,-5-1-30 0,4 3-25 16,-3 0-18-16,-2 1-30 0,-1-1-22 0,-7 2-16 0,2 2-21 16,-6 3-5-16,-4 2-23 0,-4 3-6 0,-2 2-16 15,9 0-5 1,-8 5-11-16,4 2-10 0,0 0-2 0,2 2-9 0,6-5-5 0,3 4-3 0,0-2-12 0,3 1-9 15,2 0-1-15,2 0-6 0,1 10-1 0,1-12-7 16,3-2-1-16,3-1 8 0,-1-4-1 0,3 1 1 16,5-3 1-16,1-1 6 0,2-2-6 0,4-2 1 15,4-2 5-15,-1-2-4 0,9-4 6 0,-3-4 1 16,1 0 4-16,0 2-8 0,-7 3 17 0,0-1 3 16,0-1-2-16,-1 2-8 15,0-1 7-15,-1 3-6 0,0-2 0 0,-3 2-2 16,-2 3 1-16,0-1-9 0,-3 2-1 15,-1 1-11-15,5 0-1 0,-4 0-1 0,1 1-16 0,0 0-11 16,-1 3-15-16,1-1-24 0,0-1-30 0,-1 4-29 16,-1-2-33-16,0 1-36 0,0-1-35 0,0 1-33 15,3-2-62-15,-5-1-208 0,1 0-566 0,-2-1 251 16</inkml:trace>
  <inkml:trace contextRef="#ctx0" brushRef="#br0" timeOffset="55272.46">26691 5010 281 0,'1'-3'279'0,"-1"3"-16"0,0 0-21 0,0 0-19 15,0 0-25-15,3-4-20 0,-3 4-24 0,0 0-13 16,0 0-17-16,0 0-17 0,0 0-14 0,0 0-7 0,0 0-13 16,-12 14-1-16,8-8-11 0,-2 5-2 0,-3-4-9 15,-3 6-3-15,2-1-5 0,-4 1-5 0,3 0-1 0,-3 4-6 16,-2 0-1-16,1-1-7 0,2 0-21 16,-2 0-24-16,-2 6-21 0,3-9-23 0,0 2-20 15,1-2-25-15,-1 2-31 0,5-4-40 0,-2-3-196 0,-1-3-409 16,3 2 181-1</inkml:trace>
  <inkml:trace contextRef="#ctx0" brushRef="#br0" timeOffset="55720.9">26437 5002 156 0,'0'0'306'0,"0"0"-33"0,0 0-26 15,0 0-33-15,0 0-21 0,0 0-23 0,0 0-16 16,7 15-14-16,1-7-15 0,3 6-12 0,2 0-14 0,0 2-5 16,10 2-11-16,0 2-16 0,5 2-27 0,0-1-41 15,2-3-52-15,0 0-69 0,1-2-261 0,-2-4-416 16,1-1 185-16</inkml:trace>
  <inkml:trace contextRef="#ctx0" brushRef="#br0" timeOffset="56114.78">26995 5158 8 0,'0'0'268'0,"0"0"-16"0,0 0-12 16,0 0-9-16,0 0-33 0,0 0-19 0,0 0-17 15,0 0-20-15,0 0-15 0,28-4-25 0,-8 0-39 0,2 1-44 0,5-2-34 16,1 1-50-16,8-4-33 0,-4 2-205 0,-2 0-327 0,-1-3 146 0</inkml:trace>
  <inkml:trace contextRef="#ctx0" brushRef="#br0" timeOffset="56345.99">27110 5024 101 0,'-3'-4'367'0,"3"4"-8"0,-1-3-13 15,1 3-29-15,0 0-26 0,0 0-34 0,0 0-32 16,0 0-22-16,0 0-31 15,0 0-40-15,0 0-28 0,0 0-11 0,0 12-7 16,-1-1-9-16,1 3-6 0,0 6-7 0,-3-2 7 16,7 10-21-16,-3-2-32 0,3-2-30 0,0 2-44 0,1-1-50 15,3-1-44-15,1 0-61 0,-4-5-268 0,0-4-518 16,0-4 230-16</inkml:trace>
  <inkml:trace contextRef="#ctx0" brushRef="#br0" timeOffset="56876.1">27511 5271 305 0,'-5'0'294'0,"5"0"-11"16,0-5-16-16,0 5-24 0,0 0-28 0,0-7-21 15,0 7-19-15,4-2-20 0,-1-2-13 0,0-2-12 16,2 1-15-16,3-1-13 0,-3-5-12 16,3 5-7-16,2-5-10 0,-5 2 0 0,7-5 3 0,-2-1 1 15,-2 2 5-15,-2-3-1 0,0-4-7 0,1 2 3 0,0-2-3 16,0-5-2-16,-2 2-1 0,0-5 2 0,-1 2 4 16,-1-1 1-16,0-2 10 0,-2 5 6 0,-4 5 3 15,2 7 11-15,-1-6-2 0,1 5 2 0,1 5-6 16,-1 1-8-16,-1 1-18 0,2 0-11 0,0 1-27 15,-1 2-36-15,1 3-45 0,0 0-5 0,0 0 7 16,-9 8-2-16,4 4 6 0,-5 3 4 0,1 13 9 0,0-3-3 0,0 4 7 16,-1 1 0-16,3 2 5 0,2-2 15 0,4-2-16 15,2 1 3-15,-1-2 4 0,5 0 4 0,6-1 17 16,-5-9-20-16,2 1 9 0,2-1-1 0,0-3 2 16,-1-5 3-16,0 2-4 0,0-5 13 0,0 1 12 0,-3-3 16 15,-1 0 16-15,0-2 16 0,2-2 3 0,0 0 9 16,-7 0-4-1,9-5-1-15,-3 1-9 0,-4 0-6 16,3-1-6-16,-3-1-7 0,0-1-7 0,-2 2-8 0,0 0-9 0,0-2-10 0,0 3-10 16,-2 0-15-16,0-1-15 0,-3-1-19 0,1 3-31 15,0-1-25-15,-1 0-30 0,-1 0-26 0,-2 1-28 16,-2 1-31-16,0 0-41 0,2 0-47 0,1 1-356 16,3-2-709-16,0-1 314 0</inkml:trace>
  <inkml:trace contextRef="#ctx0" brushRef="#br0" timeOffset="57139.04">27930 4752 329 0,'2'-3'323'0,"0"0"-39"0,-2 3-33 16,5-1-28-16,-5 1-22 0,7 6-17 0,-1 4-13 15,-1 3-10-15,3 5-13 0,-3 9-8 0,4 2-10 16,-4 4-9-16,-4-1-7 0,2 4-6 0,-6 10-10 16,-1-9-8-16,-10 6-7 0,2 3-2 0,-5-2-8 15,-5 0-8-15,-9 1 6 0,-2-3-8 0,-6-2-2 0,-2-1-11 0,-8-7-2 16,3-1-25-16,-3-5-26 0,-4-3-38 0,-1-3-48 16,-4-3-50-16,-4-1-64 0,-3-8-108 15,1-2-174-15,0-7-526 0,2-4 234 0</inkml:trace>
  <inkml:trace contextRef="#ctx0" brushRef="#br0" timeOffset="57593.58">25823 4795 99 0,'0'0'267'15,"0"0"-20"-15,0-4-24 0,0 4-24 0,0 0-21 16,0 0-17-16,0 0-22 16,-14 10-14-16,5 5-9 0,-10 5-15 0,2 7-10 15,-2 2-1-15,-9 15-4 0,1 1-3 0,-2 1 1 16,8-2 3-16,1 5 1 0,2-2-8 0,1 0-8 15,8 1 7-15,3 0-1 0,9-10-4 0,4-3-4 16,9 7 7-16,11 0-13 0,6-3-6 0,10-8-4 0,10-7-18 16,35 6-40-16,0-11-70 0,-23-7-110 0,32-9-307 15,-30-1-532-15,-1-4 236 0</inkml:trace>
  <inkml:trace contextRef="#ctx0" brushRef="#br0" timeOffset="58826.01">28404 5061 177 0,'0'0'323'0,"0"0"-9"16,0 0-13-16,-5-2-22 0,5 2-32 0,0 0-13 15,0 0-20-15,0 0-23 0,0 0-19 16,-2-3-19-16,2 3-15 0,0 0-15 0,14-5-19 15,-8 3-9-15,8-1-23 0,-2-1-29 0,5 1-37 0,-4-2-42 0,4 0-43 16,1 1-54-16,2 2-50 0,-2-1-68 0,-1-2-167 16,1-1-452-16,-6 4 201 15</inkml:trace>
  <inkml:trace contextRef="#ctx0" brushRef="#br0" timeOffset="58979.7">28504 5202 6 0,'-3'4'221'0,"1"-2"-11"16,-1 1-19-16,3-3-16 0,0 0-12 0,20 0-18 16,1 0-14-16,11-3-25 0,2 1-36 0,1-2-63 15,3-2-74-15,-3-1-160 0,0 2-245 0,0-2 108 16</inkml:trace>
  <inkml:trace contextRef="#ctx0" brushRef="#br0" timeOffset="59496.75">29116 4872 310 0,'-1'-7'384'0,"1"2"-18"0,-1 0-16 16,1 0-29-16,0 0-31 0,0 5-35 16,0-7-28-16,0 7-28 0,0-4-27 0,0 4-31 15,0 0-34-15,0 0-7 0,0 0-17 0,2 12-12 16,1-3 1-16,-1 3-11 0,0 3-6 0,0 2-10 15,2 8-5-15,-2 2 2 0,1-2-7 0,-2 4-2 0,2 0-8 16,1 0 5 0,-2 0-1-16,2 0-6 0,0 0 1 0,-1-3-6 15,0 0-2-15,0 0-1 0,-2-9 4 0,-1 1 4 0,1 0-6 16,2-2-3-16,-3-5 0 0,1-1 2 16,-1-2-6-16,0-2 5 0,2-1 4 0,-2 2 25 0,0-3 24 15,1-1 29-15,-1-3 23 0,0 0 37 0,-1 5 17 16,1-5 19-16,0 0-20 0,0 0-14 0,-8-10-16 15,2 0-19-15,0 1-10 0,1-8-10 0,-2 0-3 0,0 0-10 16,-2-9-10-16,4-1-4 0,-1-5-14 0,3-2-8 16,2-14-6-16,1 0-9 0,1 2-4 0,4-5-5 15,-1 3 17-15,1 3 0 0,2 12 1 0,-2-1-8 16,-1 0-7-16,2 4-1 0,-2 3-2 0,0 7-2 16,0 1 0-16,0 4-11 0,-1 3 2 0,0-1-2 15,-1 4-1-15,0 1-1 0,-1 2-4 0,1 2-5 0,0-1-28 0,-2 2-13 31,2-1-24-31,0-1-28 0,-2 5-31 0,2-3-29 0,-2 3 6 0,9 0-25 0,-9 0 6 16,15 4-15-16,-10-2 2 0,6 1 6 0,-2 3 5 0,2 0 3 31,-1 2-2-31,3-1-15 0,1 3-17 0,0-1-23 16,-2-1-23-16,2 1-41 0,-3 3-64 0,-2-3-236 16,0-1-626-16,0 0 276 0</inkml:trace>
  <inkml:trace contextRef="#ctx0" brushRef="#br0" timeOffset="61816.66">29404 4674 45 0,'-21'5'120'0,"1"0"-16"0,-10 2 1 0,-3 7-4 15,1 1 7-15,-4 1-9 0,-7 11-2 0,-3 0 0 16,6 1 1-16,8-7 0 0,-11 11-6 0,7 0 5 0,8-7-4 15,3-2-1-15,5 1-4 0,0 1-9 0,2-2-6 0,12-5-2 16,-1-1-1-16,2-1-4 0,4 1-8 0,5-4 0 16,2-1-3-16,2-3-6 0,10 1-3 0,3-4-3 15,9 3 0-15,2-6-9 0,0-4 0 0,2-4-5 16,1-1-2-16,-2 0 0 0,-1-4-4 0,-4-1-2 16,-3-1 2-16,-7 1 8 0,-2-2 4 0,-3 1 12 15,-1-3-3-15,-3 0-1 16,-4-1 4-16,-1-1-2 0,0 0 1 0,-9-2-4 15,1-1-3-15,-4 3-6 0,-1-2 0 0,-6-1-8 16,0 4 0-16,-1 4-5 0,2-1-2 0,-7 4 1 16,-7 3-8-16,-3 1 4 0,0 1-4 0,-1 9-3 15,0-1 0-15,0 6-2 0,-3 1-3 0,1 3 2 16,2 2-2-16,0 4 1 0,3-1-1 0,0 3-1 16,6 2 2-16,4-2-2 0,4 2-6 0,8-7 1 0,4 0-2 0,10 0 3 15,2-2 3-15,8-2-3 0,7 0-4 0,6-1-12 16,5-8-14-16,17 1-7 0,-14-5-8 0,17-2 3 15,-4-5 4-15,-11-1 0 0,-4-1 4 16,-2-3 4-16,-3-1 8 0,-5 0 7 0,-3-1 12 0,-10 1 6 16,0-2 9-16,-5 1 9 0,-3-1 2 0,0-1 7 15,-5-1 0 1,0 2-3-16,-6 0 0 0,-2 6-5 0,-1-1-2 16,-5 4-2-16,-2 1-3 0,-5 3-3 0,-7 4 0 15,-3 3-5-15,2 4 3 0,-3 5-2 0,0 1-2 0,0 3 2 16,-10 10-1-16,2 1-2 0,13-5 3 0,-1 2-2 15,0-1-3-15,8 4 3 0,0-6-4 16,7 2-3-16,6-1 3 0,5-6-5 0,4-3 3 0,5 1 3 16,8-4-1-16,0 0 1 0,17-6 0 0,4-1 2 0,0-4-2 15,16-3 1-15,1-6-1 0,0-9-3 0,-5 3 5 16,3-5 9-16,-17 4 17 0,-2-1 6 0,-4-2 9 16,-5 1 23-16,-9 3-2 0,3-6 1 0,-9 2-5 15,-3 1-12-15,-4 0-12 0,-6 0-14 0,-6 1-19 16,-4 3-24-16,-9-1-32 0,-4 5-32 0,-7 6-39 15,-2 1-64-15,-4 7-81 0,-15-1-199 0,1 5-506 0,4 0 225 0</inkml:trace>
  <inkml:trace contextRef="#ctx0" brushRef="#br0" timeOffset="62518.18">24319 6460 231 0,'0'0'261'0,"-6"1"-14"16,6-1-13-16,0 0-11 0,0 0-17 0,0 0-9 16,0 0-17-16,0 0-12 0,0 0-12 0,0 0-18 15,0 0-15-15,0 0-13 0,0 0-17 0,0 0-4 0,0 0-11 16,0 0-4-16,0 0-7 0,0 0-15 0,24-9-3 16,-7 6-23-16,4-3-27 0,6-1-37 0,3 1-45 0,0 1-47 15,1-4-52-15,-2 4-246 0,-2-1-464 0,5 2 205 16</inkml:trace>
  <inkml:trace contextRef="#ctx0" brushRef="#br0" timeOffset="62686.93">24503 6641 153 0,'-9'8'207'0,"0"-3"-27"0,-1 1-7 15,6-3-10-15,-1 1-17 0,3-1-9 0,0-1-13 16,2-2-4-16,9 6-14 0,6-5-8 0,5-1-13 0,9 0-25 15,8-3-33-15,14-2-45 0,2 1-57 16,0-1-86-16,0-2-94 0,-2 5-275 0,2-5 123 16</inkml:trace>
  <inkml:trace contextRef="#ctx0" brushRef="#br0" timeOffset="63181.16">26089 6508 107 0,'-6'-8'275'15,"0"1"-20"-15,1 0-19 0,-4-1-22 0,-1 4-22 16,1-1-8-16,-4 0-28 0,-2 3-16 0,-4 1-6 16,-3 4-20-16,-5 3-13 0,-5 0-11 0,0 4-9 15,2 4-4-15,-1-1-15 0,0 3-3 0,5 0-9 16,-1 2-1-16,4-1-7 0,0-2-1 0,9 0-3 16,-1-1-7-16,4-2-3 0,5 0-4 0,1-3-4 0,2-1-1 0,2-1 0 15,2 0 0-15,2 0 0 0,2 1 0 0,5-3 0 16,3-4 7-16,3-1-7 0,5-4-2 15,6 0 5-15,2-4-12 0,-11 2 3 0,10-5 6 16,-2-1-10-16,-10 2 2 0,9-3 11 0,-8 2 8 0,0 0 7 16,-3 0 11-16,-4 2 8 0,2 1 16 0,-3 3 13 15,-1-2 0 1,-3 2 4-16,0 3-10 0,1 0-6 0,-3-3-22 16,-1 4 0-16,-2 1-19 0,7-2-18 0,-7 2 0 15,7 5-4-15,-2-2-1 0,-1 1-1 0,5 5 2 0,0 0 0 16,4 3-6-16,0 0-39 0,3-2-33 15,2 1-41-15,0 1-49 0,6 1-48 0,4-3-54 16,-10-3-260-16,9 1-561 0,1-2 249 0</inkml:trace>
  <inkml:trace contextRef="#ctx0" brushRef="#br0" timeOffset="63589.2">26530 6474 53 0,'0'-10'391'0,"1"3"0"0,-1-1-6 15,0 2-29 1,-1 3-38-16,2-4-32 0,-1 5-37 0,0 2-17 16,1-4-37-16,-1 4-39 0,0 0-20 0,0 0-13 0,0 0-13 15,3 18-19-15,-3-6-1 0,1 2-22 0,1 5 8 16,-2 0-10-16,0 6-6 0,-2 2-5 0,0 0-6 16,-1 1-10-16,2-1 1 0,-2 0-9 0,3-4 0 15,-2 2-5-15,-1-6-2 0,2-2-5 0,-2 3 2 16,3-5 4-16,-1-1-5 0,1-4 14 0,-2-2-20 0,0 0-2 15,2-3 6-15,0 0-3 0,0-1 28 0,-1-1 38 16,1-3 39-16,0 4 42 0,0-4 43 0,0 0 31 16,0 0-26-16,0 0-21 0,-4-13-19 0,3 4-16 15,-3-4-15-15,0-3-13 0,2-4-16 0,-1-5-16 16,-5-5-19-16,8 0-23 0,0-4-8 0,0-15-4 16,3 15-7-16,5-14-3 0,-6 12-5 0,1 2-2 0,1 0 1 0,1 1-5 15,-4 4-1-15,0 11 3 0,4 0-8 0,-2 6-5 16,1 1 2-16,-3 2-6 0,0 4-4 0,1-2-38 15,3 2-45-15,1 2-23 0,5-1-19 0,1 2-27 16,8 2-36-16,2 6-31 0,5-1-32 0,0 5-32 16,2 2-36-16,-2 1-46 0,1 1-52 0,-2-1-290 15,-2 4-765-15,-3 0 339 16</inkml:trace>
  <inkml:trace contextRef="#ctx0" brushRef="#br0" timeOffset="63789.42">26652 6938 42 0,'-5'7'254'0,"0"1"-24"0,-4-3-18 0,8-1-2 15,-3-1 0-15,0-1-7 0,4-2-12 0,-3 5-12 16,3-5-13-16,0 0-8 0,7 3-14 0,3-3-12 16,3-1-9-16,9 1-15 0,6-2-13 0,0 0-25 15,-1-3-24-15,2 2-40 0,0 1-37 0,-1-4-44 16,1 2-42-16,-2-2-46 0,-7 1-237 0,0 0-431 15,-1 2 191 1</inkml:trace>
  <inkml:trace contextRef="#ctx0" brushRef="#br0" timeOffset="63976.3">26592 6774 8 0,'-5'3'390'0,"-1"-3"-42"0,1 1-36 16,1 2-39-16,4-3-35 0,-6 1-32 16,6-1-22-16,0 0-26 0,0 0-20 0,32 1-36 0,2-3-45 15,4-2-56-15,15-2-63 0,9-6-77 0,-5 1-230 16,5 1-400-16,4-4 177 0</inkml:trace>
  <inkml:trace contextRef="#ctx0" brushRef="#br0" timeOffset="64591.05">27699 6521 291 0,'0'0'348'0,"0"-4"-17"0,0 4-18 16,2-4-19-16,-2 4-35 15,0 0-26-15,0 0-27 0,0 0-29 0,0-4-32 16,0 4-22-16,0 0-13 0,-8 11-9 0,1-5-8 15,-6 6-15-15,-3 1-4 0,-4 6-3 0,0 0-12 16,-1 3-3-16,-1 1-5 0,4-4-7 0,-4 3-27 16,3-2-20-16,6-2-23 0,0-3-20 0,1-3-28 15,1 4-22-15,1-1-36 0,4-3-27 0,1-4-42 16,-2 0-256-16,3-4-493 0,3-2 218 0</inkml:trace>
  <inkml:trace contextRef="#ctx0" brushRef="#br0" timeOffset="64791.25">27475 6634 131 0,'6'-19'229'0,"-3"4"15"0,-1-3 13 0,1 6 8 16,1 1 2-16,-2 1 7 0,-2 3-4 0,2 1-25 16,-1 2-31-16,-1-1-20 0,2 2-25 0,0-1-22 0,-2 4-31 0,0 0-16 15,0 0-4-15,0 0 2 0,0 0-27 0,9 14-4 16,-5-5-7-16,2 2-7 0,2 2-2 0,0 3-10 16,2 0-3-16,3 0-1 0,1 0-12 0,1-1-24 15,-1 0-33-15,3-2-28 0,4 4-40 0,-4-5-42 16,0 0-48-16,1-4-57 0,-2-1-252 0,1-2-539 15,-6-2 239 1</inkml:trace>
  <inkml:trace contextRef="#ctx0" brushRef="#br0" timeOffset="65023.57">27891 6436 237 0,'2'-6'391'0,"0"1"-26"0,1 0-34 15,-3 1-22-15,2 2-45 0,-2 2-30 0,2-4-39 16,-2 4-14-16,0 0-17 0,0 0-25 0,15 10-10 16,-7-2-13-16,1 7-15 0,1 2-8 0,3 6-3 15,-8 1-10-15,4 3-8 0,-4 3-5 0,-2-1-7 16,-2 2 1-16,-2 0-10 0,-2 2-7 0,-6 0 2 16,3-2-12-16,-6 3-25 0,1-3 3 0,-2 1-33 15,-6-6-21-15,0 1-21 0,-4-2-31 0,-3-7-41 16,-2 0-46-16,-4-7-51 0,3-1-287 0,-4-6-560 0,-1-1 248 15</inkml:trace>
  <inkml:trace contextRef="#ctx0" brushRef="#br0" timeOffset="65308.97">27409 6371 81 0,'-9'-6'297'0,"3"0"-9"0,-2 1-29 0,0 1-28 16,2 3-25-16,-2 1-25 0,-1 1-17 0,-1 6-21 0,-4 2-17 0,0 4-11 15,-6 9-13-15,4 5-11 0,-2 1-7 0,0 0-10 16,4 5-4-16,0 0 0 0,3 0 3 0,3 3-7 16,3-5-2-16,5 3-5 0,4-2 0 0,6 0-7 15,7-3 2-15,4-3-5 0,16 7-3 0,8-9-17 16,1-4-33-16,7-5-43 0,10-3-51 0,1-3-86 15,28-14-283-15,-27 8-506 16,1-10 225-16</inkml:trace>
  <inkml:trace contextRef="#ctx0" brushRef="#br0" timeOffset="65724.77">28521 6622 219 0,'-10'2'241'0,"0"0"-12"0,1-1-16 16,1-1-15-16,1 2-16 0,1-2-23 0,1 2-19 16,5-2-12-16,-10 2-15 0,10-2-12 0,-7 1-6 15,7-1-12-15,-5 2-1 0,5-2 4 0,-4 0-7 16,4 0-3-16,0 0 4 0,0 0 1 0,0 0 0 0,0 0 1 16,0 0 5-16,0 0 0 0,0 0-2 0,0 0-4 0,33-2-5 15,-10 0-8-15,8-3-9 0,2 0-4 0,4 0-5 16,2 0-3-16,13-3-6 0,-1 2-6 0,-1 1-2 15,-10 1-10-15,-2-2-13 0,-6 1-14 16,-4 0-14-16,-8 3-9 0,-7 1-4 0,-2-2-10 0,-3 1-28 16,-3 1-45-16,-3-2-39 0,-2 3-44 0,0 0-11 0,-14-7-44 15,-2 3-161-15,-5 0-445 0,1 3 198 0</inkml:trace>
  <inkml:trace contextRef="#ctx0" brushRef="#br0" timeOffset="65930.52">28669 6503 20 0,'0'-7'310'0,"0"2"1"16,0 2-1-16,1-2 7 0,-1 1-2 0,3-1-8 15,-3 5-23-15,-4-4-21 0,4 4-31 0,0-5-29 16,0 5-23-16,0 0-30 0,0 0-15 0,0 0-16 16,0 0-22-16,0 0-13 0,-6 17-6 0,2-1-14 15,0 1 0-15,-1 6-5 0,-2 3-8 0,2-2 2 0,0 3-8 0,4 1-37 16,1-4-47-1,0-3-40-15,4 6-54 0,2-4-60 0,0-7-91 16,1 1-272-16,-1-6-601 0,2-4 266 0</inkml:trace>
  <inkml:trace contextRef="#ctx0" brushRef="#br0" timeOffset="66578.63">29397 6688 152 0,'0'0'330'0,"-3"3"-27"0,3-3-18 0,0 0-27 16,0 0-15-16,0 0-24 0,0 0-13 0,0 0-24 15,0 0-15-15,0 0-19 0,0 0-20 0,0 0-9 16,12-7-13-16,-7 2-7 0,0 0-11 0,1 1-6 15,1-5-3-15,0 1 6 0,0-2 9 0,-2-1 7 0,3-4 6 16,-2 0 4-16,2 0-2 0,-3-4 1 0,0 1 0 16,3-7 1-1,-3 5 1-15,0-6-6 0,3-1-2 0,-4-4-10 16,1 1-10-16,2-2-4 0,-3 0-10 0,0-3-6 16,1 2-6-16,-2 1-7 0,1 0 1 0,-3 2 3 15,0 5 9-15,1 5 4 0,-2 3 9 0,1 6 4 16,-1-2 7-16,0 9-10 0,1-4-15 0,-1 3-4 15,0 0-17-15,0 1-23 0,1 0-28 0,-1 4-34 16,-2-6-38-16,2 6-10 0,0 0 14 0,-9 12 10 0,0 3 3 0,0 6 12 16,-4 2 8-16,0 8-2 0,-1 1-2 0,1 1 14 15,-2 12 5-15,2 2 2 0,3-13-1 0,5 1 8 16,-3 10 0-16,6-11 9 0,-1-1 1 0,3-1 16 16,2-3-11-16,1-1 11 0,1-3-1 0,3-1-10 15,0-7 11-15,2 0 5 0,-4-2-3 0,4-1 4 16,4-3 7-16,-4-2 10 0,1 2-1 0,3-4 5 0,-3-1 5 0,4-2-2 15,6-1 3-15,-1 0-2 0,2-3-3 16,-3-1 0-16,3-2 2 0,-2-1 6 0,-2-3 4 16,2 1-4-16,-3-3-7 0,1-3 1 0,-4 0-3 0,2-2-6 15,-3-1 0-15,5-4-3 0,-9 3-6 0,-2 0 9 16,-2 5 13-16,0-4 0 0,-1 2-2 0,-6 6-8 16,3-1-3-1,-5 0-7-15,-3 3-4 0,-1 2-9 0,-6 1-9 0,2 2 9 16,-6 4-4-16,2 2-1 0,-2 1-23 0,0 3-31 15,4 1-24-15,1 2-24 0,4-1-27 16,3 4 0-16,5 0-45 0,2-5-31 0,7 4-67 16,6-1-121-16,8-5-335 0,9-1-786 0,5-6 348 0</inkml:trace>
  <inkml:trace contextRef="#ctx0" brushRef="#br0" timeOffset="75744.7">2392 8951 47 0,'0'0'229'0,"-4"-4"-11"15,4 4-10-15,0 0-10 0,0 0-14 0,0 0-8 16,0 0-14-16,0 0-10 0,-3 0-16 0,3 0-8 16,0 0-13-16,0 0-5 0,0 0-13 0,0 0-3 0,0 0-10 0,0 0-9 15,0 0-2-15,0 0-4 0,0 0-6 0,0 0-4 16,-5-4-5-16,5 4-6 0,0 0-3 0,0 0-5 16,13-7-6-16,-8 3-4 0,3 3-3 0,4-3-3 15,0 0-6-15,1 0 0 0,5 0-2 0,-2-1-1 16,2 1-3-16,0 1 2 0,0 1-3 0,1-1-3 15,-1 3-2-15,-3-1-1 16,3 2-1-16,-5 0-6 0,1 1 3 0,-3 0-8 16,-4 1-6-16,4 1-1 0,-6 0-3 0,1 1-2 15,-4 4-4-15,-2 0 8 0,-2 3-1 0,-6 3 5 16,-6 2 1-16,-2 2 0 0,-5 0 1 0,-5 1 0 16,3 0 3-16,0-1-2 0,-2-3-1 0,0 5 5 15,1-5 0-15,1 1 0 0,8-5 3 0,0 0 5 16,-1-3-3-16,1 1 0 0,3-4-4 0,7 0 4 0,-1-3-4 15,-2 2 0-15,4-2 3 0,-1-2 0 0,1 2-1 16,3 0 9-16,1-3 2 0,-5 2-4 0,2 1 5 0,3-3 2 16,0 0-4-16,0 0 0 0,-1 4 3 0,1-4 5 15,0 0 5-15,0 0 9 0,22-4 3 16,-7 3 2-16,3-2 1 0,9-4-8 0,8 5 13 16,0-5-15-16,4 4 1 0,-1-3-5 0,13-2-5 0,1 2 1 0,-17 0 2 15,-2 1-6-15,-1 2 2 0,-3-4-2 0,-8 5-3 16,-2 0 0-16,-5 1-4 0,-2-2 1 0,-3 2 0 15,-2 1 3-15,1 0 11 0,-3-1 8 0,-5 1 5 16,10-2 10-16,-10 2 14 0,9 0-17 0,-9 0 5 0,0 0-1 16,5-2-9-16,-5 2-7 0,0 0-12 0,0 0-20 15,0 0-14 1,0 0-24-16,0 0-27 0,0 0-29 0,0 0-37 16,-12 6-39-16,12-6-40 0,-11 0-65 0,11 0-204 15,-10-1-520-15,10 1 230 0</inkml:trace>
  <inkml:trace contextRef="#ctx0" brushRef="#br0" timeOffset="76276.03">2729 8652 223 0,'-14'-5'220'0,"2"0"-13"0,1-1-13 16,-3 2-14-16,1 3-11 0,-1 0-19 0,0 1-14 15,-4 1-11-15,0 0-11 0,-1 4-9 0,0 3-9 16,1-1-11-16,-6 6-8 0,-1 3-9 0,0 1-7 16,2 7-5-16,1-2-8 0,-1 4-3 0,4 3-7 15,-4 0-3-15,-4 12-1 0,8-12-3 0,2 3-6 16,2-1-4-16,2 1-2 0,1 1-2 0,3 4-2 0,-1-6 1 15,4 3-2-15,1 0 1 16,3 0 4-16,2 0-4 0,2-5 3 0,3-2 4 0,1 1 4 0,2-4 5 0,3-1 1 16,1-6 2-16,7 2 6 0,3-2 7 0,2 0 6 15,6-8 5-15,3 1 4 0,4-5 7 0,17-2 4 16,2-3 2-16,4-4-1 0,1-1 2 0,1-6-14 16,-4-1 4-16,0-3 4 0,-9-2 2 0,-4 0 1 0,-10 1 17 15,-3 1 1-15,0-9-1 0,-4 4 4 0,9-14-5 16,-11 6-8-16,-1 1-5 0,-8-5-8 0,-2-1-6 15,-2-14-6-15,-3 2-18 0,-6 10 15 0,-4-13-23 16,-4 11-2-16,-10-7-6 0,0 14 4 0,-4-1-3 16,-1 1-3-16,-4 2-4 0,-5 6-5 0,-3 2-10 15,-3 3-7-15,-15 1-5 16,9 10-6-16,-11 2-22 0,-2 6-12 0,-1 3-29 16,17 0-25-16,-1 5-32 0,3 2-38 0,4 2-39 15,5 6-45-15,7-3-47 0,-2 1-273 0,12-1-626 16,5-6 276-16</inkml:trace>
  <inkml:trace contextRef="#ctx0" brushRef="#br0" timeOffset="76630.11">4338 8846 106 0,'0'0'330'0,"-3"-6"-12"0,3 1-20 0,0 5-16 15,-1-4-9-15,1 4-28 0,0 0-8 0,-3-5-32 0,3 5-22 16,0 0-26-16,0 0-29 0,0 0-10 0,0 0-17 0,-16 12-5 15,4-4-16-15,-2 6-3 0,0 5-7 0,-6 1-10 16,3-1-5-16,-1 2-8 0,0 1-2 0,3 2-2 16,0-2-5-16,3-5-2 0,-3 6-12 0,-2 2-25 15,7 0-15-15,0-7-27 0,-3 4-23 0,0-5-25 16,0 0-31-16,-1-2-38 0,2-4-43 0,-1-2-289 16,0-1-533-16,4-2 236 0</inkml:trace>
  <inkml:trace contextRef="#ctx0" brushRef="#br0" timeOffset="76945.63">3929 8880 157 0,'4'-5'377'0,"-4"-1"-21"0,0 1-26 0,0 3-36 16,0 2-31-16,0-7-28 0,1 5-17 0,-1 2-38 15,0 0-23-15,0 0-16 0,15 7-8 0,-4 2-6 16,5 3-7-16,8 5-7 0,3 3-9 0,-4-1-12 15,8 5 5-15,-3-2-2 0,13 8-21 0,-12-5 0 16,1-2-14-16,0 1-5 0,10 6-2 0,-12-8-2 16,3 1-6-16,-7 0-6 0,3-5-10 0,-5-1 2 0,-7-7 2 0,-4-3-5 15,-3 1-11-15,2-2 16 0,-5-1-12 0,3 0 7 16,-5-3 21-16,1-2 14 0,0 4 13 0,0-3 9 16,-1 2 1-16,-3-3 5 0,5 2-9 0,-5-2-15 15,4 3-2-15,-4-3-3 0,0 0-12 0,0 0-9 16,0 0-21-16,0 0-27 0,5 2-52 0,-5-2-51 15,0 0-58-15,0 0-63 16,0 0-73-16,0 0-399 0,10-5-763 0,-6 3 338 16</inkml:trace>
  <inkml:trace contextRef="#ctx0" brushRef="#br0" timeOffset="77730.5">5563 8964 56 0,'-2'-12'305'16,"-1"4"-11"-16,-2-1-23 0,0 2-9 0,0 1-12 16,-2 2-12-16,1-1-21 0,1 0-18 0,-2 3-19 15,1-3-20-15,-4 5-17 0,0 0-19 0,-1 2 8 16,-3 3-33-16,-2 5-9 0,-3-1-13 0,-6 7-5 16,5 2-6-16,-2 2-11 0,-1-1-6 0,4 3-2 15,2-1-7-15,2 1 0 0,5-2-9 0,1-4 0 16,3 3-1-16,0-2-3 0,5-1-3 0,-1-3-2 0,3-2 1 0,0-4 2 15,3 2 0-15,1-3 18 0,1-2-4 0,1-1-2 0,6-3 6 16,1-2-4-16,4-1 3 0,-1-5 6 0,2 1 11 16,-2-2-4-16,1-2 12 0,-4 0 13 0,0 1-4 15,-1-3-1-15,2-1-5 0,-3 0 6 0,-2 0-15 16,0 0-7-16,0 1-5 0,-3 3-7 0,-1 0 7 16,1 3 5-16,-5 0-6 0,2 2-5 0,0 0-7 0,-2 2-5 15,1 0-9-15,0 0-6 0,-3 3-10 0,0 0-33 16,6 0 12-16,-6 0 0 0,0 0 1 0,11 9 4 15,-5-4 5-15,0 1-3 0,4 3 0 0,-4 1 3 16,3-1-8-16,3 2-35 0,-2 1-34 0,2-1-30 16,-1 0-35-16,-3 1-54 0,0-4-62 0,1 1-63 15,-2-1-302-15,1 0-680 16,-3-4 301-16</inkml:trace>
  <inkml:trace contextRef="#ctx0" brushRef="#br0" timeOffset="78631.02">5844 8931 331 0,'0'0'379'0,"0"-5"-29"0,0 5-36 16,0 0-36-16,0 0-34 0,3-3-27 0,-3 3-34 16,0 0-16-16,0 0-11 0,0 12-19 0,1-8-11 15,2 4-13-15,-2-1-15 0,0 4-4 0,2 2-16 16,-2-3-6-16,3 4 3 0,0 1-16 0,0-1-6 15,-3-2-8 1,4 1-2-16,-1-4 5 0,-3 2-12 0,2-5-2 16,0 1-4-16,0-2 2 0,-3 0-9 0,3-1 5 15,-2-1 20-15,-1-3 22 0,1 5 19 0,-1-5 37 0,3 3 27 16,-3-3 20-16,0 0-11 0,0 0-15 0,10-8-20 16,-5 1-8-16,3 1-10 0,-3-1-12 15,1-2-10-15,0 0-9 0,2-3-9 0,0 0-5 0,-2 4-9 16,2-3-7-16,-3 3-4 0,0 1-5 0,-2 4-10 0,1-2-16 15,-2 1-10-15,2 1-15 0,-4 0-19 0,0 3-28 16,4-5-16-16,-4 5-28 0,0 0-12 0,0 0 17 16,0 0 10-16,10 11 10 15,-7-6 24-15,-1 0-11 0,3 6 6 0,3-3 5 0,-2 3-4 0,3-2-6 0,4 3-11 16,1 0 7-16,12 2-14 0,-2-2-11 0,5-3-7 16,6-1 4-16,3-4 6 0,17-1-14 0,-5-1-14 0,5-4-11 15,-3-3-13-15,3 3 4 0,-2-6 9 0,0 1 9 16,-14 0 12-16,0-3 14 0,10-3 11 0,-16 2 18 15,0 0 23-15,-3-2 22 0,-3-2 25 0,-10 4 23 16,0 1 26-16,-3-3 23 0,-5 3 20 0,-4-1 5 16,1 0 12-16,-2 5 9 0,-1-6-28 0,-3 2-7 15,-4 0-12-15,-5 1-16 16,0 1-6-16,0 3 1 0,-5 1-20 0,-4 1 1 16,-11 1-3-16,1 4-8 0,-3 1-6 0,-1 2 3 15,0 4-7-15,0 2-9 0,1 1 9 0,3-1-6 16,3 3-8-16,2 0-9 0,0 3 0 0,8-5-14 15,-2 1-9-15,7 1-4 0,2-1-5 0,-2 1 3 16,6-2-1-16,4-1 0 0,0-1 3 0,4-2 6 16,6 0 3-16,-1-4 10 0,10 2-6 0,2-3 1 0,9 1-13 0,-3-4-10 15,3-4 2-15,-2-3 2 0,-2 1 0 0,-4 1 7 16,5-5 5-16,-10-3 6 0,6 0 11 0,-9-2 25 16,0 0 0-16,-1-6 9 0,-1-2 21 0,-3-6-6 0,-2 3 7 15,-5-3 8-15,0-2 0 0,-1-3 3 16,-2-13-2-16,-1 14 30 0,0-3 2 0,-1 4 21 15,-1-1 27 1,-1 1 23-16,1 8 21 0,-1 4 7 0,3 4 21 0,-1 4-3 16,2 1-12-16,0 2-16 0,-1 1-22 0,2 2-13 15,-1 0-19-15,1 2-30 0,-1-1-44 0,1 5-46 16,-3-2-50-16,3 2-43 0,0 0 8 16,-4 14 6-16,0 3 7 0,1 10 4 0,-4 3 11 0,3 5 5 15,1 10 7-15,0-8 5 0,-1 8 4 0,5-11 2 16,-1 0 7-16,3-3 1 0,1-2 6 0,2-3 4 0,1 0-7 15,0-2 10-15,0-6 6 0,-2-2 3 0,0-4 2 0,1-4-3 16,-2 1 2-16,0-4 7 0,-3 2 0 0,2-3 10 16,-1 0-4-16,0 0 0 0,0-3 4 0,-2-1 0 15,3 3 1-15,-3-3 0 0,1 4-2 16,-1-4 4-16,0 0-5 0,3 2-12 0,-3-2-18 0,0 0-28 16,0 0-74-16,0 0-87 0,0 0-69 0,12-6-70 0,-7 0-388 15,3 1-793-15,1 0 351 0</inkml:trace>
  <inkml:trace contextRef="#ctx0" brushRef="#br0" timeOffset="78978.57">7457 8567 247 0,'0'0'333'0,"-3"-4"-41"0,3 4-25 0,-1-2-34 15,1 2-19-15,0 0-24 0,0 0-26 16,0 0-17-16,0 0-16 0,0 0-11 0,6 14-14 0,0-4-17 16,0 1 5-16,3 3-7 0,5 3-11 0,0 3-4 15,1 2-1-15,2 2-5 0,2-3-7 0,3-1-1 16,-4-1-7-16,2 1-4 0,-2-2-1 15,0-5-6-15,-1-1 2 0,-2 0-9 16,0-2-1-16,-4-3 0 0,-2 0-5 16,-1-4-3-16,0 0-2 0,-3 1-7 0,0-2-10 0,0 1-14 15,0-1-20-15,-2 0-35 0,-3-2-83 16,0 0-93-16,5-7-268 0,-5 7-549 0,4-6 243 0</inkml:trace>
  <inkml:trace contextRef="#ctx0" brushRef="#br0" timeOffset="79216.1">8078 8546 279 0,'-1'-4'361'0,"1"0"-19"0,0 4-27 16,-2-7-34-1,2 7-32-15,0-3-24 0,0 3-29 0,0 0-25 16,0 0-15-16,0 0-20 0,-9 8-12 0,3-1-15 15,-4 4-7-15,0 4-11 0,-7 6-6 0,-1 0-12 16,3 3-8-16,-2 0-3 0,-1 0-27 0,4 0-29 16,-4-1-35-16,4 0-29 0,2 2-27 0,-3-2-36 15,5-6-39-15,1 0-38 0,-1-2-80 0,5-5-145 16,-1 2-458-16,0-4 204 0</inkml:trace>
  <inkml:trace contextRef="#ctx0" brushRef="#br0" timeOffset="79516.05">7868 8782 42 0,'0'-4'391'0,"0"-1"11"0,-1 2 3 0,1 3-4 15,1-5-20-15,-1 5-31 0,-1-5-33 0,1 5-39 16,0 0-36-16,0 0-30 0,0 0-25 0,0 0-17 16,0 0-23-16,0 0-21 0,1 25-13 0,-1-8-11 15,0 2-7-15,0 10-14 0,2-2-8 0,-1 2-4 16,2 1-13-16,-1-1-5 0,6 3-1 0,-4-4-5 15,3 0-4-15,-2-1-4 16,4-3 0-16,-2-5-4 0,-2-2-3 0,1-3-4 16,-1-2 7-16,-1-3-14 0,1-1 6 0,-4-2 1 15,2-1 0-15,-2-1-4 0,3 1 6 0,-4-2 0 0,4-1 0 16,-4-2 3-16,1 5 0 0,-1-5-16 0,0 0-52 0,0 0-80 16,0 0-70-16,4-15-76 0,-3 8-98 0,2-4-363 15,-2 0-782-15,4-5 346 0</inkml:trace>
  <inkml:trace contextRef="#ctx0" brushRef="#br0" timeOffset="80479.27">9409 8695 28 0,'-3'-5'275'0,"-4"-2"-21"0,-2 2-12 16,0 0-14-16,3 0-17 0,-1 2-16 0,-3 2-18 15,3-2-15-15,-2 3-20 0,-4 3-16 0,0-2-12 0,-2 9-14 16,-2 2-10-16,-6 4-11 0,0 2-6 0,3 2-9 0,1 2-3 16,-2 1-10-16,2 2-4 0,2-1 2 0,2-1-8 15,1 1-7-15,4 0-3 0,-3-2-2 0,5-3-3 0,3-1-3 16,1-1 0-16,3-5-2 0,-2-1 7 0,3-2 2 15,-1-2-1-15,1-1 7 0,0-1 15 16,0 1 24-16,0-3 39 0,0-3 14 0,0 0 8 0,0 0-3 16,0 0 10-16,13-5-33 0,-8-1-8 0,4 0-7 0,0-4-2 15,-4 1-3-15,4-3-8 0,0 1-6 0,4-3-10 16,-4 2-9-16,2-1-3 0,-2 5-6 0,0-2 0 16,3 0-8-16,-5 3-10 0,-2 2-2 0,3-1-9 15,-2 2-4-15,1 1-1 0,-2 1-6 0,1 0-9 16,0 2 5-16,-6 0-3 0,17 4-4 0,-5-2-2 15,-2 3-3-15,-1 1 1 16,1 1 10-16,3 1-15 0,1 1-21 0,0 0-29 16,-1 2-14-16,2-2-33 0,-2 0-45 0,-3 1-45 15,-1-2-48-15,0-3-54 0,-2 4-327 0,-4-6-680 16,1 0 301-16</inkml:trace>
  <inkml:trace contextRef="#ctx0" brushRef="#br0" timeOffset="80811.57">9473 8740 187 0,'8'-9'284'0,"2"3"-20"0,-1 1-19 16,3-1-19-16,-1 4-22 0,1 0-17 16,-2 2-19-16,4 1-16 15,-1 2-6-15,2 5-15 0,0-1-8 0,2 4-13 16,-3-2-9-16,0 3-9 0,-1 2-9 0,0-2-9 15,-4 4-7-15,0 0-6 0,-2 0-6 0,0-1-4 16,-1 4-6-16,-1-6-2 0,-4 1-3 0,2-2-3 16,-3-2-1-16,0 0 7 0,0-3-2 0,0 1 10 15,0-4 2-15,0 1 15 0,0 0 26 0,0-1 28 16,0-4 39-16,0 0 31 0,0 4 26 0,0-4 18 0,0 0 22 0,4 4 18 16,-4-4-39-16,0 0-23 0,0 0-27 0,2-16-23 15,2 10-16-15,0-5-37 0,0 1-37 0,1-5-48 16,4 0-50-16,0 0-53 0,4-1-65 0,2-4-62 15,7 3-50-15,-1 0-53 0,4 5-48 0,3-2-65 16,-4 2-315-16,4 4-794 0,9 3 351 0</inkml:trace>
  <inkml:trace contextRef="#ctx0" brushRef="#br0" timeOffset="81134.92">10126 8915 143 0,'-5'3'290'15,"4"-2"-1"-15,-2 2-1 16,3-3-8-16,-3 3-11 0,3-3-15 0,0 0-18 16,0 0-22-16,0 0-20 0,0 0-27 0,25-11-18 15,-7 3-9-15,1 0-15 0,4-2-16 0,3-2-10 16,-2 0-2-16,-7 2-15 0,7-4-8 0,-2-1-6 16,-2-4-9-16,-1 0 3 0,-6 4-11 0,1-1-7 15,-5 0-4-15,0 0 0 0,1 2 8 0,-6 2 13 16,0 2 3-16,-3 0-1 0,-2-2-11 0,-2 7-2 0,1-2-3 0,-5 4-14 15,-4-1-5-15,-5 4-7 0,-3 4-10 0,0 3 2 32,-8 4-4-32,0 3-1 0,4 6-2 0,1-1-7 0,0 1 0 15,1 3-2-15,2-1 9 0,5 5-7 0,1-5 0 16,7 4-1-16,6-7 7 0,1 1 3 0,7 4 0 16,7-2 1-16,7-3 15 0,5-2-31 0,7-5-22 0,15 0-64 15,7-6-98-15,-1-3-109 0,1-6-335 0,4-2-688 16,-5-1 305-16</inkml:trace>
  <inkml:trace contextRef="#ctx0" brushRef="#br0" timeOffset="82552.98">11481 8560 114 0,'1'-3'263'0,"3"-4"-16"16,-3 3-12-16,4 0-7 0,-1 0-17 0,1 1-23 15,2-1-16-15,-2 2-23 0,4 2-16 0,0 2-12 16,2 0-14-16,2 2-7 0,4 2-4 0,-1 3-6 15,0 3-7-15,1 1-7 0,4 6-6 0,-5 0-4 16,2 5-7 0,-4 2-2-16,3-1-6 0,-7-1-5 0,2 1-4 15,-2 1-4-15,-6-6-6 0,0 6 2 0,-2-6-8 0,-2-2 1 16,0 2-6-16,-1-3 4 0,-3-5-4 0,3 0 0 16,-1-2 10-16,-1 2 7 0,0-4 15 0,-2-1 5 15,3-1 15-15,0-1 16 0,0 1 30 0,-1-4 31 16,2 1 36-16,1-3 23 0,-4 2 27 0,4-2-13 15,0 0-14-15,-9-6-5 0,5-2 0 0,-1 0-15 16,5-5-18-16,-4 2-19 0,4-8-11 0,4-6-8 0,1 4-26 16,0-7-11-16,-1-5-7 0,8 2-12 0,-2 3-8 0,0-2-7 15,2 1-9-15,-1 1 3 0,1 6-11 0,-6 5 5 16,0 1-16-16,4-1-7 0,-4 8-2 0,-2 0-6 16,-2 3 1-16,1 1-20 0,-1 0-25 0,0 3-36 15,0-3-40-15,2 2-47 0,-4 3-55 0,1-4-51 16,-1 4 2-16,0 0-5 0,0 0-19 0,12 10-33 0,-7-5-44 15,1 4-57-15,0-3-307 0,2 0-775 0,-4 0 343 0</inkml:trace>
  <inkml:trace contextRef="#ctx0" brushRef="#br0" timeOffset="82738.03">12037 8838 64 0,'-3'5'394'0,"2"-3"-9"0,1 2-1 0,0-4-13 0,-1 5-4 16,1-5-10-16,0 0-15 0,-3 4-25 0,3-4-26 16,0 0-31-16,0 0-24 0,0 0-31 0,0 0-38 15,3 4-53-15,-3-4-58 0,0 0-73 0,0 0-71 16,0 0-79-16,14-8-81 0,-11 4-124 0,1 0-198 0,0 1-617 0,-1-2 273 16</inkml:trace>
  <inkml:trace contextRef="#ctx0" brushRef="#br0" timeOffset="83191.98">12306 8515 141 0,'4'-4'472'0,"-8"-1"-16"0,4 0-18 0,0 5-28 15,0-6-33-15,0 2-41 0,4 0-33 0,-4 4-34 16,-4-5-33-16,4 5-25 0,0 0-32 0,0 0-23 0,0 0-15 16,0 0-15-16,9 13-13 0,-5-4-13 0,1 1-14 0,3 4 1 15,-3 3-17-15,1-1-11 0,2 2-2 0,-3 0-6 16,3 0-8-16,1 8 0 0,-4-8-9 16,4 6 0-16,-4-5-5 0,0-2-1 0,0-2 1 0,-1-2-4 15,0-2 2-15,-2-1-4 0,2 0-4 0,-3-6 9 16,1 3-13-1,0-2 2-15,0-2 3 0,-1 1 15 0,2-3 48 16,-3-1 55-16,0 0 42 0,1 6 42 0,-1-6 25 0,0 0-3 16,0 0-28-16,6-9-12 0,-2-1-25 15,0 1-18-15,1-3-21 0,3-5-5 0,2 0-20 16,3-9-1-16,-1 1-31 0,2-1-6 0,1 0-4 0,-3 1-14 0,1 1 1 16,-3 6-10-16,-1 2-5 0,-1 3-7 0,-3 2-33 15,0 1-5-15,0 2 0 16,-1 1 0-16,-3 2 0 0,3-2 0 0,1 5-85 0,-3-2-68 0,-1 1-53 0,-1 3-56 0,4-3-69 15,-4 3-18-15,0 0-19 0,8 6-30 0,-5-2-36 16,1 3-56-16,-2-2-363 0,1 6-924 0,2-4 410 16</inkml:trace>
  <inkml:trace contextRef="#ctx0" brushRef="#br0" timeOffset="83392.64">12797 8821 131 0,'0'5'467'0,"0"0"9"16,0-1-1-16,0-4-3 15,-4 3-8-15,4-3-24 0,0 4-34 0,0-4-39 16,0 0-40-16,0 0-45 0,0 0-54 0,0 4-70 16,0-4-86-16,0 0-154 0,0 0-191 0,0 0-462 0,0 0-797 0,14-8 352 15</inkml:trace>
  <inkml:trace contextRef="#ctx0" brushRef="#br0" timeOffset="84161.61">14347 8332 15 0,'-5'-4'375'0,"4"-1"-14"0,-2 0-20 16,-1 2-36-16,4-1-20 0,0 4-36 0,-2-3-24 15,2 3-23-15,-3-5-32 0,3 5-22 0,0 0-17 16,0 0-13-16,-4 12-14 0,4 3-14 16,0 2-8-16,3 12-6 0,1 2-9 0,-2 3-1 0,2 12-10 15,0 2 0-15,2-2-11 0,-2 1-8 0,0-14 2 16,0 2 4-1,0-1-1-15,1-3-2 0,2-1-7 0,-3-2 5 0,0-2-15 16,-1-8 3-16,2 0-6 0,-3-2 2 0,1-4-2 16,-1-3 4-16,0 1-8 0,-1-3 2 0,0 1-4 15,2-4 4-15,-2 1-3 0,-1 0-2 16,1-1 1-16,-1-4-1 0,0 4 1 0,0-4 2 0,2 3-2 16,-2-3-21-16,0 0-12 0,0 0-13 0,0 0-41 15,-8 1-75-15,8-1-88 0,-17-5-97 0,6-1-216 0,1-3-594 16,1 2 262-16</inkml:trace>
  <inkml:trace contextRef="#ctx0" brushRef="#br0" timeOffset="84456.35">14116 8760 118 0,'-9'0'273'0,"0"1"-16"0,1-1-15 16,-1 0-14-16,5 2-9 0,4-2-13 0,-10 0-18 0,10 0-15 15,0 0-14-15,0 0-13 0,0 0-10 16,0 0-13-16,0 0-7 0,46-5-15 0,-14 0-11 16,19-1-9-16,9-2-6 0,0-5-10 0,5 6-2 15,1-2-8-15,0 3-5 0,-3-1-7 0,-6 2-2 0,-4 3-8 0,-19-1-4 16,-3 1 0-16,-11 2-4 0,-7 0-2 0,2 0-5 16,-6-2 0-16,2 1-5 0,-5 1 13 0,0-1 3 15,-6 1 1-15,0 0-4 0,0 0-4 0,0 0-4 0,0 0 3 16,-29 2-8-16,11 0-3 0,0 1-11 0,0-1-14 15,4 3-16-15,1-4-23 0,-2 5-32 0,-3-3-33 16,4 0-37-16,5 2-40 0,0-3-67 0,3 2-189 0,0-3-490 16,4 1 218-16</inkml:trace>
  <inkml:trace contextRef="#ctx0" brushRef="#br0" timeOffset="84926.29">15035 8390 180 0,'0'-7'422'0,"0"2"-8"0,1 2-20 0,-1-2-12 16,0 5-27-16,0-6-33 0,1 3-35 0,-1 3-35 15,0-4-31-15,0 4-20 0,0 0-33 0,0 0-20 16,0 0-18-16,0 0-17 0,3 11-10 0,-1-4-18 16,-1 5-2-16,2 5-16 0,-3 3-5 0,0 7-4 15,1 3-9-15,-1 2-7 0,0 0 0 0,3 0-5 16,-6 4-3-16,2-2-3 16,-3 4-3-16,2 6 3 0,0-13-8 0,1-1 2 15,0-2-5-15,0-8-3 0,-1-4 2 0,1-3 1 16,2-3-6-16,-2 1 2 0,1-5 2 0,0 1 6 15,0-2 17-15,0-1 29 0,1-1 34 0,-2-1 37 16,1-2 36-16,1 4 22 0,-1-4 16 0,0 0 13 16,0 0 1-16,0 0-8 0,0 0-17 0,0 0-19 15,0 0-21-15,13-10-21 0,-7 2-18 0,1-2-30 0,0 3-22 0,2-2-23 16,2 3-27-16,0-5-20 0,-3 6-22 0,1-2-20 16,2 3-27-16,-2 0-29 0,0 1-24 0,1 1-33 15,4 2-21-15,3 2-24 0,1 3-22 0,1-2-26 16,1 2-27-16,7 4-35 0,-1 1-37 0,-7-3-39 15,7 1-42-15,-6-1-337 0,-1-3-826 0,-1 2 365 16</inkml:trace>
  <inkml:trace contextRef="#ctx0" brushRef="#br0" timeOffset="85607.72">15445 8890 168 0,'0'0'269'0,"-7"-2"-16"0,2 0-7 0,5 2-18 15,-5-2-14-15,5 2-14 0,-2-3-22 0,2 3-14 16,0 0-17-16,0 0-12 15,0 0-9-15,0 0-12 0,-4-2-8 0,4 2-10 16,0 0-6-16,0 0-9 0,13-2-4 0,-2 1 1 0,0 0-10 16,10-2-7-16,-1 0-3 0,7-1-8 0,0 2-2 15,-4-1-7-15,5 1-2 0,-6-1 4 0,-3 0-13 16,0-3 0-16,-1 3-6 0,-3-2 21 0,-3 0 36 0,-2 3 39 16,-2-5 19-16,0-1 17 0,0 6 1 15,-4-8 8-15,0 5 3 0,1-4-10 0,-2 1 0 0,-1 2-3 16,0 0-9-16,-2-1-9 0,2 0-16 0,-2-1-12 15,-2 3-14-15,-1 0-13 16,0-2-11-16,0 3-13 0,-3 1-15 16,1 0-15-16,-3 1-10 0,-4 0-9 0,-2 2-7 15,-3 3-4-15,-3 1-4 0,1 1-1 0,-2 2-5 16,-6 3-8-16,7 0-6 0,3-1-16 0,-2 2-20 16,2 0-20-16,4 1-21 0,2 0-15 0,-1 3-3 0,5-5-5 15,1 6 12-15,7-6 9 0,2 2 6 0,4-2 7 16,8-1-13-16,5 1-12 0,12 0-14 0,2-4-15 15,3 1-11-15,4-3-5 0,13-2 8 0,-16-2 12 16,4-1 17-16,-6-2 10 0,1 0 14 0,-4-4 17 16,-1-1 27-16,-1 1 30 0,-5-2 38 0,-6 3 32 15,-2-2 37-15,-3 2 47 0,-3-1 28 0,-2 0 32 0,-2 2 23 0,-3-1 11 16,1 2 11-16,-2-1 12 0,0 0 5 0,1 2-1 16,-3 2-12-16,2-2-24 0,-1 0-15 0,-3 3-31 15,5-4-17-15,-4 2-23 0,-1 2-16 0,0 0-28 0,0 0-36 16,0 0-34-16,0 0-33 0,0 0-8 0,0 0 2 15,4 9 4-15,-3-2-5 0,-2-2-14 16,0 3-6-16,1 1-9 0,-2 1-2 0,2-1-17 0,0 1-5 0,0-3-3 31,-2-1-1-31,2 1 9 0,0-3 7 0,-1 0 10 16,1 0 9-16,0-4 27 0,0 4 35 0,0-4 35 16,2 3 8-16,-2-3-2 0,0 0-5 0,15-14-3 15,-7 7 5-15,0-1 3 0,6-4 6 0,-6 2 1 16,4-1 2-16,-3 2-1 0,1 0-4 0,0 4-5 15,0-2-5-15,-3 2-9 0,-2-2-7 0,3 4-7 0,-4 0-7 0,6 3-6 16,-10 0-5-16,17 1-8 0,-7 4-27 0,1 2-29 16,0 0-36-16,5 2-55 0,-3 1-64 0,1 1-95 15,2 0-122-15,0-1-426 0,0-5-927 0,-3-2 410 16</inkml:trace>
  <inkml:trace contextRef="#ctx0" brushRef="#br0" timeOffset="86760.22">18000 8518 228 0,'0'-7'278'0,"0"-5"1"0,-2 4-7 0,2-2-3 0,0-1-15 15,0 2-16-15,0 4-3 0,1-2-4 0,-2 0-11 32,1 1-11-32,-3 2-31 0,3 4-20 0,0-5-23 15,0 2-18-15,0 3-30 0,0 0-19 0,0 0-5 16,0 0-12-16,0 0-6 0,0 23 0 0,4-5-9 16,-5 11-5-16,2 1 1 0,-2 3-7 0,1 0-3 0,2 4 2 15,-2 0-6-15,3-3-1 0,-2 2-2 16,3-2 4-16,-4-3-1 0,4 2 1 0,-3-5-6 0,4 0-6 15,-2-10 2-15,-1-1 0 0,-2-4 4 0,3 0-4 0,-3-1-4 16,1-8 0-16,2 4 7 0,-3 0 1 0,0-4 38 16,1-2 48-16,-1 1 41 0,0-3 41 0,1 5 40 15,-1-5 20-15,0 0-13 0,0 0-28 0,0 0-17 16,-10-14-20-16,6 2-12 0,-3-3-18 0,-1-2-23 16,-4-5-14-16,2-3-9 0,2-3-17 0,2-3-9 15,-2-6-13-15,-2-13-14 0,5 3-2 0,-4-1-6 0,5-2-1 0,2 1-2 16,-1 14 2-16,-1 0 3 0,4 3 6 0,-3 4 2 15,3 9 11-15,0 3-4 0,-2-1 0 0,2 6 0 16,2 1-10-16,-2 0-5 0,0 4-6 0,0 0-7 16,0-1-25-16,2 3-32 0,4 0-21 0,3 1-22 15,4 2-17-15,10-4-20 0,9 5-26 0,5 0-38 16,14 5-42-16,-10-1-45 16,9 8-44-16,-14-3-60 0,1 0-78 0,-3-2-316 15,-5 7-834-15,-4-1 368 0</inkml:trace>
  <inkml:trace contextRef="#ctx0" brushRef="#br0" timeOffset="87329.51">18148 9115 142 0,'-19'6'247'0,"1"1"-12"16,1-2-23-16,4-2-18 0,1 3-17 0,3-4-20 0,-1 1-13 16,4-1-11-16,1 1 1 0,1-2 3 0,0-1-9 15,4 0-6-15,-8 1 7 0,8-1-5 16,-5 1 2-16,5-1 3 0,-5 2 4 0,5-2 3 16,0 0-4-16,0 0-6 0,0 0-4 0,0 0-5 0,0 0-9 15,0 0-3-15,-5 3-23 0,5-3-8 0,0 0-7 0,0 0-6 16,0 0-7-16,0 0-10 0,0 0 2 0,0 0-1 15,0 0-12-15,0 0-6 0,0 0 2 0,0 0 3 0,0 0-15 16,0 0 5-16,19-5-6 0,-6 3 5 0,9 1-5 31,4-4-1-31,4 1-3 0,3-3-1 0,0 3 0 16,3-3-3-16,1 5-3 0,3-6-1 0,-4 3-2 0,-2-3-1 16,-2 3 4-16,-12 2 1 0,10-1-2 0,-16 1 1 15,1 1 1-15,-7 2 0 0,-2-3 3 0,2 2-8 16,-2 0 7-16,-1-1-11 0,1 1-3 0,-6 1-5 0,3-4-22 15,-3 4-29-15,0 0-20 0,-6-5-20 16,1 2-25-16,-4 2-24 0,1 0-28 0,1 1-18 16,0-2-23-16,-3 0-32 0,0-1-254 0,2 1-546 15,3-1 242-15</inkml:trace>
  <inkml:trace contextRef="#ctx0" brushRef="#br0" timeOffset="87746.26">18117 8874 264 0,'0'0'274'0,"-8"1"-18"16,8-1-13-16,-6 0-19 0,6 0-17 0,0 0-17 15,0 0-15-15,0 0-7 0,-6 1-21 0,6-1-11 16,0 0-13-16,0 0-8 0,0 0-13 0,0 0-7 16,27-2-8-16,-8-3-8 0,9-1-10 0,3 0-6 15,4-1-7-15,-1 0-7 0,2-1-3 0,2 1-6 0,1-1-1 0,-4 2-2 16,0-2-1-16,-4 3-6 0,-5 1-1 0,-8 1-2 15,-5 3-8-15,-1-3 1 0,-5 2 2 0,1-2-2 16,-2 1-2-16,-1 2 10 0,3 0-8 0,-8 0 1 16,0 0-12-16,6-3-10 0,-6 3-20 0,0 0-18 15,0 0-38-15,0 0-37 0,-19 9-41 0,10-3-49 16,-1-6-69-16,1 2-178 16,3-2-486-16,1 2 215 0</inkml:trace>
  <inkml:trace contextRef="#ctx0" brushRef="#br0" timeOffset="89079.75">19569 8520 130 0,'0'0'307'0,"2"-5"-19"0,-2 5-14 15,1-7-25-15,-1 7-28 0,0 0-24 0,0 0-24 16,0 0-22-16,0 0-18 0,0 0-18 16,-11 13-7-16,3-5-10 0,-4 6-8 0,-7 6-9 15,0 2-5-15,1 3-11 0,-4 0-5 0,3 1-7 0,-4 1-3 16,3 2-6-16,-1-3-2 0,3 1-3 0,-2 0-5 15,6-3-1-15,-4 3 1 0,5-6-6 0,3-4-23 0,1-2-14 16,1-1-24-16,3-2-25 0,-1-3-33 0,2-1-30 0,-1-1-35 16,2-4-20-16,2 0-74 0,-3-2-131 15,4-1-413-15,0 0 183 0</inkml:trace>
  <inkml:trace contextRef="#ctx0" brushRef="#br0" timeOffset="89295.77">19278 8603 323 0,'1'-9'352'0,"2"1"-8"0,-2 3-22 0,-2 0-28 16,1 1-32-16,1 0-31 0,2 1-34 0,-3 3-22 15,0 0-15-15,0 0-24 0,0 0-13 16,6 9-10-16,-2 1-12 0,1 4-10 0,-1 2-10 16,1 2-7-16,3 2-4 0,2 7-10 0,3 1-2 0,-1-1-6 0,3-1 4 15,1 0-8-15,0-1-4 0,3 2-5 0,-1-5-24 16,1 0-37-16,-4-8-41 0,4 5-51 0,-6-6-56 15,1-2-69-15,-5-3-297 0,5-3-580 0,-6 0 257 0</inkml:trace>
  <inkml:trace contextRef="#ctx0" brushRef="#br0" timeOffset="89735.08">20091 8724 33 0,'0'0'247'15,"-14"0"-21"-15,6 1-23 0,2 0-14 0,1 0-17 16,-2 1-17-16,1 0-14 0,1-1-14 0,5-1-17 0,-8 3-8 15,4-2-11-15,4-1-6 0,-5 2 0 0,5-2 1 0,-5 2-1 16,5-2 2-16,0 0 3 0,0 0 8 0,0 0 6 16,-5 1 4-16,5-1 8 0,0 0-1 0,0 0 0 15,0 0-5-15,0 0 1 0,0 0-4 0,0 0 2 16,0 0-14-16,0 0-2 0,0 0-13 0,0 0-4 16,0 0-4-16,0 0-2 0,0 0 7 0,0 0-20 15,0 0-4-15,0 0-7 16,0 0 0-16,23-2-5 0,-11-1-8 0,8 1-1 15,1-1-3-15,14-2-3 0,-3 1-3 0,0 1-1 16,4-3-2-16,0 1-7 0,-2 1-17 0,-1 0-7 16,-1-1-13-16,-14 0-26 0,4 2-18 0,-6-2-9 0,-4 2-18 15,-7 2-23-15,3-3-54 0,-7-1-61 16,-1 1-46-16,0 4-268 0,-15-6-592 0,1 5 261 16</inkml:trace>
  <inkml:trace contextRef="#ctx0" brushRef="#br0" timeOffset="89966.81">20137 8579 355 0,'0'-5'361'0,"-3"-1"8"0,3 1 0 0,0 0-7 15,0 5-13-15,0-6-23 16,-1 1-33-16,1 5-31 0,0-4-32 0,0 4-29 16,0 0-22-16,0 0-31 0,-3-3-18 0,3 3-9 15,0 0-21-15,3 14-14 0,-2-6-5 0,2 4-9 16,-2 0-7-16,-1 5-10 0,5 8 9 0,-1-4-19 15,-3 4 0-15,3-2-4 0,0 4-2 0,1-3 19 16,-2-7-27-16,-1 3-38 0,7-3-26 0,-4 2-37 16,-1-4-38-16,0 2-46 0,-3-7-47 0,-1 1-48 0,3-4-69 0,-6 0-299 15,3-2-667-15,-1-1 296 0</inkml:trace>
  <inkml:trace contextRef="#ctx0" brushRef="#br0" timeOffset="90259.58">20689 8396 23 0,'-3'-3'375'0,"1"0"-12"16,2 3-35-16,-1-4-31 0,1 4-27 0,0 0-33 15,-3-4-26-15,3 4-23 0,0 0-22 0,0 0-21 16,0 0-15-16,0 0-14 0,1 14-20 0,1-6-3 16,-2 1-12-16,3 2-5 0,0 1-11 0,1 3 10 15,-1 2-8-15,4-3-12 0,-2 3 2 0,4-1-7 16,-1 0-5-16,1-2-6 0,0 1-18 0,-1-1-25 16,0-6-26-16,-1 2-33 0,0-1-36 15,2 0-49-15,-4-1-60 0,3-3-88 0,-3-1-175 16,0-3-509-16,4 1 226 0</inkml:trace>
  <inkml:trace contextRef="#ctx0" brushRef="#br0" timeOffset="90482.9">21104 8436 171 0,'0'0'400'16,"2"-4"-25"-16,-2 4-36 0,0-6-29 0,0 6-35 0,0 0-35 15,0 0-30-15,-3-2-19 0,3 2-19 16,0 0-18-16,-12 15-17 0,6-6-14 0,-4 4-7 16,1 3-30-16,0-1-26 0,-4 1-25 0,0 7-18 15,-1-8-31-15,0 8-34 0,0-1-31 0,0-2-37 16,1-3-47-16,2-1-52 0,-1-3-248 0,1-1-501 16,3-2 221-16</inkml:trace>
  <inkml:trace contextRef="#ctx0" brushRef="#br0" timeOffset="90799.43">20932 8647 195 0,'0'0'418'0,"0"-8"-1"16,-3 5-11-16,3 3-18 0,0 0-27 0,-1-4-34 16,1 4-28-16,0 0-43 0,0 0-35 0,0 0-26 15,0 0-21-15,0 0-19 16,0 0-18-16,0 0-15 0,-1 17-19 0,1-5-8 15,0 1-11-15,0 5-6 0,-2 0-12 0,1 1-5 16,1 1 1-16,0-1-12 0,-1 7-6 0,2-6-5 16,0-3-2-16,-1-2-2 0,0-1-5 0,3 0 3 15,-2-2-8-15,3-1 0 0,-2-2-4 0,0 0 1 16,-1-2-2-16,-1-1-4 0,1-2 1 0,-1-1 3 16,2 1-1-16,-2-4 1 0,0 8 0 0,0-8 6 0,1 2-1 0,-1-2-5 15,0 0 6-15,1 2-4 0,-1-2 0 0,0 0-41 16,0 0-52-16,5-8-51 0,-5 1-46 0,0-2-52 15,3 0-62-15,1-3-64 0,0-5-325 0,0-1-728 16,2 1 323-16</inkml:trace>
  <inkml:trace contextRef="#ctx0" brushRef="#br0" timeOffset="91053.23">21288 8235 168 0,'2'-3'347'0,"-1"0"-37"0,-1 3-35 0,0 0-31 16,0 0-26-16,0 0-24 0,18 11-13 0,-12-1-8 0,5 4-11 0,1 3-13 15,1 13-3-15,2 3-6 0,-5-1-1 0,6 16-8 16,-5-2-5-16,-6 5-12 0,-1-1-6 0,-6-3-12 16,-5 1-4-16,-2 1-10 0,-10 0-9 0,-5-2-4 15,-4-3-5-15,-7 0-8 0,-6-4-5 0,-5-1-32 16,2-5-27-16,-7 1-31 0,-1-2-35 0,-4-4-41 15,-5-2-49 1,-25 3-72-16,27-12-82 0,-5-8-178 0,0-1-537 0,-25-4 238 16</inkml:trace>
  <inkml:trace contextRef="#ctx0" brushRef="#br0" timeOffset="91518.88">19231 8168 52 0,'-3'-4'258'0,"3"4"-19"0,-1-4-17 16,-3 2-25-16,4 2-25 0,-9 0-12 0,-2 6-21 15,-5 5-8-15,-5 9-10 0,-4 4-10 0,-9 14-16 16,-2 8 14-16,0 4 5 0,-10 26-2 0,6-3 1 16,11-18-3-16,-4 23 2 0,10-23-10 0,9-3-4 0,2 0 8 15,6-1-20-15,6-2 7 0,10-1-7 0,7-5-2 16,11-4-4-16,11 1-3 0,9-3-4 0,35 2-3 0,1-7-6 16,6-8-32-16,3-6-31 0,13-5-34 0,4-5-56 15,1-5-63-15,7 1-72 0,-6-3-297 0,-3 0-563 16,-10-7 250-16</inkml:trace>
  <inkml:trace contextRef="#ctx0" brushRef="#br0" timeOffset="92016.18">21908 8564 337 0,'0'0'388'0,"-3"-2"-15"15,3 2-34-15,0 0-31 0,3-7-28 16,2 4-40-16,7-2-28 0,3-2-26 0,5 3-32 0,10-1-40 16,2 0-59-16,3 4-64 0,-3 0-75 0,4-3-98 15,-4 2-271-15,-3 0-489 0,0 1 218 0</inkml:trace>
  <inkml:trace contextRef="#ctx0" brushRef="#br0" timeOffset="92154.11">22018 8768 17 0,'-8'7'288'0,"3"-2"-5"16,0-3-4-16,1 3-9 0,-1-2-13 0,5 1-7 15,0-4-25-15,10 5-20 0,6-2-21 0,14-1-26 16,4-2-63-16,6 0-82 0,13-1-122 0,-2-3-294 0,1 2-436 15,-16-8 193-15</inkml:trace>
  <inkml:trace contextRef="#ctx0" brushRef="#br0" timeOffset="93017.35">23026 8461 114 0,'0'-2'319'0,"-2"-6"-3"16,0 1 2-16,2-1-10 0,0 1 3 15,0-2-7-15,2 3-10 0,-2 2-8 0,2-1-20 16,-4 0-24-16,4 0-23 0,-1 2-26 0,-1 3-18 0,0-5-24 16,0 5-20-16,0 0-32 0,0 0-32 0,0 0-13 0,0 0-12 15,0 18-11-15,0 1 6 0,0-1-6 0,0 8-6 0,0 3 2 31,0 2-7-31,-1 2-2 0,-3-1 15 0,4 3-16 0,-1-2 0 16,2 1-3-16,-1-5 3 0,2 0-8 0,-4-1-2 16,2-10 3-16,2 1 0 0,-2-2 2 0,0-6-2 15,0-2-5-15,0-2 5 0,0 0 4 0,2-2 10 16,-2-2 45-16,1 1 43 0,-1 1 46 0,0-5 61 16,0 0-16-16,0 0-18 0,0 0-22 0,-3-21-14 0,1 10-17 15,-3-8-11-15,5-1-16 0,-1-6-8 0,-2 0-14 16,3-6-5-16,-1-1-7 0,2-1-14 15,3-12-16-15,0-4-2 0,-4 2-7 0,6 2-4 0,-1 11-2 16,0 3-3-16,3-2 0 0,-4 3-2 0,0 4-4 16,0 9 5-16,1-2 6 0,-3 5-8 0,1 5-3 0,1 0-5 15,-2 3-3-15,1 0 2 0,-1 3-31 0,1-1-25 0,3 0-29 16,5 2-22-16,1 0-19 0,7 1-26 0,3 3-31 16,8 0-42-16,3 2-35 0,-1 6-37 15,0-1-48-15,-2 4-51 0,-2-1-76 0,1 1-270 0,-4 0-793 16,-11-1 351-16</inkml:trace>
  <inkml:trace contextRef="#ctx0" brushRef="#br0" timeOffset="93217.48">23201 8867 99 0,'-4'7'274'0,"-1"-4"-17"16,4 2-12-16,-2-1-14 0,-1-1-11 0,3 0-7 15,1-3-12-15,5 4-14 0,0-3-13 0,8 0-19 16,5-2-13-16,11 1-14 0,6-3-17 0,0 1-35 16,0 0-46-16,2 0-54 0,-5-4-66 0,3 0-92 15,-6-1-227-15,-2 1-441 0,-9 3 196 0</inkml:trace>
  <inkml:trace contextRef="#ctx0" brushRef="#br0" timeOffset="93401.98">23188 8773 25 0,'-9'-1'330'0,"-1"1"-18"0,6 0-17 15,4 0-24-15,-9 0-21 0,9 0-22 0,0 0-22 16,0 0-23-16,0 0-18 0,13-7-15 0,6 6-23 16,12-4-32-16,1-1-41 0,5 0-41 0,15-3-48 15,2 1-56-15,-3-1-43 0,2-1-58 0,-4 1-184 16,-12 0-406-16,-2-1 179 0</inkml:trace>
  <inkml:trace contextRef="#ctx0" brushRef="#br0" timeOffset="93640.17">24326 8369 64 0,'0'-6'394'0,"1"1"-15"0,0 3-22 0,2-3-20 15,-3 1-47-15,0 4-39 16,1-3-26-16,-1 3-31 0,0 0-22 0,0 0-20 16,0 0-17-16,0 0-15 0,-15 17-10 0,7-3-10 0,-2 1-7 15,-2 2-9-15,-1 6-10 0,-2 0-9 0,0 2-11 16,-1-2-20-16,2 2-24 0,-3-1-29 0,1 1-32 16,0-3-38-16,1-1-37 0,-1-2-47 0,4-5-59 15,0 0-269-15,0-1-543 0,3-6 240 0</inkml:trace>
  <inkml:trace contextRef="#ctx0" brushRef="#br0" timeOffset="93840.9">24127 8429 351 0,'2'-7'389'0,"-1"0"-29"0,0 3-41 0,1 1-35 0,-2 3-30 0,1-6-28 0,0 4-25 31,-1 2-24-31,0 0-19 0,5 10-17 0,-1-5-14 15,4 6-14-15,-1 4-12 0,1 3-9 0,5 1-5 16,1 2-8-16,0 3-5 0,5-2-17 16,0 0-29-16,-1 2-23 0,0-5-36 0,1 2-36 0,-5-5-43 15,2-2-49-15,-4-2-62 0,1-2-286 0,-1-3-547 16,-3-1 242-16</inkml:trace>
  <inkml:trace contextRef="#ctx0" brushRef="#br0" timeOffset="94104.37">24609 8228 323 0,'3'-3'387'16,"-1"-1"-40"-16,1 1-39 0,-3 3-33 0,6-3-28 16,-6 3-36-16,0 0-20 0,14 6-13 0,-5 2-18 0,-2 3-11 15,2 3-8-15,3 9-15 0,-4 3-10 16,1 2-6-16,-3 4-6 0,-1 1-13 0,-5 3 0 15,-2 12-5-15,-9-13-11 16,0 10-11-16,-2-11-18 0,-6 8-17 0,0-12-24 16,-3 0-21-16,-3-1-23 0,-2-5-26 0,-4-3-34 15,2-1-34-15,-4-2-48 0,1-8-55 0,-2 0-280 16,0-5-558-16,5-3 248 0</inkml:trace>
  <inkml:trace contextRef="#ctx0" brushRef="#br0" timeOffset="94375.16">24093 8260 171 0,'-9'-8'344'16,"4"3"-31"-16,0 3-32 15,-2-3-35-15,2 5-22 0,5 0-28 0,-21 6-23 16,5 5-16-16,2 2-19 0,-6 7-8 0,1 8-13 15,-1 1-6-15,-5 14-14 0,4 2-8 0,4-2-3 16,0 3-14-16,8-13-8 0,1 1-3 0,3-2-9 16,5 2 2-16,1-4-9 0,10 0 0 0,3-3-2 0,4-1-1 0,7-2 2 15,8-3-18-15,17 0-32 0,4-3-48 16,6-5-65-16,6-8-108 0,-6-2-276 0,-1-2-544 16,-2-1 241-16</inkml:trace>
  <inkml:trace contextRef="#ctx0" brushRef="#br0" timeOffset="94642.4">25065 8563 39 0,'-7'1'308'16,"3"-1"-14"-16,-1 1-7 0,5-1-9 0,-8 2-10 15,8-2-16-15,0 0-7 16,-6 2-14-16,6-2-22 0,0 0-19 0,0 0-16 16,0 0-21-16,25 0-15 0,-4-1-6 0,12 0-23 15,5-2-9-15,2 0-8 0,15-1-18 0,-3 1-12 16,3-3-19-16,-19 3-33 0,2 0-33 0,-6-1-36 16,-2 1-30-16,-10-1-36 0,-7 2-29 0,-3 1-41 15,-1-1-44-15,-4 0-229 0,-4-2-506 0,-1 4 224 16</inkml:trace>
  <inkml:trace contextRef="#ctx0" brushRef="#br0" timeOffset="94843.12">25290 8436 321 0,'0'-6'405'0,"-4"1"9"0,4 0-4 16,-1 0-12-1,0 2-24-15,0-1-25 0,1 4-47 0,-2-4-39 0,2 4-27 16,0 0-30-16,0 0-30 0,0 0-21 0,-2 10-16 15,2 1-13-15,-2 7-16 0,2 2-13 16,0 4-9-16,0 7-10 0,2 3-1 0,0-1-9 0,-2 0-3 16,4 2-43-16,1-1-59 0,1-2-69 0,-1-3-76 15,2 1-99-15,-7-11-432 0,5-1-771 0,-1-8 342 16</inkml:trace>
  <inkml:trace contextRef="#ctx0" brushRef="#br0" timeOffset="95591.13">26040 8379 248 0,'-1'-6'363'0,"-3"-2"-2"16,3 1-4-16,-2 2-6 0,3-1-11 0,-2 4-20 15,1-3-23-15,-2 0-37 0,3 5-30 0,0-5-24 16,0 5-34-16,0 0-17 0,0 0-30 0,0 0-14 16,0 0-26-16,0 0-6 0,-8 15-7 15,7-2-15-15,-3 3-7 0,-1 3 0 0,3 6-9 0,-1 1-2 0,-2 0-2 0,1 3-13 16,0-4 3-16,-1-6-6 0,5 6-1 0,-4-7 0 16,4 2 26-16,-4-4-10 0,3-2 0 0,-1-1-4 15,0-3-4-15,2-4-4 0,0 2 1 0,0-3 2 16,-3-1 19-16,1-1 35 0,1 2 32 0,1-5 45 15,0 3 50-15,0-3 42 0,0 0 33 0,0 0-32 16,0 0-25-16,-2-12-23 0,0 0-17 0,2 1-17 16,0-8-11-16,0 0-24 15,2-7-25-15,0-1-3 0,4-4-13 0,-2-3-14 16,3 0-15-16,0-1-9 0,2 0 6 0,4-9-18 16,-4 13-9-16,0-2-1 0,1 5-6 0,-1 3-2 15,-4 7 1-15,2 0 0 0,-2 3-4 0,-3 4-3 16,3 0-1-16,-1 3 4 0,-1 0-7 0,2 0-19 15,4 1-28-15,0 2-42 0,1-1-32 0,8 1-33 16,0 2-37-16,2 2-38 0,10 1-45 0,0 1-46 0,1 3-43 0,-2 2-39 16,1 2-45-16,-1 0-56 0,-9 0-371 0,0 2-930 15,-2-3 411-15</inkml:trace>
  <inkml:trace contextRef="#ctx0" brushRef="#br0" timeOffset="95791.35">26155 8722 86 0,'-7'3'286'0,"4"1"0"15,1-1-4-15,-1 0-6 0,3-3-14 0,-2 5-12 16,2-5-13-16,0 0-11 0,0 0-23 0,11 3-22 16,2-4-18-16,6 0-13 15,7-1-16-15,4-2-14 0,7 0-22 0,-1-2-40 16,-3-2-57-16,2 2-57 0,-1 2-68 15,-2-7-84-15,-6 0-278 0,-6 4-525 0,-3 0 232 0</inkml:trace>
  <inkml:trace contextRef="#ctx0" brushRef="#br0" timeOffset="96007.31">26067 8632 97 0,'-11'3'367'0,"3"-3"-15"16,3 0-2-16,0 1-14 0,-2-1-17 0,7 0-20 16,0 0-18-1,-10-1-33-15,10 1-24 0,0 0-27 0,17-5-28 16,2 3-31-16,9-6-40 0,4 3-45 0,6-2-45 0,-2 0-57 16,0 3-68-16,1-2-73 0,0-1-99 15,-1-2-194-15,-7 2-521 0,-2-1 231 0</inkml:trace>
  <inkml:trace contextRef="#ctx0" brushRef="#br0" timeOffset="96577.61">26871 8207 291 0,'0'0'322'0,"0"0"-22"0,-4-3-22 16,4 3-19-16,0 0-29 0,0 0-24 0,0 0-23 0,0 0-24 16,0 0-16-16,0 0-16 0,0 0-12 15,0 0-6-15,11 7-14 0,0-2-12 0,-2 2-10 16,1-2-4-16,9 4-9 0,0-1-6 0,5 4-3 15,-7-2-3-15,2-1-6 0,5 4-11 0,-3-3-31 0,-4-1-36 16,2 1-45-16,-1-1-51 0,-3-4-60 0,-1-2-60 0,-2 1-188 16,-1-2-476-16,-1-1 211 0</inkml:trace>
  <inkml:trace contextRef="#ctx0" brushRef="#br0" timeOffset="96793.74">27387 8158 350 0,'0'0'345'0,"-2"-2"-28"0,2 2-31 0,-3-5-34 0,3 5-34 0,0 0-17 32,0 0-22-32,-11 7-21 0,3-1-13 0,-2 3-17 15,-3 4-11-15,-1 2-15 0,-4 4-31 0,-2 1-21 0,-1 2-41 0,2-2-26 16,0 5-34-16,1 0-37 0,0-1-49 0,5-7-40 15,-3 5-233-15,3-7-444 0,4-1 196 0</inkml:trace>
  <inkml:trace contextRef="#ctx0" brushRef="#br0" timeOffset="97086.74">27125 8388 231 0,'0'-5'397'0,"0"1"-14"0,0 4-23 0,4-4-31 15,-3-1-36-15,-1 5-36 0,-1-5-34 0,1 5-20 16,0 0-16-16,0 0-32 0,0 0-19 0,0 0-13 16,4 13-11-1,-5-5-17-15,-1 3 2 0,1 5-15 0,-3 1-12 0,-1 1-4 16,4-1-7-16,0 4-7 0,1 0-4 0,-3-2-4 16,3 7-2-16,0-6-10 0,-1-1 1 0,2-1-7 15,-1 0 0-15,0-3 0 0,3-4 0 0,-3 1-2 16,1 1-4-16,0-4 1 0,-1-3-3 0,0-1-10 15,0 2-9-15,0-2 0 0,0-2-8 0,4 1-6 16,-4-4 1-16,0 4-3 0,0-4-7 0,0 0-54 0,0 0-68 16,0 0-59-16,-4-13-58 15,9 8-68-15,-1-6-203 0,0 1-578 0,5-7 256 0</inkml:trace>
  <inkml:trace contextRef="#ctx0" brushRef="#br0" timeOffset="97341.61">27583 8071 24 0,'2'-2'347'0,"-2"2"-40"0,2-4-34 16,-2 4-28-16,0 0-31 0,0 0-17 16,6 14-19-16,-1-1-9 0,0 6-12 0,5 6-7 15,-3 7-12-15,-2 3-9 0,4 10-4 0,-6 6-12 0,-5 1-5 0,0 2-11 16,-5 0-3-16,-3-5-9 0,-7 4-5 0,-7-6-12 15,1-1 1-15,-5-2 9 0,-7-3-29 0,0-2-16 16,-5-3-30-16,-2-8-31 0,-3-3-29 0,-8 0-38 16,1-6-51-16,-3-2-62 0,2-8-292 0,-1-2-540 0,2-4 239 15</inkml:trace>
  <inkml:trace contextRef="#ctx0" brushRef="#br0" timeOffset="97648.75">26808 7936 152 0,'-3'-11'328'15,"-3"2"-23"-15,3 1-22 0,0 2-33 0,0 1-25 16,-4 4-29-16,-1 1-21 0,-2 4-26 0,-8 7-14 0,-6 11-18 0,-11 14-17 16,3 5-9-16,0 6-8 0,0 4-12 0,-9 23-3 15,13-22-2-15,-5 28-1 0,15-24-8 0,5 0-3 16,7 0 7-16,11 2-12 0,7-2-2 0,4-5-4 16,10-1-1-16,6-7 1 0,7-3-10 0,6-6-27 15,1-6-64-15,4-5-101 0,-1-7-355 0,2-5-555 16,-16-9 246-16</inkml:trace>
  <inkml:trace contextRef="#ctx0" brushRef="#br0" timeOffset="104939.14">18175 10760 17 0,'0'0'141'0,"0"0"-8"16,0 0 6-16,-12-3-5 0,12 3 3 0,-3-6 0 16,3 6 4-16,-4-4-2 0,4 1 0 0,0-2 0 0,0 5-4 15,0-7 7-15,-2 4-4 0,2-2 4 0,-2-2 2 16,1 3 0-16,2 1-6 0,-1 3-1 0,-1-9 1 16,1 9-13-16,0-5-10 0,0 5-11 0,0-4-14 15,0 4-11-15,1-3-10 0,-1 3-14 0,0 0-15 0,0 0-18 16,0 0-6-16,0 0-2 0,0 0-6 0,0 12-1 15,0-2-1-15,0 6 0 0,2 0-1 0,-2 2-2 0,0 2-2 16,2 4 8-16,-2 2-1 0,2-2-1 0,-2-2 2 16,2-3-7-16,-1-1 3 0,1-1 2 0,0 2-1 15,-2-2-1-15,0-6-1 0,0 3 1 0,2-3-1 16,-2-3 2-16,0-1-3 0,3 0 3 0,-3-2 3 0,0 0 24 16,0 1 30-16,0-4 57 0,0-2 36 0,1 4 45 15,-1-4 39 1,0 0-7-16,0 0-24 0,0 0-22 0,-6-18-13 15,2 6-17-15,1 0-3 0,1-7-14 0,-2 1-8 16,3-10-16-16,-3-1-8 0,4-2-13 0,0-1-3 16,0-2-12-16,1-1-10 0,2 3-9 0,-2-5 1 15,3 1-12-15,-4 2 0 0,4 3-9 0,1 1-2 0,0 1-5 16,-1 8-5-16,-1 3-2 0,-1 1-2 0,2 1-5 16,1 6-6-16,-4 1 2 0,3-1-7 0,0 1-7 0,1 2-27 15,0 2-34-15,3-2-37 0,1 0-37 0,5 5-25 0,3 0-42 16,2 2-34-16,2 1-26 0,7 3-26 15,1 6-24-15,-5 0-20 0,3 2-18 0,-3 2-45 16,-5-3-261-16,3 6-708 0,-8-4 314 0</inkml:trace>
  <inkml:trace contextRef="#ctx0" brushRef="#br0" timeOffset="105139.62">18321 11096 26 0,'-2'2'232'0,"0"1"-12"0,2-3-14 0,0 6-6 0,0-6-8 0,8 3-10 15,-2-3-7-15,6 0-16 0,2 0-21 16,5-3-13-16,4-1-14 0,6 2-8 0,2-2-12 16,2 0-34-16,-2 1-38 0,-3-1-51 0,-6 2-50 0,7-2-57 15,-11 0-192-15,-3 0-358 0,-2-1 158 0</inkml:trace>
  <inkml:trace contextRef="#ctx0" brushRef="#br0" timeOffset="105324.54">18255 10904 274 0,'-4'-3'339'16,"4"3"-29"-16,-4-4-28 0,4 4-32 0,0 0-25 15,10-3-22-15,3-1-22 0,7-4-19 0,11 3-17 16,5-4-19-16,15 1-36 0,-13 1-49 0,13-2-61 16,-1 1-72-16,-11 3-74 0,-4 0-226 0,6-2-425 15,-4 2 189-15</inkml:trace>
  <inkml:trace contextRef="#ctx0" brushRef="#br0" timeOffset="105641.4">19350 10560 285 0,'0'-5'348'0,"1"0"-14"0,-1 5-26 15,2-5-29-15,-2 5-31 0,0 0-23 16,0 0-25-16,2-3-26 0,-2 3-21 0,0 0-19 15,0 0-24-15,0 0-14 0,0 0-11 0,-5 14-8 0,1-9-9 16,-1 5-5-16,0-1-9 0,-2 5-2 0,1-1-7 16,-3 6 0-16,1-2-6 0,-1 0-4 0,-5 5 0 0,8-4-2 0,-7 6-10 15,0-6-29-15,2 4-20 0,-2 0-24 0,3-3-26 16,-1-2-28-16,0 0-40 0,1-1-31 0,1-3-53 16,-4-2-229-16,5 0-495 0,1-5 220 0</inkml:trace>
  <inkml:trace contextRef="#ctx0" brushRef="#br0" timeOffset="105842.19">19148 10594 284 0,'0'-7'371'0,"0"0"-29"16,0 2-25-16,1 0-37 0,-1 0-29 0,1 3-29 15,-1 2-30-15,0 0-27 0,0 0-19 0,0 0-8 16,0 0-25-16,9 9-9 0,-4-1-14 0,3 4-11 0,0 2-2 0,1 2-7 15,1 2-5-15,7 4-4 0,0 2-7 0,0 1-6 16,0-3 5-16,2 4-8 0,-1-7-6 0,2 0-24 16,-2-1-30-16,-3-4-32 0,3 5-40 0,-4-5-49 15,-1-1-52-15,1-3-64 0,-5-2-231 0,1-4-523 16,0 4 231-16</inkml:trace>
  <inkml:trace contextRef="#ctx0" brushRef="#br0" timeOffset="106181.59">19676 10471 148 0,'-2'-4'319'0,"2"1"-4"16,0-2-25-16,0 5-9 0,0-7-29 0,0 4-23 0,0 3-28 0,-2-3-18 15,2 3-17-15,0 0-25 0,0 0-18 0,0 0-17 16,0 0-3-16,0 0-19 0,10 11-7 0,-4-4-6 16,-1 3-8-16,1 0-6 0,3 3-6 0,2 1-3 15,-1 2-2-15,2-1-7 0,-1 1 0 0,8 4-5 0,-2-2-3 16,-3-3-12-16,5 4-27 0,-3-6-39 15,-2 1-44-15,-2 1-52 16,2-1-58-16,-1-1-98 0,-3-5-156 0,-5-3-492 16,3 0 218-16</inkml:trace>
  <inkml:trace contextRef="#ctx0" brushRef="#br0" timeOffset="106413.25">20152 10489 317 0,'-1'-5'339'0,"1"5"-34"0,0 0-33 0,0-6-29 15,0 6-25-15,0 0-22 0,0 0-22 0,-14 8-20 16,6-1-15-16,-1 0-16 0,-5 4-7 0,-1 4-17 0,-4 4-8 16,-2 0-28-1,1 4-24-15,1-3-26 0,-2 2-29 0,3 0-23 16,-1 1-26-16,5-3-33 0,-4-1-27 0,7-3-46 15,0-3-228-15,1-3-430 0,5 0 190 0</inkml:trace>
  <inkml:trace contextRef="#ctx0" brushRef="#br0" timeOffset="106714.23">19958 10696 315 0,'0'0'331'16,"0"-7"-15"-16,0 4-13 0,0 3-17 0,0-4-22 15,0 4-29-15,0 0-24 0,0-5-25 0,0 5-24 16,0 0-20-16,0 0-19 0,0 0-16 0,0 0-2 16,0 0-15-16,-4 17-11 0,4-5-9 0,-1-1-9 0,-2 5-7 0,2 0-3 0,1 4-5 15,0-4-2-15,0 2-4 0,0 1-6 0,1-2-3 16,3-1-5-16,-1 1-2 0,-2 0-2 0,5-2 1 16,-3-2-5-16,-2-4 1 0,3 1 2 0,-1 0-7 15,-2-5-1-15,0 1 3 0,-1-2-8 0,3 2 7 16,-2-1 5-16,0-2-3 0,-1-3 4 0,2 2-6 15,-2-2 5-15,1 4-4 16,-1-4-1-16,0 0 4 0,0 0-17 0,0 0-14 16,0 0-31-16,6-9-26 0,-2 4-42 0,-2-2-51 15,0 2-45-15,2-4-63 0,-2-3-260 0,2 0-573 16,3-2 253-16</inkml:trace>
  <inkml:trace contextRef="#ctx0" brushRef="#br0" timeOffset="106983.7">20305 10309 177 0,'0'0'247'0,"8"5"-21"0,-3 3-10 16,5 5-21-16,-1 1-10 15,0 4-10-15,8 8-8 0,-4 1-9 0,2 2-13 16,-2 2-9-16,-2 4-13 0,2 10-16 0,-9-9-6 15,4 12-9-15,-8 2-8 0,-3 0-6 0,-3-4-7 16,-3 0-4-16,-8-2-6 0,-6 0-4 0,-2-4-5 16,-7-3-2-16,-3-3-15 0,6-8-30 0,-12 3-32 15,-4-4-42-15,-1-1-49 0,1-3-59 0,9-9-28 16,-13-1-198-16,8-2-436 0,-8-4 194 0</inkml:trace>
  <inkml:trace contextRef="#ctx0" brushRef="#br0" timeOffset="107369.46">19223 10243 230 0,'0'0'229'0,"-4"-3"-23"16,4 3-15-16,-11 1-17 0,-1 2-13 0,2 6-13 15,-9 6-19-15,-3 6-12 0,-3 4-10 0,-5 10-8 0,-3 6-10 16,1-1-4-16,3 6-8 0,3 0-5 0,1 0-9 0,4 5-4 15,7-1-2-15,5-1-5 0,4 1-3 0,10-4 11 16,0-11-2-16,11 9-4 0,5-2 1 0,13-2 1 0,8-4-2 16,5-3-2-16,8-4-7 0,2-6-22 15,7-7-36 1,0-2-61-16,4-4-65 0,-3-3-107 0,-1-5-151 16,0-2-430-16,-4-1 191 0</inkml:trace>
  <inkml:trace contextRef="#ctx0" brushRef="#br0" timeOffset="107770.24">20887 10639 69 0,'0'0'328'0,"-7"0"-16"0,7 0-17 0,0 0-23 15,-6 1-14-15,6-1-27 0,0 0-17 0,0 0-23 16,0 0-20-16,0 0-15 0,27-6-24 0,-8 2-14 16,9 0-38-16,2 0-36 0,5 0-32 0,1 3-42 15,1-2-45-15,-2-1-62 0,1-2-65 0,-6-1-205 16,-2 6-440-16,-6-3 195 0</inkml:trace>
  <inkml:trace contextRef="#ctx0" brushRef="#br0" timeOffset="107933">20999 10776 111 0,'-5'9'210'0,"-4"-4"-16"15,4-2-6-15,1 2-2 0,3 0 20 0,2-1 13 16,3-1-7-16,8-2-19 0,4 2-18 0,15-2-23 15,4-1-19-15,3-1-50 0,14-6-71 0,-10 5-93 16,-6-3-285-16,1 1-396 0,-2-2 176 0</inkml:trace>
  <inkml:trace contextRef="#ctx0" brushRef="#br0" timeOffset="113073.86">18367 10819 110 0,'0'0'139'0,"-10"-1"-11"0,5 0-4 16,5 1-12-16,-12-2-10 0,6 1-10 15,-2-1-5-15,1 1-9 0,-1 0-9 0,-2 1-7 0,-3 0-8 0,1 0-3 16,1 0-2-16,-2 0-3 0,4 1-3 0,-1 0-3 0,1 2-5 15,4 1-1-15,-3-1-6 0,3 1-6 16,0 1 3-16,1 0-6 0,4 1 1 0,0 0 1 16,5-1 5-16,4 3-1 0,3-2-6 0,4 5 5 0,11-4-2 15,4 2-5-15,5-4 2 0,-1 1-2 16,5-3 6-16,15-3-4 16,-14-2-3-16,11-3 8 0,-1 1 0 0,-15 1-2 15,0-6-3-15,-4 3 6 0,-1-5 4 0,-3 5 5 16,-11-1 10-16,0-2 10 0,1 2 6 0,-8-3-5 15,-4 0-1-15,2 1-7 0,-7-1-3 0,-1-1-3 16,-1-2-9-16,-7 4 1 0,-3-4-14 0,-6 1-1 0,-2 2-7 16,-6 1 0-16,-6-2 0 0,3 2-5 0,-4 2-1 15,0 4-2-15,-2 3 2 0,-5 1-2 0,2 1-3 0,-1 3 0 16,1 6 0-16,-2 1 1 0,2-3-4 0,-14 12 3 16,4-2-1-16,15-2-1 0,3 4 2 0,2 2-3 15,1-1 0-15,7 2 2 0,3 0 0 0,5-2-2 16,6-2-1-16,6-5 2 0,3 2 3 0,13 6-1 15,7-7-1-15,8-3 0 0,22 1 5 0,7-8-4 0,32 0-2 16,2-12 4-16,-7-7-4 0,7-3-2 0,0-4 20 0,1-3-19 16,3 0 4-16,-10-4 4 0,-26 8 5 0,-2-5 2 15,-5 1 3-15,-1 0 0 0,-10-2-4 0,-14 5-2 0,-3 2 2 16,-7-1-3-16,-9 5 5 0,1 0 1 16,-7-2 0-16,-3 4 1 0,-6 3-2 0,-5-7-6 15,-5 5-1-15,-12-2-1 0,-3 5 3 0,-4 3-7 0,-1 5-1 16,-7 0-1-1,-15 5 2-15,2 6 1 0,0-2-3 0,2 4-2 16,0 5 1-16,2 1 1 0,2 0 0 0,15-1-1 16,3-1 0-16,0-1-2 0,6 1 1 0,6-4-8 0,4 1-2 15,7 1 3-15,3-5 3 0,6 2-1 16,5 0-1-16,11-4 6 0,15 3 2 0,20-2-1 16,7-5-5-16,36-5-3 0,-5-6 0 0,0-1-3 15,-2-6 0-15,4-3 1 0,-2-5 1 0,0 0 4 0,-1-6 5 0,-3 6 6 16,-2-3 3-16,-28 7 6 0,4-4 1 0,-6 1 1 15,0 0 0-15,-11 0 1 0,-12 5-2 0,-3-1 5 16,-7 4 1-16,-6 1 5 0,-6 1 0 0,-4 2 8 0,-3 2-25 16,-5 0-8-16,-5 2-6 0,-6 4-6 15,-16 1 1-15,-5 2 2 0,-18 9-1 0,-2 2-2 16,-4 4 1-16,-3 5 3 16,-2 6-1-16,6 2-3 0,0 0 8 0,2 5-2 15,3 2 2-15,9-2-4 0,6-1 3 0,12-10 2 16,6-2-2-16,8 2-1 0,5-7 2 0,5-1 0 15,6 0 3-15,6-2 3 0,13 1 0 0,8-5-3 0,22-3 4 16,9-7-3-16,28 0-3 0,2-8-4 0,-27 1 0 16,30-10 2-16,-5-1-1 0,-29 3 6 15,26-7 0-15,-30 4-1 0,1-3 3 0,-4-1 2 0,-4 1-1 0,-5 0 3 0,-15 3-3 16,-6 3 0-16,-5-4-1 0,-3-2-4 0,-9 7 2 16,-6-2-3-16,-3 2-5 0,-4 2 10 15,-8-1-11-15,-6 4 0 0,-10 1-1 0,-5 3 2 0,-3 2-1 16,-18 2-1-16,6 6 3 0,-5 4 1 0,1 3 1 15,0 2-3-15,3 2 3 0,13 0 1 0,-11 7-2 16,15-4 0 0,4 0 0-16,3 2 3 0,5-3-2 0,8-1 1 0,4-3 0 15,4 0 4-15,7 0 2 0,6-3 0 0,8 1 3 16,11 0-2-16,8-3 0 0,19-4-4 16,3-2-9-16,2-6-7 0,1-1-1 0,-1-4-1 15,0-3 2-15,0 1 1 0,-1-3 1 0,-4-4 5 0,-1-1 6 16,-6 0 2-16,-13 4 1 0,-6-2 2 0,-3 1-1 15,-10 4 0-15,-2-2 5 0,-5 0 2 0,-5 1-3 0,-4 0-2 16,-2 2-1-16,-9 1-1 0,-6 2 0 0,-10 0 0 0,-4 1 1 16,-5 5-2-16,0 4 1 0,-2 2 0 0,-1 1-2 15,0-2 2-15,-12 11-2 0,2 1-2 16,2 0 3-16,14 1 1 0,-2-3-3 0,2 2 3 0,4 1-1 16,3 0 0-16,12-6-10 0,0-1-1 0,6-2 2 15,7 1 4-15,1-3 4 0,11 3-2 0,10-6-2 0,11-4-4 16,8 1-11-16,17-2-8 0,7-7 2 0,-4-3-5 0,4 2-4 15,-5 0 6-15,1-4-2 0,-1-3 9 16,-6 1 1-16,-2 0 0 0,-14 2 9 0,-2 1 4 16,-3-3 0-16,-8 3 4 0,-8 2 0 0,-6 1 4 0,-4 0 0 15,-6 2-4-15,-2 2 7 0,-6-1-2 0,-10-1-3 16,-10 6 1 0,-4-2 2-16,-4 4 0 0,-1 1-3 0,-1 2 6 15,-2 3-6-15,2 2-3 0,-12 5 2 0,14-1 1 0,-12 6-1 16,12-3 3-16,0 1-1 0,4 1-2 15,2-1-3-15,4 2 7 0,4-1-4 0,10-4 0 16,2 2 1-16,4-4 1 0,6-1 6 0,4 1-3 16,5-2 5-16,5 1-3 0,8-6-3 0,12-1-1 0,7-3-6 15,10-4 0-15,2-4-2 0,0 2 1 0,-3-8 2 0,-10 5-2 16,8-7 2-16,-9 3 7 0,-6-2 4 0,-3 0-2 0,2-2 0 16,-5-2 2-16,-2 4 3 0,-6-3-2 0,-8 3 0 15,-2 0-3-15,-6 0 1 0,-3 1-3 0,-4 0 3 16,-7-2-6-16,-8-2 0 0,-5 2 4 15,-5 3-3-15,-2 0-5 0,-9 5 4 0,1 1 5 0,-12 4-3 16,-3 2-5 0,1 4 3-16,-2 1 0 0,0 6 0 0,1 2-1 15,0 1 0-15,-2 9-2 0,4-2 0 0,-1 5 0 0,6 5 1 16,5-2 3-16,18-8-6 0,1 2 7 0,6-1 8 0,5-6-7 16,9 2 4-16,4 0 1 0,8-1-1 0,14 1 1 15,9-4 3-15,18-1 2 0,7-1-4 0,8-8-1 16,31-5-2-16,-4-7-8 0,-28 2 5 0,28-11 3 15,-29 4 4-15,-5-1 3 0,3-2 10 0,-4-2 3 16,-9-1 4-16,-13 6-4 0,-4-5 0 0,-8 4-3 16,-7-3-10-16,-2 2 8 0,-12 3-19 0,-4-3 0 0,-6-1-5 15,-5 2 1-15,-8-2 4 0,-6 1-2 0,-6 2 4 16,-4 2 3-16,-14 2-3 0,-3 0 1 16,-1 4-1-16,-3 4 0 0,-3 2 0 0,3 2-4 0,-2 4 1 15,-2 3-2-15,4-1 8 0,1 1-7 0,-1 4 7 0,-1 2-4 16,-2 1-2-16,4 1 0 0,2 0 4 0,5 3 2 15,13-9-3-15,7 4 2 0,3-4-5 0,9-7-4 0,5 0 0 16,4 0-1-16,4-3 0 0,5 1 5 16,0-2 0-16,21-6-5 0,5-3-1 0,6-6 5 15,0 0 1-15,4-3 1 0,-1-1-1 0,-5 0-2 16,-3-2 2-16,-6-4-3 16,-9 6-16-16,-8-1-16 0,-6-6-6 0,-7 1 3 15,-6 3 4-15,-5-1 5 0,-8 1 3 0,-4 4-1 16,-19-4 8-16,-3 4 2 0,-1 5 4 0,-5 4 8 15,-4 4 1-15,-2 1-2 0,1 4 1 0,-30-2 2 0,33 8 2 16,-5-1 3-16,3 0-1 0,-2 4 2 16,-2 1 11-16,-22 5-6 0,27-4 4 0,3 4 2 15,0-1-3-15,2 1 1 0,6-1-3 16,17-4 1-16,4 2-1 0,6-4 1 0,7-1-5 0,5-5 2 0,3 2-5 16,5-1 5-16,0 1-6 0,2-3 4 0,3-1-2 15,0 0 3-15,19 3-4 0,2-6 8 0,7-2-8 0,3 1 5 16,0-1-7-16,-1-2 4 0,2 2-2 0,-4-3-6 15,3 3-11-15,-11 3-3 0,1 0-1 0,-3 0 1 16,-1 0-9-16,-5 2-13 16,2 0 3-16,-2 0 5 0,-2 2 2 0,1 0 7 15,-2 0-4-15,4 1 1 0,-3 1 10 0,0 1-5 16,0 0 7-16,2 1 1 0,1-2 0 0,1-2 5 16,3 3-3-16,3 1 1 0,8-5 3 0,3 4 6 15,1-5-1-15,4-2 5 0,17-1-2 0,2-2 8 16,-5-2 10-16,2-2 2 0,-12 4-4 0,-2-3-2 15,-2 1-3-15,-5 2-2 0,-13 1-3 0,-3 2 7 0,-3-1-8 0,-2 1 3 16,-4 2-8-16,-6 0-1 0,3 2-2 0,-3-2 3 16,-14 9-1-16,-3 1 0 0,-6 2 1 0,-4 5-4 15,0 3 2-15,-2 3 2 16,2 0-2-16,1-4-2 0,2 8 1 0,0-1-2 16,2 0 0-16,0-1 12 0,9 3-12 0,2-3 10 0,4-1 1 15,7-8 0-15,5 0-3 0,5 1 3 0,10 0 2 0,8-3-8 0,8-7-5 0,14 0-16 16,8-5-18-16,-1-8-17 0,5 0-20 0,0-3-3 15,1-4 8-15,-3-3 6 0,-4-1 8 0,-5 0-1 16,-16 3-14-16,-6 0-15 0,-11 3-3 0,-5 2 6 16,-6-3 40-16,-3 7 52 0,-4-2 15 0,-2 1 13 15,-3 2 8-15,-6 2 4 0,-3-3 6 0,-4 4 0 16,-2 1 0-16,-2 1-5 16,3 1-4-16,-3 2-4 0,3-1 0 0,5 0-11 15,2 2-2-15,2 1-3 0,5-2-2 0,3 0-2 16,6 2 2-16,7 2 3 0,16-2-6 0,10 3-6 15,17-2 0-15,2-2-13 0,9-2-19 0,-1-1-20 16,2-1-14-16,-2-4-5 0,0-1-5 0,-4 0-9 16,-8-2-124-16,-18 1-210 0,-4 3 92 0</inkml:trace>
  <inkml:trace contextRef="#ctx0" brushRef="#br0" timeOffset="114999.77">2388 12176 138 0,'-3'-1'238'0,"3"1"-9"0,0 0-13 16,-5-3-15-16,5 3-16 0,0 0-14 0,0 0-15 15,0 0-18-15,-1-4-11 0,1 4-20 0,0 0-7 16,14-6-13-16,-6 4-10 0,-2 0-7 0,5 2-7 16,1-3-10-16,0 3-2 0,-1 0-11 0,-1 0-1 15,2 3-7-15,-5-3-5 0,2 2-19 0,-1 2-9 16,-1-1-9-16,0 1-1 0,-1-3-8 0,0 8 0 15,-4-1 1-15,-1 1-3 0,-1 1 1 0,-1 1-4 0,-4 7 7 0,-1-1-5 16,-5-2 4-16,1 2 10 0,-3 0-7 0,1-3 2 16,3-2 1-16,-2 1-1 0,-1 0 5 0,4-4-2 15,2-2-1-15,-1 4 3 0,1-6-6 0,2 3-5 16,3-2 3-16,1 0 3 0,0-1-2 0,0-1 5 16,5 0 1-16,1 1 4 0,4 0-6 0,2-1 10 15,2 0-11 1,1 1 9-16,4-2-4 0,2 1 2 0,-2 1 3 0,0-2-2 15,-1 5-3-15,1-2 2 0,-1 2 17 0,-5-1-5 16,-4-1 0-16,7 5-2 0,-9-4 1 0,1 3-3 16,-1-1 1-16,-4 1-4 0,-3 0 1 0,-4 1 2 15,-6 3-2-15,-3-1-10 0,-4 2-8 0,-3 3-14 16,-10-5-14-16,2 0-35 0,0 1-38 0,-1-4-53 16,-1-4-109-16,4 0-302 0,-1-1 134 0</inkml:trace>
  <inkml:trace contextRef="#ctx0" brushRef="#br0" timeOffset="115463.01">2384 12034 76 0,'-14'-3'171'0,"2"4"-10"0,1 1-18 0,-2 1-3 16,-1 2-19-16,-1 4-15 0,-2 0-13 0,-3 5-10 0,-2 5-7 0,0 3-14 15,3 4-2-15,2 4-6 0,1 0-7 0,-2 4-3 16,-1 7-3-16,2 5-2 0,7-12 6 0,1 2-3 16,1-2 1-16,4 2-9 0,3 0-1 0,1-1 1 15,4-2 0-15,1 0-12 0,2-2 2 0,9 0 4 16,-6-4-9-16,7-1 15 0,6-4 13 0,4 0 14 15,2-3 8-15,5-3 11 0,13 1 6 0,5-5 1 0,2-7-5 0,5-2-1 16,2-5-4-16,-1-3-6 0,4-4 2 0,-3-1 5 16,-2-3 1-1,-4-6 1-15,-3-3 6 0,-1-2 0 0,-8-2 8 0,0-3 11 16,-16 2-6-16,7-9-7 0,-2-1-1 0,-12 8-4 16,2-17-21-16,-7 3 8 0,-4-7-27 0,-10 1-19 15,-5-2-12-15,-7 1 0 0,-8 8-9 16,1 10 1-16,-11-9 4 0,2 13-3 0,-10-4-5 15,3 12 3-15,-9-3-3 0,6 10-9 0,-13 3-7 0,8 3-5 16,-12 10-5-16,4-1-4 0,11 5-16 16,-11 5-24-16,14 0-36 0,4 2-34 0,0 4-45 15,7 1-51-15,6 3-39 0,2 1-210 0,9-5-522 16,6 2 231-16</inkml:trace>
  <inkml:trace contextRef="#ctx0" brushRef="#br0" timeOffset="115817.92">4167 12083 232 0,'2'-5'321'0,"1"0"-18"0,-2 1-11 0,1 1-16 15,0 1-18-15,-2 2-20 0,1-6-32 16,-1 6-15-16,0 0-22 0,1-5-27 0,-1 5-25 16,0 0-13-16,0 0-14 0,0 0-10 0,-12 13-9 15,3-5-3-15,-3 6-11 0,1 3-5 0,-7 7-8 0,0-2 1 16,0 2-12-16,0 4-16 0,-2-1-22 15,2 0-23-15,0 2-21 0,-1-3-26 0,-2 1-18 0,1 0-31 0,1-5-31 16,4 0-47-16,2-7-245 0,1-3-482 0,0 0 213 16</inkml:trace>
  <inkml:trace contextRef="#ctx0" brushRef="#br0" timeOffset="116118.34">3869 12094 277 0,'0'-9'358'0,"2"4"-28"16,1-2-28-16,-3 0-38 0,1 4-28 0,-1-1-27 16,0 4-37-16,0-4-17 0,0 4-17 0,0 0-18 15,9 9-12-15,-4-1-19 0,6 5-3 0,-1 4-6 16,4 6-6-16,1 0-6 0,4 4-4 0,4 2 1 16,1-3-9-16,1 2-6 0,2 0 5 0,-2-4-10 0,2 0-5 0,2-3-2 15,-3 0 3-15,0-4-11 0,-2 0 2 0,-4-3-5 16,-2-5 3-16,-3 1-4 0,-3-4-5 0,-3 0 1 15,-4-1-12-15,4-2-6 0,-4 0-5 0,-1 2 5 16,1-4 1-16,-1-1 2 0,-3 3 4 0,3-1-9 16,-4-2-2-16,5 3-3 0,-5-3-15 0,4 2-11 15,-4-2-21 1,0 0-22-16,0 0-57 0,0 0-67 0,0 0-47 16,0 0-259-16,5-7-543 0,-5 7 239 0</inkml:trace>
  <inkml:trace contextRef="#ctx0" brushRef="#br0" timeOffset="117505.67">5421 12114 238 0,'-10'-6'248'0,"1"-2"-19"0,-1 1-13 0,-3 0-14 15,3 3-16-15,-7 0-14 0,5 2-19 0,-5 0-12 16,-2 1-19-16,1 4-12 0,0 1-11 0,-1 1-12 16,-2 3-10-16,-3 4-5 0,1 3-6 0,5-1-7 15,4-2-11-15,-2 2-3 0,-3 8-3 0,7-6-8 0,0 5 0 16,4-3-3-16,1-1 4 0,1-1-13 0,2 0 1 0,2-5-2 15,2 2-3-15,2-2 1 0,2-5 2 0,0 4 4 16,1-5 2-16,3 1 1 0,1-3 6 0,3-1-7 16,3-2-1-16,2-2 1 0,3-2 1 0,1-2 6 15,-2-4-1-15,-1 1 3 0,-1-1 14 0,-1-3-1 16,4-3 2-16,-7 2 1 0,0-2 5 0,2 3 2 16,-3-2-2-16,-1 4 2 0,0-2 0 0,-4 4 5 0,2 2 7 0,-4-2 1 15,-1 5 2-15,0-1-16 0,0-2-8 0,-3 5-6 16,3-1-13-16,0 3-7 0,-4 0-4 0,6-2-1 15,-6 2-1-15,8 2-6 0,-3 1 3 0,0 3-4 16,-1 0-8-16,6 0 2 0,-2 4-10 0,0 0-10 16,2-3-29-16,-1 1-18 0,1 2-27 0,0-1-17 15,-1 1-20 1,0-2-21-16,-1 1-14 0,2-2-14 0,-2-4-8 16,-2 1-7-16,2-2 12 0,-1 0 13 15,0-4 19-15,-1-1 18 0,-1-2 15 0,-1 0 18 0,6-1 33 0,-5-1 34 0,-1-4 28 16,1 1 32-16,3-1 27 0,-3-1 22 0,0 0 23 15,-1 1 12-15,1-1 15 0,-1 2 9 0,1-2 12 16,0 2 6-16,-1 0 1 0,0 5-2 0,-3 0-8 16,3 1-8-16,-1 0-20 0,-1 0-12 0,-2 4-26 15,3-4-7-15,-3 4-9 0,1-3-13 0,-1 3-9 16,0 0-13-16,0 0 2 0,0 0-7 0,5 12-5 16,-4-5-8-16,-1 3 4 0,3 2 1 0,-2 5-3 0,-1-1-1 15,0-1 2-15,0 2-7 0,3 1 0 16,-3-1 3-16,0-1-5 0,1-3-2 0,0-4 23 15,0 2-21-15,1-5 1 16,-1 0-1-16,-1 0 5 0,3-1-5 0,-2-2 10 16,-1 2 15-16,0-5 4 0,4 2-1 0,-4-2 8 0,12-5-10 15,-3-2-6-15,2 3 5 0,0-7-2 0,1 1-1 16,2-1-1-16,0-2-4 0,0 1-1 0,1-2-5 16,-1-1-2-16,-1 2-6 0,1 0 1 0,-4 6-7 15,-1-2 8-15,-1 4 2 0,-3-1-3 0,-1 1-7 16,2 0-1-16,-2 4-5 0,1-3-8 0,-2 2-13 0,-3 2-13 15,6-2-11-15,-6 2 8 0,0 0-1 0,0 0 5 16,14 7 4-16,-9-5-2 0,3 3 8 0,1 5 1 16,6-1 1-16,2-1 5 0,7 3-1 0,6 1-21 15,3 1-6-15,0 0-12 0,8-2-10 0,11-4-9 16,2 1 12-16,-12-5-12 0,8 2 2 0,-8-4 4 0,8-5 5 16,-13 2 9-16,4-3 6 0,-5-1 4 0,-3-1 7 0,-4 0 8 15,-1-1 17-15,-7 1 19 0,-6 0 26 0,0-3 29 16,-3 3 23-16,-6-2-2 0,2 2-3 0,-2-2 5 15,-2 1-6-15,-1 0-7 0,-3 3-10 0,-3-4-15 16,-1 4-19-16,-2-2-7 0,-3-1-10 0,-5 3-7 16,-6 1-11-16,-2 2-5 0,-9 1 0 0,2 1 1 15,1 1 1-15,1 4-2 16,-3 1 1-16,10 2-4 0,-5 1 19 0,5 1-28 16,4-3-1-16,-1 5 3 0,3-3-6 0,0 2-7 15,5-2-1-15,3 1-1 0,-1 2 4 0,5 0 4 16,2 0 3-16,3 0 7 0,4-4 3 0,6 5-2 15,3-5 5-15,5 0-4 0,7-5-4 0,0 2 2 16,-1-4-5-16,1-2 5 0,0-4-1 0,-6-1 5 16,-4 1 5-16,0-7 14 0,-2 1 10 0,-2-1 20 0,0-3 18 0,-5 0 11 15,-2 0 17-15,0-2 9 0,0-2-3 0,-1 1-8 16,-5-10-3-16,3 4 3 0,-3-5-2 0,-2 0-4 16,0-1-12-16,-3-1 9 0,0-4-10 0,-2 3-5 15,0 1 12-15,2 1-1 0,-2 6 7 0,3 5 17 16,0 4-3-16,2 4-4 0,-2 1-9 0,3 5-17 15,-3-1-10-15,1 2-24 16,1 0-32-16,1 4-53 0,0 0-17 0,0 0 3 16,0 0 8-16,-5 15 5 0,4 2 7 0,-5 8 5 15,3 1 6-15,-3 3 4 0,4 0 5 0,-3 3 9 16,4 0 4-16,-3-1 0 0,2-2 1 0,2-3-2 16,3 0 5-16,1-8 7 0,-1 4 12 0,1-7-15 15,2 2 13-15,-4-3-7 0,1-2 3 0,1-3 5 16,-4 1-1-16,2-4 1 0,-1 0 4 0,1 0 0 0,0-1 8 0,0-1 1 15,1 0 13-15,-3-1 16 0,3 0-2 0,-3-3 5 16,1 4 3-16,-1-4-8 0,3 3 5 0,-3-3-4 16,0 0-4-16,2 2 0 0,-2-2-3 0,0 0-4 15,0 0-19-15,0 0-22 0,0 0-30 0,11-4-42 16,-8 1-50-16,1 1-38 0,5 0-62 0,-4-2-58 16,4 0-98-16,1-3-227 0,6-1-671 0,-2-1 298 0</inkml:trace>
  <inkml:trace contextRef="#ctx0" brushRef="#br0" timeOffset="117805.99">7293 11737 123 0,'0'0'203'0,"0"0"-24"0,0 0-14 15,0 0-11-15,0 0-3 0,0 0 2 16,9 19-8-16,-8-7-8 0,7 2-9 0,-3 2 1 16,3 2-9-16,2 5-3 0,3 2-11 0,0-3-7 0,1-1-9 0,0-2 0 15,6 2-4-15,-8-6-5 0,3 2-9 16,4 1-4-16,-6-5-10 0,1-1-1 0,0 0-6 16,-6-5-8-16,1-1 1 0,-2-2-5 0,-1 0-5 0,-3 0 1 15,1 0 10-15,0-2 5 0,0 1-2 0,1-3-4 16,-5 0-4-16,5 4 1 0,-5-4-9 0,1 2-19 15,-1-2-55 1,0 0-58-16,0 0-59 0,4-6-69 0,-4-1-230 16,4 2-494-16,-4 0 219 0</inkml:trace>
  <inkml:trace contextRef="#ctx0" brushRef="#br0" timeOffset="118037.73">7861 11775 225 0,'0'-3'277'0,"0"3"-22"0,-3-4-21 16,3 4-28-16,-2-5-22 0,2 5-17 0,-4-2-21 15,4 2-16-15,0 0-13 0,-16 7-14 0,7-1-5 16,-3 6-15-16,-5 2-6 0,-2 5-7 0,1 1-8 16,-4 1-5-16,2 1-28 15,1-1-19-15,-2 0-24 0,3 2-21 0,2-2-24 16,-2 2-32-16,5-6-45 0,4-3-24 0,-5 3-180 15,5-5-367-15,0-2 163 0</inkml:trace>
  <inkml:trace contextRef="#ctx0" brushRef="#br0" timeOffset="118306.51">7633 12010 55 0,'0'-5'366'0,"3"3"-3"0,-2-4-4 15,-1 2-3-15,3 2-17 0,-3 2-28 0,0-5-31 16,0 5-20-16,0 0-41 0,2-5-34 0,-2 5-23 15,0 0-18-15,0 0-15 0,1 10-20 0,1 0-10 16,0 3-12-16,1 5-10 0,1 1-12 0,0 3 13 16,-3 5-19-16,4-2-7 0,0 3 1 0,0 0-9 0,0-4-5 0,3 3-2 15,-4-9-4-15,2 1 16 0,-2-2-19 0,1-2 2 16,-2-6-10-16,-1 3-2 0,1-3 14 16,-1-3-11-16,1-1-1 0,-2 0 0 0,1-1-21 0,0 0-1 15,-2-1-15-15,1 0-13 0,-1-3-30 0,4 3-43 16,-4-3-94-16,0 0-139 0,9-11-314 0,-4 5-701 15,0-4 310 1</inkml:trace>
  <inkml:trace contextRef="#ctx0" brushRef="#br0" timeOffset="119354.49">9196 11918 213 0,'-6'-4'222'0,"-2"0"-16"0,-1 0-18 0,-1 3-18 16,-2 1-12-16,0 1-13 0,-6 3-12 0,1 1-11 0,-1 2-6 15,0 1-13-15,-6 9-8 0,-2-4-10 0,2 6-10 16,4 0-3-16,-2 1-12 0,-1 1-5 0,5 0-2 15,0-1-8-15,2 1-4 0,4 0-5 0,3-4-2 16,5-1-4-16,-2 1-1 0,3-5-5 0,6-2 0 16,-3 1-3-16,5-1 2 0,0-2 9 0,3 1 16 0,1-6 5 15,2-2-1-15,2-1 2 0,6-1-4 0,0-4 2 0,1 1-4 16,-1-4-8-16,-1 0-1 0,1-1 0 0,-3 0 3 16,10-7 7-16,-15 10 7 0,5-9 0 0,-2 6-5 15,-4 0 2-15,-1 2-2 0,-1 2-3 0,1-1-6 16,-4 2 0-16,0 3-8 0,0-3-4 0,-1 2-4 15,2 1 0-15,0-1-3 16,-6 2-1-16,13 2-5 0,-5-1 0 16,0 1-4-16,1 2-6 0,0 1-8 0,1 1-17 15,0-1-32-15,-2 2-37 0,3-1-53 0,-2 2-66 16,0-1-83-16,-4-5-212 0,4 5-541 0,-4-3 241 0</inkml:trace>
  <inkml:trace contextRef="#ctx0" brushRef="#br0" timeOffset="119693.16">9413 11955 109 0,'5'-3'254'0,"1"-1"-19"16,1 3-10-16,0 1-16 0,4 3-16 0,-1 0-10 16,0 2-19-1,2 2-11-15,2 4-12 0,-1 0-14 0,1 3-15 16,-4 2-11-16,2-1-8 0,-1 1-10 0,-2 1-9 15,-1 3-5-15,-2-3-10 0,0 7-5 0,-3-7-6 0,1 0-3 16,-3 2-6-16,-1-9 1 0,0 2-4 16,-1 1-3-16,0-4-3 0,1-2 9 0,-3-1 14 15,3-2 27-15,0 1 34 0,0 0 30 0,0-5 39 0,0 4 24 16,0-4-7-16,0 0-19 0,0 0-15 0,0 0-19 0,-1-17-15 16,1 8-11-16,0-1-13 0,1 0-4 0,-1-2-19 15,5 0-11-15,2-5-14 0,-2 3-16 0,4-3-16 0,0 1-19 16,1 1-24-16,2 0-32 0,1 3-25 15,3-1-32-15,-1 1-25 16,2 1-23-16,-1 1-24 0,2 3-34 0,4 0-36 0,-3 1-34 0,1-1-56 0,-2 2-235 16,3 1-617-16,-1 1 273 0</inkml:trace>
  <inkml:trace contextRef="#ctx0" brushRef="#br0" timeOffset="120025.25">9967 12112 88 0,'-4'2'232'0,"1"1"-6"16,3-3-6-16,-5 4-1 0,5-4-4 0,-4 2-1 16,4-2-4-16,0 0-6 0,-4 3-12 0,4-3-13 15,0 0-22-15,0 0-15 0,17-10-13 0,1 4-10 16,-8 0-4-16,8-1-18 0,10-5-8 0,0 0-3 16,0 0-10-16,-1-1-5 0,-2-1 0 0,1-3-12 15,1 1-2-15,-5-2-7 0,-3 0-3 0,-4 5-3 16,-2-3-3-16,-1 3-1 0,-7 4 3 0,-1-4 9 0,-1 4-1 0,-1-2-9 15,-4 2-4 1,0 5-3-16,-5-2-13 0,1 2-2 0,-7 1-6 16,-3 3-1-16,-2 7 3 0,-9 0-10 0,9 4-1 15,-8 2 6-15,6 3-15 0,-3-1 2 0,-2 4-3 16,13-3 3-16,-1 0-2 0,1 6 4 0,4-4-6 16,3 2 6-16,3-2 3 0,6 0-2 0,5-1 1 15,14 5 15-15,5-3-10 0,8-7-1 0,23 2-18 0,6 1-45 16,31-6-61-16,-4-6-76 0,-27-3-108 0,1-1-263 15,0-5-612-15,-4 1 272 0</inkml:trace>
  <inkml:trace contextRef="#ctx0" brushRef="#br0" timeOffset="120557.62">11807 11651 192 0,'0'-14'257'0,"-2"2"7"16,1-4-6-16,1 0-2 0,-1 3 4 0,1-4 5 16,-2 5 1-16,1-1-14 0,2 4 4 0,-1-2-18 0,-1 5-12 15,2-2-32-15,-2 5-28 0,1-1-10 0,1-1-22 16,-1 5-19-16,0-5-36 0,0 5-19 0,0 0-11 15,0 0-3-15,7 16-9 0,-4-2-1 0,-2 7-12 16,1 8 6-16,0 2-10 0,-1 3-2 0,0 13 0 0,1 0 2 16,-1-1 0-16,-2-11-8 0,1 1 0 0,-2-3 0 15,2 0 0-15,0-5-2 0,2 0-3 16,-1-2 4-16,-1-7-6 0,1-2 16 0,-2-5-16 0,1-3 0 16,0 2 2-1,0-4-1-15,0-1-1 0,0-1 0 0,-1 0 6 16,2-1-11-16,-1 0-5 0,0-4-17 0,-1 7 1 15,1-7-24-15,0 5-19 0,0-5-19 0,-2 2-25 0,2-2-58 16,0 0-69-16,0 0-46 0,-13-7-274 0,8 0-601 16,3 2 266-16</inkml:trace>
  <inkml:trace contextRef="#ctx0" brushRef="#br0" timeOffset="120842.88">11588 11914 140 0,'-14'-1'210'0,"0"1"-11"0,1 0-9 15,2 2-6-15,0-3-12 0,3 1-9 16,3 1-5-16,5-1-8 16,-8 0-10-16,8 0-3 0,0 0-7 0,0 0-8 15,32-2-10-15,-2-1-8 0,6 0-16 0,15-1-5 16,7-1-9-16,1 1-6 0,3-3-9 0,-1 1-4 16,1 0-5-16,-3 3-6 0,-2-5-3 0,-6 2-6 15,-14 3-1-15,-4-1-6 0,-12 1-1 0,-2 2 0 16,-6 0-5-16,-2 1 7 0,-4-3 13 0,-1 1-2 0,-1 1-7 15,-5 1-8-15,0 0-16 0,0 0-13 0,-14-4-12 16,2 4-12-16,-3 0-6 0,-2 1-17 0,0 0-16 0,-1 0-20 16,5 3-30-16,-2-1-25 0,6 1-36 0,-1-2-239 15,1 1-452-15,1-3 200 0</inkml:trace>
  <inkml:trace contextRef="#ctx0" brushRef="#br0" timeOffset="121375.86">12324 11759 246 0,'4'-3'352'0,"-4"1"-31"0,0 2-33 16,5-3-29-16,-5 3-32 0,3-3-25 0,-3 3-22 16,0 0-16-16,0 0-20 15,11 9-15-15,-7-1-13 0,1 1-12 0,-1 2-7 16,1 4-15-16,-2 1-4 0,-2 1-4 0,3 1-12 15,-3 0-3-15,0 0-7 0,-1 1-7 0,0-2-4 16,3 0-2-16,-3-3-3 0,1-2-4 0,-1-2-3 16,0 0-2-16,0-5 1 0,0 1-2 0,0-2 1 15,0 0 1-15,0-1 7 0,0-3 37 16,4 5-2-16,-4-5-1 0,0 0-5 0,13-5-6 0,-7 1 9 0,-1-3-2 0,5-1-1 16,-2 0-8-16,1-2-1 0,5-1-4 0,-2 1-7 15,2-3-6-15,-7 4 3 0,5 0-8 0,-2 1-8 16,-1 1-2-16,-2 0-2 0,0 3-2 0,-2 0-14 15,-1 1 6-15,1 1-2 0,-1 0-9 0,-4 2-2 16,11 2-5-16,-3-1 5 0,-3 3 1 0,3 0 12 16,1 4-16-16,-3-2 0 15,5 2 1-15,-4 1-3 0,2 0 5 0,0 0-2 16,0 0 4-16,1-2-6 0,0 1 7 0,-2-1 5 16,1-1 1-16,1 1-4 0,-2-4 3 0,1 1 12 15,-2-4 22-15,1 3 10 0,-1-3 13 0,0 0 4 16,6-3-3-16,-7 1 3 0,6-2 4 0,3-2-2 15,-6-2-1-15,8-1-4 0,-8 0-4 0,4-3-10 16,-2-1-1-16,-2-1 1 0,0-1-14 0,0-2-4 0,-1-3-3 0,-1-5-5 16,-2 6-12-16,-1 1-7 0,1 1-5 0,-2 0-13 15,-2 5-12-15,-1 0-21 0,0 0-30 0,-1 5-44 16,1-1-36-16,-4 1-29 0,-1 2-22 0,0 2-21 16,-2 2-25-16,1 1-21 0,6 0-32 0,-11 2-308 15,5 0-663-15,4 3 294 0</inkml:trace>
  <inkml:trace contextRef="#ctx0" brushRef="#br0" timeOffset="121876.74">13280 11680 27 0,'0'-4'234'0,"0"4"-7"0,0-6-8 0,2 3-14 16,-2 3-8-16,2-5-5 0,-2 5-15 0,0-5-5 15,0 5-9-15,1-4-6 0,-1 4-16 0,0 0-11 16,0 0-10-16,1-3-6 0,-1 3-14 0,0 0-11 0,0-4-8 0,0 4-7 16,0 0-9-16,0 0-8 0,0 0-5 0,0 0-7 15,0 0-2-15,0 0-5 0,0 0-5 16,0 0-5-16,0 0-4 0,0 0-1 0,-8 8-4 0,5-5 1 15,-2 4-6-15,-3-3 0 0,3 4-2 0,-5 1-2 16,-3 3-1-16,3 1-2 0,-3 2-1 16,0 0 0-1,-1 2-4-15,0 6-11 0,0-7 2 0,1 6-1 0,4-4 2 0,0 0-2 0,3-3 3 0,1 3 2 16,0-1 0-16,2-5 1 0,3 0 1 16,1 0 5-16,3-2 14 0,1-1 19 0,3 1 13 15,4-3 12-15,8 3 3 0,-1-5 3 0,13 1-6 0,0-3 2 16,-1-3 0-16,1-4 4 0,-3-1 4 0,-1 0 3 15,0-6-2-15,-2 0 1 0,-8 0-8 16,-3-2-6-16,1-2-4 0,-4 0-10 0,-3-3-1 16,-1-5-3-16,-2-5-7 0,-6 9-11 0,-2-6-12 0,-6-1-14 15,-2 3-13-15,-3 0-21 0,-5 10-24 16,-6-6-33-16,-3 5-34 0,-5 2-37 0,-1 3-44 16,1 3-72-16,-5 1-313 0,5 5-640 0,2 0 284 15</inkml:trace>
  <inkml:trace contextRef="#ctx0" brushRef="#br0" timeOffset="122705.81">15112 11672 235 0,'-1'-5'316'0,"-2"-5"-6"15,2 4-18-15,1 1-16 0,-4 0-16 0,2 1-26 16,2 4-19-16,-1-4-33 0,1 4-22 0,-2-5-18 0,2 5-16 16,0 0-11-16,0 0-20 0,2 15-12 0,-2-4-4 15,3 5 0-15,1 3-18 0,-3 6 4 0,2 1-8 16,0 2-1 0,-1-3-10-16,2 2-2 0,-1 1-5 0,1-4-5 0,-2-3 2 15,3-3-4-15,-2 1-4 0,0-2-1 16,0-2-1-16,-2-4-3 0,3 0 3 0,-4-2-9 15,1-1 1-15,-1-4 0 0,3 3 1 0,-6-2-10 0,6-1-6 16,-3-3-9-16,0-1-6 0,0 0-47 0,0 0-70 16,0 0-82-16,-15-5-60 0,5-2-262 0,3-2-577 15,-5-5 256-15</inkml:trace>
  <inkml:trace contextRef="#ctx0" brushRef="#br0" timeOffset="122847.12">14973 11436 228 0,'0'-10'262'0,"3"1"-24"0,-3 2-26 0,1 0-21 16,-1 2-27-16,3 3-46 0,-3-2-56 0,0 4-32 16,6-7-26-16,-6 7-33 0,0 0-46 0,10 8-160 15,-6-3-253-15,1 0 112 0</inkml:trace>
  <inkml:trace contextRef="#ctx0" brushRef="#br0" timeOffset="123648.8">15337 11643 346 0,'0'0'321'0,"0"0"-35"0,0 0-30 0,0 0-28 15,0 0-24-15,0 0-22 0,9 3-22 0,-8 4-17 0,3 4-14 0,0-3-14 16,-3 5-11-16,3 5-10 0,0 1-9 0,0 7-7 15,-3-1-8-15,3 0-9 0,-4-4-6 0,0-2-5 16,5-2-6-16,-5 0 0 0,0-4-4 0,4-2-2 16,-4-2-3-16,0-1 0 0,1-3-8 0,-1-1 4 0,0 0 14 0,0 0 27 15,0-4 28-15,4 3-10 0,-4-3-6 16,9-7-11 0,-4 0-9-16,4-1-8 0,0-5-2 0,3 2-6 15,-1-4-11-15,3 1 6 0,-1-1-1 0,-3-2-10 16,2 3-6-16,-1 2-5 0,-2 2 3 0,-2 2-5 15,0 0-4-15,-1 2-1 0,-2 2-15 0,0-1-13 16,-1 2-10-16,3 2 1 0,-2 0-6 0,-4 1-4 16,15 4 2-16,-10 1-5 0,7 1 0 0,-2 1 4 15,8 2-3-15,5 3-3 0,3 0-2 0,2 0-6 0,4 1-3 0,2-1-6 16,-1-3-12-16,6-1-8 0,13-2-4 0,-13 0-3 16,1-4-5-16,-1 1 7 0,-2-3 5 0,0 0 3 15,0-4 5-15,-8 0 9 0,0 0 5 0,-8-1 7 16,-2-3 5-16,-2 1 9 0,-6-1 18 0,-3 1 17 15,0-3 11-15,-6-1 9 0,-2 2 5 0,0-2 11 16,-1 2 2-16,-4-2 0 0,-4 2-5 0,-4-3-2 0,-1 3-6 0,1 1-4 16,-7 1-1-16,1 5-4 0,-2-4-2 0,-1 6-2 31,-7 3-4-31,4 1 1 0,3 1-6 0,-5 3 4 0,9 1-3 16,-7 4-2-16,2 1-2 0,6-3 0 0,0 3 1 15,3-2-1-15,3 2 0 0,2 3 2 16,0-2-5-16,4-1-9 0,0 3 1 0,3-5 2 15,4 0-2-15,-1-1 13 0,7 0-7 0,-2-4 1 0,3 1 8 0,4-3-5 16,2 2-2-16,3-5 0 0,-1 0 0 0,2-3 2 16,-3 0 1-16,2-3 3 0,0-3-6 0,0-3 2 15,0 2 6-15,-4-5 11 0,0-2 5 0,-2-3 3 16,-2-4 11-16,2-2 1 0,-4-1-2 0,-1-2 5 16,-1-1 1-16,-4-3-2 0,1-3 0 0,0 3 2 15,-2-6 0-15,0 4 19 0,2-16-5 0,-3 15 5 0,0-1 9 16,-2 3 13-16,2 3 5 0,-2 9 13 0,2 5 11 0,-1 1-9 15,2 6-5-15,-2 0-12 0,1 2-16 0,0 0-15 16,0 1-37-16,0 1-47 0,0 4-22 0,0 0 6 16,0 0 0-16,0 0 8 0,-6 21 6 15,4-6-3-15,1 3 1 0,-2 11 5 0,2 2 3 0,0-1 6 16,2 5-2 0,3-3 4-16,-4 0-20 0,3-3-17 0,3 2-14 15,0-2-23-15,0-3-33 0,2 2-35 0,0-4-41 16,-3-7-62-16,1 2-298 0,3-6-605 0,-1-3 267 15</inkml:trace>
  <inkml:trace contextRef="#ctx0" brushRef="#br0" timeOffset="124449.88">16365 11840 161 0,'0'0'258'0,"0"0"-13"15,0 0-16-15,-4 3-26 0,4-3-18 16,0 0-19-16,0 0-18 0,0 0-14 0,0 0-11 0,0 0-12 15,23 0-11-15,-10-3-11 0,4 0-8 0,4 0-8 16,2-2-11-16,5-3-6 0,0 3-5 0,-1-6-10 16,0 3-1-16,-2-4-3 0,-5 3-3 0,-3-2-6 15,0 0-1-15,-2 0-3 0,-2-2-2 0,0-2 3 16,-4 1 3-16,-4-2-2 0,0 2 2 0,0-2 4 16,-1 7 4-16,-4-2 4 0,-4 0-4 0,-1 2-6 31,0 0-7-31,-3 4-2 0,-2 0-2 0,-3 1-3 15,3 2-2-15,-9 2-3 0,2 4 1 0,-3 3-8 0,1 0 1 0,-4 6 2 16,4-2-7-16,-2 4 1 0,3-2-1 0,4 2 1 16,0-1-5-16,4 2 1 0,1 4 3 0,1-3-3 15,3 2 3-15,5-2 0 0,0 1 4 0,8-2-2 16,2 2 1-16,9-1 3 0,4-1-2 0,5-3 0 16,3-3 3-16,5-2-5 0,16-1-3 0,-12-4-10 15,-3-3-6-15,1-3-5 0,-1 0-1 0,-2-2-1 0,-6-3 4 16,-1-5 0-16,-2 3 5 0,-11-4 7 0,3 2 8 0,-4-10 14 15,-5 4 12-15,1-5 8 0,-3-2 5 0,-2-1 11 16,-3-6 2-16,-2 2-1 0,-2-1 1 0,0-4 14 16,2 1 14-16,-1 0 8 0,-1 5 2 0,0-3 10 15,0 9 5-15,-1 3 4 0,1 3-6 0,2 8 3 16,-4-2-9-16,4 5-5 16,0-1-21-16,-1 2-23 0,-1 2-27 15,4-1-50-15,-2 4-9 0,0 0 11 0,0 0-10 16,0 16 2-16,0 1 2 0,-4 8 5 0,5 5 2 0,-2 7 4 15,1 11 3-15,0 1 4 0,-1 2 0 0,-2 0-6 16,-1-1 7-16,4-2 1 0,-1-14 2 0,1 4 1 16,0-3 3-16,1-5 11 0,2 1-10 15,-2-5 0-15,-1-6 3 0,3-3-2 0,-2-8 8 0,0 5-3 0,0-8 3 0,-1 0 4 16,0 1 32-16,0-3 46 0,0 0 36 16,2-1 46-16,-2-3 39 0,1 3 7 0,-1-3-18 15,0 0-17-15,0 0-28 0,-1-16-18 0,1 6-17 0,1-6-25 16,3-3-27-16,-4-1-25 0,3-8-16 0,3 1-18 15,1-2-7-15,1 1-3 0,2 3-2 0,2 0 1 16,-1 3 0-16,1 5-4 0,-1 3-1 0,3 0 1 0,-4 3-4 0,7 2-7 31,-7 4-8-31,7-3-13 0,-3 7-16 0,3-2 0 16,-3 6-16-16,-1-2-12 0,0 3-8 0,-1 3-2 16,-1 0 0-16,-2 2-13 0,-2 1 6 0,-1-1-8 15,-4 2-1-15,-2-1 8 0,-2 1 2 0,-5 1 7 16,-5-2 2-16,-6 2 2 0,-1-2-3 0,-5-3-2 15,-3 5-7-15,0-7-8 0,-2-2-8 0,3-1-14 0,-2-2-6 16,8-1-8-16,-1-3-11 0,2 1-13 0,3-3-31 16,4 1-257-16,3-3-497 0,4-2 219 0</inkml:trace>
  <inkml:trace contextRef="#ctx0" brushRef="#br0" timeOffset="125567.33">17423 11744 162 0,'0'0'205'0,"-3"4"-19"15,3-4-21-15,0 0-16 0,0 0-11 0,-1 3-9 16,1-3 4-16,0 0-4 16,8 4 3-16,-1-4-10 0,2 0-7 0,1 0-11 15,3-1-8-15,1 0-12 0,4-4-7 0,0 4-4 16,-2-4-7-16,1-1-2 0,1-1 0 0,-1 0 3 15,-2-2 5-15,-2-1-2 0,-4 3 2 0,1-4-4 16,0 2 2-16,-1-3-2 0,-3 2 1 0,2-1 0 16,-4 3 9-16,-1-1 10 0,-1 2 2 0,0 2-6 0,-2-2-5 15,1 1-9-15,-2 2-17 0,-2 1-3 0,-1-1-14 0,-1 3 0 16,-3 1-6-16,-2 3-4 16,0-1-6-16,0 2-5 0,-3 3-1 0,0 3 0 0,-1 1 0 0,1 0-6 0,-1 3 0 15,5-1-1-15,0 3-10 0,1 0-4 0,1-2-11 16,4 1 0-16,3 0 1 0,3-2 3 0,2 2-1 15,5-1 4-15,3-4 5 0,2 1-4 0,6-2 4 16,-2-1-2 0,8-2-1-16,-6-2-1 0,0-3 2 0,2-1 0 15,-3-2 1-15,1-2 7 0,-2-2 7 0,0-1 14 16,-3-2 16-16,-1-2 33 0,-2 1 24 0,-6 0-9 16,3 1 40-16,-3-1 6 0,2-4 10 0,0 5 15 15,-4-2 6-15,0 4 8 0,0-2 3 0,-1 3-11 16,-1 2-9-16,-1-1-16 0,1 2-17 0,-2-1-17 15,-1 4-15-15,4-5-15 0,-2 2-14 0,-2 3-29 0,0 0-36 0,0 0-19 16,0 0 0-16,7 7 4 0,-5-2 1 0,-2 0-2 16,0 7-5-16,0 0-10 0,-2 0 3 0,4 5-4 15,-4-2-9-15,0 2-12 0,1-2-12 0,0-3 6 16,1 0-4-16,0-3 6 0,0 2-6 0,0-5 10 16,-1 1 8-16,2-2 8 0,-2-2 3 0,1 4 13 15,0-4 26-15,0-3 28 0,1 4-3 0,-1-4 2 0,0 0-3 0,0 0 0 16,14-11-4-16,-9 1 0 0,5 2-3 15,-5 2 0-15,4-5-5 0,-1 0 0 0,3-1-3 0,1-1-1 16,-4 4-2-16,-1-1-9 0,2 0-1 0,-2 5-5 16,-1-2-5-16,-1 1-10 0,0 3-20 0,2 1-12 15,-2-1-11-15,1 2 4 0,3 2-9 0,3 1 0 16,1 0-4-16,4 2 5 16,5 4-4-16,6 1 3 0,5-1-15 0,-1 2-5 15,4 0-11-15,2-1-3 0,12 1-3 16,1 0-2-16,2-4-3 0,-3 0-1 0,-12-2 4 15,-1-3 4-15,1-1 10 0,-5 0 7 0,1-2 13 0,-7-2 8 16,-9-1 13-16,-5 3 41 0,-2 0 31 0,-2-4 17 16,0 1 10-16,-4-2 3 0,-3 0 12 0,1 1-7 15,-3-5-5-15,-3 1-7 0,-1 1-1 0,-1 1-2 0,-3-2-7 0,-3 3-5 16,2-1 1-16,-5 3-7 0,-1-2 0 0,-7 2 10 16,3 5-17-16,-2 0-2 0,1 5-3 15,-2-2 1-15,2 2-2 0,1 2-6 0,2 0 7 16,-1 3-9-16,2 1 8 0,3 1-9 0,0 3 1 0,-1-3 2 15,5 1-1-15,4 2 3 0,-1-2-3 0,-1-3 1 16,7 2-1 0,-1 0 1-16,2-2 0 0,-1 0 2 0,4-4 3 15,5 2 6-15,0-3-4 0,-1-1 0 0,3 0 0 16,1-2 0-16,-2-2 2 0,3-2 0 0,-1-2 1 0,1-1 4 16,-1-2 10-16,2-2 12 0,2-1 2 0,-5-4 8 15,1 0 7-15,-3-1 8 0,0-3 6 16,1-6 3-16,-5 1 1 0,2-1-2 0,-3-4-4 0,-3-1-8 15,3 1 5-15,-3-5 1 0,2 1 8 0,-3-1 17 0,1 0 1 16,3 4 5-16,-4 2 5 0,-4 3 4 0,4 7 0 16,-1 1 0-16,-2 6-1 0,3 0-14 0,-4 1-8 15,7 1-12-15,-6 3-38 0,3 0-36 0,-1 2-51 16,1 3-37-16,0 0 5 0,0 0 11 0,-4 13 4 16,0 2 10-16,0 2 5 0,-2 9 13 0,1 7 9 15,0-2-3-15,-1 5 10 0,4-3 3 0,1 1-24 0,2-1-3 0,3-1-26 16,1-1-31-16,4-2-19 0,0-2-36 0,0 0-44 15,5-3-57-15,-5-8-77 0,3-4-214 0,2-1-607 16,-3-4 268-16</inkml:trace>
  <inkml:trace contextRef="#ctx0" brushRef="#br0" timeOffset="126468.22">18859 11797 149 0,'0'0'299'15,"0"0"-15"-15,-4-3-13 0,4 3-23 0,0 0-22 16,0 0-18-16,0 0-19 0,0 0-23 0,0 0-18 16,0 0-14-16,0 0-14 0,0 0-10 0,14-3-9 15,-6 3-14-15,2-2-12 0,4-1-4 0,-1 2-9 0,6-2-6 0,-1-3-2 16,1 2-1-16,-2-3-8 0,1 0-5 0,-2 0-3 16,-2-2-4-1,4 1 1-15,-9 1 11 0,0-1 12 0,1-1 5 0,-2-1-1 0,-3-2 6 0,2 3 5 0,-2 0 11 16,0 1-2-16,-3-1-1 0,-2 3 10 0,3-1-17 15,-2 2-4-15,-2 0-14 0,-2-1-8 0,2 1-4 32,-5 4-16-32,-1-2 0 0,-3 3-6 0,-4 0-12 15,1 4 21-15,-6 0-20 0,1 3-2 0,0 2-16 0,2 2 13 16,-1-2-10-16,4 2-11 0,1 2-1 0,0 0-5 16,1 1-11-16,2 1-10 0,2 0 5 15,5 1-7-15,2-1 6 0,2-1 10 0,7-1 0 16,4 1 2-16,2-3 5 0,4 2-2 0,1-6 10 0,8 1-11 15,1-4-5-15,-9-4 4 0,2 3 8 0,-1-6 7 0,-1-1-7 16,-3-4 18-16,-1 1 13 0,0-3 23 0,-2 0 26 16,-4-2 7-16,0 0 18 0,-1-2 3 0,-2 4 6 15,1-4 14-15,-3 2 5 0,1 1 5 0,-3 2 5 16,0-3 0-16,2 4-5 0,-3 2-2 0,0-1-11 16,3 3-11-16,-4 2-14 0,-1-2-17 0,2-2-16 15,0 4-26-15,-2 2-30 0,0 0-30 0,0 0 0 0,0 0 0 0,0 0 2 16,1 12-6-16,-1-7 7 0,-1 3 4 0,-1 1-12 15,0 3-7-15,2-2-1 0,0 2-1 0,0 2-5 16,0-2-7-16,0-2-7 0,0 1 3 0,0 0 3 16,0-4 4-16,0-1 28 0,0 0-8 0,0-2 1 15,4-1 13-15,-4-3 14 0,5 2 0 0,-5-2 16 16,16-6 7-16,-6 1 19 16,-1-2 14-16,1 0 4 0,4-4-6 0,-2 0 3 15,2-2-1-15,-2-1-5 0,4 2 6 0,-5-1 12 16,2-1-12-16,0 3 5 0,-3 0 2 0,-2 4-4 15,1-1 4-15,-4 3-7 0,1 2-11 0,-2 0-2 16,-1-1-17-16,-1 2-19 0,4 1-22 0,-6 1 3 16,0 0-1-16,12 5-6 0,-7 0-3 0,-1 0 5 15,1 6-2-15,5-2 2 0,-2 2 5 0,1 1 2 0,1 2-1 0,-1-3 11 16,0 0-9-16,1-1 1 0,0-2-1 0,-1-2-6 16,3 1 0-16,-3-3-1 0,0-1-1 0,2-2 8 15,-1-1 9-15,1-4-9 0,-1 1 6 0,0-5-4 16,-1 1 0-16,1-3 9 0,-1 0 1 0,0-3 6 15,-4-3 10-15,4 0 2 0,-4 0 8 0,-1-3 5 16,0-2 4-16,1-7 1 16,-1 2-2-16,0 1 7 0,1-1-2 0,-4 1-2 15,4 8 5-15,-3 0 11 0,0 3 3 0,1 5-4 16,-2 0-5-16,0 0-2 0,1 3-11 0,-1 1-7 0,-1 1-33 0,0-1-36 0,0 5-24 16,0 0 1-16,0 0 8 0,0 0 7 0,-3 22 5 15,1-2 7-15,-2 6 7 0,0 4 7 0,-1-2 3 16,0 3 4-16,1-2 1 15,0 3-7-15,0-2-12 0,3 1-7 0,1-5-39 0,1 0-22 16,-2-7-19-16,1-1-32 0,0-3-26 0,1-2-38 16,-1-5-29-16,0-1-67 0,3-3-200 0,-2-3-565 15,-1-1 251-15</inkml:trace>
  <inkml:trace contextRef="#ctx0" brushRef="#br0" timeOffset="126706.78">19603 11621 187 0,'-7'-2'237'0,"0"2"-5"0,7 0-5 0,-9-1-12 0,9 1-10 16,0 0-4-16,0 0 5 0,0 0 1 0,0 0-4 15,39 1-18-15,-5-2-18 0,5-2-17 0,14-1-13 16,0-2-13-16,2-1-9 16,0 1-10-16,0-4 0 0,-5 3 1 0,-11 1-12 15,-3-3 21-15,-3 4-3 0,-6 0 1 0,-9-2 27 16,0 2 6-16,-5 2 5 0,-4-1-9 15,-2-1-9-15,-1 1-19 0,-3 3-18 0,1-2-28 0,-1 2-80 16,-3 1-72-16,-8-5-53 0,-2 5-58 0,-4 2-59 16,-3 1-91-16,-2 1-274 0,6 1-670 0,-2-2 296 15</inkml:trace>
  <inkml:trace contextRef="#ctx0" brushRef="#br0" timeOffset="127724.73">21085 11497 125 0,'0'-5'238'0,"1"-1"4"0,0 0-11 0,1-1-8 0,-1 2 1 0,0-2-9 16,2 1-12-16,-1 2-20 0,1-3-14 0,-3 2-21 16,3 2-10-16,1 1-21 0,-2-2-7 0,4 4-16 15,-1-1-12-15,2-1-10 0,-7 2-10 0,19 5-5 16,-9 2-9-16,3 2-1 0,2 4-10 0,-4 2-4 16,5 9 2-16,-2-2-11 0,0 6 0 0,-5 1 4 15,-1-2-6 1,-3 2-1-16,0 3-6 0,-1-3 5 0,-7-3-1 0,3 5-4 15,-1-6 0-15,-5 0 4 0,2-7-3 0,-5 1-3 16,1-1-2-16,-2-4 2 0,2-2-1 0,2-4 11 16,-2-2 13-16,2 2 11 0,0-3 17 0,0 0 29 15,3-2 40-15,-1 0 19 0,1-2 14 0,3-1 4 16,0 0 5-16,-12-9-14 0,8-1-15 0,4-2-12 16,2-8-17-16,3-4-11 0,5-4-12 0,5-1-10 0,10-11-11 0,-1-1-10 15,-1 11-13-15,7-14-14 0,0 2-6 0,2 3 0 16,-10 14-8-16,2-1-1 0,-1 2-4 0,-1 6 0 15,-8 4 0-15,-1 2-5 0,0 2-8 0,-7 3-3 16,2 0-28-16,-2 2-33 0,-2 0-49 0,1 3-52 16,-1-1-41-16,-1 2-27 0,-3 1 6 0,0 0-12 15,6 6-18-15,-6 0-15 0,1 1-25 0,-1 0-316 0,0 5-660 0,0-3 292 16</inkml:trace>
  <inkml:trace contextRef="#ctx0" brushRef="#br0" timeOffset="127924.89">21687 11722 215 0,'0'0'388'16,"0"4"-12"-16,0-4-8 0,0 0-18 0,1 4-23 0,-1-4-25 0,0 4-23 16,0-4-32-16,0 0-27 0,0 0-23 0,0 0-28 31,0 0-43-31,9 1-50 0,-4-1-50 0,-5 0-59 0,12-3-54 0,-7 2-70 0,4 0-69 15,-4-2-302-15,3 1-571 0,-2-1 254 0</inkml:trace>
  <inkml:trace contextRef="#ctx0" brushRef="#br0" timeOffset="128325.76">22107 11435 225 0,'3'-4'397'0,"-3"4"-34"16,0-5-32-16,0 5-39 0,1-4-26 0,-1 4-29 0,0 0-33 15,0 0-27-15,0 0-14 0,0 0-22 16,0 0-16-16,9 12-14 0,-5-4-11 0,0 4-11 16,1-1-10-16,-1 4-7 0,-2 2-9 0,7 0-6 0,-4 2-3 0,-1 0-9 15,4-2-4-15,-4 3-2 0,-2-4 0 0,4-2-12 16,-2 2 3-16,-1-5-5 0,1 0-4 0,-3-1 1 15,2-7-1-15,-2 3 0 0,0-2 12 0,0 0 45 0,1-3 28 16,-2-1 40-16,1 5 37 0,0-2 43 0,-1-3 29 16,0 0 1-16,0 0-27 0,10-9-25 15,-3-2-22-15,-1 0-16 16,6-4-15-16,3-7-17 0,-1-2-18 0,1 0-10 16,2 0-18-16,-2 0-10 0,3-2-12 0,-4 1-17 15,4 2-13-15,-2 3-5 0,-6 4-8 0,1 2-9 16,-3 5 2-16,-3-1-17 0,2 5-22 0,-3 0-24 0,0 0-30 15,-1 1-36-15,0 1-49 0,0 1-62 16,-3 2-38-16,0 0-8 0,8 0-13 0,-8 0-26 16,5 7-29-16,-1 0-55 0,-3-2-332 0,0 3-785 0,3-1 348 0</inkml:trace>
  <inkml:trace contextRef="#ctx0" brushRef="#br0" timeOffset="128488.6">22569 11637 115 0,'-3'4'347'0,"3"-1"-11"0,0-3-9 0,0 6-5 0,0-6-21 16,0 0-26-16,0 4-31 0,0-4-16 0,0 0-31 15,0 0-32-15,0 4-51 0,0-4-62 0,0 0-92 16,10 1-103-16,-10-1-331 0,0 0-513 0,9-5 227 16</inkml:trace>
  <inkml:trace contextRef="#ctx0" brushRef="#br0" timeOffset="129175.05">24166 11007 344 0,'0'-18'347'0,"-3"4"-6"0,2 3-8 0,1 2-24 16,0 0-28-16,-1 3-33 0,-1-1-27 0,2 3-35 15,0 4-37-15,0 0-17 0,0 0-14 0,-3 14-19 0,1 0-9 16,0 7-5-16,-3 7-9 0,1 7-9 16,-1-3-1-16,1 2-17 0,-3 12-1 0,2-13 0 15,-1 0-10-15,0 3-5 0,-1-2-1 0,2 0 6 16,1 0-8-16,-2 1-8 0,1-5-3 0,0-1-5 0,-2-6-17 16,3-4-11-16,3 0-14 0,-3-2-16 0,0-10-17 0,2 3-17 15,2-5-9-15,-3 2-10 0,2-2-8 0,-3-1 2 16,0-2-44-16,-1-2-83 0,-4-1-248 0,-3-2-517 0,1-2 228 15</inkml:trace>
  <inkml:trace contextRef="#ctx0" brushRef="#br0" timeOffset="129445.03">23777 11361 216 0,'-11'-2'214'0,"-1"2"-10"0,1-4-13 0,3 6-12 16,2-4-12-16,-2 2-15 0,8 0-13 0,-10 0-18 0,6 2-9 15,4-2-12-15,0 0-4 0,-1 7 6 16,1-7-4-16,20 3 1 0,10-3-4 0,7 0-5 16,21 0-8-16,10-6-6 0,29-1-2 0,2 0-4 0,-8 0 2 0,2-3 0 15,-34 5 0-15,-1-1-3 0,-3 0-7 0,-18 4-4 16,-1-2-7-16,-8 3-8 0,-7 0-1 0,-4 0-10 16,-6 0-2-16,-4-1 1 0,2 2-4 0,-4 0-5 15,-5 0-1-15,9 0-1 0,-9 0-4 0,0 0-10 16,0 0-14-16,0 0-17 15,-26 6-18-15,15-3-13 0,-1 0-20 0,0-1-23 16,-1 2-19-16,2 0-19 0,-1 2-33 0,2-5-27 16,1 1-219-16,3 1-451 0,2-3 200 0</inkml:trace>
  <inkml:trace contextRef="#ctx0" brushRef="#br0" timeOffset="130415.8">24842 11035 140 0,'1'-6'368'0,"3"-2"-18"0,-2 0-15 16,0 3-28-16,0 0-28 0,1 1-38 0,-2 0-27 0,2 1-26 0,-3 3-22 15,2-2-22-15,-2 2-16 0,0 0-13 0,4 15-14 16,-3-5-10-16,3 5-9 0,-4 2-6 0,0 11-13 15,0-2-5-15,-4 1-6 0,2 3-7 0,-3-1-5 16,0 2-4-16,-6 1-3 0,4 0-2 0,0 0 0 16,0 1-4-16,-2-4-4 0,5 0-2 0,-4-4 0 15,4-7-3 1,0-1-2-16,3-7 7 0,-1 0-7 0,0-3 5 0,2-2 2 16,-1 2 11-16,1-3 45 0,-1 0 41 0,1-4 31 15,0 5 28-15,0-5 9 0,0 0-17 0,0 0-19 16,9-9-16-16,-2 3-15 0,1-4-12 0,6-2-15 15,-1 1-19-15,2-2-20 0,1 0-27 16,1 1-21-16,2 3-17 0,-2-1-16 0,1 1-19 16,-4 2-6-16,-1 4-5 0,1-1-17 0,-1 1-1 0,1 2-13 0,-3 1-3 15,7 4-6-15,-5 0 7 0,2-1 6 0,0 4-3 0,2 0-2 16,0 1 2-16,0 1-1 0,-1 0 7 0,1-1 0 16,-2-1 5-16,-1 0 8 0,-1 0 10 0,1-3 3 15,-4 0 6-15,4-2 7 0,-1 1 3 0,2-1 3 16,-2-2 5-16,1-2 7 0,2-1 6 0,0 0 9 15,2-1 8-15,1-3 1 16,-1 0-2-16,4 0 15 0,3-6-4 0,1 1 1 16,-9 3 5-16,7-4 4 0,-1-2 6 0,-6 6-6 15,6-5 3-15,-1-1-7 0,-5 3 2 0,2 1-2 16,-2 1 10-16,0-1-3 0,-4-2 2 0,2 4 13 16,-6 0 2-16,1 1 5 0,-1-1 12 0,-3 2 18 15,-1 1 4-15,-1-1 2 0,2 2-1 0,-6 1-11 16,2 0-17-16,-2-1-16 0,-4 0-8 0,-4 4-7 0,-1-1-3 0,-2 2-4 15,-7 0-6-15,-1 3 4 0,1 2-4 0,-9 1-3 16,5 0 1-16,-6 3-6 0,8-1 1 0,1 1 10 16,-2 0-13-16,6 2-21 0,0 0-11 0,2 1-10 15,1 0-1-15,5-1-9 0,3-2 1 0,2 3 16 16,4-1 5-16,4 0 3 0,11 1 2 0,-2-2 3 16,13 2-2-16,4-2-3 0,6-1-8 0,12-7-6 0,-9 4-2 0,14-8 2 15,0 1 1-15,0-3 4 0,-3-1 7 0,-2-3-2 16,-15 0 4-16,-1-3 9 0,-1 1 5 0,-2 1 19 15,-4-7 23-15,-10 6 28 0,0-1 38 0,-2 0 19 16,-2-1 24-16,-4 6 23 0,-1-2 24 0,0 4 15 16,-4-1 2-16,1 1-13 0,-1-1-22 0,-1 2-23 15,1 0-18-15,-2 2-18 16,-2 1-21-16,2-3-32 0,-2 3-36 0,0 0-24 16,0 0-8-16,0 0 1 0,6 8 2 0,-7-2-1 15,-4-1 0-15,3 0-3 0,0 3-6 0,-2-1-11 16,3 1-6-16,-3 1-3 0,4-1-18 0,-2-5-2 15,0 4 2-15,1 0 2 0,1-6 6 0,0 5 8 16,0-6 9-16,-2 6 10 0,2-6 22 0,0 0 6 0,7 2 8 16,-7-2-3-16,18-6 2 0,-5 1-11 0,0 2 2 0,3-4 1 15,2 2 8-15,-2 0-11 0,0-1 12 0,-2 4-17 16,-2-1-2-16,6-1 3 0,-7 4-5 0,-1 0 0 0,-1 3-12 16,0-2-28-16,0 4-26 0,0 0-27 0,0 3-37 15,-4 2-38-15,1-3-37 0,2 6-49 0,-3-1-80 16,-2-2-340-16,-2 1-740 0,-1-1 328 0</inkml:trace>
  <inkml:trace contextRef="#ctx0" brushRef="#br0" timeOffset="132951.31">9907 13280 130 0,'0'-7'250'0,"0"0"-5"15,0 1-6-15,0 0-16 0,0 2-15 0,0-1-20 0,0 5-17 16,0-6-21-16,0 1-16 0,0 5-21 16,0 0-13-16,0 0-16 0,0 0-8 0,-6 13-8 15,5 0-9-15,-1 4-8 0,-2 8-4 0,-3 2-1 16,2 1-10-16,-1 2 0 0,1 1-7 0,1-2-4 0,0 0 0 0,1 0-1 16,1-2-5-16,-1-8-2 0,1 1 3 0,0 1-6 15,-1-6-3-15,2-5 0 0,1 2 0 0,0-2-2 16,-2-3 4-16,2-3 4 0,-1 3 29 0,1-4 32 0,-1 0 47 15,1-3 40-15,0 0 27 0,0 0-23 16,0 0-14-16,0 0-14 16,0-20-20-16,0 8 1 0,0-3-20 0,0-6-12 15,1-3-5-15,-1-5-9 0,3 0-9 0,-3-2-9 16,4-4-8-16,-1 0-4 0,1-14-4 0,0 15-5 16,1-12-7-16,-1 14-5 0,0 2-1 0,0 2-3 0,0 0-1 15,-1 10-1-15,0 1-5 0,-1 5-1 0,-1 4 0 16,2-2-9-16,-2 3-8 0,1 1-19 0,4 1-31 15,-1 1-19-15,9 1-17 0,4 0-18 0,4 6-19 16,6 1-25-16,0 4-30 0,7-1-29 0,-2 7-39 0,-3-4-46 16,1 5-285-16,-4 0-627 0,-3 1 278 0</inkml:trace>
  <inkml:trace contextRef="#ctx0" brushRef="#br0" timeOffset="133135.84">10010 13667 43 0,'-10'12'194'0,"2"-4"-7"0,2 0-18 16,-2-2-17-16,4-1-15 0,-1 2-13 0,4-2-1 16,0-2 1-16,-2 1 4 0,3 1 0 0,4-2-5 15,5-3-7-15,1 0-9 0,4 1-13 0,13-2-6 16,5-2-22-16,2-2-30 0,-2 1-46 0,-1-1-57 16,-3-3-53-16,-10 4-204 15,4-1-351-15,-6-2 155 0</inkml:trace>
  <inkml:trace contextRef="#ctx0" brushRef="#br0" timeOffset="133314.18">9937 13626 219 0,'-5'0'289'0,"0"3"-23"16,5-3-31-16,-9 0-22 0,6 2-25 0,3-2-21 15,0 0-13-15,0 0-15 0,0 0-13 0,0 0-11 16,31-5-14-16,-10 1-12 0,11-2-23 15,3-1-37-15,1-1-55 0,1 4-69 0,0-5-69 0,-2 1-189 16,2-1-380-16,-3-3 169 0</inkml:trace>
  <inkml:trace contextRef="#ctx0" brushRef="#br0" timeOffset="133567.78">11114 13251 115 0,'1'-2'318'0,"-1"2"-28"0,0 0-34 15,0-6-25-15,0 6-25 0,0 0-23 0,0 0-23 16,0 0-19-16,0 0-14 0,0 0-12 0,-11 12-11 16,7-1-13-16,-6 3-8 0,1 3-8 0,-5 2-11 15,0 5-6-15,-2-2-3 0,1 0-4 0,-2 4-7 16,0-3-9-16,-1 3-25 0,0-4-20 0,0 0-29 0,1 0-24 0,-1-2-27 15,4 1-27-15,2-7-23 0,-1-1-33 0,3-6-191 16,1 0-393-16,2-2 173 0</inkml:trace>
  <inkml:trace contextRef="#ctx0" brushRef="#br0" timeOffset="133783.67">10847 13391 30 0,'3'-19'307'0,"-2"5"3"0,-1 2 3 0,5 2-11 15,-4 3 10-15,-1 1-31 0,0-1-25 0,3 2-25 16,-3 1-28-16,1 1-9 0,-1-3-36 0,0 6-26 16,0-1-16-16,0 1-23 0,0 0-16 15,0 0-2-15,12 12-9 0,-6-2-8 0,2 0-5 0,2 4-6 16,-1 1 7-16,5 2-20 0,0 3 5 0,4 1-5 0,-2-4-5 16,4 5-26-16,-1-5-17 0,0 2-19 0,-4-5-36 15,1-1-27-15,-4 1-42 0,4-2-44 0,-1-2-41 16,-2 2-76-16,-5-6-161 0,2 2-496 0,-5-5 220 15</inkml:trace>
  <inkml:trace contextRef="#ctx0" brushRef="#br0" timeOffset="134067.84">11426 13182 329 0,'-1'-6'347'0,"-1"3"-24"0,2-3-33 15,0 6-30-15,-1-5-27 0,1 5-24 0,0-3-26 16,0 3-24-16,0 0-14 0,0 0-16 16,0 0-18-16,14 8-7 0,-8-1-12 0,3 1-9 0,3 3-6 15,-2 0-8-15,3 3-10 0,2 0-6 0,-2 0-3 16,5 0-1-16,-4 1-21 0,3-1-14 0,-5 1-20 0,5-3-21 15,-2 1-46-15,-3 1-37 0,-3-6-49 0,1 1-52 0,0-2-258 16,-3-2-507-16,-1 0 225 0</inkml:trace>
  <inkml:trace contextRef="#ctx0" brushRef="#br0" timeOffset="134268.72">11844 13196 285 0,'1'-2'317'0,"-1"2"-31"0,0 0-31 16,1-4-29-16,-1 4-26 0,0 0-18 0,0 0-19 0,0 0-19 15,-11 9-4-15,6 0-22 0,-4 1-13 16,-3 5-17-16,1-1-24 0,-2 3-19 0,-2 2-40 0,-2 3-30 0,4 1-25 16,-2-3-21-16,-2 0-26 0,2-4-24 0,6-1-48 15,-5-2-180-15,2-3-377 0,6-2 167 0</inkml:trace>
  <inkml:trace contextRef="#ctx0" brushRef="#br0" timeOffset="134484.76">11688 13406 131 0,'1'-2'379'0,"-1"2"-14"16,0 0-20-16,4-3-27 0,-4 3-26 0,4-4-31 0,-4 4-34 15,0 0-28-15,0 0-22 0,4-1-19 0,-4 1-23 16,0 0-18-16,0 0-14 0,3 9-9 0,-3-2-11 15,0 2-10-15,0 0-16 0,3 3-10 0,-6-2-6 16,3 9 3-16,-1-4-8 0,2 0-5 0,-2 1-19 0,2 0-19 16,-2-4-20-16,1-1-18 0,0 1-28 15,0 0-29-15,0-4-14 0,0 1-23 0,0-2-31 0,0-2-3 16,1 0-30-16,3-2-242 0,3-3-483 0,-7 0 214 16</inkml:trace>
  <inkml:trace contextRef="#ctx0" brushRef="#br0" timeOffset="134722.47">11936 13094 207 0,'1'-7'352'0,"-1"3"-39"0,3-1-35 16,-1-1-28-16,-2 6-29 0,4-5-11 0,-4 5-38 15,8 3-21-15,-2 2-10 0,2 2-12 0,3 7-13 0,1 1-1 16,2 9-15-16,0 3-3 0,-4 1-7 0,-1 4-3 15,-1 17-8-15,-8-4-8 0,-6 2-10 0,-2 2-7 16,-5-2-6-16,-6-3-3 0,-1-2-23 0,-4-2-12 16,-4 1-9-16,5-12-34 0,-5 10-25 0,2-12-25 15,-13 6-21-15,8-13-43 0,-11 8-54 0,-4-5-265 16,11-11-504-16,0 1 222 0</inkml:trace>
  <inkml:trace contextRef="#ctx0" brushRef="#br0" timeOffset="135069.73">10787 13043 200 0,'0'0'189'0,"-9"7"-12"0,1 1-20 15,3 5-10-15,-5 5-9 0,1 7-12 0,0 6-13 16,-1 2-6-16,0 14-6 0,1 3 3 0,-4-2-11 16,7 1-8-16,2-3-8 0,1-8-3 0,6 6-11 15,2-11-2-15,3-2-6 0,7 2-1 0,2-4-5 16,4-2-4-1,6-5-1-15,14 4-3 0,6-6 3 0,5-8-25 0,2-2-29 16,6-3-51-16,8-7-72 0,-5 0-228 0,3-4-389 16,1-7 173-16</inkml:trace>
  <inkml:trace contextRef="#ctx0" brushRef="#br0" timeOffset="135354.74">12707 13254 242 0,'-2'-4'339'0,"2"4"-32"0,1-5-32 16,-1 5-22-16,5-6-30 0,0 1-24 0,3 4-18 0,1-4-24 16,5 2-25-16,3-1-36 15,2-1-45-15,0 0-51 0,2 2-60 16,-1-2-80-16,2 3-237 0,-3-3-406 0,-1 2 180 16</inkml:trace>
  <inkml:trace contextRef="#ctx0" brushRef="#br0" timeOffset="135521.2">12767 13467 82 0,'-1'5'174'0,"1"-1"17"0,0-1 9 16,0-3-14-16,12 2-17 0,-2-2-12 0,12-2-22 0,5 0-30 16,3-2-53-16,2-2-56 0,7-2-57 15,-1-1-170-15,-1-6-251 0,1 7 111 0</inkml:trace>
  <inkml:trace contextRef="#ctx0" brushRef="#br0" timeOffset="135924.22">13525 13099 78 0,'3'-7'357'0,"-1"-1"-7"0,0 3-11 0,-1-2-16 15,0 3-27-15,1-1-34 0,-1 0-27 0,-1 2-31 0,0 3-17 16,1-4-32-16,-1 4-19 0,0 0-11 0,0 0-18 15,0 0-18-15,-2 21-3 0,2-9-8 0,-3 5-10 16,3 0-11-16,-3 5-4 0,1 3-3 0,0 1-5 16,-1-2-3-16,3 0-8 0,0 1-2 0,-1-6-3 15,-1 3 0-15,4-4-5 0,-6 0-1 0,4-2 0 16,-2-3-9-16,4-3 6 0,-4 2-5 0,4-3 1 0,-2-1 1 0,0-3-5 16,0-1 6-16,0 0 5 0,0 1 5 0,0-5 52 15,0 3 33-15,0-3 42 0,0 0 20 0,0 0-11 16,0 0-18-16,0 0-13 0,-4-14-14 0,3 3-12 15,-1-5-12-15,0-1-13 0,0-9-14 0,1 2-10 16,-1-4-7-16,4-5-11 0,-1-3-6 0,6-13-5 16,-2 3-1-16,1 9-4 15,1-8-1-15,-2 13-1 0,3 1-5 0,-2 5 0 16,-1 6-2-16,0 3-3 0,0 0-5 0,0 5 3 16,-1 1-5-16,3 1-3 0,0 3-5 0,2 1-28 15,0 0-26-15,5 1-12 0,-1 4-35 0,6 1-30 16,-1 0-26-16,2 5-24 0,0 2-28 15,4 4-30-15,-2 3-26 0,-6 0-30 0,4 5-35 0,-8-3-304 0,-3 0-688 16,-2 3 305-16</inkml:trace>
  <inkml:trace contextRef="#ctx0" brushRef="#br0" timeOffset="136102.68">13566 13551 97 0,'-5'4'328'0,"2"0"-4"0,0-1-4 0,-1-2-13 16,1 2-2-16,3-3-31 0,0 0-24 0,0 0-31 0,0 0-21 16,23-3-19-16,-9-1-27 0,3-1-34 15,11 0-45-15,0-2-44 0,4 2-50 0,-1-4-57 16,0 1-79-16,0-2-79 0,-2-1-212 0,-3 1-483 16,1-2 214-16</inkml:trace>
  <inkml:trace contextRef="#ctx0" brushRef="#br0" timeOffset="136303.16">13541 13355 250 0,'-4'2'287'0,"0"-1"-25"15,4-1-26-15,0 0-22 0,0 0-27 0,0 0-11 16,28-7-22-16,-7 2-30 0,9 2-43 0,6-4-47 15,1 0-49-15,13 0-52 0,0-4-63 0,-16 2-170 16,3 0-323-16,2-1 144 0</inkml:trace>
  <inkml:trace contextRef="#ctx0" brushRef="#br0" timeOffset="136556.37">14601 12992 16 0,'0'-3'304'16,"0"3"-33"-16,2-5-30 0,-2 5-25 0,0 0-26 0,0-4-19 15,0 4-23-15,0 0-13 0,0 0-11 0,-9 12-17 16,5-6-10-16,-9 7-14 0,4 2-1 0,-5 7-9 16,1 0-6-16,-1 0-8 0,-1 0-5 0,-6 3-1 15,6 0-8-15,-3-2-6 0,1-2-29 0,2 1-30 16,1-1-31-1,1-4-38-15,-3 4-24 0,2-10-50 0,0 1-196 16,5-5-388-16,-1 0 172 0</inkml:trace>
  <inkml:trace contextRef="#ctx0" brushRef="#br0" timeOffset="136757.13">14435 13126 101 0,'0'-8'364'0,"1"6"-20"0,1-3-28 0,-2 2-37 15,0 3-31-15,0-7-28 0,0 7-23 0,0 0-26 16,0 0-16-16,0 0-20 0,0 0-10 0,7 12-15 16,-3-3-6-16,1 1-12 0,3 5 2 0,0 0-22 15,1-1-5-15,2 3-9 0,-1-2-27 0,3-1-30 16,0-2-38-16,-3 4-44 16,-1-3-48-16,0-1-47 0,1-4-69 0,-1-1-191 15,0-2-473-15,0-3 209 0</inkml:trace>
  <inkml:trace contextRef="#ctx0" brushRef="#br0" timeOffset="137004.25">14881 12904 90 0,'1'-5'337'0,"2"2"-34"0,-2 0-36 16,4 1-30-16,-5 2-24 0,7 0-19 0,-7 0-22 15,11 5-17-15,-3 3-12 0,2 3-14 0,-1 0-10 16,0 7-6-16,5 6-14 0,-5 5-5 0,0 0-8 0,-3 0-7 0,-3 0-6 16,-3 5-7-16,-3-4-7 0,2 1-4 0,-9-2-4 15,-3 0-23-15,-2-2-23 0,-5 1-23 16,0-4-34-16,-7 0-30 0,-2-3-31 0,0-3-75 0,-6-2-265 16,3-7-490-16,-4 1 217 0</inkml:trace>
  <inkml:trace contextRef="#ctx0" brushRef="#br0" timeOffset="137274.01">14449 12776 9 0,'-4'-4'261'0,"-1"0"-29"0,-2 3-22 0,7 1-16 0,-18 8-17 16,4 1-17-16,-4 7-15 0,-3 5-16 16,1 3-14-16,2 5-8 0,-5 14 10 0,-2 5-11 15,6 3-3-15,4-1-14 0,8 0-6 0,0-2-9 16,8-13-5-16,7 9-7 16,1-7-5-16,6-5-4 0,7-1-4 0,10 5 3 15,5-5-15-15,-2-11-41 0,13 0-65 0,6-8-101 16,-3-2-239-16,-11-6-441 0,13-6 196 0</inkml:trace>
  <inkml:trace contextRef="#ctx0" brushRef="#br0" timeOffset="137936.23">15579 12971 19 0,'1'-6'317'0,"3"1"-14"16,-3 0-5-16,3 0-11 0,-3 1-30 0,0 1-10 15,2 1-30-15,-3 2-23 0,0 0-22 0,1-7-22 0,-1 7-16 16,0 0-15-16,0 0-16 0,7 9-12 0,-6-1-5 15,0 2-9-15,2 9-6 0,-2-1-10 0,3 8-3 16,-1 1-5-16,-2 2-6 0,-1 0 0 0,-1-1-6 16,1-1-7-16,-3 2-1 0,2-5-2 0,-2-7-6 0,2 4 1 15,-2-1 2-15,2-2-7 0,1-6-1 0,-1-2-3 16,-2-2 0 0,3-2 1-16,0-1 4 0,0 1 22 0,-1-3 42 15,-2 0 39-15,3-3 46 0,0 5 44 0,0-5 37 16,0 0-15-16,0 0-27 0,0 0-20 0,-1-17-13 15,-2 7-25-15,2-7-19 0,0-2-15 0,-3-1-20 16,4-9-13-16,5-2-12 0,-5-1-14 0,9-14-14 16,-5 12-13-16,8-13-6 0,-5 12-6 0,9-8-4 15,-7 6-3-15,3 4-4 0,1 2 0 0,0 3-2 0,-2 4-1 0,1-2 1 16,-3 9-1-16,0 2-4 0,-3 5 0 0,2 1-5 0,-2 1-3 16,-1 3-28-16,0-2-31 0,1 3-30 0,1 2-25 15,2 2-18-15,1 1-21 0,4 3-20 0,2 4-19 16,-1 2-23-16,-1 3-27 0,-1 3-31 0,1 0-35 15,1 6-29-15,-5-5-318 16,-3 1-716-16,-2 1 317 0</inkml:trace>
  <inkml:trace contextRef="#ctx0" brushRef="#br0" timeOffset="138107.96">15735 13358 8 0,'-3'4'178'0,"1"0"5"0,-1 0 6 15,2-2 1-15,-1 1 1 0,2-3-1 0,-1 4 7 16,1-4 0-16,5 4-2 0,1-3-14 0,2-1-16 16,5 0-14-16,0-2-15 0,7-1-15 0,2 1-17 15,6-3-42-15,-1 0-44 0,-6 1-56 0,-1-1-63 16,7-3-68-16,-12 1-223 0,-2 0-423 0,2-1 187 16</inkml:trace>
  <inkml:trace contextRef="#ctx0" brushRef="#br0" timeOffset="138292.93">15695 13172 177 0,'-4'1'313'16,"4"-1"-12"-16,-8 0-20 16,8 0-16-16,0 0-23 0,0 0-26 0,0 0-19 15,0 0-21-15,19-8-21 0,0 5-15 0,2 0-19 16,6-2-25-16,5-2-40 0,1 4-38 15,-2-4-50-15,3 0-61 0,-3 2-64 0,-3-2-255 16,-1 0-447-16,-2 0 198 0</inkml:trace>
  <inkml:trace contextRef="#ctx0" brushRef="#br0" timeOffset="138577.87">16317 12865 101 0,'-5'-3'273'16,"5"3"-29"-16,0 0-23 0,0 0-25 0,0 0-9 15,0 0-12-15,0 0-13 0,23 4-12 0,-9 1-10 16,2 3-12-16,3 0-14 0,6 3-8 0,1 0-9 0,2 1-3 0,0 1-19 15,2-1-4-15,-2 1-15 0,0-1-20 0,-1 1-34 16,-1 1-45-16,-3-1-45 0,-2-5-69 0,-3 1-233 16,-3-4-423-16,3 1 187 0</inkml:trace>
  <inkml:trace contextRef="#ctx0" brushRef="#br0" timeOffset="138778.14">16928 12862 202 0,'-6'-3'235'15,"6"3"-22"-15,-9 0-23 0,9 0-17 16,-13 5-24-16,8-4-11 0,-6 5-13 0,0 1-7 0,2 1-16 16,-3 4-10-16,-1-1-7 0,-3 2-8 0,-2 7-29 0,3-6-34 15,-4 7-40-15,0-1-54 0,5-6-51 0,1 1-157 16,0 0-311-16,6-5 138 0</inkml:trace>
  <inkml:trace contextRef="#ctx0" brushRef="#br0" timeOffset="139032.13">16782 12992 292 0,'0'0'332'0,"-1"-4"-33"16,1 4-32-16,0 0-33 0,0 0-22 0,0 0-25 15,0 0-23-15,0 0-13 0,0 0-20 0,-1 18-12 16,0-7-13-16,1 4-11 16,-2 3-11-16,0 2-12 0,0-1-4 15,-2 6-6-15,1 0-6 0,-1 0 0 0,2-7-8 0,-1 1-4 0,2 0-4 16,-1-2-3-16,2-3 5 0,-1-1-27 0,1 0-18 0,-2-5-9 16,0 1-21-16,2-5-7 0,-1 2-5 0,2-1-11 15,1-5-35-15,-2 0-52 0,0 0-44 16,0 0-248-16,20-11-469 0,-10 5 208 0</inkml:trace>
  <inkml:trace contextRef="#ctx0" brushRef="#br0" timeOffset="139279.74">17167 12717 274 0,'0'-3'275'15,"0"3"-30"-15,0 0-29 0,0 0-24 0,0 0-15 16,8 12-16-16,-4-2-12 0,-1 7-4 16,4 6-8-16,-2 5-7 0,1 1-7 0,-1 4-9 0,-1 1-3 15,0 10-7-15,-3 4-9 0,-2-12-9 0,-5 11-10 16,-7 0-6-16,-2-3-7 0,-6-2-2 0,-7 0-9 16,1-2-22-16,-2-2-25 0,-8-5-28 0,-4-2-27 0,-5-2-43 15,-4-3-52-15,0-6-79 0,-5-3-202 0,3-5-462 0,-2-3 204 16</inkml:trace>
  <inkml:trace contextRef="#ctx0" brushRef="#br0" timeOffset="139580.91">16339 12537 41 0,'-11'8'232'0,"-11"8"-12"0,-1 6-18 0,0 5-16 0,-13 17-6 15,4 4-8-15,0 1 8 0,-11 23-14 0,16-21-8 16,-2 26-17-16,13-22-5 0,2 1-11 15,13-2-7-15,5 3-11 0,7-3-6 0,10-3-16 0,8-1-1 0,7-6-10 16,11-4-1-16,5-7-10 0,6-4-42 0,2-7-85 16,32 2-136-16,-37-15-234 0,6-4-470 0,-2-5 208 15</inkml:trace>
  <inkml:trace contextRef="#ctx0" brushRef="#br0" timeOffset="155826.81">2882 15112 43 0,'0'0'88'0,"3"-3"0"15,-3 3 6-15,0 0-10 0,0-4 2 0,0 4 9 0,0 0-9 16,0 0-3-16,0 0-3 0,0 0 0 0,0 0-8 15,0 0 1-15,0 0-9 0,0 0-8 0,0 0-4 16,0 0-4-16,0 0-11 0,-3-5-7 0,3 5 2 16,0 0-6-16,0 0 0 0,0 0-8 0,0 0-7 0,0 0 1 15,-1 15 1-15,-2-10-2 0,2 4-5 16,-3 3-2-16,2 0 4 0,-4 5-5 0,-1 0-1 0,2 3 4 16,-2-2-6-16,1 2-8 0,-4 2 11 0,1 2 5 15,4-7-1-15,-4 7 1 0,1-8-5 0,3-2-4 16,0 2 7-16,1-6-6 0,-1 2 5 0,0-5-5 31,1 1 0-31,3-1-1 0,-3 0 5 0,1-2 4 16,2-1 1-16,-3 2-4 0,3-2-1 0,1 2 5 0,-4-5-5 15,4 3-1-15,0-4 11 0,-2 4 2 0,2-4 4 0,0 0-5 16,0 0 6-16,-3 3-2 0,3-3 7 0,0 0-7 16,0 0 2-16,0 0-2 0,0 0-4 15,0 0 1-15,9 0 0 0,-9 0-3 0,18-4-1 16,-4 0-2-16,4-3-9 0,9-1 10 0,-8 1-10 0,9 0-7 15,-8-1-18-15,6-1-22 0,-7 4-21 0,-1 0-22 16,1 1-24-16,-1-1-37 0,-9 2-81 0,4-1-249 16,-4 1 110-16</inkml:trace>
  <inkml:trace contextRef="#ctx0" brushRef="#br0" timeOffset="156166.1">3050 15305 31 0,'0'0'205'16,"-1"-4"-11"-16,1 4-16 0,0 0-16 0,0 0-17 16,0 0-17-16,0 0-17 0,0 0-13 0,0 0-8 15,0 0-13 1,0 0-11-16,0 0-6 0,0 0-6 0,-4 24-9 16,1-9-3-16,2 2-5 0,-3 1 0 0,3 7-1 15,-2 0-8-15,-1 1-7 0,2-1 1 0,-1 1-5 16,2 1 5-16,-3-8-7 0,3 2 4 0,-2-3-3 15,2-1 1-15,1-1-6 0,0-4-4 0,0-1-2 16,0-2 2-16,0-1 6 0,0-3-4 0,-1-1 3 16,1 3 11-16,0-4 18 0,0-3 40 0,0 7 14 0,-3-6 7 0,3-1 6 15,0 5-5-15,0-5-15 0,0 0 1 0,0 0-7 16,0 6-10-16,0-6-6 0,0 0-4 0,0 0-9 16,0 0-5-16,0 0-6 0,3 2-13 0,-3-2-19 15,0 0-21-15,0 0-44 0,0 0-53 0,0 0-55 16,0 0-54-16,0 0-230 15,1-17-483-15,0 13 215 0</inkml:trace>
  <inkml:trace contextRef="#ctx0" brushRef="#br0" timeOffset="156782.13">2914 14979 16 0,'-6'1'103'16,"-1"1"-8"-16,-1-1-7 0,-3 1 2 0,2 1 4 15,-2 2-15-15,1-1-9 0,-7 4 5 0,2 1-1 16,-6 2-6-16,2 4-3 0,-4 2-7 0,-2 1 4 0,4 2-12 16,1 1-5-16,-2 1-3 0,3 4-8 0,1 0 2 15,0 3 4-15,4 4-12 0,0-2 3 0,-2 13-3 16,6-9-4-16,1 12 0 0,4-15-2 0,4 3-1 15,-3 0 3-15,4-1-7 0,0 3-3 0,4-5 1 16,1-1 4-16,0 1-5 0,3-5-4 0,2 0 1 0,4-3-2 16,0-2 7-16,3 1-3 0,1-4-2 0,0 2 6 0,-2-8-4 15,8 3 13-15,2-2 13 0,-2-3 4 0,4-1 12 16,2-1 0-16,2-5 6 0,2-1 2 0,2-3 5 16,1-3 5-16,15-5 5 0,-16 2 2 0,19-9-2 15,-6 2 10-15,3-4-3 0,-1-1 4 0,-1-6 4 16,1 5 6-16,-2-6-1 0,-2-1 1 15,-1 0 11-15,-6-3-17 16,-12 7 0-16,-4-3-1 0,0-1 13 0,-1-1-18 16,-4-2 0-16,-3-3-1 0,-6-3-10 0,0-11-3 15,-6 12-14-15,-8-12-9 0,-5 10-12 0,-11-10 3 16,-7 4-10-16,-6 4-9 0,-6-1-7 0,-5 8-13 16,-2 3-9-16,-8 6-23 0,-3 8-25 0,-6 6-16 0,-1 5-34 15,1 7-30-15,-26 13-42 0,26 0-52 0,3 5-77 16,-2-1-208-16,8 0-556 0,4-2 247 0</inkml:trace>
  <inkml:trace contextRef="#ctx0" brushRef="#br0" timeOffset="159921.73">5743 15371 58 0,'-1'-9'250'0,"0"-1"-9"16,1 1-13-16,0-2-7 0,0 5-14 0,-1 0-14 16,2 1-17-16,0 1-16 0,0 1-23 0,-1-1-8 0,0 4-21 15,0-7-13-15,0 7-10 0,0 0-11 0,8 1-12 16,-3 6-7-16,0-3-12 0,2 7 0 0,3 2-7 15,1 4-3-15,2 7 2 0,1 2 10 0,-1-1-6 16,-3 1-5-16,4 0-3 0,-2-1-2 0,-2 3-6 0,-1 0-20 16,0-4 2-16,0-1-2 0,2-1 2 0,-4-4 1 15,-2-1-2-15,1-1-1 0,0-6-2 0,-2 2 3 16,0-4-2-16,0-1 1 0,-1-2 2 0,-2 0-4 16,2-1 25-16,-1-1 27 0,-1 1 37 0,-1-4 38 15,3 2 39-15,-3-2 30 0,0 0 27 0,0 0-21 16,9-9-24-16,-3-3-17 0,3-5-13 0,6-9-16 0,2-4-17 0,6-11-7 31,3-3-9-31,-1-3-14 0,2 1-9 0,-4 4-6 16,0-2-2-16,-5 13-9 0,-3 5-9 0,1-3-7 0,-4 4 3 0,1 6-10 0,-7 5-6 0,1 3-3 15,-2-1-2-15,-1 6-7 0,1-3-4 0,0 4-2 16,-5 2-23-16,4-1-28 0,-3-1-35 0,-1 5-44 31,3-5-48-31,-3 5-42 0,0 0 18 0,0 0 16 0,6 10-12 16,-3-2-18-16,-2 5-32 0,2-1-25 0,-1 5-35 15,-2-3-285-15,0 2-627 0,8 0 278 0</inkml:trace>
  <inkml:trace contextRef="#ctx0" brushRef="#br0" timeOffset="160465.73">6744 15483 25 0,'0'-4'291'0,"0"0"-15"16,-1-1-8-16,1 5-17 0,-4-5-22 0,4 5-20 15,-2-4-11-15,0 1-33 0,2 3-16 16,-8-3-23-16,2 3-12 16,-2 3-14-16,-2-3-10 0,-3 5-11 0,-1 1-8 0,0 0-7 0,0 1-9 0,-4 4-4 15,5 3-8-15,-1-5-6 0,0 7-2 0,0-3-3 16,-1 1-7-16,2 2-4 15,6-3-1-15,-1 3-6 0,0-2 3 0,6-2-7 16,-5 0 3-16,6-4 8 0,-3 3-12 16,4-6-1-16,4 3 1 0,-3-3 2 0,-1-1-3 15,4 0 4-15,1-1 0 0,4-3 1 0,-1 0 0 0,3-3 2 16,-1-1 8-16,4 1 2 0,2-4-2 0,-4 0 6 16,3 0-4-16,-6 0 4 0,2-1-6 0,-1 2 0 15,2 0-5-15,-1 1-1 0,-3 1-1 0,-2 1-2 0,3-1 0 16,-4 2-2-16,3 0-1 0,-4-1-6 0,1 2 9 15,3 1-26-15,-8 0-15 0,12 0-21 0,-5 1-25 16,1 1-23-16,-1-1-28 0,0 1-42 0,-1 0-36 16,0 2-49-16,-2-2-172 0,3 1-456 0,-6-2 202 15</inkml:trace>
  <inkml:trace contextRef="#ctx0" brushRef="#br0" timeOffset="160820.15">6874 15469 250 0,'5'-5'243'0,"-1"2"-20"0,1-3-17 16,0 5-25-1,-1-4-19-15,1 3-13 0,4 2-12 0,-9 0-2 16,16 2-14-16,-6 2-13 0,0 1-9 0,-1 1-1 16,4 3-12-16,-4-2-9 0,0 4-10 0,-2-2-5 15,5 6-6-15,-3 0-3 0,-1 3-4 0,-1-1-4 16,-1 1-6-16,-2 0-3 0,0-1-3 0,0-1-2 15,1 0-6-15,-5-1-1 0,2-2-2 0,-2-5 0 16,0 0-2-16,0-2 1 0,1-1 13 0,-1-1 35 0,1 2 30 0,1-4 43 16,-2-2 41-16,0 4 42 0,0-4 17 0,0 0-8 15,0 0-23-15,0 0-18 0,3-18-20 0,0 5-20 16,2-4-22-16,1-8-19 0,-1-1-19 0,7-5-16 16,-2 2-14-16,4-3-10 0,0 2-7 0,-2 2-6 15,-1-1-3-15,-2 3-2 0,-1 9 0 0,-2 3-11 16,-1 2-2-1,-1 3-1-15,0 3-9 0,-2-1-39 0,0 2-45 0,-1 1-49 16,2 2-54-16,-2-3-57 0,-1 5-28 0,0 0 3 16,0 0-34-16,0 0-44 0,-1 18-311 0,-2-10-698 15,2-1 309-15</inkml:trace>
  <inkml:trace contextRef="#ctx0" brushRef="#br0" timeOffset="166977.73">7871 15417 90 0,'-4'-5'265'0,"4"2"-9"0,0 3-11 16,0 0-12-16,-1-4-14 0,1 4-16 15,0 0-12-15,-1-3-25 0,1 3-13 0,0 0-18 16,0 0-14-16,0 0-10 0,0 0-14 0,0 0-11 0,0 0-6 16,0 0-11-16,0 0-9 0,-2-4-7 0,2 4-7 15,0 0-3-15,0 0-3 0,0 0-1 0,0 0-11 16,0 0-8 0,0 0 1-16,0 0-6 0,0 0 2 0,0 0-5 15,0 0 0-15,0 0 1 0,0 0-2 0,9-5-1 0,-3 0-3 16,1 3-4-16,3-4 4 0,2 1-3 15,-1-1 3-15,-1 0-2 0,3 0 0 0,-3-2-1 16,2 2-1-16,-1-4 2 0,-2 3 3 0,0 0-2 16,0 0 1-16,-5 3 3 0,4-4 0 0,-4 3 10 15,-2 1 7-15,2 0 6 0,-1 0 3 0,-2 1-6 0,-1 3-4 0,4-4-12 16,-4 4-7-16,0 0-3 0,0 0-6 0,-21 3 2 16,6 6-5-16,-2-1 4 0,-2 4-2 0,-1 5-3 15,-3 0 3-15,1 2 1 0,2 0-4 0,3 1 1 16,2 2 0-16,0 0 2 0,4-5-3 0,5 1 1 15,2 1 3-15,0-1-19 0,4-1-2 0,4 0 1 16,4-1 10-16,4-3-4 0,5-1 6 0,2-3 11 0,9 0-12 0,1-3 2 16,6-3 2-16,-3-3 4 0,1-3-3 15,3 0 2-15,0-1 2 0,-4-3 0 0,-5 3-5 16,-6 0 3-16,1-1 6 0,-8 3-4 0,0-2 3 16,-2 1 7-16,-2 0 9 0,-4 2 12 0,1-2 12 0,-2 1 4 15,0 1 0-15,-5 1-4 0,5-3-1 0,-5 3-7 16,6-1-5-1,-6 1-1-15,4-3-10 0,-4 3-4 0,0 0-11 16,4-3-9-16,-4 3-11 0,0 0-13 16,0 0-20-16,0-2-11 0,0 2-28 0,0 0-33 15,0 0-46-15,0 0-30 0,0 0-39 0,-10-5-202 16,5 3-476-16,2 0 211 0</inkml:trace>
  <inkml:trace contextRef="#ctx0" brushRef="#br0" timeOffset="167250.51">8726 15204 276 0,'0'-2'299'0,"0"-2"-22"0,0 4-26 0,4-4-26 16,-4 4-19-16,0 0-31 0,1-2-19 0,-1 2-17 15,0 0-15-15,0 0-17 0,0 0-11 0,-13 10-10 0,8-1-8 16,-4-1-10-16,3 2-7 0,-7 3-7 0,4 0-5 16,-5 4-3-16,2-1-7 0,2 1 0 15,0 3-4-15,-3 0-5 0,4-3-27 0,-3 1-20 0,1 0-21 0,0-1-17 16,1-2-19-16,1 1-15 0,-3 0-21 0,4-6-18 16,3-1-19-16,-2 0-22 0,0-4-180 0,0-1-378 15,3-1 168-15</inkml:trace>
  <inkml:trace contextRef="#ctx0" brushRef="#br0" timeOffset="167490.71">8500 15300 36 0,'1'-7'299'0,"-1"1"-11"16,1-1-9-16,1 2-21 0,-2 1-26 0,1 0-24 0,0 0-24 0,-1 4-23 0,1-4-19 16,-1 4-14-16,0 0-16 0,0 0-13 0,10 6-6 15,-4-1-11-15,0 4-6 0,3 3-6 0,2 1-7 16,1 3-3-16,4 6-5 15,-4-7-3-15,7 7-3 0,-5-1-4 0,4 0-2 0,0-1-8 16,0 0 0-16,-4-1 0 16,3-6-4-16,-6 2-5 0,2-3-19 15,-5-2-20-15,-1 1-17 0,1-2-23 0,-1-1-24 16,-1-1-29-16,-2 0-26 0,-1-2-15 0,0-2-45 16,0 1-26-16,-1 0-169 0,-2-1-417 0,0-3 185 15</inkml:trace>
  <inkml:trace contextRef="#ctx0" brushRef="#br0" timeOffset="167905.65">9289 15398 105 0,'-5'2'204'0,"0"-2"-8"0,1 3-13 0,4-3-10 16,-10 1-18-16,10-1-11 0,-5 1-14 0,5-1-14 16,0 0-5-16,-6 2-7 0,6-2 2 0,0 0 0 15,-7 1-3-15,7-1-2 0,0 0-3 0,0 0-3 0,0 0-5 16,0 0-9-16,0 0-5 0,0 0 0 15,0 0-9-15,0 0-5 0,0 0-5 0,0 0-4 16,0 0-2-16,0 0 2 16,18-5-7-16,-7 4-1 0,10-3-3 0,3-3-4 15,7 2-3-15,0-1-6 0,-1 1-1 0,1 0-2 16,-2 0-3-16,2 1-3 0,-4 0-5 0,-8 1-12 16,-1-2-15-16,1 1-19 0,-7 4-18 0,-1-2-18 15,-5 2-15-15,2-1-26 0,-5-1-14 0,-3 2-58 16,0 0-58-16,0 0-156 0,-12-8-425 0,-1 10 189 15</inkml:trace>
  <inkml:trace contextRef="#ctx0" brushRef="#br0" timeOffset="168122.02">9389 15265 231 0,'-1'-6'333'0,"0"0"0"0,-1 0 7 15,2 2-15-15,-1-1-4 0,1 5-19 0,-3-6-24 0,3 3-21 0,0 3-30 16,-1-5-24-16,1 5-26 0,0 0-22 0,0 0-21 15,-1-4-20-15,1 4-21 0,0 0-13 16,0 0-9-16,0 16-11 0,2-5-10 0,-2 5 0 31,0 0-8-31,2 3-6 0,0 9 6 0,3 0-3 0,-1-2 9 0,4 2-23 0,-1-3-48 0,0 0-38 0,-2-1-42 32,4 2-48-32,-4-8-60 0,3-2-67 0,-2-1-313 0,2-5-638 15,-1 0 282-15</inkml:trace>
  <inkml:trace contextRef="#ctx0" brushRef="#br0" timeOffset="168907.75">10270 15233 58 0,'-2'-4'309'0,"1"-1"-4"0,0 0-14 0,-2 2-28 15,2-2-28-15,-3-2-23 0,1 2-16 0,-2 1-30 16,-2 2-13-16,2-1-16 15,-4-1-18-15,-2 0-14 0,0 3-11 0,-2 1-9 16,-5 1-8-16,1 4-11 0,1-2-9 0,-4 2-8 16,4 4-1-16,-6-2-8 0,7 2-4 0,-4 3-6 0,2-3 0 15,1 4-9-15,-2-1 1 0,5 1-3 16,0 1 0-16,3-2-6 16,2 3 4-16,3-3-4 0,1 0 0 0,3-2-3 15,1 2-2-15,1 0 3 0,3-3 1 0,0-1 0 16,4 0 4-16,-3-2-5 0,9-2 0 0,-4 2 4 15,4-5-4-15,3-2 5 0,-3-1-6 0,3-2 8 0,-1-1 17 0,-1-3 16 16,-2 0 13-16,0-4 14 0,2 1 8 0,-2-4 18 16,0-2-6-16,-3-1-23 0,3-5 15 15,-2-1 0-15,-2-1-10 0,-1-2-6 0,1-1-9 16,-3-3-5-16,1 0-6 0,-5 1 14 0,3 1 7 0,-3 2 23 16,-1 2 11-16,-1 7 15 0,0 2 6 0,0 5 6 15,0-1 1-15,0 4-7 0,0 1-13 0,0 2-11 16,0 0-14-16,0 1-14 0,0 1-10 15,0-1-10-15,0 4-16 0,0-5-24 0,0 5-27 0,0 0-24 16,0 0-25-16,0 0-8 0,0 0 4 0,0 0 10 16,3 15 5-16,-3-6 2 0,1 4 3 0,-1 3 5 15,0 3 6-15,0 7 1 0,-4-3 4 0,4 4 3 0,-1-1-3 16,-2 0 15-16,3 1-18 0,-1 1 13 0,0 0 4 0,-1-4 1 16,0 1 15-16,2-2-12 0,-3-4-10 0,3-1 12 15,0-2-2-15,-1-3 0 0,1-1 6 16,0-3-4-16,-2 3 5 0,1-4-3 0,1 0 1 15,0-1-3-15,0-2 2 0,0 0 5 0,-1-4-1 0,2 3 4 16,-1-4-5 0,0 7 4-16,0-7 2 0,1 5-2 0,-1-5 1 15,-1 4 0-15,1-4 2 0,0 4 0 0,0-4 3 16,0 0 1-16,0 0 0 0,0 0 5 0,0 0 4 16,9-1-3-16,2-2-4 0,6 0 1 0,4-3-13 0,13-5-32 15,15-3-68-15,-2-3-108 0,2-1-125 16,-3-9-481-16,-1 5-880 0,-13 2 389 0</inkml:trace>
  <inkml:trace contextRef="#ctx0" brushRef="#br0" timeOffset="169240.06">10704 14727 329 0,'0'0'318'0,"0"-4"-25"16,0 4-35-16,1-4-26 0,-1 4-28 0,0 0-25 0,0 0-5 0,0 0-30 15,0 0-17-15,8 21-15 0,-2-4-2 16,3 6-8-16,3 6-12 0,-3 3-7 0,5 13-3 0,-3 2-10 15,-2-1-2-15,1 0-8 0,-5 2 1 0,-2-1-10 16,-3-2-6-16,-3 2-4 0,-2 0-4 0,-7 2 1 16,0-3-3-16,-6-2-1 0,-7-1-1 0,-5-1 8 15,-3 1-19-15,-8-3-25 0,-5-2-36 0,-4 0-62 0,-33 8-74 0,26-19-95 16,-31 8-211-16,1-10-521 0,22-16 232 0</inkml:trace>
  <inkml:trace contextRef="#ctx0" brushRef="#br0" timeOffset="170011.11">8001 14941 174 0,'0'-5'179'0,"0"5"-12"15,0 0-6-15,-1-6-18 0,1 6-13 0,-4-2-9 16,4 2-14-16,0 0-6 0,0 0-10 16,-4-3-11-16,4 3-6 0,0 0-11 0,-10 5-3 15,5 1-6-15,-8 0-5 0,3 5-1 0,-5 3-4 0,-5 7-4 16,-2 5-6-16,-7 14 7 0,0 6 7 0,0 2-8 15,-11 25 11-15,2 2 3 0,15-21 2 0,-7 26 7 0,12-23 1 16,4 1 0-16,7 0-21 0,-2-5-5 0,10-5-3 16,4-11-1-16,3-3-2 0,5 0-3 0,6-5-3 15,5 0 0-15,18 3 4 0,8-6-2 0,6-9 1 16,31 3-26-16,-22-13-44 0,30-3-66 0,3-6-81 16,-7-6-215-16,7 0-438 0,-3-2 194 0</inkml:trace>
  <inkml:trace contextRef="#ctx0" brushRef="#br0" timeOffset="170690.8">11275 15158 136 0,'0'0'232'16,"0"0"-10"-16,0 0-16 0,0 0-10 0,0 0-17 15,0 0-18-15,0 0-12 0,-5 1-14 0,5-1-16 16,0 0-10-16,0 0-7 0,0 0-10 0,0 0-7 16,0 0-4-16,0 0-3 0,0 0-3 0,0 0 0 0,0 0 1 0,0 0-6 15,28-4-7-15,-14 4-3 0,5-2-7 0,9-3-7 16,3 3-3-16,1-1-7 0,-4-2-11 0,4 2-22 15,-2 0-29-15,-1 0-34 0,0 0-35 0,-1 1-41 16,-7-1-38-16,-2-1-67 0,0 2-122 0,-1-1-392 16,-8 0 173-16</inkml:trace>
  <inkml:trace contextRef="#ctx0" brushRef="#br0" timeOffset="171160.25">11418 15340 90 0,'0'0'204'0,"0"0"-4"0,-6 2-5 16,6-2-9-16,0 0-9 0,0 0-7 0,0 0-7 16,0 0-8-16,0 0-13 0,24-8-12 0,-6 5-12 0,13-3-13 0,2 1-9 15,21-3-21-15,-1 1-34 0,2 2-63 0,-1-4-68 16,-2-2-85-16,-12 5-152 0,-2-3-354 0,-6 2 157 15</inkml:trace>
  <inkml:trace contextRef="#ctx0" brushRef="#br0" timeOffset="173461.93">12843 15166 148 0,'0'0'191'0,"-6"-1"-18"0,6 1-27 0,0 0-10 15,-7 1-13-15,7-1-15 0,0 0-7 0,-2 4-10 16,2-4-7-16,0 0-11 0,2 6-7 0,-2-6-7 0,4 4-5 0,2-3-4 16,-6-1-9-16,11 0 1 0,-3 0-2 0,3-2-6 15,-1-1-1-15,4 2-3 0,-1-5-7 0,3 0 0 16,1 1-1-16,-2-3-4 0,-3 2-3 0,-1-1 1 15,1-1 9-15,-3 1 5 0,1-2 1 0,-5 3 6 16,3-1 8-16,-3-1 9 0,-1 3 2 0,-3 0 1 16,2 1 2-16,-6-1-7 0,3 5-6 0,-5-4-5 0,-4 4-6 15,-5 2-2-15,-4 5-4 0,-9 1-4 0,-3 6-2 0,-2 1-6 16,1 4 0-16,-2-1-6 0,5 5-3 0,-3 0 0 16,-5 11 2-16,9-11-3 0,4 6 1 15,6-1 1-15,0 1-2 0,4-1 3 0,5-2-4 16,7 3 3-16,4-6-1 0,4-4 3 0,11 1-2 15,8 1 1 1,10-8 3-16,17 0-1 0,2-5-24 0,8-4-44 16,-2-4-52-16,3-8-78 0,-5 0-222 0,-4-5-442 0,-4-1 196 15</inkml:trace>
  <inkml:trace contextRef="#ctx0" brushRef="#br0" timeOffset="174066">13156 14775 245 0,'0'0'261'0,"0"-6"-26"16,0 6-25-16,5-6-21 15,-5 6-20-15,5-4-21 0,-1 2-12 0,1 2-15 16,-5 0-12-16,14 0-4 0,-1 2-12 0,-3 1-13 16,3 1-6-16,-4 0-5 0,0 4-9 0,1 1-5 15,-2 1-1-15,1 5-5 0,-1 2 0 0,-4 1 2 16,-2 4-3-16,-1 1-6 0,-6 5 1 0,-3-1 3 15,-2-2-1-15,0-1-1 0,-4 2 5 0,2-11-6 16,1 0 5-16,-1-1-4 0,3-4-5 0,1 0-2 0,1-3-5 0,3 2-5 16,-1-4 2-16,1 0-6 0,0-2 0 0,3 1 2 15,-4-2 0-15,5-2-3 0,1 5 0 0,6-2 18 16,4-6 2-16,2 3-1 0,6-1-2 0,12-3-9 16,-2-1-2-16,1 1-2 0,-2-1 1 15,1 0-6-15,-1-2-2 0,0 5 2 0,0-1-1 0,-7 0 1 16,-2 2-11-16,0-2-9 0,-7 2-6 0,-2-1-12 0,-3 2-9 15,0-1-10-15,-2 1-20 0,-5 0-23 0,0 0-37 16,0 0-46-16,0 0-43 0,0 0-42 0,0 0-213 16,0 0-497-16,-20 3 220 0</inkml:trace>
  <inkml:trace contextRef="#ctx0" brushRef="#br0" timeOffset="174551.96">13998 14975 258 0,'1'-5'346'0,"1"0"-35"0,-1-1-27 0,-1 4-22 15,0 2-30-15,3-7-26 0,-1 4-21 0,-2 3-23 16,6 0-20-16,-6 0-11 0,0 0-15 0,15 5-8 15,-9-2-21-15,-1 5-10 0,3 1-9 0,-2 2-7 16,3 4-6-16,1 1-3 0,-5 2-4 0,3 2-2 16,0 4-6-16,-3-3-3 15,1 4-6-15,-1-1 0 0,-1 0-3 0,0-4-1 16,-1-1-4-16,-2-3-6 0,0 1 4 16,2-4-8-16,-2-1 5 0,2-3 1 0,-2-2-4 0,1-2 6 15,-1 1 47-15,-1-3 24 0,2 1 45 0,-2-4 45 16,1 4 42-16,-1-4 42 0,0 0 24 0,0 0-25 15,0 0-30-15,12-14-14 0,-5 5-30 0,5-6-27 0,4-7-4 16,2 0-25-16,5-6-9 0,-3-2-14 16,10-11-14-16,-2-3-7 0,3 1-11 15,-2-1-18-15,-2 1 2 0,-9 12-8 0,-3 2-1 0,-1 1-5 16,-1 3-1-16,-4 10 0 0,-4 5-3 0,2-1-6 16,-4 2-7-16,1 3-4 0,0-1-11 0,0 3-35 15,-3-1-41-15,2 1-52 0,-2 2-64 0,-1 2-48 16,0 0-44-16,0 0 32 0,10 7-3 0,-6 0-20 0,-4 3-30 0,0 2-32 0,1 6-36 15,2 0-39-15,-3 0-329 0,1-2-783 0,3 0 346 16</inkml:trace>
  <inkml:trace contextRef="#ctx0" brushRef="#br0" timeOffset="175037.05">14913 15079 16 0,'0'-5'299'0,"0"0"-10"0,-2 1-8 16,0-2-9-16,2 1-14 0,0 0-16 0,-1 0-22 15,-3 3-23-15,2 0-23 0,2 2-22 0,-7-3-13 0,-3 3-10 16,0 3-21-16,-2-1-12 0,-6 5-13 0,-3 1-9 16,-3 4-4-1,-1 2-13-15,1 0-6 0,-2 2-4 0,2 3-6 16,2 0-7-16,2-1-1 0,1 3-6 0,7-4-2 16,2 0-2-16,1-1-3 0,1-2-1 0,4 2-1 0,3-4-1 15,1-3 0-15,1 0 3 0,3-1 4 0,4-2 12 16,2-1 8-16,3 1 1 0,5-6-13 0,1 0 6 15,1 0-3-15,2-6-1 0,-3 0-3 0,3 1 2 16,4-3 1-16,-7-1 1 0,-1 1 7 0,-1 0 4 0,0 0 3 16,-2-1-4-16,-3 3 14 0,-3-1 0 0,2 3-4 15,-3-1-5-15,1-1-4 0,-4 2-4 0,1 1-4 16,1-1-5-16,-5 1-4 0,2 0-4 0,0 2-3 16,-4 1-20-16,8-1-28 0,-2-1-33 0,-2 1-37 15,-4 1-44-15,9-1-59 0,-4 1-74 0,2-3-89 16,-1 3-214-16,-6 0-624 0,10-2 276 0</inkml:trace>
  <inkml:trace contextRef="#ctx0" brushRef="#br0" timeOffset="175400.12">15137 15054 159 0,'2'-2'338'0,"-2"-1"-37"15,0 3-32-15,5-5-31 0,-5 5-23 0,8 0-25 16,-8 0-14-16,9 7-13 0,-4-1-19 0,0 3-17 16,3-1-10-16,-2 5-9 0,3 2-12 0,-4 2-9 15,-1 1-9-15,-4-2-8 0,3 6-2 0,-2-4-9 16,-5 8-6-16,4-8 0 0,-4 0-10 0,-3 2-2 0,-1-4-3 0,4 1-7 16,-1-9 4-16,1 3-1 0,0-2 19 0,3-2 1 15,-4-2 21-15,1 1 43 0,3-3 29 0,-3-3 37 16,4 0 23-16,0 0-4 0,0 0-14 0,0 0-18 15,-5-12-15-15,6 3-21 0,0-2-14 0,3-3-17 16,4-4-7-16,2-6-11 0,3 0-13 0,2-2-16 16,1 0-11-1,1 1-5-15,-1 0-7 0,2 1-7 0,-2 0-2 0,2 4-9 16,-5 6-23-16,1 2-18 0,0-1-42 16,0 2-18-16,-1 1-36 0,2 3-36 0,-3 0-45 15,-3 2-41-15,0 3-47 0,-3 1-43 0,2 1-62 0,-3 0-243 16,-5 0-691-16,10 1 306 0</inkml:trace>
  <inkml:trace contextRef="#ctx0" brushRef="#br0" timeOffset="175785.46">16086 14861 55 0,'0'0'327'0,"0"-6"-17"0,0 6-31 15,0-5-26-15,0 5-28 0,0-4-27 0,0 4-23 16,0 0-21-16,0 0-20 0,0 0-12 0,0 0-12 16,-4 13-9-16,-1-2-7 0,-2 5-9 0,-5-1-11 15,-1 7-5-15,-2 0-7 0,-3 4-8 0,1-2-1 16,2 1-7-16,-5 1-4 0,2-1-3 0,0 1-1 0,0-4-10 16,-1 0-30-16,2 0-27 0,1-3-15 0,4-4-28 15,-2-1-30-15,5-1-42 0,0-4-36 0,4-2-49 16,-3-4-159-16,7-1-420 0,1-2 186 0</inkml:trace>
  <inkml:trace contextRef="#ctx0" brushRef="#br0" timeOffset="176017.19">15912 14933 145 0,'0'-8'353'0,"0"3"-20"0,2 0-29 0,-2-1-34 16,1 4-33-16,-1 2-25 0,1-5-23 0,-1 5-26 15,0 0-18-15,0 0-13 0,10 14-9 0,-5-5-8 16,3 4-10-16,1 4-4 0,4 4-11 0,2 1-6 0,-1 2-9 16,0-4-2-16,4 4-7 0,-1-2-9 0,-3-1 1 0,0-1 1 15,0-3-15-15,-2-2-8 0,-2-1-29 0,-1-6-36 16,-4 2-34-16,2-1-31 0,-3-3-41 0,-1-2-40 16,2 3-38-16,-1-3-22 0,-2-2-204 15,-2-2-475-15,2 3 209 0</inkml:trace>
  <inkml:trace contextRef="#ctx0" brushRef="#br0" timeOffset="176287.81">16386 14722 220 0,'0'0'264'0,"4"-4"-25"0,-4 4-23 16,5 0-12-16,-5 0-22 0,14 7-15 0,-5 2-15 15,4 5-16-15,-1 1 1 0,0 10-12 0,0 2-10 16,2 3 2-16,-5 2-10 0,0 3-7 0,-3 11-13 0,-3-10-6 0,-6 10-7 31,-2-11-7-31,-5-2-8 0,-3 0-3 0,-2 1-8 16,-4-2-16-16,-4-3-18 0,-9 6-30 0,4-10-20 15,-3-2-31-15,-15 3-55 0,10-9-69 0,-13 1-238 16,11-5-463-16,2-6 206 0</inkml:trace>
  <inkml:trace contextRef="#ctx0" brushRef="#br0" timeOffset="176640">15764 14611 99 0,'-11'9'197'0,"2"0"-15"0,-3 7-7 0,-3 7-18 0,-4 9-8 16,-2 15 0-16,1 6 1 0,-12 22 14 0,10-20-6 15,0 3-12-15,8 1-14 0,5-3-12 0,9 0-11 16,4 1-10-16,6-4 1 0,13-3-13 0,8-4-5 16,5-3-11-16,2-6-24 0,8-6-59 15,2-7-97-15,3-8-300 0,3-5-443 0,1-9 196 0</inkml:trace>
  <inkml:trace contextRef="#ctx0" brushRef="#br0" timeOffset="197540.99">19081 13259 45 0,'-1'-4'111'16,"1"4"-4"-16,0 0-1 0,-5-1-9 0,5 1-2 15,0 0-13-15,0 0-2 0,-1-5-2 0,1 5-1 0,0 0-13 0,-3-3-3 16,3 3 0-16,0 0-4 0,-5-3-6 0,5 3 4 15,0 0 4-15,0 0-8 0,-4-1 2 0,4 1 3 16,0 0-8-16,0 0-5 0,-4-3-3 0,4 3-7 16,0 0 1-16,0 0-12 0,-7-2 10 0,7 2-4 15,0 0-2-15,-8 0 1 0,8 0-2 0,0 0 4 16,0 0-1 0,-6-3 0-16,6 3-3 0,0 0 3 0,0 0-1 15,0 0-9-15,0 0 4 0,0 0-1 0,0 0 0 16,0 0-1-16,0 0-3 0,0 0-2 0,0 0-1 0,0 0 0 15,25-5-6-15,-6 1-3 0,3 0 3 0,9-4 2 16,1 0 2-16,3 3 0 0,-3-2 2 16,0-2-5-16,-1 3 2 0,-3 1-5 0,-10-1 0 15,2 3 6-15,-7 3-3 0,0-3-7 0,-1 1 9 0,-6 0-5 0,0 1-5 16,2 0 1-16,-6 0-9 0,-2 1-1 0,0 0-3 16,0 0 10-16,0 0-6 0,-13 8-8 0,0-5 1 15,-5 4-11-15,0 0 5 0,-1-2-5 0,-3 2-3 0,3-2-5 16,-3 0 14-16,3 2-9 0,-7 0 6 15,7-2 0-15,1-3-1 0,0 4 4 0,4-2-1 16,2-2 1-16,1 1 3 16,-1-1 6-16,5 1-3 0,-2-3 1 0,-1 1 3 15,5 1 6-15,-3-1-4 0,3-1 20 0,5 0-1 16,-9 0 10-16,9 0 12 0,-6 0 8 0,6 0 4 16,-8 1-2-16,8-1 0 0,-4 2-1 0,4-2 7 15,0 0-4-15,0 0 0 0,0 0-2 0,0 0-1 0,0 0-5 16,-7 0-2-16,7 0-5 0,0 0-1 15,0 0-2-15,0 0-4 0,0 0-2 0,0 0-3 0,0 0-3 0,0 0-3 16,0 0 0-16,0 0-11 0,0 0-2 0,0 0-4 0,-2 2-2 16,2-2 2-16,0 0 2 0,9 9-1 15,-5-8-3-15,1 4 4 0,4 1 2 0,5 0 0 16,-2-1-3-16,2 5 1 0,1-1 1 0,0 1 1 16,1 2 1-16,-1 2-3 0,-1-2 3 0,-1 1 1 0,-3 2-2 15,1-1-3-15,-3-1 4 0,-4 0 5 0,-1-1-5 0,-3 0 0 16,0-2 2-16,-2 2 0 0,-3 0 0 0,-1-4 1 15,-4 2 6-15,1-1-6 0,-4-2 0 0,3 0 0 16,-3-2-2-16,2 0 4 0,-1 0 1 0,1-3 5 16,2 1 5-16,2-1 3 0,-2-2 8 0,3 3 15 15,6-3 2-15,-6 0 2 0,6 0 0 0,-7 3-9 16,7-3 2-16,0 0-10 16,0 0-6-16,0 0 0 0,22-11-2 0,-12 9-4 15,7-1-14-15,-1-1-23 0,2 0-24 0,-1-1-35 16,1 1-37-16,-3 2-36 0,-2-3-51 0,-2 1-218 15,2-1-454-15,-4 0 201 0</inkml:trace>
  <inkml:trace contextRef="#ctx0" brushRef="#br0" timeOffset="198078.97">19279 13000 95 0,'-5'-3'138'0,"-4"-2"-11"0,3 2-21 0,-3 1-2 15,-1-3-4-15,-3 3-14 0,2 2-6 0,-2 0-10 16,-3 0-6-16,0 0-4 0,-3 0-7 15,0 2-8-15,-2 3 2 0,-1-2-2 0,2 4-1 0,-9 1-11 0,2 2-1 16,0 1 2-16,2 6-4 0,-1-2-10 0,0 5 5 16,-1 3 0-16,3 3-1 0,-8 11-2 0,9-8 0 15,-9 10-8-15,13-8 1 0,0 1-1 0,-2 12-1 16,7-13-2-16,0 0-2 0,4 1 2 0,6-3 4 16,-1 3-5-16,4-5 8 0,2-1-1 0,3-1 7 15,1-5-4-15,5 4 0 0,3 0 9 0,5-4 10 0,2 0 16 0,6 0 10 16,7-4 6-16,0 1 14 0,21-3 5 0,1 0 2 15,6-8-2-15,-2-1-8 0,4-1-5 0,-1-4-5 16,0-5-5-16,-1-2-9 0,-1-2 3 0,-1-3 2 16,-2-1 1-16,-7-3 2 0,-14 1 9 0,0-1-1 15,-4-5 7-15,-2 0-12 0,-3-3 10 0,-4-6-10 16,8-11-6 0,-9 0-7-16,-7-5-8 0,-6 1-7 0,-7 9 4 0,-3 1 0 15,-4-1 2-15,-3 1 1 0,-7-10-4 0,-2 14-11 16,-2 6 3-16,-4-1-8 0,-5 4-1 0,-4 7-4 15,2-1-7-15,-4 8-6 0,0 0-12 16,2 7-14-16,-3 1-27 0,1 5-28 0,-1 6-25 0,3 2-33 16,5 1-32-16,-1 7-41 0,7-1-48 0,0 3-260 15,7-1-551-15,9-5 244 0</inkml:trace>
  <inkml:trace contextRef="#ctx0" brushRef="#br0" timeOffset="198472.95">21096 13097 192 0,'0'0'266'0,"3"-4"-21"0,-3 4-10 0,4-1-22 16,-4 1-19-16,0-3-19 0,0 3-20 16,0 0-17-16,0 0-15 0,0 0-15 0,0 0-10 0,0 0-11 15,-18 10-8-15,7-4-5 0,-2 5-10 0,-5 3-10 0,-8 4 0 16,3 3-17-16,-2 0-7 0,-2 0 2 0,-1 2-8 15,2 2-4-15,-2-4-1 0,0 4 1 0,4-2-6 16,2-2-28-16,0 1-9 0,3-2-13 0,4-6-10 0,2 2-14 16,0-4-28-16,4 2-22 0,0-6-32 15,6-2-59-15,-3 0-138 0,3-2-367 0,1-3 164 16</inkml:trace>
  <inkml:trace contextRef="#ctx0" brushRef="#br0" timeOffset="198779.41">20828 13179 112 0,'3'-10'328'0,"-2"0"-9"16,-1 3-17-16,3 2-28 0,-3-2-24 0,0 4-33 15,1-2-22-15,0 3-24 0,-1 2-25 0,0 0-15 0,0 0-18 16,0 0-6-16,10 5-15 0,-6 5-11 0,4 4-11 16,2 3-9-16,5 5-1 0,3 2-9 0,-1 5-7 15,2 0-1-15,5 2-2 0,-4-1-6 0,10 8 7 16,-11-12-11-16,7 2-2 0,-7-2-3 0,1-4-5 15,1-3 4-15,-7-4-4 0,-1-2-2 0,-2-2 1 16,-2-1-6 0,-2-3 0-16,0-1 4 0,-2-2-1 0,-1 1-6 15,0-3 7-15,-3 4 5 0,3-5 14 0,-2 2 8 0,-2-3 6 16,3 1-5-16,-3-1-3 0,0 0-7 0,0 0-13 16,0 0-1-16,0 0-11 0,0 0-25 0,0 0-25 15,0 0-23-15,-7-8-24 0,7 8-38 16,-3-5-43-16,3 0-46 0,0 5-41 0,3-10-238 15,1 5-532-15,4-2 236 0</inkml:trace>
  <inkml:trace contextRef="#ctx0" brushRef="#br0" timeOffset="200113.34">22121 13171 158 0,'-5'-6'232'16,"0"0"-16"-16,1 1-23 16,-2-2-16-16,-2 3-22 0,-2 0-15 0,1-2-12 15,-4 3-15-15,-1 3-10 0,-2 0-12 0,2 7-6 16,-3-4-10-16,-2 4-10 0,-2-2-4 0,-3 7-10 15,5-2 0-15,-7 5-8 0,3-1-1 0,7-1-6 16,-5 4-6-16,3 1-3 0,4-3 1 0,-1-1-6 16,2 3-3-16,2-2-3 0,3-1 3 0,0-4-3 15,3 0-2-15,0 1-1 0,5-3-3 0,-1-1 2 0,1-1 1 0,1 0-1 16,3-1 16-16,2-2 2 0,4 0 6 0,-1-1 6 16,3-2 8-16,1-3 2 0,1-2 0 0,2-1 5 15,1-2-1-15,-2 0-1 0,0-2-4 0,2-3-5 16,0 1 0-16,-2 1 4 0,-2-1-6 0,1 0 9 15,-5 3 1-15,1 1 6 0,-1 0 1 0,-2 0-4 16,-1 4-6-16,-2-1-6 16,0 1-4-16,1 2-4 0,-3-1-10 0,1 0-2 15,-3 3-6-15,5-1-8 0,-5 1-2 16,0 0 0-16,9 4-2 0,-5-1-1 0,2 2 0 16,-1 2-6-16,4 0-9 0,-2 3-3 0,3 0-8 0,0-1-7 15,2 3-6-15,2 1-7 0,-4-6-8 0,0 0-5 16,4 0-2-16,-5-2 5 0,4 1 2 15,-3-3 1-15,2-2 7 0,2-1 6 0,-4-1 3 0,0-2 3 0,3-2 2 16,-3-1 6-16,1-3 4 0,2 1 8 0,0-6 11 16,1 2 7-16,-4 0 16 0,3 0 5 0,-4-3 14 15,0 5 6-15,-1 1 15 0,-1 0 5 0,1 1 0 16,-4 1-5-16,0 2 20 0,1 0-19 0,-4 2-12 16,4 1-2-16,0-2 0 0,-3 1-19 0,-2 3-9 0,2-2-15 15,-2 2-17-15,0 0 3 0,0 0-3 0,4 10 4 0,-5-4-7 16,1 4 1-16,-3 2 3 0,2-1 3 0,-2 7-2 15,-2 1 2-15,0-1-1 0,0 5 3 0,1-5-1 16,-1-2 0-16,1-1 5 0,4-3-2 0,-4-3 1 16,3 0-2-16,0-3 1 0,1 1-1 0,0-2 6 15,-3-2 5-15,3 1 11 0,0-4 23 0,-2 5 19 16,2-5 18-16,0 0-20 16,0 0-8-16,11-9-2 0,-3 2-7 0,0-1-4 15,2-1-3-15,1-4 11 0,0 1-21 0,3-2 3 16,-3 0-12-16,2 2 12 0,-5 3-11 0,1-2-2 15,-2 4-2-15,1-1-4 0,-3 4 1 0,-1-1-4 16,0 0-5-16,0 2-9 0,-1 3 0 0,2-4-2 16,-5 4-28-16,4-4-24 0,-4 4 0 0,0 0 1 15,14 4 14-15,-9 0-4 0,8 0-8 0,0 2-3 0,2 2-3 0,6 0-8 16,8 2 6-16,-1 0-5 0,4-4 6 0,3 1 3 16,2-3 8-16,2-1 5 0,15 0 6 0,-3-1-1 15,-9 0 1-15,-5-4-2 0,17-1-4 0,-18 1 3 16,0-6 5-16,-2 1 3 0,-1-1 3 0,-5 0 4 15,-1-1 3-15,-6 0 6 0,-6 0 8 0,0-2 11 16,-6 0 8 0,-1 3 12-16,-2-1 7 0,-2-1 1 0,-1 0 2 0,-2 1-2 15,-4 1-11-15,-3 1 2 0,-4 0-1 0,-2 2-5 16,-7-1-1-16,1 2-4 0,-10 3 5 16,-1 1-8-16,1 2 0 0,6 4 3 0,-6 0-6 15,1-1-1-15,2 4-4 0,-1-1-9 0,8 2-8 0,-1-1-4 16,6 4-12-16,0-2-7 0,1-1-5 0,5-1 1 15,3 4 2-15,0-2 7 0,3-1 0 16,4 2 6-16,2 0 6 0,3-4 6 0,5 3-2 0,2-5 4 16,2-1 2-16,0-1 3 0,2-4-1 0,1 0 1 15,0-2 6-15,0-2-3 0,-2-4 0 0,1 0 3 16,-1-1 0-16,2-9 6 0,-5 4 8 0,-4 0 7 16,2-3 9-16,0-7 5 0,-7 0 8 0,3-3-2 15,-1-2 6-15,-7 0-6 0,3-3 9 16,-3 2 2-16,3-4 0 0,-4 1 9 0,3 4 8 15,-1 1 6-15,-2 2 24 0,3 5-2 0,-2 5-10 16,-2-1-7-16,1 5 10 0,1 6-5 0,-1-5-7 16,0 6-8-16,0-1-22 0,0 1-6 0,3 1-35 15,-3 4-41-15,0-3-18 0,0 3 2 0,0 0 4 16,-3 13 7-16,-1-1 2 0,4 7 2 0,-5 6 8 16,1 6 3-16,3 1 2 0,-3 1 9 0,4 1-2 0,0 0 0 0,0 0 5 15,3-1 1-15,-1-4-1 0,2-4 8 0,-1-6 1 16,-1-1 1-16,-2-6-4 0,4 0 6 0,-4-3-1 15,5-1 3-15,-5-3 7 0,1 2 2 0,1-2 14 16,-1-4 18-16,0 2 16 0,-1 0 13 0,0-3 5 16,3 6-7-16,-3-6-9 0,0 0-25 0,0 0-22 15,11-9-24-15,-7 6-38 0,1-2-38 0,0-1-47 0,-1 0-62 0,3-3-77 16,-1 0-244-16,2 0-564 0,0-2 251 0</inkml:trace>
  <inkml:trace contextRef="#ctx0" brushRef="#br0" timeOffset="200445.39">23813 12827 239 0,'0'0'257'0,"0"-5"-24"0,0 5-23 0,-1-4-26 0,1 4-22 0,0 0-18 16,0 0-13-16,0 0-12 0,11 12-13 0,-7-4-15 16,1 1-3-16,3 5-17 0,1 1-2 15,1 2-4-15,-1-2-7 0,5 7-2 0,-5-5-8 16,9 8-3-16,-3 0-6 0,-1-6-5 0,3 1 6 0,-4-5-9 16,-3-3-7-16,-2-3 1 0,1 1 2 0,-1-1-3 15,0-3-1 1,-4-2-8-16,1 1 9 0,-1 0-3 0,2-3-2 15,-4 1 9-15,1-1 4 0,-3-2-4 0,0 0-6 0,0 0-10 16,9-7-16-16,-6 6-26 0,-2-4-31 0,-1 0-38 16,3-2-37-16,-2 1-39 0,-1-1-216 15,1-1-421-15,2-1 187 0</inkml:trace>
  <inkml:trace contextRef="#ctx0" brushRef="#br0" timeOffset="200683.9">24338 12893 27 0,'2'-6'306'0,"-2"0"-11"16,1 1-15-16,-1 1-18 0,1 1-27 15,-1 3-24-15,0-5-24 0,0 5-17 0,0-5-28 0,0 5-16 0,0 0-17 16,0 0-13-16,0 0-8 0,-25 7-12 0,13 1 1 16,-3 1-14-16,-2 2-6 0,-8 4 1 0,4 3-12 15,-2-1-7-15,0 3-22 0,0-2-14 0,1 7-17 16,2-3-22-16,2-1-14 0,-1 1-17 0,2-2-15 15,2 1-15-15,2-4-21 0,3-2-18 0,1-1-39 0,1-4-192 16,3-3-395 0,1-1 175-16</inkml:trace>
  <inkml:trace contextRef="#ctx0" brushRef="#br0" timeOffset="200984.42">24039 13114 230 0,'0'-3'355'0,"0"3"-14"0,0-5-7 16,2 3-13-16,-2 2-13 0,0-7-27 16,0 7-27-16,2-3-26 0,-2 3-31 0,0 0-17 0,0 0-33 15,0 0-19-15,0 0-40 0,0 0-20 0,0 0-2 16,-2 14-8-16,-1-4 4 0,-3 10-15 0,-1 6-7 0,2 0-3 16,0 2 4-16,1 3-12 0,0 0-4 0,0 1-9 15,3-1 6-15,1-4-5 0,0 0 3 16,1-3-7-16,-1-5 2 0,4-3 3 15,-2-3-5-15,0-3-3 0,-1 1 3 0,2-3-6 0,-3-1 7 16,0-2 7-16,1 0-9 0,1-3 8 0,-2 2 1 16,0-4 16-16,0 6 7 0,0-6-1 0,2 2 16 15,-2-2-15-15,0 3-16 0,0-3-20 0,0 0-75 16,0 0-62-16,4-12-86 0,-3 5-129 0,3 1-261 16,-3-2-654-16,-1-2 290 0</inkml:trace>
  <inkml:trace contextRef="#ctx0" brushRef="#br0" timeOffset="202318.18">25427 13037 102 0,'-5'-4'213'0,"1"0"-20"0,-1 1-20 16,-1-3-17-16,-2 1-12 0,-2 2-19 0,-2-2-17 15,-1 2-10-15,2-1-8 16,-4 4-9-16,-1 0-10 0,-5 2-7 0,1 2-7 16,1-1-4-16,-5 7-9 0,1 2-3 0,-1 0-9 15,6 0 1-15,1 0 0 0,-1 0-4 0,4 1-6 16,1 3-6-16,3-2 3 0,2 1-2 0,2-4-3 15,1 0 7-15,3 2-17 0,0-4 9 0,4 1-5 16,1-2 2-16,4-2 12 0,0 1 5 0,2-2 3 16,5-1-1-16,-3-3 7 0,5 2 8 0,2-6 1 0,1 3 9 0,-1-4 4 15,-1 1 3-15,-4-2-1 0,4-1 0 0,-6 0 5 16,3 1-1-16,-4 1-2 0,0-2-2 0,0 2 0 16,-1 1-4-16,-4 0 0 0,3 1-8 15,-4-3-6-15,0 4-7 0,-4 1-5 0,7-1-6 0,-3 1-3 16,-4 0-2-16,9 0-7 0,-9 0-14 0,10 2-17 15,-2 1-21-15,1 2-31 0,0-1-34 0,1 1-42 0,2-1-43 16,-2 2-267-16,0-3-494 0,0-1 219 0</inkml:trace>
  <inkml:trace contextRef="#ctx0" brushRef="#br0" timeOffset="202634.78">25709 13044 154 0,'4'-3'265'0,"-1"0"-25"0,-1 1-32 16,-2 2-21-16,0 0-20 0,10 1-20 0,-10-1-16 0,8 9-11 15,-3-2-14-15,-1 2-10 0,0 1-11 0,-1 2-4 16,-1 5-13-16,3 0-3 0,-5-2-6 16,0 0-6-16,0 1-5 0,0-2-4 0,0-2-7 0,-3-2 0 0,1-2-8 15,2-1 1-15,0-1-1 0,-2 0 0 0,2-3 25 16,-2 1 25-16,2-4 33 0,0 8 31 0,0-7 34 15,0-1 25-15,0 0 13 0,0 0-7 0,0 0-25 16,0 0-17-16,10-14-22 0,-4 6-13 0,0-2-23 0,3-5-27 16,2 0-30-16,2-2-31 0,5-3-42 15,0 1-28-15,4-2-18 16,-1 1-45-16,1 7-31 0,-3 2-33 0,0 4-29 16,0 0-30-16,7 0-35 0,-3 2-58 0,-4 2-167 15,-2 1-537-15,-2 4 238 0</inkml:trace>
  <inkml:trace contextRef="#ctx0" brushRef="#br0" timeOffset="202928.12">26181 13164 186 0,'0'0'216'16,"0"0"-2"-16,0 3-1 0,0-3 0 0,0 0-5 16,0 5-8-16,0-5-3 0,0 0 2 0,8 2-27 15,-8-2-19-15,0 0-13 0,18-9-9 0,-6 6-11 16,0-3-16-16,-2-2-6 0,9-1-10 0,-2 0-9 15,-2-5-12-15,3 3-4 16,0-7 9-16,-3 3-21 0,1 1-7 0,0-6-4 16,-6 6-3-16,3-1-2 0,-6 1-8 0,2-1-1 15,-7 6-2-15,-1-2 0 0,-1 2 5 0,-3 2-16 16,-4 4 1-16,-2-4-5 0,-9 6-6 0,-2 2 2 0,-7 4-2 0,1 3-2 16,0 4-5-16,-4 2 11 0,7 7-12 0,-1 0-1 15,1 5 1-15,6 1 2 0,2 4-1 0,7-3-1 16,6 1 3-16,7-1 0 0,9 1 2 15,7 0 8-15,18 2-11 0,3-6-31 0,11-6-62 16,3-7-87-16,9-5-348 0,26-4-574 16,-27-8 255-16</inkml:trace>
  <inkml:trace contextRef="#ctx0" brushRef="#br0" timeOffset="203752.36">27447 12700 211 0,'2'-8'260'0,"-1"0"-11"0,0-1-10 16,1-3-9-1,-1 3-11-15,0 1-6 0,0 3 1 0,2-2-25 16,-1 2-17-16,-2 1-17 0,2 1-17 0,-1-2-19 0,-1 5-12 16,0-5-16-16,0 5-11 0,0 0-14 0,0 0-6 15,0 0-9-15,-3 25-7 0,-2-8-6 16,0 9-3-16,1 1-7 0,-1 5-5 0,-1 1-2 0,1 1-3 16,-2 2-2-16,4 9-2 0,0-11 2 0,2 1-4 15,-1 2-1-15,2-6 0 0,2 0 0 0,-1-3 0 16,0-10-2-16,1-1-2 0,0 0 0 0,1-5-1 15,-3-2 0-15,0-3-1 0,0 0 5 0,2-2-2 0,-2-2 5 16,0 1 15-16,1 0 10 0,-1-4 3 0,0 6-1 16,0-6-5-16,0 3 1 0,2 0-5 0,-2-3-4 0,0 0-13 15,0 0-20-15,0 0-22 0,0 0-14 0,0 0-35 16,-8 1-56-16,8-1-82 0,0 0-73 0,-19-9-203 16,7 7-532-16,2-5 236 0</inkml:trace>
  <inkml:trace contextRef="#ctx0" brushRef="#br0" timeOffset="204005.96">27216 13024 287 0,'0'0'266'0,"-5"-2"-23"0,5 2-18 16,-4-3-19-16,4 3-14 0,0 0-19 0,0 0-17 0,0 0-17 0,0 0-15 0,0 0-10 15,13-5-12-15,4 5-9 0,4-3-10 0,11-1-8 16,5 1-10-16,4-3-4 0,-1 3-8 15,-1 0-2-15,0 0-8 0,-1-1-3 0,-5 1-4 0,-2-1-3 16,-11 2-3-16,-2-1-5 0,-4 2 0 0,-4 0-4 16,-2 1-2-16,-1 0-3 0,-1 0-9 0,-6 0-7 15,8-3 0-15,-8 3-25 0,0 0-19 0,0 0-13 0,0 0-14 16,-32 3-17-16,20-1-21 0,2 1-17 0,-2-1-24 16,5 0-42-16,-3-2-166 0,3 2-386 0,5 0 171 0</inkml:trace>
  <inkml:trace contextRef="#ctx0" brushRef="#br0" timeOffset="204568.91">27919 12921 29 0,'0'-4'413'0,"2"0"-33"0,-2 4-25 0,2-5-25 0,0 2-33 15,-2 3-35-15,0 0-26 0,0-4-32 0,0 4-28 16,0 0-37-16,0 0-30 0,0 0-22 0,0 0-5 16,0 0-14-16,5 10-3 0,-5-3-6 0,0 1-7 0,-1 5-6 15,-2-1-4-15,3 3-7 0,-1 6-3 0,-1-2-4 0,0 1-13 16,2-2-14-16,-5 0 7 0,5-2-8 16,-2-2 0-16,2-5-1 0,-3 0-3 0,6-3 4 0,-6 1 5 15,3-2 0-15,0-1 5 0,0 1 23 16,0-5 18-16,0 5 27 15,0-5 10-15,0 0-5 0,0 0-14 0,0 0-1 16,15-10-14-16,-7 4 17 0,0-4-23 0,-1 3 3 16,2-3-10-16,3-6-4 0,-1 4-15 0,1-1 11 15,-4 5-8-15,-2 1-7 0,0-2-3 0,-2 6 0 16,1-2-2-16,-2 1-5 0,0 1-6 0,-1 0 1 16,-2 3-14-16,6-2 4 0,-6 2 2 0,0 0-3 0,12 3 3 15,-8 0-6-15,-2 3-4 0,1-1 9 0,2 2 3 16,1 3-2-16,-1 0 5 0,2 0-3 0,-1 0-8 0,3-1 12 15,-1 0-2-15,-1 1 1 0,3-3 5 0,-2 1-2 16,1-3 0-16,0-1 5 0,1-1 1 0,2 2 1 16,-2-4-1-16,0-2 8 0,2-2 15 0,-2 0 20 15,3 1 2-15,-3-6 2 0,1-1 2 0,2 0-10 16,0-3 7-16,0 0-8 0,-3-3-1 0,-1 0-12 16,3 1 0-16,-5 0-2 15,0-2-3-15,1 2-6 0,-4 2-3 0,2 3-1 16,-4-2-6-16,-1 5-17 0,3-2-7 0,-4 3-18 15,2-2-16-15,-2 3-30 0,2-1-31 0,-2 5-29 16,-4-5-33-16,0 3-33 0,-1 1-17 0,-7 2-33 16,3-1-23-16,0 3-42 0,-4-3-232 0,5 1-592 15,2 2 262-15</inkml:trace>
  <inkml:trace contextRef="#ctx0" brushRef="#br0" timeOffset="205022.86">28800 12850 16 0,'0'0'273'0,"0"-3"-20"0,0 3-23 16,3-5-23-16,-3 5-26 0,0 0-15 0,0 0-19 0,0 0-17 15,-4-4-13-15,4 4-8 0,0 0-14 0,-18 6-12 16,9-2-6-16,0 3-13 0,-3 0-5 0,-2 1-3 15,-3 1-8 1,2 3-6-16,-2-2-8 0,2 4 0 0,-2 0-9 16,4-1-2-16,-1 3-3 0,4-1-3 0,0 0-1 15,2-1-2-15,-1 0 0 0,5-1-2 0,4-1 3 16,-1 0-2-16,1-3 3 0,1 1-1 16,3 1 16-16,4-2 8 0,-2-4 9 0,4-1 9 0,3 3 3 0,1-6 3 15,4 0 5-15,1-2 2 0,-4 0 4 0,1-6 6 16,-3 5 3-16,0-4-6 0,-3-3-2 0,0 3 4 15,1-4-1-15,-3 2-5 0,1-3 1 0,-2-2-9 16,0 1-12-16,-3 0-4 0,-3 0-5 0,-1-1-13 0,0 1-10 16,-1-2-6-16,-3 3-14 0,-5-2-12 15,4 1-9-15,-6 4-14 0,2-1-8 0,-3 4-9 16,1-2-13-16,-2 2-15 0,0 1-20 0,2 0-31 16,-3 3-27-16,3 1-29 15,-1-1-51-15,0-1-250 0,7 4-527 0,5-2 233 16</inkml:trace>
  <inkml:trace contextRef="#ctx0" brushRef="#br0" timeOffset="205893.69">29981 12806 28 0,'0'-8'415'0,"0"2"-1"0,-1-3-9 0,0 1-10 16,1 1-15-16,-2-1-24 0,0 3-23 0,4 0-30 0,-2 1-29 0,-2 1-28 31,2 3-30-31,0-6-19 0,0 6-26 0,0-4-21 0,0 4-22 0,0 0-34 0,0 0-33 0,0 0-29 31,0 0-3-31,0 0-10 0,0 0-4 0,-1 20 1 16,1-8 0-16,0 3-8 0,0 1 5 0,-2 1-2 15,4 0-3-15,-1 1 4 0,1 0-7 0,-2 0 8 16,2-2-10-16,-2 2 4 0,1-4-4 0,0 0 8 0,-1-2-7 16,0-2-23-16,0 0-9 0,3-3-14 0,-3 1-18 0,0-3-3 15,0 1-5-15,-3-1 6 0,3-2-1 0,0 0-4 16,0-3 1-16,0 7 8 0,0-7 1 0,0 0 3 16,-4 4-8-16,4-4-34 15,-7 0-37-15,7 0-37 0,-13-4-58 0,5-4-101 0,-2 0-182 0,6-3-555 0,-1-4 246 16</inkml:trace>
  <inkml:trace contextRef="#ctx0" brushRef="#br0" timeOffset="206072.11">30041 12525 312 0,'1'-11'397'0,"-1"-2"-8"16,0 1-31-16,0 2-21 15,0 2-27-15,0-1-31 0,0 2-32 0,0 6-29 16,0-5-36-16,0 1-27 0,0 5-55 0,0-5-48 0,0 5-44 15,0 0-13-15,0 0-34 0,0 0-13 16,0 0-30-16,13 15-19 0,-9-8-28 0,-1 4-37 16,-1 0-54-16,3-1-205 0,-3 3-461 0,0-2 203 15</inkml:trace>
  <inkml:trace contextRef="#ctx0" brushRef="#br0" timeOffset="207790.11">30349 12814 202 0,'4'-6'349'0,"-4"2"-8"0,1-2-20 0,-1 2-11 16,0 4-24-16,0-5-17 0,3 3-11 16,-3 2-34-16,0-7-18 0,0 7-20 0,1-4-19 0,-1 4-26 15,0 0-14-15,0 0-20 16,0 0-30-16,0 0-26 0,0 0-7 0,0 0-7 0,0 0-4 0,-5 16-2 0,1-7-8 15,3 3 3-15,-2 1-7 0,-3-1 2 0,4 6-9 16,-1-3 1-16,0 1 1 0,2 0-3 0,-3-1 3 0,4 1-5 16,0-4 3-16,-2 0 5 0,0-4-12 15,2 1 2-15,0-4-2 0,-1 2-5 0,1-1 5 16,0-2 2-16,1-1 1 0,-1 2 0 0,0-5 1 16,0 0-1-16,0 7-5 15,0-7 8-15,-1 2 0 0,1-2 5 0,0 0-7 16,-2 3 1-16,2-3 1 0,0 0-3 0,0 0 6 15,0 0 12-15,0 0 5 0,0 6 13 0,0-6 18 16,0 0-7-16,0 0 11 0,0 0 8 0,0 0 7 16,0 0 1-16,0 0-3 0,0 0-11 0,0 0 2 15,0 0-22-15,3-11 7 0,-3 11-8 0,4-7-6 16,-2 2 2-16,0 0-11 0,-1 0-5 0,3 0-7 0,0-2 5 0,1 1-4 16,0-2 3-16,0 0-5 0,4-1-7 0,1 1-3 15,1-2 1-15,2 1-1 0,-1-3-8 0,2 4 6 16,-1 1-2-16,1-4 2 0,-3 5-1 0,5-4-1 15,-6 3-4-15,0 3 1 0,-1-3-2 0,2 4-2 16,-3-2 4-16,0 3-4 0,-3-2-2 0,1 3 1 16,0-2-3-16,-2 1-2 15,2 2-16-15,-6 0-8 0,10 0-10 0,-2 2-3 16,1 2 0-16,-3 1-6 0,1 3 6 0,-1 0 4 16,4 2-3-16,-3 1 6 0,0 4 3 0,1-1 2 15,1 3 4-15,-1 0-3 0,-1-1 8 0,0 2-2 16,2 1 2-16,-3-2 6 0,2-2-5 0,-4-3 4 15,1 0 2-15,0-2 1 0,0-1 1 0,0-1 0 16,1-1 2-16,-2-2 7 0,6 1 2 0,-6 0 6 0,6-4-5 0,2 2 0 16,2-1 2-16,-1-3-5 0,7-2-12 0,-1 0-8 15,8-5-17-15,-5 2-1 0,5-4-7 0,0 1 4 16,-1 0 0-16,1-1 3 0,0 0 2 0,-4-2 2 16,-2 2 4-16,-1 2 8 0,-2-3 8 0,2 2-11 15,-2-1 5-15,-2 1 5 0,1-1-2 0,-8 2 12 16,2-1 6-16,0 3 13 0,-4-3 3 0,-1 2 5 0,-1 4 6 15,-4-3 7 1,3 1 0-16,1-3-9 0,-5 3-3 0,0 0-9 0,-5 1-3 16,-4-3-1-16,-2 2-2 0,-6-1-5 0,-6 1 3 15,-1-1-6-15,-4 1-2 0,-2 1-1 0,2 0 5 16,5 1 0-16,-5 2-1 0,10 0 4 0,-4 0-4 16,3 0 2-16,6 2-5 0,1-2-3 0,2 2-4 15,2-1-12-15,3 1-10 0,-3 0 0 0,3-1 4 16,1 3 7-16,2-1 3 0,0 1 2 0,2-4 0 15,2 8 1-15,0-4 4 0,3 0 4 0,5 1 3 16,1-1 3-16,0 0 1 0,8 0 1 0,-3-3 0 0,2 2 0 16,-1-3 5-16,-2-3 0 0,-3 2 7 15,2-2 27-15,-1-2 8 0,1 0 19 0,0-4 0 16,-2 1 9-16,-5-1 9 0,5-4-14 0,-1-3-1 0,-3 1-2 0,0-2-16 16,-2-3 6-16,0-6-8 15,-2-2 3-15,0 1 5 0,-1-2-18 0,-1 1-1 16,0-1-4-16,-1 5 11 0,-1 3 3 0,0 6 5 15,0 3 0-15,0 2 2 0,1-1-7 0,-1 5-7 16,0-1 3-16,0 2-19 0,1 0-19 0,-2 2-36 16,2-1-37-16,-1 4-19 0,0 0 3 0,0 0 7 15,-1 15 5-15,0-3 9 0,-2 4 8 0,-1 4 3 16,1 6 9-16,1 1 4 0,2-1 3 0,-1-1 6 16,1 0 8-16,3 1-5 0,-1-7-25 0,3 8-20 15,-2-9-20-15,1 0-28 0,2 2-22 0,-2-2-21 16,2-3-31-16,3-2-47 0,-4-2-268 0,3-3-554 15,2-1 246-15</inkml:trace>
  <inkml:trace contextRef="#ctx0" brushRef="#br0" timeOffset="208544.46">31264 12939 2 0,'0'0'217'16,"0"0"-16"-16,0 0-16 0,0 0-17 0,0 0-12 15,0 0-20-15,0 0-13 0,0 0-13 0,0 0-9 16,0 0-6-16,0 0-17 15,0 0 0-15,0 0-8 0,0 0-5 0,0 0 10 0,0 0 2 0,8-6-4 0,3 5-3 16,1-2-1-16,1 3-5 0,6-4-5 0,-6 1-3 16,4-2-7-16,1-1 1 0,-2-1 4 0,4-1-1 15,-4-1-5-15,1 0 2 0,-1-3-6 0,0 2 6 16,-4-1 7-16,-3 1 4 0,-2 2 17 0,0-1 5 16,-3 2 5-16,1 1-7 15,-1-1-9-15,1 1-10 0,-4 3-7 0,0-3-5 0,-2 0-8 16,1 6-10-16,-8-5-11 0,2 3-7 15,0 2-4-15,-2 0-8 0,-1 2-6 0,0-2-7 16,-3 4-6-16,2 2-7 0,1-1-5 0,3 1-5 16,-3 2 2-16,1 0-1 0,2 1-6 0,0 0-1 0,2-1 2 15,2 2-2-15,2 0 9 0,4-1 1 0,-2-1 4 16,4 2 5-16,0-1 2 0,4-1 2 0,3-2-11 0,6 1 0 16,-2-2-2-16,4-2-3 0,-1-1 6 0,-2-2 5 0,1-1-2 15,-4-4 3-15,3 0 5 0,-5-1 10 16,-2 0 35-16,-2 0 25 0,-1-6 13 0,2 1 8 15,-1-4 10-15,-1-1 6 0,-3-2-4 0,1-9-11 16,-2 3-3-16,0-5 17 0,-1 0-7 0,-1 1-1 0,1 2-7 16,-2-3 7-1,-1 5-2-15,1 3-17 0,1 3 19 0,-2 6 12 16,2-4-5-16,-3 6-9 0,2 0-5 0,-1 2-12 16,0 2-8-16,0 1-10 0,2-1-23 0,-4 4-35 15,4-2-45-15,-2 4-22 0,0 0 4 0,0 0 8 16,-3 14 3-16,2-2 6 0,-3 5 8 0,1 6 6 15,-1 6 0-15,-1 2 4 0,-1 3 3 0,-2 1 9 16,3-2 2-16,1 1 4 0,-1 1 0 0,0-4 2 0,2 1 4 0,-1-3 0 16,1-5 1-16,-1-6 2 0,4-2 2 0,-3-3 1 15,2-1 5-15,1-3-1 0,0-2 1 0,0-2 5 16,0 0 9-16,-2 0 34 0,2 0 46 0,0-5 38 16,-2 3 25-16,2-3 14 0,0 0 9 0,0 0-8 15,0 0-19-15,0 0-18 0,0 0-25 0,9-18-7 0,-5 10-19 16,2-4-26-1,6-4-18-15,-2 2-25 0,4 0-7 0,-2-1-5 16,2 2-9-16,-1 3 7 0,0-1-7 0,0 3-4 16,-1 4 0-16,-1-1 1 0,1-1 1 0,-2 4-23 15,2 0 3-15,-1 4-10 0,3-1-13 0,-5 1-9 16,0 1-19-16,-1-1-9 0,-1 4-7 0,-3-1-9 16,1-2-2-16,-2 3-1 0,-3 0 5 0,-3 0 6 15,2-1 12-15,-7 1 7 0,-3 0 9 0,-4 3 5 0,-4-5 2 0,0 0-6 16,0 0-6-16,0-2-21 0,0-2-16 0,0 3-20 15,0-3-10-15,6 0-24 0,1-3-40 0,-2-1-248 16,4 1-496-16,2-1 220 0</inkml:trace>
  <inkml:trace contextRef="#ctx0" brushRef="#br0" timeOffset="209647.54">31963 12881 98 0,'0'0'220'0,"0"0"-15"0,0 0-16 16,0 0-20-16,0 0-16 15,0 0-12-15,0 0-13 0,0 0-14 0,10 2-12 16,-2-1-7-16,2-3-11 0,1 1-1 0,1-1-13 16,0-1-9-16,1 1-5 0,1-2-3 0,-2-2-3 15,2 1 8-15,2-2 9 0,-5 2 0 0,-2-4 5 16,0 1 8-16,1 0 1 0,-2 1 17 0,-3 2 6 15,2-1-1-15,-2 2 7 0,-3-2-11 0,2 3-15 16,-1-1-9-16,-2 0-5 0,-1 4-16 0,-4-6-3 0,4 6-4 0,-10-2-9 16,2 2-10-16,8 0 0 0,-18 4-11 0,8-3-13 15,0 3-19-15,-3 1-17 0,5-2-18 0,2 2-15 16,-2 3-8-16,-1-2-8 0,4 1-4 0,1 1-2 16,3 1 8-16,-1-1 6 0,2-1 11 0,3 7 4 15,1-9 3-15,4 2 2 0,-1-2 10 0,5 1 2 16,-3-2 0-1,1-1 6-15,3-1 8 0,1-2 10 0,-2 0 19 0,-1-2 25 0,1 1 30 0,-2-4 35 16,1 0 27-16,1 1 12 0,-3-1 23 0,0-2 12 16,1 1 0-16,-1 0 2 0,1-2 6 0,-4 3-11 15,2-2-5-15,-3 2-22 0,0 0-7 0,1 1-12 16,1 1-11-16,-4 0-16 0,-1 2-12 0,3-2-20 16,-5 3 0-16,4-1-15 0,-4 1-14 15,0 0-44-15,2-4-15 0,-2 4-8 0,0 0 4 16,0 0-5-16,3 12 5 0,-3-5-19 0,0 0-6 0,0 3-4 15,-1-2 2-15,-3 3-1 0,4-2 0 16,0 0-2-16,0-1 4 0,-1-1 1 0,1-1 5 0,-3-1 4 16,3-1 7-16,0 2 4 0,0-3 12 15,0-3 14-15,3 3 9 0,-3-3 6 0,6 1 7 0,-6-1 0 16,13-2-3-16,-8-2 7 0,3 1 5 0,-2-1 2 0,6 0-5 16,-3-1 5-16,-3-1-3 0,4 0 2 0,-1 0 3 15,-2 3-4-15,-2-2 6 0,-1 2-3 0,0-1-8 16,2 2-1-16,-4 1-6 0,-2 1 1 0,7-5-6 15,-7 5-25-15,4 0-23 0,-4 0-6 0,0 0-4 16,11 3-4-16,-5-1-7 0,1 3-9 0,-1-2-6 16,3 4-9-16,1-2-16 15,1 2-18-15,0-2-20 0,4 3-22 0,2 0-5 16,1-2-11-16,0-2-7 0,1 1 5 0,0 0 11 16,-1-3 25-16,1-2 10 0,0 3 18 0,-2-1 36 15,-2-7 30-15,-2 4 35 0,-1 0 39 0,-3-2 15 16,-2 0 31-16,-2 2 10 0,4-3 9 0,-4 1 2 15,-1 0 0-15,0 0-8 0,-3-1-5 0,2 1-8 16,-3 3-8-16,1-5-8 0,-1 5-3 0,-9-4-3 0,0 2-8 0,-2 1-4 16,-2 1 1-16,-5 0-5 0,-2 0-6 0,-1 1-1 15,0 1-1-15,0 1-1 0,2 3-5 0,1-2-6 16,3 3 2-16,1-2-2 0,2 0-5 0,3 3-17 16,-1 1-17-16,1-1-7 0,1 0-7 0,3-2 10 15,0 1 2-15,1-1 3 0,4 1 7 0,2-2 1 16,0 2 3-16,4-4 5 15,2 3-2-15,1-1 4 0,0-2 9 16,4-3 1-16,-3 0 12 0,4 0 9 0,-2-5 6 0,1 3 10 16,4-5 14-16,-1-1 19 0,-1-2 5 0,0 0 14 15,-1-2 10-15,-1-1 14 0,-1-2-6 0,-1-1 0 16,-4-1-9-16,1-6 0 0,0-3-4 0,1-1-15 16,-4-2-8-16,0-3-2 0,0-2-12 0,-1-12-5 15,1 11-1-15,-2 1 4 0,-2 1-2 0,-1 3 10 0,3 6 15 0,-3 4-4 16,0 6-13-16,0-1-8 0,0 6 3 15,0-1-13-15,0 5-5 0,0-2-11 0,1 4-46 16,-1 3-27-16,0 0 4 0,0 0 6 0,0 0 2 16,-10 20 7-16,3-1-2 0,2 7 6 0,-4 3 4 0,4 4 1 15,-2 0 1-15,1 1-3 0,5-3-7 0,-3 3-13 16,4-4-9 0,4 0 0-16,-3-1-5 0,5-5-7 0,0-5-16 15,-5 0-23-15,4-5-13 0,-1 0-28 0,1-2-47 16,0-5-51-16,-1-2-202 0,4-1-480 0,-3-1 213 15</inkml:trace>
  <inkml:trace contextRef="#ctx0" brushRef="#br0" timeOffset="210567.59">32902 12933 44 0,'0'0'200'15,"0"0"-17"-15,0 0-16 0,0 0-19 0,0 0-4 16,0 0-5-16,0 0-7 16,0 0 3-16,0 0-8 0,0 0-10 0,0 0-1 0,0 0-11 15,0 0 9-15,64-15-12 0,-64 15-6 0,19-13-10 16,-19 13 3-16,21-12-1 0,-11 3 4 16,-10 9-1-16,17-17 6 0,-11 9 4 0,-6 8-5 15,14-19 1-15,-14 19-12 0,5-13-7 0,-5 13-7 0,5-13-10 16,-5 13-5-16,0 0-9 0,0 0-9 0,0 0-2 15,-3-21-5-15,3 21-5 0,0 0-1 16,0 0 2-16,0 0-12 0,0 0-18 0,-47 7-7 0,47-7-8 0,0 0-1 0,-30 21-6 16,30-21-9-16,-17 17-6 0,8-8-1 0,9-9-2 0,-12 22-2 15,5-12-1-15,7-10-10 0,-4 21 5 0,4-21 6 16,-4 20 8-16,4-20 2 0,0 0 5 0,0 17 8 16,0-17 12-16,0 0 35 0,0 0 4 15,0 0 18-15,23 5 17 0,-23-5 12 0,0 0 13 16,0 0 1-16,40-25-1 0,-40 25 3 0,23-18-4 15,-10 7-7-15,-3 1-3 0,3-3-6 0,-13 13-9 16,19-17-5-16,-9 9-2 0,-10 8-1 0,14-12-5 16,-14 12-3-16,0 0-7 0,14-13-6 0,-14 13-8 15,0 0-2-15,0 0-27 0,13-7-23 0,-13 7-10 16,0 0 0-16,0 0-3 16,0 0 1-16,0 0-5 0,0 0-6 0,0 0-3 15,24 29 0-15,-24-29-4 0,4 18-7 0,-4-18-7 16,5 16 2-16,-5-16 7 0,3 15 4 0,-3-15 5 15,0 0 0-15,5 18 8 0,-5-18 8 0,0 0 4 16,0 0 14-16,6 13 5 0,-6-13-1 0,0 0 5 16,0 0 9-16,0 0 11 0,0 0-1 0,0 0 11 15,41-28-4-15,-41 28 3 0,18-20 2 0,-10 10 11 0,1-4 2 16,3 1-1-16,-1-1-6 0,-1 1 10 0,0 0-9 0,0 0-2 16,-10 13 0-16,13-20-6 0,-13 20 0 0,12-13 1 15,-12 13-7-15,7-9 2 0,-7 9-4 0,0 0-12 16,0 0-20-16,9-11 12 0,-9 11-10 0,0 0 0 15,0 0-4-15,0 0 9 0,0 0-9 16,0 0-6-16,0 0 2 0,0 0-8 0,20 34-1 0,-20-34 0 0,5 20-3 16,-5-20-2-16,10 20-1 0,-4-11-1 0,-6-9-3 15,10 18-12-15,-10-18-12 0,18 12-12 0,-18-12 5 32,18 9 4-32,-18-9 5 0,21 2 7 0,-21-2 8 0,0 0 5 15,0 0 17-15,30-13 19 0,-30 13 21 0,15-16 15 16,-15 16 19-16,13-27 17 0,-6 13-4 0,-1 0 3 15,-1-3 6-15,2 0 8 0,0-1 2 0,0-7-5 0,1 1-6 16,-3 3 7-16,2 3 5 0,0 1-3 0,-1 1 0 16,-6 16 0-16,7-19-12 0,-7 19-4 0,7-14-3 15,-7 14-16-15,0 0-3 0,5-15-12 0,-5 15-31 16,0 0-17-16,0 0 4 0,0 0-3 0,0 0-1 16,0 0 3-16,0 0-1 0,-14 54 7 0,5-28 2 15,1 3-2-15,-3-3 6 0,1 3-18 0,0-1 14 0,-1 0-8 0,5-4-13 16,0 0-13-16,-2 1-21 0,2-8-14 15,2-6-23-15,4-11-22 0,-8 22-24 0,8-22-28 0,-5 12-25 16,5-12-9-16,0 0-200 0,0 0-444 0,0 0 197 16</inkml:trace>
  <inkml:trace contextRef="#ctx0" brushRef="#br0" timeOffset="210781.49">33475 12754 290 0,'0'0'287'0,"0"0"-3"16,0 0-16-16,0 0-21 0,0 0-23 0,0 0-23 16,0 0-20-16,69-5-14 0,-33 5-23 0,4 0-11 15,10-1-17-15,-9-1-12 0,-1-1-14 0,-2 1-14 0,-2 0-8 0,-4-3-9 16,-10 3-3-16,-22 2-4 0,0 0-6 0,0 0-1 16,0 0-10-16,4-15-10 0,-4 15-6 0,0 0-7 15,0 0-34-15,0 0-46 0,0 0-42 0,0 0-61 16,0 0-99-16,0 0-162 0,0 0-467 0,0 0 207 15</inkml:trace>
  <inkml:trace contextRef="#ctx0" brushRef="#br0" timeOffset="212105.71">20969 14316 2 0,'2'-7'244'16,"2"2"-22"-16,-4 0-22 0,3 0-20 0,1 0-18 0,-1 0-18 15,1 3-18-15,2-1-14 0,2 2-12 0,1 2-5 16,1 2-15-16,2 2-13 0,-2 2-1 0,7 3-10 16,-3 2-15-16,1 5 2 0,1 2 2 15,-1 3-7-15,-1 2-1 0,-3 0 3 0,-2 3-5 0,0 3 2 16,-2-2-4-16,-4 3-3 0,1 1-1 0,-4 0-4 15,-2-1-8-15,-3-2 8 0,0-4-7 0,-1 0-1 0,1-10-2 16,-1 3-3-16,1-6-4 0,1-5-1 0,0 0 1 16,2 0 1-16,-1-2 6 0,2-1 32 15,-2 0 45-15,-1-2 44 0,4-2 37 0,0 0 18 0,0 0-7 0,-12-7-8 0,9-3-9 16,1-2-12-16,-2-5-16 0,4-10-11 0,1-2-16 16,7 0-8-16,2-3-13 0,0-2-12 0,10-9-5 15,-4 9-13-15,4 3-4 0,1 0-9 0,-1 3 1 16,-2 3-8-16,-4 3-8 0,0 6-1 0,-5 0-4 15,-1 6 0-15,-1 0-3 0,0 4-8 0,-3 0-50 16,-1 2-22-16,0-1-57 0,0 3-40 0,-3 2-9 0,5 0-5 16,-5 0-6-16,7 6-11 0,-5 1-19 15,-1-1-21 1,0 5-40-16,0-1-269 0,-1 2-574 0,0 2 254 0</inkml:trace>
  <inkml:trace contextRef="#ctx0" brushRef="#br0" timeOffset="212306">21615 14629 364 0,'0'0'365'0,"0"0"-25"16,4 1-30-16,-4-1-35 0,0 0-9 0,0 0-46 15,0 0-23-15,0 0-47 0,0 0-53 0,0 0-35 16,3 3-56-16,-3-3-53 0,0 0-53 0,0 0-63 15,0 0-55-15,0 0-136 0,0 0-384 0,0 0 170 16</inkml:trace>
  <inkml:trace contextRef="#ctx0" brushRef="#br0" timeOffset="212706.84">21890 14436 154 0,'0'-4'380'0,"0"4"-35"0,4-5-31 15,-3 1-34-15,-1 4-25 0,0 0-32 0,0-4-27 16,0 4-26-16,0 0-21 0,0 0-17 0,0 0-16 0,0 0-17 16,10 8-4-16,-6-1-13 0,0 1-12 0,0 2-7 15,0 1-5 1,2 4-6-16,0-1-9 0,-2-2 0 0,0 2-5 15,1 3-8-15,-2-1-1 0,-2-3-3 0,2-4-2 16,-1 4-1-16,0-5-6 0,-1-2 1 0,0 1-2 0,3-2 3 16,-3-1 3-16,0 1 6 0,1-2 29 0,-2-3 46 15,0 4 28-15,0-4 38 0,0 0 30 0,0 0-13 16,0 0-22-16,14-15-13 0,-6 6-18 0,2-6-10 16,1-2-15-16,10-3-11 0,-5-3-14 0,3 2-2 0,4-4-10 15,-2 3-9-15,-1-2-6 0,-2 4-8 0,-5 4-10 16,-1 1 1-16,-4 5-5 0,-1 1-16 0,-1 1-16 15,2 1-27-15,-2 2-32 0,-3 1-44 0,1 1-50 16,-2-2-58-16,1 4-26 0,-3 1-5 0,0 0-20 16,9 9-25-16,-7-5-24 0,1 4-340 0,-3-1-702 15,3 3 311-15</inkml:trace>
  <inkml:trace contextRef="#ctx0" brushRef="#br0" timeOffset="212869.77">22409 14616 106 0,'0'0'481'0,"4"0"-1"0,-4 0-10 0,2 3-6 16,-2-3-16-16,0 0-23 0,0 0-36 0,5 2-37 15,-5-2-37-15,0 0-44 0,0 0-75 0,0 0-77 16,0 0-101-16,0 4-106 0,0-4-125 0,0 0-143 16,-3 5-291-16,3-5-700 0,0 0 310 0</inkml:trace>
  <inkml:trace contextRef="#ctx0" brushRef="#br0" timeOffset="-206824.87">21518 15756 142 0,'-1'-5'212'0,"1"5"-21"0,0-5-13 31,0 5-15-31,1-3-16 0,-1 3-14 0,0 0-16 16,0 0-10-16,0 0-15 0,0 0-9 0,1-5-15 0,-1 5-9 15,0 0-19-15,0 0-13 0,0 0-13 0,0 0-8 16,0 0 1-16,2 15 0 0,-2-9-6 16,-2 5 1-16,1-3 3 0,-1 7-6 0,-1 1 0 15,-4-1 4-15,0 4-2 0,2-3-2 0,-4 1 6 0,-1 1 3 16,-3 4-9-16,1-6-1 0,1 1-3 0,-2 0 2 16,1 0 3-16,-1-2 4 0,0-1-4 0,3-1 3 0,1-5-2 15,0 0 8-15,0 0 1 0,1-2 11 0,3-3 10 16,2 1 23-16,0 0 28 0,-1 0 28 0,-1-4 38 15,5 0-10-15,-8 0-3 0,8 0 11 0,-9-9-1 16,4 1-12-16,-4-2 0 0,7-2-14 0,-5-7-20 0,3-7-19 16,3-4-13-16,1 0-12 0,0-1-9 0,1-2-7 15,6 0-2-15,-1-2-4 0,5 3 0 0,0 1-4 0,3 0-4 16,-1 4-2-16,-1 1-6 0,6 4 0 0,1 0-8 16,1 3 5-16,5 4-2 0,-1-1-3 0,6 4-4 15,3 0-1-15,0 3 2 0,4 2 0 0,4 3-1 16,-4-1-5-1,-1 3 3-15,-1 0 6 0,-5 4-5 0,0-2-4 16,-4 5 1-16,-4-3 2 0,-4-1 3 0,1 0-4 16,-6-1 4-16,1 1-3 0,-4-1 4 15,-3-1-3-15,-7 1 4 0,16 0 14 0,-12-1 1 16,-4 1-2-16,13-3 4 0,-9-2-5 0,-1 1-3 16,1 0 3-16,-1 1-4 0,-3 3-3 0,2-9 2 0,0 6-27 15,-1-1-25-15,-1 4-29 0,1-5-40 0,-1 5-49 0,0 0-39 16,0 0-1-16,0 0-22 0,-4 12-51 0,2-3-215 15,1-1-523-15,-2 3 233 0</inkml:trace>
  <inkml:trace contextRef="#ctx0" brushRef="#br0" timeOffset="-206054.32">21845 16027 32 0,'0'0'204'0,"4"-6"-14"0,-1 4-3 0,-1-2 1 16,2 4-4-16,-4 0-2 0,1-5-7 15,-1 5-14-15,4-3-11 0,-4 3-16 0,0 0-14 16,2-4-16-16,-2 4-15 0,0 0-12 0,0 0-13 0,0 0-16 16,0 0-14-16,0 0 3 0,-7 12-4 0,1-5-11 15,-1 4 5-15,-5 4-6 0,1 0-3 0,-5 9-1 0,0-1-2 16,1 0 0-16,1 2 0 0,-1-1-1 0,2-2-4 16,-2-1 1-16,6-3 3 0,-7 3 2 0,6-4-3 15,1-3-10-15,-3-2-8 0,5 0-4 0,1-2-8 16,-1-2-10-16,3 1-12 0,-1-2-12 0,0-2-4 15,1-1-4-15,2 0-5 0,-1 0 0 0,1-2 0 16,2-2-3-16,-4 4 2 0,4-4-12 0,0 0-4 0,0 0-233 0,-9-6-339 16,9 6 150-16</inkml:trace>
  <inkml:trace contextRef="#ctx0" brushRef="#br0" timeOffset="-205822.75">21596 16128 133 0,'0'-8'319'15,"0"1"-11"-15,0 1-6 0,3-1-19 0,-3 7-17 0,-3-8-28 16,3 3-24-16,0 5-25 0,0-6-23 0,0 6-7 16,0 0-36-16,3-5-15 0,-3 5-12 0,0 0-16 15,0 0-11-15,14 11-8 0,-7-3-10 0,3 2-7 0,3 5-4 16,4 5-5-16,-3-5-3 0,4 7-2 16,-1-4 0-16,-1 2-12 0,0-7-19 0,4 7-19 15,-2-2-13-15,-4-3-19 0,-1-3-32 0,-1 1-25 0,-4-4-27 0,1 1-25 16,-4-2-20-16,4 3-15 0,-6-7-4 0,1 2-4 15,-2-1-133-15,-2-1-363 0,0-4 161 0</inkml:trace>
  <inkml:trace contextRef="#ctx0" brushRef="#br0" timeOffset="-205521.94">22121 16238 200 0,'0'0'254'0,"0"0"-19"15,0 0-18 1,-1 3-27-16,1-3-18 0,0 0-23 0,0 0-10 0,0 0-17 15,0 0-13-15,23-3-9 0,-9 2-9 0,8-2-8 0,0 2-10 16,-1-2-12-16,7 1-14 0,-5 0-20 0,-3 1-18 0,1-1-19 0,-3-3-23 16,0 4-17-16,-5-1-22 0,-2 0-17 0,0-2-34 15,0 3-22-15,-5-1-9 0,-2 1-113 0,-1-3-290 16,-3 1 128-16</inkml:trace>
  <inkml:trace contextRef="#ctx0" brushRef="#br0" timeOffset="-205225.89">22197 16121 345 0,'-2'-5'354'0,"1"1"-19"0,0 1-26 0,1 3-28 0,0-9-22 0,0 9-40 15,-3-3-12-15,3 3-23 0,0 0-21 0,0-4-18 0,0 4-18 0,-1-3-14 16,1 3-29-16,0 0-20 0,0 0-18 0,0 0-7 15,0 0-7-15,3 10-6 0,-3-4 1 16,2 4-2-16,-1 2-11 0,1-1 1 0,-2 4-3 16,2 5-4-16,-2-1-6 0,0-1 1 0,3 1-16 0,-4-2-18 15,3 0-16-15,-1 0-9 0,2 0-36 16,-6-4-14-16,3-3-15 16,-1 1-30-16,2 1-26 0,-1-3-7 0,0-3-25 15,3 1-167-15,-6-3-406 0,6 1 180 0</inkml:trace>
  <inkml:trace contextRef="#ctx0" brushRef="#br0" timeOffset="-204789.72">22517 16049 211 0,'0'0'251'0,"0"0"-23"16,0-5-23-16,0 5-22 0,0 0-21 15,0 0-20-15,0 0-12 0,0 0-15 0,0 0-15 16,0 0-6-16,12 7-17 0,-7-2-2 0,4 1-10 0,-3 2-8 16,2-1-4-16,1 1-7 0,1-1-1 0,3 5-5 15,0 0-4-15,-3 3-3 0,0-3-5 0,-1-5-3 0,0 3-12 16,-1-5-9-16,-2 2-12 0,3 2-15 0,-5-4-14 15,2 0-12-15,-3-3-8 0,-1 1-3 0,2 1-4 16,0-3-5-16,-4-1-14 0,4 3-41 0,-4-3-37 0,0 0-120 16,0 0-304-16,8-6 135 0</inkml:trace>
  <inkml:trace contextRef="#ctx0" brushRef="#br0" timeOffset="-204566.72">22857 16058 174 0,'0'0'265'0,"2"-7"-27"0,-2 7-26 0,0 0-21 16,0-2-18-16,0 2-26 0,0 0-21 0,0 0-30 16,0 0-11-16,0 0-5 0,-9 9-9 0,3-4-7 15,0 4-21-15,-1-1-24 0,-1 5-11 0,-1 1-12 0,-4 1-10 16,4 1-20-16,0-1-13 0,-1-1-8 0,-3 3-24 15,1-1-19-15,1-1-9 0,0-3-35 16,-3 1-94-16,5-5-254 16,2-1 112-16</inkml:trace>
  <inkml:trace contextRef="#ctx0" brushRef="#br0" timeOffset="-204286.97">22714 16217 160 0,'0'-6'336'0,"0"6"-21"0,0-5-22 0,0 5-34 0,0 0-21 0,0-3-30 16,0 3-19-16,0 0-25 0,0 0-23 0,0 0-26 16,0 0-36-16,0 0-10 0,0 0-11 15,0 0-3-15,0 17-7 0,0-4-6 0,-2-3-9 0,-1 7-7 16,1 2-1-16,0-3-6 0,2 1-4 16,-4 2 0-16,2-2-1 0,2 1 24 15,-1-2-4-15,-1-6-7 0,2 2 1 0,2-2-16 0,-2-1-12 0,0-3-10 0,0 1-6 16,0-2-3-16,0 2-1 0,0-6-8 0,0 3-2 31,0-4-3-31,0 5-4 0,0-5-11 0,0 0-8 16,0 0-16-16,0 0-7 0,0 0-31 0,0 0-21 0,0 0-21 15,0 0-217-15,0 0-400 0,-2-25 177 0</inkml:trace>
  <inkml:trace contextRef="#ctx0" brushRef="#br0" timeOffset="-203449.2">22195 15198 143 0,'0'0'260'0,"3"-5"-17"0,-3 5-19 32,1-1-16-32,-1 1-24 0,0 0-21 0,5-5-16 0,-5 5-16 0,5 0-16 15,-5 0-14-15,0 0-14 0,9 0-8 0,-9 0-11 16,0 0-14-16,11 3-9 0,-9 0-5 0,1 1-7 15,4 1-5-15,-4 1-2 0,-2 2-4 0,2 1-3 16,1 2-5-16,-2-2 0 0,-2 4 1 0,0-2-3 0,0-1-1 16,0 2-4-16,-4 1 5 0,3-2-4 15,-2 1 1-15,0-2-1 0,1-3 1 0,2 1-3 0,-4-3 10 0,2 0-10 16,1 2-3-16,0-5 3 0,-1 2 2 0,2-4-3 16,0 5 9-16,0-5-8 0,0 6 0 0,0-6 3 15,2 2-1-15,-2-2 3 0,10 3 6 16,1-4 1-16,4 1 1 0,16-3 4 0,1 2 2 0,4-2-1 15,2-2 5-15,13 3-3 0,2-4-2 0,-2 1 0 16,-14 2 3 0,-1 2-7-16,-2-3 0 0,-3 1-6 0,-11 3 2 15,0 0 0-15,-8-2-5 0,2 0 3 0,-5 2 0 16,0-1 8-16,-4 1 6 0,-5 0 8 0,12-1 6 0,-12 1-1 16,5-1-3-16,-5 1 0 0,6 0-8 0,-6 0-6 15,7-2-14-15,-7 2-12 0,0 0-25 16,0 0-29-16,0 0-32 0,6 3-43 0,-6-3-23 15,-3 6-21-15,3-6-21 0,-7 7-222 0,3-5-452 0,2 4 201 0</inkml:trace>
  <inkml:trace contextRef="#ctx0" brushRef="#br0" timeOffset="-202963.96">23716 15762 61 0,'0'0'277'0,"0"0"-16"0,0 0-16 0,-2-4-20 16,2 4-25-16,0 0-12 0,0 0-25 0,0 0-8 16,15-2-21-16,-5 1-20 0,5-1-14 0,-2 0-32 15,7 0-29-15,1-1-43 0,2 1-46 0,-4 1-46 16,3-1-41-16,-3 2-188 0,-4-3-350 0,-1 3 155 15</inkml:trace>
  <inkml:trace contextRef="#ctx0" brushRef="#br0" timeOffset="-202801.19">23799 15913 63 0,'17'3'167'0,"3"-3"-19"0,12 1-34 0,8-1-64 15,-1-3-85-15,0-2-50 0,0 2-92 0,2-4 42 16</inkml:trace>
  <inkml:trace contextRef="#ctx0" brushRef="#br0" timeOffset="-201914.28">25082 15615 8 0,'3'-4'161'0,"2"1"-2"0,-3-4 5 0,3 3-6 15,-1 0 2-15,1-1-6 0,-3 3-14 0,1-1-4 16,0-1-17-16,0 1-11 0,0 1-17 0,-3 2-4 16,2-4-12-16,-2 4-11 0,0 0-7 15,0 0-13-15,0 0-4 0,0 0-3 0,0 0-8 16,9 5-11-16,-9-5-6 0,2 8-9 0,-2-3 8 16,1 1-5-16,-2 4 2 0,1 0-7 0,-4 2 4 0,3 5 0 15,-7 2 1-15,-2-1 0 0,1 6 0 0,-7-1 1 16,1 0 1-16,-2 0-1 0,1-3-1 0,-2-2-4 15,6-5-2-15,-2-1 5 0,1 2 1 0,0-6-2 16,4 0 1-16,-1-2 6 0,1 1 4 0,-3-3 8 16,6 0 18-16,0 0 18 0,-1-2 24 0,2-2 15 15,5 0 7-15,-11-2 15 16,5-1-2-16,1-2-1 0,-1-3-6 0,-2-2-10 16,3-5 11-16,0-4-11 0,0-3-8 0,5-7-12 15,3 0-2-15,2-1-1 0,1 0-17 16,4-1-7-16,4 1-12 0,1 1 4 0,2 3-6 15,6 3-7-15,-3 3-9 0,3 0 0 0,1 3 0 0,3 3-10 16,2 2 1-16,4 1 2 0,-1 1-5 0,5 3-5 16,-1-1 0-16,5 1 1 0,-3 2-2 0,13 1-2 0,-11 3-1 15,-3-6 3-15,-2 6-2 0,-2-4 1 0,-4 2 6 16,-3 1 6-16,-5-4-2 0,-2 1-1 0,-2-2 0 16,1 1 0-16,-6 1-13 0,-3-2-3 0,2-1 7 15,-3-3 2-15,-1 2-9 0,-1 1 6 0,0-2 0 16,-2 3-7-16,-2-1 3 0,-1 2-3 0,1-1-1 0,-1 3-5 15,-1-1-25-15,3 2-30 0,-2-1-49 0,-1 4-57 0,0 0-4 16,0 0 0-16,0 0-21 0,-12 21-32 0,4-6-62 16,-4 2-174-16,3 1-500 0,-1-1 221 0</inkml:trace>
  <inkml:trace contextRef="#ctx0" brushRef="#br0" timeOffset="-201566.82">25644 15800 197 0,'0'0'314'0,"0"0"-28"16,3-3-30-16,-3 3-32 0,0 0-20 0,0 0-30 15,0 0-30-15,0 0-20 16,0 0-12-16,0 0-14 0,-9 13-12 0,-4-7-6 16,4 7-11-16,-9-1-7 0,4 2-18 0,-5 5-15 15,-3-2-11-15,2 1-14 0,-4-2-17 0,2 1-7 16,0 2-19-16,-2-2-21 0,1-1-14 0,1-2-20 15,4-3-17-15,0 1-22 0,6-5-18 0,0 0-28 16,3-3-97-16,1-3-298 0,3 0 133 0</inkml:trace>
  <inkml:trace contextRef="#ctx0" brushRef="#br0" timeOffset="-201379.96">25405 15866 149 0,'11'-16'208'0,"-3"2"13"16,0 6-5-16,-1-1 10 0,-5 2-17 0,3 1-23 31,-1 2-25-31,0 0-18 0,-2 1-18 0,2 1-14 15,-4 2-14-15,0 0-9 0,11 6-12 0,-8-1-4 0,4 3-9 0,-1 3-7 0,2 2 1 0,3 1-4 16,-1 1-5-16,-1 1-5 0,2-1-3 0,5 5 1 16,-5-5-10-16,-1-1 1 0,1 2-22 0,-2-4-13 15,4 1-22-15,-7-4-34 0,2-1-19 0,0 1-36 32,-2-2-25-32,0-1-37 0,0-2-186 0,-4-4-391 15,3 0 173-15</inkml:trace>
  <inkml:trace contextRef="#ctx0" brushRef="#br0" timeOffset="-200811.49">25976 14943 264 0,'3'-2'331'0,"-2"-1"-24"0,-1 3-23 15,4-5-26-15,-4 5-26 0,1-3-25 0,-1 3-24 16,0 0-19-16,8-1-22 0,-8 1-16 0,14 1-14 16,-5 5-17-16,0 0-2 0,8 2-15 0,-6 4-9 15,3 1-4-15,2 0-14 0,-4 4-2 0,0 7-7 16,-1 1-4-16,-4-6-4 0,-2 5 0 0,-3 4-6 16,-3-3-5-16,-1 0 0 0,-4 1-7 0,-2-2 3 15,-1-6 0-15,1 1-6 0,-3-2 2 0,-1-2-3 16,2-1-1-16,1-4 1 0,1-1 2 0,4-3-3 0,0 2-1 15,-1-5 1-15,4 1 11 0,-2 0 34 0,-3 1 21 16,6-3 12-16,0-2 9 0,0 0-10 0,0 0-11 0,22-5-8 31,-3-1-5-31,5 0-7 0,3-3 2 0,1 5-24 16,0 0-13-16,4-2 17 0,-4 2-5 0,3 0 5 0,-3 1-11 0,0-1-3 0,-7 2-3 16,-8 1 0-16,0-2-7 0,-5 2 3 0,2 0-1 0,-2 0-26 31,-2 2-10-31,0-2-32 0,-1 0-29 0,-5 1-31 0,0 0-37 15,6 2-36-15,-6-2-14 0,0 4-30 0,0-4-53 16,-9 4-262-16,1-3-589 0,2 2 260 0</inkml:trace>
  <inkml:trace contextRef="#ctx0" brushRef="#br0" timeOffset="-200465.32">26497 15744 186 0,'-4'1'211'0,"4"-1"0"15,-4 2-1-15,4-2-7 0,0 0-19 0,-6 2-12 16,6-2-12-16,0 0-13 0,0 0-7 16,0 0-8-16,0 0-10 0,28-3-7 0,-14 2-13 0,5-1-6 0,8-3-13 0,1 1-6 15,3-1-10-15,1 3-7 0,2 0-2 16,0-2-8-16,-2 2-6 0,-4-2-5 0,-6 1-8 16,-1 0-14-16,-5 2-27 0,-2 1-21 0,-5-1-16 15,0-1-23-15,-4 1-15 0,0 0-27 0,-1-2-68 16,-4 3-217-16,0 0-431 0,-14-5 191 0</inkml:trace>
  <inkml:trace contextRef="#ctx0" brushRef="#br0" timeOffset="-200242.67">26664 15577 281 0,'1'-5'337'0,"-2"0"-9"16,1 5-11-16,1-5-21 0,-1 0-23 0,0 5-30 0,4-5-27 0,-4 5-27 15,-4-4-26-15,4 4-22 16,0 0-28-16,0 0-17 0,5 11-13 0,-5 1-6 0,3 4-6 0,-3 5-10 16,1 4-6-16,-1 4-4 0,0 0-7 0,1 0-2 15,2-2-3-15,-2 2-16 0,3-1-27 0,0-1-34 16,-3-8-33-16,3 3-44 0,-4-3-41 0,4-1-59 16,-4 0-79-16,4-4-147 0,-3-3-478 0,0-6 211 0</inkml:trace>
  <inkml:trace contextRef="#ctx0" brushRef="#br0" timeOffset="-199426.15">27782 15458 207 0,'4'-3'251'0,"-4"3"-19"0,3-6-22 16,-3 6-24-16,0 0-19 0,3-2-18 0,-3 2-20 16,0 0-13-16,0 0-6 0,0 0-18 0,0 0-8 15,-3 14-7-15,-1-6-8 0,-3 2-6 0,-2 4-24 16,-2 1-3-16,-6 5-4 0,3-5-1 0,-4 4-6 16,-5 3-1-16,0-2-1 0,0 1 3 0,-4-2-4 0,1-1-4 0,0 1-9 15,2-2 7-15,3-6-2 0,3-4 1 0,3 1 2 16,2-3-2-16,-4-1 4 0,5-1 6 0,3-1 9 15,-2-2 19-15,0 3 13 0,6-6 6 16,-5-1 3-16,5-1-1 0,0-3-1 0,1-1 2 16,1-3 0-16,2-5-5 0,2 0-2 0,1 0-9 15,5-2-3-15,6-6-8 16,0-1-1-16,3 1-11 0,2-2 0 0,5-1-3 16,2 2-5-16,0 0-2 0,-2 1-1 0,0 3-5 15,0 1 1-15,-6 8 0 0,-1 1-7 0,-1 1-2 16,1 4-6-16,-2-2-2 0,3 7 3 0,0-4-11 15,-2 6 4-15,2 0 2 0,0 1-4 0,6 4 12 16,-4-3-6-16,2 4-9 0,-2 2 2 0,1-4 2 16,6 5 3-16,-6-4 0 0,3-2-1 0,-5-2 3 0,10-1 11 0,-6-1-11 15,1-1 0-15,5-4 2 0,-10-3 2 0,4 4-3 16,3-10-4-16,-2 2 7 0,-9 2 6 0,2 1 0 16,-1-2 5-16,0-1 0 0,-2-1 1 15,-4-1-3-15,1 6-9 0,-2 0 7 0,-3 1-3 0,0 4-9 16,-1-2-6-16,1 0-34 0,-2 4-41 0,-1-1-58 15,-2 3-26 1,0 0-3-16,0 0-18 0,2 11-45 0,-5-5-57 16,-3 3-167-16,-1 7-489 0,1-6 217 0</inkml:trace>
  <inkml:trace contextRef="#ctx0" brushRef="#br0" timeOffset="-198994.28">28139 15686 53 0,'0'-5'296'0,"0"5"-25"16,0 0-21-16,2-3-28 0,-2 3-22 0,0 0-20 15,0-4-22-15,0 4-34 0,0 0-18 0,0 0-14 16,0 0-1-16,0 0-11 0,-15 9-13 0,5 0-9 0,-3-1-4 15,-1 4-4-15,-2-2-7 0,-1 1-5 0,0 2-2 16,-5 3-5-16,6-3-6 0,-1-1 1 0,-1-2-21 16,5 3-8-16,-4-4-13 0,6 3-12 0,-3-5-17 0,5 0-20 15,2-2-10-15,-1 4-14 0,2-3-7 16,0-4-11-16,3 3-8 0,0-2-6 0,0-1-28 0,3-2-126 16,0 0-297-16,0 0 132 0</inkml:trace>
  <inkml:trace contextRef="#ctx0" brushRef="#br0" timeOffset="-198354.99">27765 15720 68 0,'0'0'259'0,"0"0"-21"16,0 0-22-16,0 0-19 0,0-5-24 0,0 5-24 0,0 0-16 16,0 0-17-16,0 0-8 0,0 0-15 0,0 0-5 15,12 9-12-15,-8-6-9 0,1 1-4 16,4 2-7-16,-1 0 0 0,3 0-6 0,0 3-3 15,0-4-7-15,2 5-1 16,2-1-3-16,0 0-8 0,1 0-2 0,-6-3 1 16,6 3-4-16,-3-4 0 0,1 2-9 0,-5-3-4 15,4-2-18-15,-3 3 4 0,-1 0-9 0,-4-3-4 16,-1-2-4-16,2 3-2 0,-6-3-9 0,8 2-27 16,-8-2-23-16,0 0-31 0,8-5-34 0,-6 4-30 15,-2 1-128-15,-1-8-328 0,1 8 146 0</inkml:trace>
  <inkml:trace contextRef="#ctx0" brushRef="#br0" timeOffset="-198107.92">28105 15709 143 0,'0'0'212'0,"0"0"-21"16,0 0-19-16,0 0-24 0,0-4-15 0,0 4-11 16,0 0-14-16,0 0-15 0,0 0-8 0,-10 11-6 15,5-5-8-15,-4 1-10 0,1 1-3 0,-2 1-7 16,1 3-4-16,-1-2-24 0,-4 3-10 0,5 0-32 0,-4-1-20 0,-1 1-19 16,4 1-15-16,-3 1-4 0,-1-2-30 0,5-2-133 15,-1-2-259-15,2-2 114 0</inkml:trace>
  <inkml:trace contextRef="#ctx0" brushRef="#br0" timeOffset="-197819.85">27939 15900 90 0,'5'-6'290'0,"-3"0"-7"0,0 4-6 0,3-5 4 16,-3 4-8-16,0-2-21 0,-2 1-22 16,0 4-25-16,4-5-20 0,-3 4-22 0,-1 1-19 15,0 0-23-15,4-4-17 0,-4 4-25 0,0 0-13 16,0 0-4-16,4 8-10 0,-4-2-8 0,1 5-8 15,-2 1-10-15,1 2-2 16,-4 3-3-16,4 0-1 0,-4 3-7 0,3-1 4 16,-2 7 5-16,2-8-12 0,-1-2 2 0,0-3 1 15,2 3-5-15,-4 2 2 0,7-6-1 16,-3 0 2-16,-3-2-4 0,3-1-4 0,0-4-8 16,0 2 5-16,0-2-1 0,3-3 2 0,-3-2 3 15,-3 8 1-15,2-5 2 0,1-3 0 0,0 0 2 0,0 0 0 16,0 0-15-16,0 0-47 0,0 0-47 0,0 0-57 0,5-16-81 0,-3 4-254 15,4 2-531-15,-1-1 236 0</inkml:trace>
  <inkml:trace contextRef="#ctx0" brushRef="#br0" timeOffset="-197174.53">28563 15036 171 0,'4'-4'273'0,"0"1"-7"0,-1 0-25 0,1 2-23 0,-4 1-21 16,6-3-20-16,-2 1-20 0,-4 2-18 0,0 0-14 15,8-1-11-15,-8 1-21 0,0 0-11 0,0 0-7 16,5 7-11-16,-5-1-10 0,2 2-4 0,-4 2-1 16,1 1-10-16,-2 3-7 0,-4 2-2 0,0 2-2 15,-3-1-5-15,-1 0-2 0,2-1 0 0,-4 0-4 16,4-1 0-16,1-6-3 0,-1 1 0 0,4 0-3 0,-1-3 0 15,2 0 1-15,0-2-1 0,1 0-2 0,1-1 3 16,2-1 16-16,-4 2 19 0,4-5 26 0,9 7 20 16,3-7 0-16,9 5-1 0,11-3-18 0,4 0 4 15,1-3-13 1,3 1-7-16,-2 0-5 0,0-1-4 0,16-2 3 0,-17 2 7 0,2 1 3 0,-1-2-5 16,-6 2 4-16,-4 0 0 15,-10 0 2-15,-4 0-4 0,-3-1 14 0,0 1 5 16,-3 0 4-16,0 0-8 0,-3 0-1 0,-5 0-19 15,8-3 0-15,-4 3-4 0,-4 0-7 0,0 0-38 16,0 0-48-16,0 0-47 0,10 0-56 0,-10 0-30 16,0 0-13-16,-13 10-42 0,4-4-79 0,0-5-282 15,-5 3-639-15,0 0 283 0</inkml:trace>
  <inkml:trace contextRef="#ctx0" brushRef="#br0" timeOffset="-195370.5">21585 17413 158 0,'2'-2'146'0,"-2"2"-16"0,0 0-14 32,0 0-12-32,0 0-12 0,0 0-12 0,0 0-13 15,0 0 7-15,0 0-19 0,4 9-5 0,-7-4-6 0,3 4 0 0,-2 1-6 16,-2 0-1-16,-1 7-3 0,1-5-5 0,-3 5-2 15,-4 1-6-15,2-1 7 0,-6 4-6 0,2 3 0 16,-3 0-8-16,-4-3 5 0,1-1-3 0,5 2 3 16,-2-8 4-16,3-1-2 0,-1-1 11 0,5-6 6 15,0 1 7-15,-1-1 13 0,3-1 3 0,1-2 14 16,-1 1 14-16,0-4 10 0,0 0 8 0,1-2 4 0,0-5-3 16,-5-2-12-16,2-4-13 0,2-3-4 0,3-4-8 15,1-5-5-15,1-4-4 0,-2-1-9 0,8-3 1 16,1-2-11-16,9-12-1 0,4 0-8 0,-1 0-1 15,-1 15-2-15,1 0-6 0,3 3 2 0,-3 3-2 16,-1 4-7-16,5 3 5 0,-7 4-10 0,1 4 2 16,3 0-5-16,0 3 1 15,8-1-3-15,2 2-4 0,2 3 0 0,2 4-3 16,4 0 0-16,0 3 3 0,2 3 0 0,0-1 1 16,2 1-3-16,11 1-1 0,-10-2 5 0,-5-1 1 15,2-2-6-15,1 1 3 0,-5-3-1 0,-6 1 8 16,-5-2-7-16,-2-1-2 0,-5 0 9 0,2-3-2 15,-4 2 16-15,-5-4-4 0,1 2 3 0,2 2 1 16,-6-5-2-16,-1 2 2 0,-1 1-5 0,-1 0 0 0,2 0-6 16,-3 2-3-16,-2 3-5 0,4-9-23 0,-4 9-30 15,4-2-36-15,-4 2-32 0,0 0 0 0,0 0-14 16,0 0-26-16,-6 21-37 0,0-11-57 0,-6 5-164 16,3 4-445-16,-4 5 198 0</inkml:trace>
  <inkml:trace contextRef="#ctx0" brushRef="#br0" timeOffset="-194969.57">22201 17604 88 0,'0'0'276'0,"3"-3"-28"16,-3 3-24-16,3-4-31 0,-3 4-23 0,0 0-27 15,0 0-17-15,0 0-15 0,0 0-12 0,-13 14-5 16,5-6-14-16,-4 3-6 0,-1 2-6 16,0 1-10-16,-5 6-5 0,5-6-9 0,-3 6-1 15,-2-1-11-15,1 3 4 0,3-7-6 0,-4 4 30 0,4-3-4 0,-2 4-10 16,2-7-17-16,3 0-7 0,1 0-20 0,1-4-10 16,2 0-6-16,3-3-17 0,-1 0 1 0,1-1-10 15,0-2-8-15,-1 2-10 0,5-5-44 16,0 0-261-16,0 0-393 0,-13-12 175 0</inkml:trace>
  <inkml:trace contextRef="#ctx0" brushRef="#br0" timeOffset="-194747.16">21958 17586 84 0,'0'-8'284'16,"0"4"-20"-16,0 4-34 0,-1-9-24 0,-1 5-22 16,2 4-28-16,0 0-11 0,0 0-15 0,0 0-14 15,0 0-7-15,15 14-7 0,-9-2-5 0,3 5-8 16,5 3-14-1,0 4 3-15,0 1-5 0,-1 0-12 0,4 0-2 16,0-1-2-16,2 3-5 0,-2-3-7 0,-2-2-2 16,-1 2-2-16,-1-7-4 0,-1-1-19 0,-3 1-20 15,2-4-18-15,-5-1-20 0,1-3-25 0,-1-3-21 16,0 0-13-16,-2-1-14 0,0-2-20 0,-1 1-6 16,1 1-23-16,-4-5-168 0,0 0-357 0,0 0 158 15</inkml:trace>
  <inkml:trace contextRef="#ctx0" brushRef="#br0" timeOffset="-194415.65">22534 17823 94 0,'-4'1'200'0,"4"-1"-19"0,0 0-12 16,0 0-16-16,0 0-10 0,0 0-9 0,-5 3-4 16,5-3-3-16,0 0-7 0,0 0-10 0,0 0-4 15,0 0 0-15,0 0-10 0,0 0 0 0,0 0-13 0,0 0-11 16,28-7-4-16,-15 4-10 0,5-1-3 0,0 0-1 16,0-2-7-16,1 3-5 0,-1 0-5 0,-4 1-2 15,-1-1-9-15,-1 1-1 0,-3 0 1 0,-9 2-4 16,13-5 0-16,-13 5-3 0,10-2-3 0,-10 2-16 15,8-1-9-15,-8 1-19 0,0 0-27 0,0 0-10 16,0 0-20-16,0 0-22 0,0 0-29 0,0 0-60 0,0 0-137 0,0 0-359 16,0 0 160-16</inkml:trace>
  <inkml:trace contextRef="#ctx0" brushRef="#br0" timeOffset="-194164.66">22870 17658 165 0,'0'0'285'0,"0"0"-23"16,0 0-30-16,0-7-21 0,0 7-24 0,0 0-23 16,0 0-19-16,0 0-13 0,0 0-18 15,0 0-8-15,0 0-9 0,0 0-14 0,0 0-10 0,0 0-2 0,28 11-11 0,-22-6-6 16,4 5-4-16,-1-2-3 0,3-2-17 0,-5 5-20 15,8-2-20-15,-5-4-35 0,-1 3-20 0,3-3-33 16,-1 3-32-16,-2-1-42 0,3-6-171 0,-12-1-373 16,19 2 165-16</inkml:trace>
  <inkml:trace contextRef="#ctx0" brushRef="#br0" timeOffset="-193964.99">23261 17580 223 0,'0'0'258'0,"0"0"-27"15,0 0-26-15,0 0-22 0,0 0-25 0,0 0-13 0,0 0-17 0,0 0-18 16,0 0-5-16,-18 15-11 0,8-4-12 0,-3 2-5 16,-2 10-7-16,-2-2-13 0,2 1-25 0,2-1-19 15,0-2-23-15,1 2-23 0,-3 0-29 0,4-2-43 16,1-4-11-16,-2-1-34 0,1-2-133 0,3-2-306 0,0-3 135 15</inkml:trace>
  <inkml:trace contextRef="#ctx0" brushRef="#br0" timeOffset="-193697.98">23167 17757 270 0,'0'0'326'0,"0"-8"-25"16,0 8-22-16,0 0-38 15,0 0-23-15,0 0-21 0,0 0-28 16,0 0-23-16,0 0-16 0,0 0-13 0,0 0-11 16,0 0-13-16,-11 29-10 0,7-12-6 0,-1-1-13 15,-1 4-5-15,2 5 0 0,0-1-10 0,0-5-6 16,3 2-1-16,-3-1 4 0,4-1-15 0,-2-1-3 16,2-1-21-16,-2-3-12 0,2-2-19 0,0-4-11 15,2 1-25-15,-4-1-18 0,4-1-14 0,-2-3-11 0,2 1-4 16,-2-5-5-16,-4 4-5 0,4-4 8 0,0 0-26 15,0 0-233-15,0 0-397 0,-11-20 175 0</inkml:trace>
  <inkml:trace contextRef="#ctx0" brushRef="#br0" timeOffset="-192912.09">22561 16829 60 0,'1'-2'161'0,"-1"2"-10"0,9-2-23 16,-9 2-12-16,9 2-14 0,-4 1-9 0,-1 1-11 15,2 0-10-15,2 4-13 0,-3 0-8 0,2 2 4 0,-2 5-11 16,-3 1 2-16,1 1-3 0,1 4 6 0,-4-1-8 16,-2 5 9-16,0 1-3 0,-2-8-1 0,-4 5 5 15,-2 2 1-15,0-8-2 0,0 2 9 0,-1-5-6 16,0 0 2 0,-1-2-2-16,7-3 3 0,-5 0-6 0,6-4 2 15,-1-1-4-15,1 2 15 0,0-2-3 0,0-1 18 16,1 0 5-16,0-1 16 0,3-2 8 0,-5 4 5 15,5-4-10-15,-4 3 0 0,4-3-13 0,0 0-4 16,19-9-13-16,-1 3-6 0,9-4-5 0,5 3-8 16,5-3-9-16,0 3 0 0,0-2-2 0,17-1-11 15,3-2-2-15,1 0-1 0,-2 1 2 0,4 3 1 0,-3 0-1 16,-4 2-4-16,-18 2 3 0,-5 0-1 0,-7 1-5 16,-5-1-3-16,-4 2 13 0,-5-1-13 0,4 1 3 15,-7 2 10-15,-1-1 0 0,1-1 2 0,-3 2 3 16,-3 0-3-16,0 0-10 0,11-3-5 0,-11 3-9 15,5 0-10-15,-5 0-22 0,0 0-17 0,0 0-45 16,0 0-31-16,0 0-40 16,0 0-39-16,0 0-48 0,-17 8-50 0,17-8-195 15,-4 4-526-15,4-4 233 0</inkml:trace>
  <inkml:trace contextRef="#ctx0" brushRef="#br0" timeOffset="-192141.72">24554 17440 89 0,'0'0'271'0,"-5"0"-11"0,5 0 1 0,0 0-15 15,0 0-8-15,0 0-21 0,0 0-20 0,-2-5-20 16,2 5-20-16,18-6-18 0,-1 1-15 0,5 1-8 16,6-4-12-16,7 2-12 0,-1 1-10 0,3-1-7 15,2 2-12-15,-2 0-2 16,1-2-8-16,-5 2-4 0,-5 1-9 0,-6 2-1 0,-4 0-5 0,-5-1 5 0,-2 0-10 0,0 1-4 15,-5-1-9-15,1 2-6 0,-1 0-16 16,-6 0-15-16,0 0-20 0,0 0-17 0,0 0-22 16,0 0-19-16,0 0-23 0,-26 3-31 0,16-1-12 15,-3 0-36-15,0 0-15 0,2 1-142 0,-1-1-386 16,3 0 171-16</inkml:trace>
  <inkml:trace contextRef="#ctx0" brushRef="#br0" timeOffset="-191878.5">24614 17577 202 0,'0'0'248'0,"-7"2"-13"0,7-2-6 15,0 0-13-15,0 0-17 0,0 0-17 0,16 3-14 16,5-5-6-16,11-1-18 0,3 0-18 0,19 2-13 15,-2-6-9-15,-2 6-12 0,-9-3-8 0,-4 1-8 16,-1 1 20-16,-4-3-2 16,-3 2-10-16,-10 1-11 0,-2 1-7 15,-5 0-2-15,-3 1-4 0,-2-3-10 0,-2 3 2 0,1-1-14 16,-6 1-10-16,8-1-22 0,-8 1-41 0,0 0-51 16,0 0-51-16,0 0-63 0,-33 0-273 0,19 0-511 15,5 0 227-15</inkml:trace>
  <inkml:trace contextRef="#ctx0" brushRef="#br0" timeOffset="-160450.12">25796 17229 96 0,'0'-7'179'0,"3"4"-1"0,-3 3-16 16,1-7-9-16,-1 6-8 0,0 1-17 0,1-5-12 0,-1 5-3 16,4-4-12-16,-4 4-5 0,0 0-12 0,0-4-11 15,0 4-13-15,0 0-3 0,0 0-10 0,0 0-5 16,0 0-6-1,8 12-6-15,-7-3-1 0,-1 1-5 16,0 2-2-16,-1 5 1 0,-3 3-6 0,3 4 0 0,-7-5-5 16,3 8 0-16,-4-3 1 0,0 2-6 0,0-1-4 15,0-3 6-15,-5 2 0 0,1-4-2 0,-3 1-1 16,0-2-4-16,4-7 6 0,-2 5-4 0,0-5-1 16,0 0 3-16,0-2-1 0,-2-1 2 0,7-2 1 0,-2-2 17 15,0 1 19-15,5-4 18 0,-3 0 20 0,4-1 14 16,-4-1-3-16,1-3 2 0,-2-2-6 15,1 1-10-15,0-4 2 0,-1-6-11 0,4 2-6 16,-1-5-6-16,0-7-13 0,4-1-4 0,2-1-10 16,1-2-2-16,5-2-3 0,1-2-5 0,3 3-2 0,3 0 1 0,3 3-5 15,0-2 1-15,-3 2 0 0,4 7-2 0,1-1-2 16,0 7-3-16,-2 1 0 0,6 1-2 16,5-1-4-16,0 3-2 0,6 2 1 0,4 1 0 15,17 2 0-15,-14 3 2 0,14-1-2 0,-1 4-2 0,-13-2 2 16,-1 0-2-16,-2 2 1 0,0-3-2 0,-1 0 1 15,-5-1 8 1,2 0-5-16,-4-4 5 0,-6 1-4 0,-2 0 5 16,-3-3-7-16,0-2 4 0,-2-1 2 0,-2 1-2 15,0-1 0-15,-2-1 3 0,-1 0 1 0,-1-2-2 16,-2 5-2-16,-1 0-1 0,0 3 4 0,-4-2-2 16,1 3-3-16,1 0-2 0,-4 5-14 0,4-9-34 15,-4 9-41-15,5-2-33 0,-5 2 6 0,0 0-28 16,0 0-49-16,-1 23-70 0,-3-10-170 0,-2 2-466 0,1 1 206 15</inkml:trace>
  <inkml:trace contextRef="#ctx0" brushRef="#br0" timeOffset="-159964.57">26346 17492 47 0,'0'0'231'16,"0"0"-22"-16,0 0-26 0,0 0-14 0,0 0-20 16,0 0-24-16,0 0-14 0,0 0-14 0,0 0-6 0,-13 9-16 15,8-3-1-15,-3 2-12 0,-2 1-4 16,-3 4-5-16,-1 1-8 0,3-2-6 0,-5 2-3 16,5 1 4-16,-6 0-11 0,4-1-7 0,-2-1-14 15,4 3-16-15,-1-3-16 0,-1 1-22 0,-1-2-33 16,7-3-31-16,-1 1-31 0,0-5-117 0,1 5-279 0,2-6 124 0</inkml:trace>
  <inkml:trace contextRef="#ctx0" brushRef="#br0" timeOffset="-159717.51">26145 17534 237 0,'0'-7'295'0,"0"4"-28"15,3-1-38-15,-2 1-19 0,-1 3-22 0,1-5-20 16,-1 5-20-16,0 0-17 0,0 0-3 0,0 0-12 15,14 11-2-15,-5 0-9 0,1 0-9 0,3 5-6 16,-4-2-12-16,5 3-7 0,3 4-8 0,-2 2-4 16,-2-2-2-16,0-4-9 0,1 5-2 0,-4-5-4 0,0-1-7 15,-1-1 1-15,4-1 1 0,-5-5-12 16,-1 0-13-16,1-1-15 0,-3-1-13 0,0-1-1 0,0-2-3 16,-3 0-7-16,0 0 3 0,-1-1-11 0,-1-3-6 15,2 3-7-15,-2-3-39 0,0 0-91 0,0 0-262 16,0 0-476-16,-12-15 211 0</inkml:trace>
  <inkml:trace contextRef="#ctx0" brushRef="#br0" timeOffset="-158777.58">26697 16610 109 0,'0'0'253'15,"0"0"-8"-15,0 0-14 0,3-8-17 0,-3 8-24 16,0 0-13-16,2-7-21 0,-2 7-19 0,0 0-14 0,8-2-12 16,-8 2-16-16,0 0-7 0,0 0-7 0,15 5-14 15,-15-5-4-15,12 8-7 0,-8-2-8 0,1 1-3 16,-1 3-9-16,-2 1-1 0,0 2-2 0,-1 4-6 16,-4 0 1-16,-1-2-4 0,-3 2 0 15,0 2-3-15,-3-5-3 0,1 3 4 0,-1-2-6 16,-3-1-2-16,7-6-1 0,-2 3-3 0,0-1 1 0,0 0 0 0,2-7-2 15,1 4 1-15,1 0-3 0,0-5 1 0,4-2-1 16,-5 8 0-16,5-8 18 0,-2 5 12 0,2-5 14 16,0 0 8-16,20 2 3 0,-1-4-8 0,15 2-1 15,-1 0-13-15,5-1 2 0,4-1-6 0,7-4-5 16,2 2 5-16,-11 2 13 0,12-3-5 0,-15 2-4 16,-5-1 0-1,3 0-2-15,-6 3-1 0,-1-3 8 0,-11 3 6 16,-6-1 10-16,1 1-2 0,-5 0 4 0,-7 1 5 15,12-3-28-15,-12 3 15 0,0 0-12 0,0 0 6 16,18-1-10-16,-18 1-28 0,6-1-14 0,-6 1-45 16,0 0-43-16,0 0-55 0,0 0-60 15,0 0-44-15,0 0-54 0,0 0-228 0,0 0-576 0,0 0 255 16</inkml:trace>
  <inkml:trace contextRef="#ctx0" brushRef="#br0" timeOffset="-158183.81">27166 17498 5 0,'-6'0'158'0,"6"0"4"16,0 0-5-16,0 0 0 0,-9 0-11 0,9 0 3 15,0 0-4-15,0 0-7 0,0 0 6 0,0 0-4 16,0 0 2-16,0 0 2 0,-8-1-5 0,8 1-1 0,0 0-9 16,0 0-16-16,0 0-8 0,21-5-14 15,-5 1-3-15,3-1-13 0,11 2-9 0,2-1-6 16,4-3-3-16,3 4 25 0,-4-4-12 0,2 0-2 0,0 4-11 0,-3-2-4 16,-2 1-3-16,-4-2-9 0,-6 2-4 0,-3 2-6 15,-6 1-15-15,0 1-19 0,1-2-26 0,-8 1-23 16,-1 1-29-16,-5 0-53 0,3-4-80 0,-3 4-51 15,0 0-165-15,-16-9-464 0,5 6 205 16</inkml:trace>
  <inkml:trace contextRef="#ctx0" brushRef="#br0" timeOffset="-157961.38">27421 17329 310 0,'0'0'361'0,"-2"-10"-21"16,2 10-15-16,-2-5-20 0,0 2-27 0,2 3-31 0,0 0-31 0,-1-7-33 16,1 7-8-16,0 0-21 0,0 0-24 15,0 0-20-15,0 0-11 0,0 0-17 0,-6 21-7 16,4-8-5-16,1 5-10 0,0 7-6 0,-1 0-5 16,1-1 3-16,0 2-2 0,0-7-10 0,2 6-20 15,0-1-35-15,0-4-41 0,1-2-48 0,-1-2-57 16,3 0-87-16,-1-4-286 0,2-1-578 0,0-4 256 0</inkml:trace>
  <inkml:trace contextRef="#ctx0" brushRef="#br0" timeOffset="-157174.38">28558 17137 69 0,'2'-3'209'0,"-2"3"-14"0,3-2-18 16,-3 2-18-16,0 0-20 0,1-7-15 0,-1 7-13 0,0 0-5 16,0 0-12-16,0 0-2 0,3 15-8 0,-3-8-8 15,-3 2-5-15,-1 3-6 0,0 3 0 0,-4 0-6 16,0 9 1-16,-4-2-11 0,-2 1-2 0,-4 0 27 16,-2-2-7-16,0-1-4 0,-1 0-6 0,-3 1-7 15,-2-2-2-15,3-2-9 0,3 0-2 0,2-5-3 16,2 0-4-16,-1-4-1 0,1-1-3 0,4-2 5 0,0 1 5 0,2-3 12 15,2-1 19-15,-1-1 19 0,9-1 14 0,-14-3-2 16,10-3-13-16,-2-2-2 0,-2-2-11 0,4-2-10 16,-1-5 6-16,4-9-6 0,2 1-1 15,4-2-8-15,4-4-3 0,-1 2-4 0,6-5-12 16,0-1 3-16,5 3-4 0,-1 2-2 0,-1 1 3 16,1 6 4-16,1 2-4 15,-1 0-3-15,-5 9-1 0,-2 2-10 0,4 0-4 16,-2 4-12-16,6 0 6 0,-6 4-1 0,9 2-1 15,-2-2-3-15,2 7-1 0,4 0 1 0,0 4 1 16,1-1-4-16,-3 2-3 0,3 0 2 0,-9-2 8 16,4-3-7-16,-2 2 5 0,-2-1-13 15,4-4 8-15,1 0 7 0,-1-4 0 0,-2 0-6 16,8-4 1-16,-10-1 6 0,0 2-3 0,1-7-3 0,-2 3 0 0,-3-5 0 16,-1 3 2-16,-2-1 1 0,-1-2 2 0,-1 0-9 15,3 1 7-15,-7 1 1 0,0 5-3 0,-1 0-4 16,-1 2-14-16,0 0 2 0,2 0-28 0,-5 5-32 15,0 0-44-15,5-5-8 0,-5 5 4 0,0 0-20 16,0 0-31-16,0 0-41 0,-13 30-59 0,4-19-219 16,3 3-530-16,0-3 234 15</inkml:trace>
  <inkml:trace contextRef="#ctx0" brushRef="#br0" timeOffset="-156795.83">28684 17412 129 0,'0'0'314'16,"0"0"-19"-16,0 0-18 0,-2-4-19 0,2 4-28 16,0 0-27-16,0 0-18 0,0 0-25 0,0 0-11 15,0 0-24-15,0 0-2 0,0 0-14 0,20 11-8 16,-15-7-20-16,2-2 4 0,3 7-4 0,-4-3-9 16,6 3-3-16,-3-2-10 0,-2 0-5 0,3 1-6 15,-2 0-5-15,1-1-3 0,-2 2-4 0,0-3-1 0,-2-1-2 0,0 1-4 16,-1-3-14-16,2 1-10 0,-3-1-19 0,2-1 3 15,-1 1-6-15,-3-1-13 0,-1-2-10 0,4 3-15 16,-4-3-22-16,0 0-65 0,0 0-68 16,9-5-57-16,-9 5-163 0,4-10-467 0,-4 6 207 15</inkml:trace>
  <inkml:trace contextRef="#ctx0" brushRef="#br0" timeOffset="-156557.3">29024 17406 22 0,'0'0'297'0,"1"-3"-23"0,-1 3-29 15,0 0-16-15,0 0-24 0,0 0-25 16,0 0-16-16,0 0-23 0,0 0-13 0,0 0-12 16,0 0-17-16,0 0-6 0,-16 10-9 0,8 1-16 15,-3 2 3-15,-5-1-7 0,5 2-5 0,-2 1-6 16,-4-4-8-16,1 8-2 0,-5-3-20 0,6 0-14 0,0 0-32 15,-3 1-13-15,6-3-29 0,-2 0-20 0,4-3-32 16,-2 2-25-16,7-5-50 0,-5 1-150 0,6-6-371 0,2 0 164 16</inkml:trace>
  <inkml:trace contextRef="#ctx0" brushRef="#br0" timeOffset="-156241.68">28877 17549 260 0,'0'0'331'0,"0"0"-26"0,-2-5-14 16,2 5-26-16,0 0-25 0,0 0-23 0,0 0-34 15,0 0-22-15,0 0-17 0,0 0-13 0,0 0-16 16,0 0-13-16,-3 17-5 0,2-5-15 0,-2 2-5 16,2 5-10-16,-2 1-4 0,-2 4-2 0,1 0-15 15,-2 3 1-15,2-3-10 0,0-4 1 0,3-2-3 0,-3-1-7 16,0 0 2-16,3-5-7 0,1-1 0 0,0 0-5 15,0-2 1-15,-2-2 5 0,2-1-9 0,-2-1 5 16,2 1-1-16,0-2-6 0,0-2 9 0,0-2-5 16,-5 5 3-16,5-5-1 0,0 4-12 0,0-4 13 15,0 0-3-15,0 0-2 0,0 0 4 0,0 0-18 16,0 0-23-16,0 0-37 0,0 0-28 0,9-11-52 0,-8 4-68 16,6-1-90-16,-2-4-199 0,3 2-537 0,-1-6 238 15</inkml:trace>
  <inkml:trace contextRef="#ctx0" brushRef="#br0" timeOffset="-155407.86">29401 16578 9 0,'0'0'266'0,"3"-5"-17"0,-3 5-16 0,0 0-26 15,0 0-23-15,7-4-23 0,-7 4-15 0,0 0-13 0,0 0-18 16,0 0-15-16,13 12-8 0,-12-7-13 0,3 7-3 15,-4-2-6-15,3 6-6 0,-1 1-15 0,-2 3 2 16,-5-6-5-16,3 4-3 0,-5-2-3 0,3-1-4 16,1-1-8-16,-3-2 3 0,1-1-6 0,0-2-2 15,0 3 2-15,1-4-5 0,0-2-4 0,-1 3 0 16,3-3 2-16,-2 0-3 0,1 0-2 0,3-6 5 16,-5 9 9-16,5-9 5 0,-2 5 8 0,2-5 5 15,-4 3 1-15,4-3 5 0,0 0-1 0,0 0-2 16,0 0 2-16,-3 7-19 0,3-7 11 0,0 0 2 15,0 0-1-15,0 0-4 0,0 0 9 0,0 0 2 16,0 0 3-16,0 0 8 0,0 0 5 0,0 0 5 0,0 0 8 16,0 0-5-16,0 0-3 0,0 0-2 0,34 2-8 15,-13-4-5-15,7 1-3 0,8-1-7 0,1 2-9 16,4-4 4-16,9 4 1 0,-12-2 0 0,3 1 2 16,-1 1-8-16,-7-3 9 0,-1 1-4 0,-9 0 15 15,-3 1-4-15,-4 1 0 0,-2 0 7 0,-3-2-4 16,-11 2-8-16,16-2 4 15,-16 2-8-15,9-2-6 0,-9 2-7 16,0 0-1-16,11-3-18 0,-11 3-29 0,0 0-61 16,0 0-42-16,0 0-67 0,0 0-45 0,0 0-29 15,1 9-93-15,-1-9-269 0,0 0-674 0,0 0 299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8:58:51.8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2347 2580 127 0,'-5'-9'275'0,"5"9"-7"0,0 0-6 16,0-6-8-16,0 6-5 0,0-5-10 0,-3 2-6 16,3 3-8-16,3-4-9 0,-3 4-16 0,1-6-18 15,-1 6-18-15,0-3-15 0,0 3-16 0,0 0-16 0,0 0-19 16,0 0-25-16,0 0-31 0,0 0-39 0,0 0-18 0,0 0-3 16,0 20 5-16,-1-1-1 0,-3 7 6 0,-3 6-2 15,2 2 3-15,-3 0 2 0,1 14 1 16,-1-11 9-16,-1 8-7 0,2-8-1 0,3 9 6 15,-2-12 0-15,2-1 1 0,0-4-3 0,0-2-1 16,0-6 3-16,2 0 3 16,-2-5-3-16,3-5 0 0,-1 0-1 0,1-2 0 15,-1 1 3-15,0-6 3 0,1 2-1 0,1-4-1 16,0 2 4-16,0-4 3 0,-1 5-5 0,1-5 4 16,0 0-36-16,0 0-52 0,0 0-50 0,0 0-59 15,-4-16-47-15,2 6-55 0,4-7-144 0,-4-1-467 16,4-9 207-16</inkml:trace>
  <inkml:trace contextRef="#ctx0" brushRef="#br0" timeOffset="284.52">2316 2563 149 0,'0'0'327'0,"-1"-6"-24"15,1 6-24-15,-3-3-28 0,3 3-20 0,0 0-20 0,0 0-16 0,-3-3-7 16,3 3-19-16,0 0-14 0,0 0-19 0,3-5-10 15,1 3-15-15,9 0-11 0,2-4-5 0,15 0-10 16,3-1-12-16,6-1-1 0,11-1-8 16,0 1-6-16,-14 2-7 0,-4 2 4 0,-4-3-17 15,-6 6-6-15,-6-2-13 0,-3 2-13 0,-5 0-10 0,0 1-6 16,-3-1-8 0,2 1-4-16,-7 0-9 0,0 0-7 0,7 1 4 15,-7-1-10-15,0 0-9 0,-16 9-14 0,5-2-18 16,-3 3-28-16,-4-1-20 0,1 0-30 0,4 2-33 15,-3 0-38-15,2 1-155 0,-1-1-422 0,4-2 186 16</inkml:trace>
  <inkml:trace contextRef="#ctx0" brushRef="#br0" timeOffset="606.74">2335 3220 120 0,'-4'4'293'15,"2"-2"-18"-15,2 1-20 0,-4-1-26 0,4-2-9 16,0 0-16-16,0 7-10 0,0-7-16 0,0 0-12 16,0 0-11-16,-4 5 0 0,4-5 4 0,13 0-3 15,0-1 2-15,7-2-19 0,11 1-9 0,7-3-15 16,13-1-13-16,3 1-8 0,-4-2-5 0,-13 5 0 15,0-2-19-15,-2 3-6 0,-6-3-4 0,-10 1-12 0,-1 3-4 16,-8-1-11-16,3 0-9 0,-8 1-13 0,3 0-6 16,-4 1-7-16,-4-1-12 0,0 0-1 0,0 0-18 15,0 0-22-15,-16 8-17 0,1-5-18 0,-3-1-21 16,-5 2-17-16,4 1-18 0,1-2-31 0,0-2-39 16,4 0-51-16,-5-1-185 0,6 0-488 0,0-2 216 15</inkml:trace>
  <inkml:trace contextRef="#ctx0" brushRef="#br0" timeOffset="969.61">2384 2946 86 0,'-9'0'327'15,"9"0"-18"-15,-9-2-27 0,9 2-17 0,-8 0-26 16,8 0-21-16,0 0-15 0,0 0-14 0,0 0-16 16,0 0-18-16,-11 0-13 0,11 0-10 0,0 0-7 15,0 0-6-15,0 0 3 0,38 0-16 0,-17 0-11 0,8-1-15 0,3 1 2 16,-3-1-11-16,2-2-5 0,-3 2-6 16,-5 0-11-1,-4 1 5-15,-2-3-11 0,-1 3-3 0,-3 0-4 16,-4-2-1-16,-1 2-2 0,-2-2 6 0,-6 2 11 15,9-1 3-15,-9 1 6 0,0 0-1 0,13 0 1 16,-13 0-7-16,0 0-2 0,8 1-9 0,-8-1-14 16,0 0-14-16,0 0-19 0,0 0-22 0,0 0-22 0,5 0-32 15,-5 0-29-15,0 0-41 0,0 0-33 0,0 0-26 16,0 0-45-16,0 0-31 0,0 0-225 0,0 0-554 16,0 0 245-16</inkml:trace>
  <inkml:trace contextRef="#ctx0" brushRef="#br0" timeOffset="1254.58">3360 2848 154 0,'0'0'425'0,"4"-6"-21"0,-3 3-13 0,-1 3-28 15,4-3-35-15,-4 3-24 0,0 0-35 0,3-2-32 0,-3 2-26 0,0 0-29 16,0 0-29-16,0 0-29 0,0 0-22 0,0 0-10 15,-7 13-11-15,2-5-7 0,-4 3-5 0,0 5-9 16,-4 5-1-16,2-4-5 0,-2 6-9 16,-6 1 5-16,5-2-10 0,-1 2-3 0,2-2-21 0,-1 0-32 15,2 0-12-15,2-7-12 0,0 1-27 0,2-5-20 16,-1 3-17 0,4-3-18-16,-2-1-27 0,-2-2-35 0,0 1-38 15,1-6-53-15,-3 1-230 0,3-4-548 0,8 0 243 16</inkml:trace>
  <inkml:trace contextRef="#ctx0" brushRef="#br0" timeOffset="1570.91">3100 2921 330 0,'-2'-13'388'0,"4"4"10"0,-4 0 8 0,2 2-3 16,0 2-10-16,-1 0-19 0,1 1-34 0,0 4-35 0,1-5-36 16,1 1-32-16,-2 4-28 0,0 0-29 0,2-4-20 15,-2 4-19-15,0 0-14 0,14 10-15 16,-4-3-9-16,3 4-12 15,2 3-7-15,7 5-2 0,0 1-8 0,-3 1-9 0,4 1-3 0,-2-1-10 0,-1 1-1 16,2 2-5 0,-4-2-4-16,-1-2-2 0,-2-4-7 0,-4-3-2 15,-3-1-2-15,-1-3-3 0,2-1-4 0,-4 1-1 16,1-2-5-16,-3-2 3 0,0-2-1 0,0 1 1 16,0-1 5-16,-3-3-1 0,3 5 1 0,-1-4-2 15,-2-1 9-15,4 4 4 0,-4-1 0 0,0-3 1 16,4 2-4-16,-4-2-3 0,0 0-2 0,0 0-3 15,0 0 0-15,0 0-5 0,0 0-10 0,0 0-10 0,0 0-14 16,4 1-18-16,-4-1-23 0,0 0-30 0,0 0-35 16,0 0-27-16,0 0-59 0,0 0-60 0,0 0-64 15,0 0-75-15,10-7-348 0,-10 7-817 0,10-5 363 0</inkml:trace>
  <inkml:trace contextRef="#ctx0" brushRef="#br0" timeOffset="1972.38">3993 2926 394 0,'-3'-6'392'0,"3"0"-27"0,0 6-27 16,-6-7-28-16,2 3-26 0,4 4-28 0,-9-4-30 0,9 4-20 0,-15 0-18 15,6 3-20-15,-3 0-24 0,-3 1-11 0,2 6-16 16,-6-2-16-16,6 6-14 0,-5-1-1 0,4 0-9 15,-1 2-6-15,-2 4-8 0,3-5-4 0,4 1-8 16,3-5-6-16,-1 0-11 16,3-1-17-16,-1 2 6 0,4-5-20 0,-1 2-3 15,1-5 0-15,0 3 6 0,2-6 13 0,0 3 12 0,0-3 24 0,0 0 19 0,0 0-18 0,21-3 2 32,-11-3-3-32,2-1-7 0,-1 1-2 0,3-6-5 15,-1-1 2-15,4 2-7 0,-5 0 2 0,1 0-11 0,0 1 6 16,-1 2-2-16,-5 2 6 0,-1 1 2 0,0-1-3 15,-1 2-1-15,-1 0-1 0,2 2-10 16,-6 2-7-16,5-6-8 0,-5 6-1 0,0 0-16 16,0 0-1-16,0 0 1 0,21 8 0 0,-11-1-3 0,-1 1-9 15,5 1-28-15,1 0-33 0,2 0-38 0,1-1-28 16,-2 2-27-16,11 1-40 0,-9-5-55 0,9 3-61 16,-12-4-292-16,4-2-673 0,-5-3 298 0</inkml:trace>
  <inkml:trace contextRef="#ctx0" brushRef="#br0" timeOffset="2759.88">4252 2938 14 0,'-2'-6'346'0,"2"6"4"16,0-10-1-16,0 10-12 0,-2-5-25 0,2 5-30 15,-1-8-25-15,1 8-25 0,-1-4-26 0,1 4-29 16,0 0-18-16,0 0-17 0,0 0-20 16,0 0-6-16,0 0-18 0,0 0-8 0,6 25-12 15,-6-14-6-15,3 1-7 16,-1 5-1-16,0 1-9 0,-2 0-3 0,2-1-6 15,-2 9-2-15,-2-6 5 0,2-2-11 0,-2-2-10 16,1-6 6-16,0 2-5 0,2-5 4 0,-1 0-7 0,0-2-5 16,1 0 8-16,-1-5 22 0,-1 7 40 0,2-4 45 15,-1-3 26-15,0 0-14 0,0 0-15 0,9-11-14 16,-4 5-13-16,0-2-7 0,3-1-11 0,1-6-12 16,5 1-8-16,-2-3-7 0,-1 1-5 0,1 2-3 15,-3 3-8-15,1 0-2 0,-4 4 1 0,-2 1-1 0,1 1-4 16,0 0-8-16,-1 3-6 0,-4 2-6 0,6-6-7 15,-6 6-14-15,5-2-17 0,-5 2 0 0,0 0 4 0,12 9-1 16,-7-3 0-16,0 0 1 0,-1 4-2 0,1-1 5 16,0 2 1-16,0 1-2 0,-1 1 3 0,4 1-1 15,-4-4 1-15,1 0 0 0,0-1-2 0,-2-5-1 32,-1 2 2-32,1-2 5 0,-1 1 9 0,3 0 0 15,-5-3 21-15,4 1 22 0,-4-3 16 0,0 0-6 0,0 0-5 0,13-5-7 0,-8-1-1 0,4-2-4 16,-3-1-5-16,2 0-5 0,1-2-3 0,1-3-2 31,-1 1-4-31,0 5-2 0,-1-1-2 0,-2 3-4 0,-2-3 0 0,2 6-3 16,-3-1-1-16,2-1-7 0,-2 3-1 0,-3 2-9 15,5-3-17-15,-5 3-15 0,0 0-1 0,0 0-3 16,0 0 1-16,20 7-2 0,-13-2-12 16,3 3-14-16,0-2-7 0,4 5-14 0,0-2-7 0,3 1-17 15,-1 0-16-15,2-3-12 0,-1 1 0 0,2-2-9 16,-5-1 12-16,0-2-6 0,4-2 7 0,-5-1 19 15,-2-4 11-15,2 2 12 0,-4-5 11 0,0-1 21 0,-1-1 24 16,-1-6 24 0,1-4 28-16,-3 2 20 0,2-7 15 0,-4 4 12 15,4-5 9-15,-1 0 14 0,-3-4 14 0,0 6 14 16,1-4 10-16,-2 2 20 0,0 7 12 0,2-1 8 16,-4 8 12-16,2 0 3 0,1 4-6 0,-3-2-17 0,0 6-18 15,1-2-17-15,1 0-22 0,-2 5-40 0,2-7-47 16,-2 7-41-16,0 0 3 0,0 0 1 0,-2 19 2 15,2-2 4-15,-3 10 1 0,-2 2 6 0,0 5 0 16,-3 17 9-16,0-3 1 0,-2 2 1 0,3-2 5 16,-1-1-1-16,1-11 5 0,4-4-1 0,-4 1 0 15,2-3 2-15,1-3 0 0,2-7 1 0,1-2-7 16,-3-1-23-16,1-5-22 0,2-2-17 0,1-3-15 16,-3 0 8-16,3-3-4 0,-1 0 8 0,1-4 3 0,-1 5-21 15,1-5-67-15,0 0-52 0,0 0-50 0,0 0-64 16,-9-24-72-16,6 8-280 0,5-2-728 0,3-7 322 15</inkml:trace>
  <inkml:trace contextRef="#ctx0" brushRef="#br0" timeOffset="3276.75">4960 2949 152 0,'4'-5'351'15,"-4"5"-15"-15,1-6-27 0,-1 6-27 0,4-4-25 0,0 0-33 16,1 1-27-16,-5 3-17 0,14-1-22 0,0 4-14 15,-1-2-23-15,5 6-5 0,-3 0-11 0,4 2-8 16,-1-2-8-16,4 8-7 0,-7-5-26 0,-1 1-10 16,0-1-12-16,-6 0-7 0,-2 1-6 0,1 0-8 0,-5-1-2 15,-2-1 2-15,-5 0 1 0,0 0 0 0,-8 3-3 16,-6-5 3-16,-6 5-5 0,-2-4 2 0,1-1-1 16,-3-3 2-16,-3 1 0 0,2-4 1 0,1 2-2 15,0-2-2-15,7 1 0 0,4-2-2 0,4 0 3 16,1-2 1-16,2 2 13 0,3-1-7 0,8 1-6 15,-9-3-16-15,9 3-9 0,3-8 7 0,4 3-4 0,5-3-7 0,8 2-13 16,7-5-6-16,5-1-7 0,0 2-2 0,0-3-1 16,1 3 4-16,-1-5 7 0,-1 1 0 15,-2-2 2-15,-1 1 8 0,0-5 1 0,-2 1 16 16,-3-1 9-16,-5-2 17 0,0 2 17 0,-4-4 14 16,1 0 19-16,-9 7 23 0,4-2 27 0,-4 0 33 0,1 2 22 15,-4 3 17 1,1 1 19-16,-4 0 12 0,4 4 8 0,-4-2-8 15,1 5-6-15,0-1-20 0,1 2-18 0,0 1-22 16,-2 0-20-16,0 4-20 0,0-4-34 0,0 4-51 16,0 0-42-16,0 0 1 0,0 0 1 0,-2 19 3 15,-1-4-2-15,-1 4 3 0,-1 8 2 0,1 3-2 16,-2-2 7-16,2 4-2 0,2 1 4 0,-1 1 1 16,3-4-25-16,0 1-8 0,1-3-8 0,2-4-15 0,-3-4-13 0,2-3-11 15,-2-2-22-15,3-2-31 0,-2-4-29 0,4 0-34 16,-2-3-27-16,1-1-39 0,-1-1-58 0,5-4-93 15,-8 0-240-15,0 0-702 0,26-7 311 16</inkml:trace>
  <inkml:trace contextRef="#ctx0" brushRef="#br0" timeOffset="3693.52">5495 3063 169 0,'0'0'218'0,"-1"6"-19"16,1-6-11-16,0 0-2 0,0 0 1 0,0 0 6 15,0 0 9-15,0 0-2 0,0 0-5 0,0 0-15 16,0 0-14-16,0 0-15 0,21-3-18 16,-9 0-11-16,6-3-14 0,2-1-11 0,1 2-8 0,7-2-7 0,2-1-13 0,-4-4-2 0,3 0-7 15,-4 3-6-15,-9 1 2 0,0-1-10 0,0-1-1 16,-4 3 12-16,-3-1 5 0,0-1 12 0,-1 1 15 16,-1-1 16-16,0 1 5 0,-5 1 4 15,-3 0-3-15,1 2-17 0,0-2-8 0,-5 3-7 0,-4 1-8 16,0 2-8-16,-9-3-8 0,-1 5-5 0,-1 3-8 31,-7 3-11-31,2 5 4 0,0-2-9 0,-2 7-7 16,7-3-3-16,-2 8-1 0,4-3 5 0,4 5-4 15,0-3 1-15,9 0 0 0,-2 1 4 0,7-3-3 16,2 2 1-16,8 1 1 0,9-1 6 0,3-5 9 16,11 0 4-16,3-3 3 0,15-2 5 0,5-1 1 0,7-4 0 15,-3 0-4-15,-3-3-7 0,2-2-4 0,-19-1-1 0,-7 0-1 16,-2 0 0-16,-12-3-3 0,-6 3 0 15,1-1 1-15,-5 0 3 0,-4 1 8 0,-5 0-25 16,6-6-33-16,-6 6-34 0,0 0-33 0,-22-6-41 16,5 2-42-16,-4 3-47 0,-7-2-45 0,-8 3-67 15,3 0-100-15,-4-3-241 0,-2 3-721 0,1-1 319 16</inkml:trace>
  <inkml:trace contextRef="#ctx0" brushRef="#br0" timeOffset="4316.96">2348 3596 48 0,'-5'0'264'0,"0"1"-16"15,5-1-17-15,-9 0-17 16,9 0-19-16,-9 0-10 0,9 0-25 0,0 0-12 16,0 0-10-16,-5 3-11 0,5-3-13 0,0 0-10 15,0 0-9-15,0 0-13 0,-6 0-4 0,6 0-12 16,0 0-5-16,0 0-6 0,0 0-2 0,0 0 4 16,0 0 7-16,0 0 6 0,20 4 10 0,-6-4 0 15,13 0 3-15,13-2 1 0,25-5 1 0,38 1-3 16,17-8 6-16,8 2 12 0,19-2 0 0,14 2 14 0,15-5-2 15,15 2-15-15,3-1-8 0,4 7 4 0,4 0-11 16,-8 0-9-16,-5-1-5 0,-12 5-9 0,-11-3-3 0,-18 4 0 16,-14-1-10-16,-11 2-3 0,-19-3 4 0,-37-2-7 15,-8 4-9-15,-8-2-7 0,-15 2 1 16,-7 0 32-16,-11 2 33 0,-4-2 36 0,-1-1 14 16,-3 1 15-16,-2 1 1 0,-2 0 8 0,-2-4-5 0,1 3-6 0,-2 1-16 15,-2-2-6-15,2 2-16 0,-3 3-8 0,3-7-15 16,0 5-15-16,-3 2-18 0,4-2-40 0,-4 2-43 15,2-4-50-15,-2 4-59 0,0 0-34 0,0 0-44 16,8 1-42-16,0 2-64 0,-2-2-94 0,0 0-447 16,-6-1-928-16,18-1 412 0</inkml:trace>
  <inkml:trace contextRef="#ctx0" brushRef="#br0" timeOffset="8486.31">8399 2753 39 0,'0'-6'243'0,"2"-3"-9"16,-4 3-8-16,2-2-9 0,0 0-13 0,-2 1-13 0,2 2-4 0,2 0-14 16,0 0-15-16,-2 0-15 0,0 5-16 0,-2-5-16 15,2 5-16-15,-2-4-22 0,2 4-18 0,0 0-10 16,0 0-4-16,-1 17-2 0,-3-7-7 0,1 10-5 15,-4 6-2-15,1 5 4 0,-1 0-7 0,0 2 0 16,-5 17-2-16,1-2 2 0,2-14-2 0,0-4-2 16,1-2-1-16,0 0 0 15,1-3-3-15,3-7 3 0,0-2-3 16,-1 1-2-16,5-5 3 0,-3-2-22 0,1-1-16 16,-1 0-10-16,2-3-24 0,1 1-30 15,-5-2-22-15,5 0-27 0,0-3-20 0,0-2-35 16,0 0-167-16,0 0-388 0,0 0 173 0</inkml:trace>
  <inkml:trace contextRef="#ctx0" brushRef="#br0" timeOffset="8827.17">8314 3237 220 0,'-7'2'230'0,"-1"-2"-11"16,2 2-17-16,2-1-12 0,4-1-13 0,-8 0-17 15,8 0-14-15,0 0-15 0,0 0-12 0,0 0-11 16,23 0-13-16,-4-1-9 0,12-1-7 0,6 1-10 16,4 0-8-16,10-5-5 0,3 3-5 0,-16 1-2 0,0 1-11 15,-2 1-2-15,0-1-2 0,-4 1-2 0,-9 0-5 0,-4-2-5 16,-5 2 0-16,-4 2-3 0,2-4-4 0,-6 2 2 15,3-1-2-15,-5 2-1 0,-4-1 0 0,10-1-7 16,-10 1 3-16,0 0-1 0,0 0-11 0,0 0-13 16,0 0-23-16,-20 3-19 0,12-2-31 0,-3 0-32 15,4-1-39-15,0 0-49 0,-4-1-141 0,2 0-378 16,9 1 168-16</inkml:trace>
  <inkml:trace contextRef="#ctx0" brushRef="#br0" timeOffset="9484.92">8926 3231 230 0,'-3'3'206'0,"3"-3"-19"16,0 0-17-16,0 0-16 0,0 0-13 0,-3 3-19 15,3-3-8-15,0 0-11 0,0 0-11 0,24-5-6 16,-11 4-10-16,6-2-11 0,2 0-4 0,8-5-3 0,-1 2-9 0,7-3-9 16,-6 1 2-16,1-2-7 0,-4-1-7 0,1 3-3 15,1-3-3-15,-7 3-4 0,-5-1 1 0,2-1 2 16,-4 0-4-16,-1 2 5 0,-4-1 10 16,-1 3 7-16,-4 0 4 0,-1-1 2 0,0 2-3 15,-6 0-6-15,3-2-7 0,-6 4 1 0,-3 1-8 0,0 1-4 16,-5 2 0-1,-7 2-1-15,1 1 2 0,-8 5-10 0,0 0 3 16,1 1-2-16,-1 4 4 0,1 1-10 0,4 4-4 16,1-2 7-16,7-6 0 0,-2 3-5 0,6 2 0 15,1-2 4-15,3 3-3 0,3-4-1 0,6 3 2 16,2 1-2-16,3-2 0 0,5-3 0 0,7-2 0 16,8-1-9-16,2 1 5 0,6-4-3 0,1-6-2 15,3-2 0-15,-1-1-3 0,12-4 1 0,-11-1 0 0,8-7 0 0,-13 0 3 16,-1-1 0-16,-2-2 1 0,0-6 8 0,-8 1 5 15,0-1 6-15,-1-1 4 0,-6-7 9 0,5-11 2 16,-4-3 10-16,-9 14 12 0,1 1 10 0,-1 0 18 16,-4 1 24-16,-2 4 12 0,-1 6 15 0,1 1 14 15,-2 4 9-15,0 4 2 0,-2 3-20 0,2 3-4 16,-1-1-16 0,1 0-20-16,0 4-56 0,0-2-39 0,0 4-8 15,0 0-2-15,-6 9 5 0,1 0-2 0,-3 6 1 16,0 8 2-16,-3 6 5 0,3 2-1 0,-1 5 3 15,2 0 2-15,-1-2-3 0,3 2 2 0,0-2 10 16,2-4-11-16,1-2-3 0,-1 1 6 0,3-5-7 16,0-5-5-16,-1-2-2 0,-1-2-9 0,1-2-14 15,1-2-16-15,0-1-9 0,-1-3-10 0,1-2-7 0,0 0-11 0,-1-1-4 16,1-4-16-16,-3 4-34 0,3-4-53 0,0 0-53 16,0 0-64-16,-14-11-156 0,10 4-502 0,-1-3 222 15</inkml:trace>
  <inkml:trace contextRef="#ctx0" brushRef="#br0" timeOffset="9760.44">9402 3055 213 0,'-5'0'211'0,"5"0"-14"0,-8 2-16 0,8-2-9 15,-5 0-12-15,5 0-10 0,0 0-12 16,0 0-10-16,0 0-3 15,16 2-7-15,1 0-11 0,13-4-12 0,4 0-10 16,17 0-11-16,7-4-5 0,-1 1-9 0,3 1-4 16,-1-1-5-16,-7-2-6 0,0 4-1 0,-15-1-6 15,-4 4-4-15,-4-1-1 0,-7 0-6 0,-3 1-6 16,-6-1-5-16,-2-2-6 0,-2 3-4 0,-4-1 5 16,2 0-1-16,-3-2-6 0,-2 2-5 0,-2 1-18 15,0 0-13-15,0 0-18 0,0 0-19 0,-14-5-16 0,14 5-21 16,0 0-22-16,-16-1-32 0,12 1-181 0,4 0-367 15,0 0 163-15</inkml:trace>
  <inkml:trace contextRef="#ctx0" brushRef="#br0" timeOffset="10308.25">11661 2821 226 0,'1'-4'253'0,"3"0"-3"0,-3 1-5 0,-1 3 1 16,4-5 2-16,-4 3-16 0,0 2-21 0,0 0-19 15,4-5-17-15,-4 5-18 0,0 0-19 16,0 0-18-16,0 0-12 0,0 0-27 0,0 0-7 16,0 0-9-16,-17 15-8 0,7-3-4 0,-6 2-5 0,-7 3-2 15,1 4 1-15,-2-1-9 0,1 3-6 0,1 3-1 0,-1-1-4 16,1 1-4-16,0-2 0 0,3 2 1 0,-1-3-20 15,3-1-21-15,-1-4-20 0,4-1-22 0,3-5-23 16,-1 1-27-16,1-5-29 0,3 2-28 0,-1-4-34 16,2-1-46-16,0-3-158 0,2-2-436 0,5 0 193 15</inkml:trace>
  <inkml:trace contextRef="#ctx0" brushRef="#br0" timeOffset="10579.64">11350 2823 202 0,'2'-5'360'0,"-2"0"-30"0,1 1-30 16,0 0-40-16,-1 4-26 0,3-5-30 0,-3 5-19 15,0 0-11-15,10 6-27 0,-1 1-12 0,1 1-8 0,11 10-12 16,-3-1-5-16,7 7-14 0,-1 1-1 0,2 4-7 16,5 7-7-16,-1 0-5 0,-7-8-10 0,-3-1-7 15,1 0 1-15,-3-2-9 0,1-1-3 0,-1-2-4 16,-5-8-7-16,-3 1-5 15,-2-3-1-15,-2-1-2 0,2-2-7 0,-5-3 1 16,-1-2 1-16,2 3 2 0,-3-5-1 0,-1-2-3 16,5 5-5-16,-5-5-7 0,4 4-16 0,-4-4-32 15,0 0-43-15,0 0-57 0,0 0-77 0,-14-11-107 16,10 4-203-16,-1-1-567 0,4-3 251 0</inkml:trace>
  <inkml:trace contextRef="#ctx0" brushRef="#br0" timeOffset="12881.68">13032 3191 150 0,'0'0'147'0,"0"0"-16"0,-5 2-16 0,5-2-9 15,0 0-12-15,0 0-2 0,0 0-1 0,0 0 2 16,0 0-1-16,0 0-2 16,0 0 4-16,14-10-1 0,-9 7-3 0,4-6 0 15,1 1 1-15,4-4-1 0,-1-2 1 0,2-1 0 0,1-8-7 16,2-2-6-16,-2-1-4 0,2-2-2 16,-5 2-7-16,5-4-11 0,-5 0-4 0,2-1 0 0,-1-1-7 15,0 3 2-15,-1 0-7 0,-2 2 4 16,-2 0 4-16,-4 8 4 0,-1 0 4 0,0 4-1 0,1 3 6 15,-2 2 1-15,-1-1-4 0,0 5-5 0,-1-1-1 0,0 2-10 16,-1 1 3-16,1 1-27 0,1-2 1 0,-2 5-26 16,0 0 1-16,0 0 0 0,-7 15 3 0,-3 2-3 15,0 5 5-15,0 4-1 0,-4 6 0 0,2-1 3 16,-2 4 0-16,5 12-2 0,0-13 5 16,5-2-1-16,4 2 2 0,0-5 5 0,4 0-2 15,0-2 3-15,1-8 2 16,2-3-1-16,0-1 5 0,1-5 0 0,1-2 9 15,-1-2 9-15,4-3 18 0,-3-2 12 0,4-2 0 16,-2-2 6-16,4-6-3 0,-3 4 4 0,-3-4-2 16,2-1-4-16,-3 0-11 0,0 0-16 0,1-6 13 15,-5 5-12-15,2-1-2 0,-2 2-3 0,-3-1-4 16,2 1-5-16,-2 0-12 0,-1 4-5 0,4-1-10 16,-4 3-18-16,1-1-24 0,-1 5-28 0,-1-7-31 0,1 7-27 15,0 0-20-15,0 0-29 0,0 0-31 0,-15 10-28 0,12-5-258 16,3 2-538-16,0-7 238 0</inkml:trace>
  <inkml:trace contextRef="#ctx0" brushRef="#br0" timeOffset="13213.88">13598 3058 144 0,'0'0'273'0,"0"0"-24"15,0 0-22-15,0 0-25 0,9-3-22 0,-5 1-14 16,2-2-21-16,-1 0-14 0,7 0-13 0,-2-2-13 15,4 2-10-15,4-6-8 0,0 2-8 0,2-2-11 16,6-4-5-16,-4 2-11 16,-4 2-1-16,-3-2-5 0,8-5-7 0,-8 4-3 15,-2 0-3-15,1 1-7 0,-6 2 2 16,-2 1-2-16,-2-1 9 0,1 2 3 0,-1 1 3 16,-4 4-9-16,0-3-1 0,-4 3-8 0,-1 1-7 15,-5-1-2-15,-7 6 1 0,-1-1-4 0,-9 8-3 0,-1 1-2 16,0 4 0-16,0 2-3 0,0 3 2 15,4 5-3-15,-2-2 5 0,4 6-7 0,2-2 5 0,7 5 0 0,2-1-2 16,4-2 2-16,7 0 3 0,7 0 2 0,7-2 2 16,10-5 0-16,4 0-11 0,22-4-19 0,2-3-44 15,7-8-67-15,4-7-92 0,-1-2-212 0,2-6-467 16,28-10 207-16</inkml:trace>
  <inkml:trace contextRef="#ctx0" brushRef="#br0" timeOffset="14116.12">15341 2844 91 0,'0'0'192'0,"5"-5"-5"0,-4 2-14 0,2 1-9 16,-3 2-10-16,1-7-15 0,1 5-5 0,-2 2-16 16,6-3-12-16,-6 3-10 0,6-2-14 0,-2 0-3 15,5 2-11-15,-1-1-7 0,-2 2-1 0,2-1-1 16,5 3-2-16,-2-1-5 0,2 5-2 0,0-3-10 16,2 4-1-16,0 1-1 0,0 0-3 0,1 2-2 0,-2 1-6 0,0 3 1 15,-4-1-6-15,3 3 2 0,-3 8-5 0,-2 1 3 16,1-9 1-16,-8 4-4 0,0-1-2 15,-1 4 1-15,-2-5 1 0,-6 0-3 0,2 1 2 16,-2-5 0-16,-1 1 6 0,-3-2 0 0,0-2 3 16,1-4 8-16,-1 0 6 0,2-1-2 0,-3-2 1 0,3-2 19 15,0 1 11 1,-1-3 18-16,2 0 20 0,0-4 6 0,3-1 7 16,0-5 2-16,2-2-3 0,4-6-12 0,1-1-10 15,3-2-12-15,9-7-5 0,1-2-8 0,9-14-7 16,-3 13-7-16,11-9-10 0,-8 14-6 0,0 0-6 15,1 3 0-15,-1 3-5 0,-3 2-10 0,-7 5-1 16,2 0 1-16,-4 5-4 0,-1 2 0 0,-3-2-3 16,-1 3-3-16,-2 1-6 0,2 0-7 0,-3 0-32 0,1 1-29 0,-4 2-20 15,3-2 3-15,-3 2-5 0,0 0-16 0,3 8-17 16,-3-3-9-16,0-1-26 0,-4 4-23 16,0 1-20-16,0 3-27 0,1-6-45 0,-2 1-206 15,2 1-513-15,2-2 226 0</inkml:trace>
  <inkml:trace contextRef="#ctx0" brushRef="#br0" timeOffset="14353.87">15833 3081 243 0,'-5'3'421'0,"5"-3"-19"16,0 4-13-16,0-4-18 0,-1 4-28 0,1-4-26 16,0 0-30-16,0 0-26 0,-3 4-33 0,3-4-25 15,0 0-41-15,0 0-60 0,0 0-49 16,0 0-51-16,21-7-59 0,-16 5-61 0,0-1-61 0,4-2-71 16,-4 2-280-16,1-1-575 0,1-2 255 0</inkml:trace>
  <inkml:trace contextRef="#ctx0" brushRef="#br0" timeOffset="14855.6">16247 2813 295 0,'0'0'302'0,"3"-4"-16"15,-3 4-28-15,0 0-25 0,0 0-25 16,0 0-18-16,0 0-26 16,0 0-16-16,1-4-19 0,-1 4-14 0,0 0-16 0,0 0-7 0,6 13-13 15,-2-8-8-15,0 2 0 0,0 2-13 0,-3 1-6 16,4 1-2-16,-1 6 0 0,0 0-7 0,2 3-6 15,-2 5 4-15,0-5-11 16,0 5-3-16,-3-6 1 0,4 6 1 0,-2-5-6 16,-1-4 7-16,0-3-13 0,-1 1 2 0,-1-4-2 15,2-1-4-15,-2 2 3 0,2-7 0 0,-2 2 1 16,1 1 26-16,-1-3 44 0,0-2 42 0,0-2 48 16,1 4 44-16,-1-4 37 0,0 0 1 0,0 0-26 15,0 0-25-15,9-18-23 0,0 5-16 0,1-3-17 16,4-6-19-16,2-2-16 0,-1-4-19 0,4 0-13 0,0 4-12 15,2-5-8-15,-2 5-6 0,-5 1-9 0,0 7 3 16,-5 2-12-16,3 0-2 0,-6 5-5 0,2 2-7 16,-3-1-7-16,0 4-22 0,-3-1-38 0,2 0-33 15,0 2-57-15,1 2-53 0,-1-2-29 0,-4 3-20 0,0 0-18 16,10 8-34-16,-6-4-31 0,0 1-30 0,0 3-44 16,-3-1-264-16,4-1-706 0,-1 0 313 0</inkml:trace>
  <inkml:trace contextRef="#ctx0" brushRef="#br0" timeOffset="15024.06">16721 3121 315 0,'0'2'425'0,"-1"0"0"0,1-2-11 0,0 5-11 15,0-5-17-15,0 0-30 0,1 5-38 0,-1-5-33 16,0 0-46-16,0 0-47 0,0 4-74 0,0-4-123 15,0 0-158-15,0 0-180 0,9-14-219 0,-5 7-607 16,-1-3 269-16</inkml:trace>
  <inkml:trace contextRef="#ctx0" brushRef="#br0" timeOffset="17523.78">18414 2762 244 0,'0'-4'232'0,"0"4"0"16,0-6-9-16,0 6-10 0,0-4-12 0,0 4-21 15,0 0-19 1,0-6-20-16,0 6-17 0,0 0-14 0,0 0-13 16,0 0-14-16,0 0-10 0,0 17-5 0,0-5-8 15,-1-2-12-15,-3 7 4 0,3 2-10 0,1 6-1 0,-4-1-5 16,4 1-1-16,-4 5-2 0,3-2 2 16,2-2-7-16,-1-2-1 0,4-4-2 0,-3-8 8 15,2-2-10-15,2 2-4 0,-4-7 1 0,-1 3 5 16,4-2 10-16,-3-2 22 0,6-4 7 0,-7 0 8 0,19-6-2 0,-5-3-9 15,1-2 11-15,1-1-10 0,-2-3-14 0,5-2-7 16,0-4-3-16,-1 0-4 0,1 1-3 0,2 2 5 16,-9 1-17-16,5 5 6 0,-7-1-5 0,-1 5-3 15,1 1-5-15,-2 2 2 0,-3 1-8 0,-1 3-2 16,1-3-5-16,0 3 2 0,3 0-2 0,-8 1-5 16,15 6 2-1,-5-2-1-15,1 2 1 0,2 3 3 0,2 3-2 16,0-2 2-16,8 7-3 0,-2 0 12 0,1-2-5 0,0-1-1 15,3 0-1-15,-2 1 4 0,-5-8-1 0,1 0 13 16,-2-3-12-16,-4 0-2 0,1-2 5 0,-2-2 3 16,-1 0 10-16,2-3 0 0,-4-1 13 0,1-3-7 15,3-6-2-15,-8 4 0 0,0-3 5 16,-1 0-10-16,0 0-3 0,-4-6-7 0,0 0-10 0,-5 1-9 0,-3-1-9 16,-5 0-9-16,-1 2-9 0,-5 0-7 0,-3 1-9 15,-3 3-11-15,-2 0-6 0,0 4-10 0,-2 3-8 16,-2 3-11-16,1 2-18 0,1 1-25 0,11 3-26 15,-1-1-41-15,9 2-39 0,-3 1-188 0,8-2-472 16,4 0 209-16</inkml:trace>
  <inkml:trace contextRef="#ctx0" brushRef="#br0" timeOffset="17883.28">19412 2798 287 0,'0'-2'354'0,"0"2"-10"16,-2-5-29-16,2 5-24 0,2-5-30 16,-2 5-28-16,0 0-22 0,0-4-23 0,0 4-23 15,0 0-24-15,0 0-14 0,0 0-15 0,0 0-19 16,0 0-7-16,0 0-6 0,0 0-10 0,-1 14-5 0,1-6-7 0,-1-2 0 15,0 4-13-15,-2 1-2 0,2 2-7 0,-2-1-3 16,-1 3-3-16,3-3 0 0,-2 5 1 0,2-7-3 16,-1 4-4-16,2 1-9 0,-3-3 5 0,2 0 0 15,-2 0-20-15,2-3-21 0,-2-4 1 0,2 3-21 16,1-3-5-16,0-1-7 0,0-1-4 0,-1 1-3 16,1-4-21-1,0 0-56-15,0 0-60 0,0 0-54 0,-13-14-238 0,9 4-529 16,0-2 234-16</inkml:trace>
  <inkml:trace contextRef="#ctx0" brushRef="#br0" timeOffset="18039.74">19406 2588 132 0,'0'-3'338'0,"1"-4"-19"0,-1 2-30 0,0 5-27 16,0-4-31-16,0 4-20 0,2-6-27 0,-2 6-23 15,2-2-36-15,-2 2-38 0,0 0-10 0,0 0-16 16,0 0-19-16,0 0-25 0,6 13-22 0,-4-6-32 15,-1 0-31-15,0 4-42 0,0-3-33 0,2 2-47 16,-2-1-141-16,3-1-358 0,-1-3 158 0</inkml:trace>
  <inkml:trace contextRef="#ctx0" brushRef="#br0" timeOffset="18347.03">19892 2546 105 0,'3'-10'387'0,"2"1"-4"0,-3 2-8 16,0 0-34-16,-1 3-34 0,2-2-35 0,-3 4-27 15,1-1-55-15,-1 3-3 0,4-4-50 0,-4 4-16 16,0 0-14-16,1 16-6 0,-2-3-16 0,-1 5-4 16,-1 6-10-16,-1 4-9 0,0 4-3 0,-1-1-7 15,2 2-20-15,-4-1 8 0,3 2 3 0,-2 0-7 16,1-2 15-16,0-4-24 0,1 0 8 0,0-8-8 0,1 5-2 15,1-9 1-15,-1 0 2 0,2-6-5 0,-2 1-5 16,2-5-3-16,0 1-7 0,0-3 3 0,1-4-4 16,0 0 8-16,0 10-5 0,0-6-8 0,0-4-8 15,0 0-62-15,0 0-70 0,0 0-50 0,0 0-35 16,-9-17-70-16,8 8-246 0,-1-1-583 0,2-2 258 16</inkml:trace>
  <inkml:trace contextRef="#ctx0" brushRef="#br0" timeOffset="18613.02">19665 2849 161 0,'-12'0'282'0,"4"2"-3"0,0-1-8 16,8-1-16-16,0 0-2 0,-15 0-19 0,15 0-21 0,0 0-23 0,0 0-16 16,0 0-14-16,0 0-16 0,0 0-16 0,57-1-7 15,-21-2-16-15,15 3-13 0,2-4-8 16,-2 2-6-16,5-3-9 0,-18 4-6 0,1-3-7 15,-4 3-8-15,-4 0-4 0,-11 1-10 0,-1-3-4 16,-7 3-20-16,-2 0 11 0,-2 0-10 0,-8 0-4 16,13 0-9-16,-13 0-7 15,0 0-6-15,0 0-9 0,0 0-7 0,-27-4-7 16,13 4-7-16,3 0-8 0,0 0-11 0,-3 0-20 16,3 0-23-16,-1-1-29 0,-1 0-44 0,7 0-59 0,6 1-193 15,-13-5-468-15,13 5 207 0</inkml:trace>
  <inkml:trace contextRef="#ctx0" brushRef="#br0" timeOffset="19049.2">20359 2581 382 0,'0'0'412'16,"1"-7"-24"-16,-1 7-34 0,4-3-34 0,-4 3-29 16,0 0-40-16,0 0-20 0,3-3-31 15,-3 3-30-15,0 0-17 0,0 0-8 0,0 0-41 16,5 15 5-16,-4-7-13 0,-1 8-9 0,3 1-5 16,-2 1-34-16,-2 7 15 15,-2 2-1-15,-2 0-3 0,1 4-10 0,-3 1-3 16,0-2-1-16,0-2-8 0,4-2 17 0,-1-6-24 15,0-3 1-15,2-5-5 0,0-2-1 0,1 1 0 16,1-5-4-16,0 0 4 0,-5-1 2 0,5-5 20 16,3 9 27-16,-3-9 45 0,0 0 25 0,0 0-13 15,0 0-11-15,0 0-12 0,34-18-14 0,-20 11-9 16,3-3-11-16,-7 6-4 0,7-7-8 0,-6 4-8 0,1 5-7 0,-2-4-9 16,-2 2-4-16,-2 0-8 0,-1 1-20 0,-5 3-17 15,13 2 2-15,-5 2-7 0,-1 1-9 0,3 3-16 16,-5 2-2-16,2-1-22 0,1 6-27 15,-1 2-41-15,2 0-52 0,-4 2-60 0,-1 0-76 16,1-1-98-16,-3-6-277 0,0 0-754 0,-2-8 333 16</inkml:trace>
  <inkml:trace contextRef="#ctx0" brushRef="#br0" timeOffset="19950.07">22083 2416 244 0,'2'-7'258'0,"1"0"-14"0,-2-1-9 0,1 3-10 16,0 0-11-16,-2 1-16 0,0 1-20 0,0 3-16 16,0-5-23-16,0 5-21 0,1-4-23 0,-1 4-10 15,0 0-8-15,-1 16-10 0,-3 2-8 16,-2 6-5-16,0 5-5 0,-1 5-5 0,-6 12-5 16,3 0-2-16,-1 2-2 0,0-4-5 0,6-10-1 0,-2 16-3 15,3-2 0-15,1-16-1 0,-2 1 0 0,3 2-2 0,-1-2-1 16,2-3-1-16,-4-4-6 0,5-5 4 0,-1-2-1 15,-3-3-2-15,1-2-14 0,3-2-13 0,-3-1-23 16,2-5-19-16,0 0-14 0,1 0-10 0,-1-2-24 16,-2-3-55-16,3-1-69 0,0 0-181 0,0 0-438 15,-14-10 194-15</inkml:trace>
  <inkml:trace contextRef="#ctx0" brushRef="#br0" timeOffset="20228.16">22183 2559 106 0,'0'0'253'0,"-3"-4"-27"0,3 4-32 16,0 0-16-16,0 0-25 0,0 0-13 0,5 14-14 16,0-9-15-16,0 6-10 0,4 3-9 0,4-3-7 15,-3 5-10-15,2 1-6 0,-2-1-5 0,2 0-9 16,-2 1-5-16,-4-3-14 0,-3 0-2 0,1 1-11 15,-2-3 1-15,-2-1 2 0,-4 2 1 0,-5-3 5 16,-3 3 1-16,-1-3-1 0,-4 0 0 0,-2 1-5 0,-1-5 1 0,-2 2-3 16,3-3-2-16,-8 2-2 0,6-5 0 0,3 4-4 15,-1-3-2-15,4-1-9 0,-2-2-22 16,5 2-24-16,3-3-29 0,1 1-52 0,8 0-49 0,-8-6-188 16,7 1-387-16,1 5 172 0</inkml:trace>
  <inkml:trace contextRef="#ctx0" brushRef="#br0" timeOffset="20797.27">22507 2617 231 0,'6'-1'303'0,"6"-5"-30"16,-4 4-28-16,2-1-25 0,0 3-24 0,2-2-23 15,-1 4-14-15,2-2-14 0,1 2-13 0,3 0-14 0,-1 6-10 16,-4-1-12-16,4 3-5 0,-3-1-14 0,0 3-5 0,-2 0-9 15,0 1-2-15,0 1-10 0,-6 1-2 0,-1-3-2 16,-4 5-4-16,0-5-7 0,0 4-2 0,-4-6 0 16,0 0-7-16,3-2 3 0,-4 1 0 15,-1-3-7-15,3-1 0 0,-1-1-8 0,4 0 12 16,-4-1 12-16,2-1 17 0,2-2 11 0,0 0-14 0,0 0-22 0,0 0-22 16,17-14-5-16,0 4-10 0,10-2-21 0,1-3-18 15,5 1-15-15,-1 0-11 0,2 1-2 0,0-2 3 16,3 2 7-16,-1 0 7 0,1 4 4 0,-2-1 3 15,-3 2 9-15,-2 1 2 0,-7 3 6 0,-7 1 1 16,1 1 6-16,-4-1 1 0,-4 1 11 0,-1 2 5 16,-2-2 7-1,-2 1 1-15,1 0 2 0,-5 1 3 0,10-1 2 16,-10 1 0-16,0 0 7 0,0 0 2 0,0 0 0 0,-15 12 0 16,6-7 4-16,0 1-3 0,0 2-3 0,-1 0 0 0,-7 1 1 15,3 1 0-15,-1 0-6 0,2 2 3 16,-1-1-4-16,3 0 0 0,0-1 1 0,3 1 0 15,2-3-3-15,1 1 3 0,1 1 3 0,2-5 0 16,1 2 4-16,4-1 8 0,1-2 6 0,5 0 0 0,4-1-3 16,4-3-2-1,3-2-3-15,8 1 4 0,-7-3-6 0,8-3-4 0,-10-1 1 0,7-2-3 0,-7 2 0 16,-4-3 1-16,4 0 1 0,-4 0 3 0,-2-1 4 16,-2-3 0-16,-2 1-5 0,-2 0 6 0,-3 3-1 0,-4 0-6 15,0 1-1-15,0 1-9 0,-4-1-11 0,-3 3-9 31,-1-1-17-31,0 3-7 0,-3 1-26 0,-1 3-27 16,2-1-33-16,-3 2-44 0,3-1-67 0,2 2-216 16,8-1-488-16,-7 2 216 0</inkml:trace>
  <inkml:trace contextRef="#ctx0" brushRef="#br0" timeOffset="21645.33">23522 2784 242 0,'-2'3'296'0,"2"-3"-28"0,0 0-25 15,-1 4-10-15,1-4-12 0,0 0-13 0,0 0-8 16,-1 3-6-16,1-3 0 0,0 0-12 0,0 0-17 0,0 0-18 16,17-10-7-16,-7 2-5 0,-1 3-6 0,0-4-1 15,3-3 3-15,3 0-1 0,-2-5-4 0,-1 2-15 16,2-7-11-16,0 1-5 0,-1-4-3 0,0 0-10 15,2-3-5-15,0-1-21 0,-2 3 7 0,-1-3-12 16,-3 7 10-16,-3 1 6 0,2 3 6 0,-1 1 4 16,-3 5 6-16,1 4 7 15,-3-1-1-15,0 4-9 0,1-2-6 0,-1 2-12 16,0 3-21-16,-2 2-19 0,0 0-34 0,1-6-21 16,-1 6 1-16,0 0 7 0,-10 20-1 0,4-5 6 15,-5 7-2-15,-2 7-12 0,4 0 23 16,-1 0 4-16,0 2 0 0,6 1 1 0,-1-1-2 15,0-1 4-15,2-3-13 0,5 1 17 0,1 0 3 0,1-6-9 16,1-4 1-16,2-1 6 0,2 0-1 0,2-5 8 0,-5-3 0 16,3 1 6-16,4-5 5 0,1-3 4 0,0 0 17 15,-1-2 2-15,6-3 3 0,-2-1 1 0,-1-1-7 16,1-3-9-16,-3 2 3 0,-5-2 2 0,4-4-5 16,0 0-7-16,-6-2-1 0,0 4-7 0,-1-2-7 15,-3 2-3-15,-2-2-4 0,-2 0-6 0,-2 2-5 16,1 0-9-16,-5 1-6 15,2 5-9-15,-4-4-4 0,-1 3-13 0,0 3-9 16,-2-2-14-16,3 3-32 0,3 1-21 0,-2 1-27 16,0 0-1-16,3 2-1 0,0 2-1 0,4-1 15 15,2 1 6-15,4 0 14 0,7 0 5 0,3 2 13 16,12 0 10-16,3 0 9 0,0-3 9 0,5-1 8 16,4 1 6-16,1-3 6 0,11 0 6 0,-15-2 3 15,2-1 7-15,-1-2 6 0,0 1 17 0,-5 0 17 0,-4-2 21 16,-7 1 28-16,-3 2 38 0,-6-3 32 0,2 0 14 15,-5 3-16-15,-1-3 32 0,-3-1-1 0,-1 1-5 16,0 1-6-16,-2-2-10 0,-2 3-11 0,0-2-9 16,-2 0-15-16,-2 1-12 0,0 1-14 0,-3 3-14 0,-4-3 4 15,-1 6-3-15,-5-3-13 0,-1 4-3 0,1 2-4 16,-2 1-7-16,4 0-1 0,-8 4-4 0,5 0-15 0,1-2-27 16,2 4 3-16,2-1-12 0,-3 2-16 0,7-4-12 15,1 0 1-15,3-1 1 0,-1-2 2 0,2-1 9 16,0-1 0-16,3 0 17 0,1-3 16 0,0-2 17 15,9 2 8-15,1-2 3 0,3-2-10 0,-2 0 6 16,6-3 7-16,0-1 7 0,1-3-4 0,0 4-2 16,-1-3 0-16,2-1-3 15,-2 2-3-15,-3-1 0 0,-1 5-9 0,-2-3 4 16,-1 2-3-16,1 0-1 0,-5 2 3 0,5 0-7 16,-2 1 3-16,0-1 0 0,-1 2-10 15,2 3-9-15,2-2-14 0,-1 2-35 0,2 2-1 16,-2 2-45-16,7-1-47 0,-5 2-48 0,0 1-62 0,2 0-80 15,-6-2-254-15,3-2-651 0,-2 0 289 0</inkml:trace>
  <inkml:trace contextRef="#ctx0" brushRef="#br0" timeOffset="22367.59">24691 2808 10 0,'0'0'372'0,"0"0"-13"0,0 0-20 0,0 0-14 0,0 0-37 16,0 0-5-16,0 0-5 0,0 0-32 0,0 0-21 16,0 0-21-16,0 0-25 0,18-12-19 0,-12 9-16 15,2-4-16-15,1-2-4 0,1 2-11 16,2-5-20-16,-1-1-2 0,2 0-15 0,0-1 0 16,-3-3 3-16,3-4 0 0,-1-3-6 0,1-1-2 15,0 1-7-15,-1-7-5 0,-1 4-3 0,4-3-7 0,-7 2-8 0,3-1-9 16,-2 4-12-16,-1-1 29 0,-3 9 24 0,-2 0 15 15,2 8 14-15,-4 1-4 0,0-1-14 0,2 4-4 16,-3-2-14-16,1 3-23 0,-1 3-34 0,0 1-26 16,0 0 4-16,-10 7 4 0,1 3 0 0,-9 8-1 15,2 2 1-15,-1 9 6 0,2-5-4 0,-2 6-2 16,4 0 7-16,0 0-3 16,2-1-8-16,5 0-13 0,-1 1 12 0,6-4-2 15,2-8 5-15,2 2-1 0,1-1 1 0,2-2-6 16,-1-2 6-16,8-2 9 0,-2-4 1 0,5 1 0 15,2-3-2-15,3-5 6 0,7-1-7 16,-1-1 3-16,3-2 2 0,-10-2-1 0,1-1 3 16,-1-4 1-16,-1 2-1 0,0-5-2 0,-1 2-3 0,-4-2 6 15,0 1-3-15,-5 3 15 0,0-3 3 0,-4 2-2 0,-1-1 11 16,1 3-2-16,-2 0-10 0,-3 0-1 0,-3 0-14 16,2 2-2-16,-4 1 6 0,-4 0-11 0,-3 0-2 15,1 3-11-15,-2 1-16 0,4 3-18 0,-5-1-25 16,4 2-12-16,-1 0-15 0,3 1-6 0,3 2 6 15,2-2 0-15,2 2 9 0,3-2 12 0,2 4 7 16,5-4 12-16,4 2 0 0,6 1 3 0,0-3 1 0,6-1-1 0,-1-2 5 16,5 0-5-16,1-1 17 0,-2-2 1 0,-1-2 7 15,-6-1 6-15,0 0 9 0,-2-3 16 16,0 1 13-16,0 0 29 0,-5-5 9 0,4 3 17 16,-5-2 8-16,-2 1 16 0,-2 1 6 0,-1 0 15 15,1 1 9-15,-1 0 1 0,-3 3 15 0,-1 0 4 0,0-2-10 16,-1 4-10-1,0-1-14-15,-3 3-14 0,1-1-9 0,-1 1-22 16,3-4-20-16,-3 4-22 0,0 0-31 0,0 0-8 16,0 0-5-16,0 0 9 0,1 16-2 0,-3-8 6 15,-2 4 1-15,2-2 4 0,0 3 2 0,-2-1-17 16,1-1-14-16,1 5-14 0,2-3-11 0,-2-3-20 16,0 0-28-16,1 0-49 0,2 1-34 0,-4-6-38 15,3 3-35-15,0-3-29 0,-1-3-317 0,1-2-664 0,0 0 294 0</inkml:trace>
  <inkml:trace contextRef="#ctx0" brushRef="#br0" timeOffset="22514.93">25467 2421 205 0,'1'-8'443'16,"2"-3"-16"-16,-1 0-46 16,-1 4-15-16,1 3-32 0,-2-1-41 0,0 5-22 15,0-10-38-15,0 10-33 0,1-5-53 0,0 4-55 16,-1 1-29-16,0 0-38 0,10 1-53 0,-10-1-55 15,9 4-66-15,-5 1-76 0,-1 2-275 0,1-3-541 16,0 2 240-16</inkml:trace>
  <inkml:trace contextRef="#ctx0" brushRef="#br0" timeOffset="23147.32">25702 2735 120 0,'-2'2'226'0,"2"-2"8"0,0 0 6 0,0 3 15 15,0-3 14-15,0 0 6 0,0 0 17 0,0 0 1 16,0 0-17 0,6 2-31-16,-6-2-25 0,14-7-15 0,-2-3-18 0,-4 3-10 0,6-7-23 0,1 2-18 15,-2-3-11-15,10-6-11 0,-2-1-14 0,2-4-6 16,-1 5-18-16,0-7-3 15,0-1-9-15,7-13-6 0,0 5-12 16,-9 6-5-16,-2 5 1 0,-1-1-5 0,-3-2-6 0,-3 4-7 16,-2 8 8-16,-1-3 9 0,-4 3 2 15,-1 7 0-15,0 0-4 0,0 2-7 0,-2 4-2 0,0-1-22 16,-1 1-21-16,-4 1-4 0,4 3-5 16,-15 9 7-16,0 1 0 0,-2 2 2 0,-6 8-4 15,0-1 12-15,0 3-4 0,1 1 0 0,2 5 2 0,1-2-11 0,2-1-23 16,3 4 16-16,5-3 1 0,3 6-1 0,3-6 0 15,6 1 7-15,-1-2-3 0,5-6 11 0,2-2 0 16,8 4 1-16,-2-8-2 0,10 3 6 0,1-7-1 16,3-1 5-16,-1 0 6 0,3-4-11 0,-1-4 4 15,0 0 1-15,1-5-9 0,-1 1 30 0,-4-6 5 16,-1 0-1 0,-7 1 0-16,1 0 7 0,-6-2 10 0,6-1 4 15,-5-2 9-15,-1 0 10 0,-4 6 20 0,2-5 4 16,-4 3 14-16,-1 1 5 0,0 2 2 0,-1 2-5 15,-3 2-11-15,3-1-13 0,-2 2-12 0,1-2-12 0,-2 1-17 16,-2 3-28-16,3-3-27 0,-3 3-29 0,0 0-9 16,0 0 7-16,2 10-1 0,-2-5 2 0,-2 2 8 15,-2 2 9-15,3 0-3 0,-1 2 8 0,0 1 1 0,0-2-11 16,1 6 17-16,1-1 4 0,-1-3 1 0,1-2-13 16,1 2-14-16,-1-2-21 0,1-3-33 0,-1 0-13 15,2 0-24-15,0-2-20 0,-2-1-20 0,2 1-4 16,-1-2-10-16,-1-3-49 0,0 0-81 0,0 0-304 15,0 0-669-15,10-14 297 0</inkml:trace>
  <inkml:trace contextRef="#ctx0" brushRef="#br0" timeOffset="23300.48">26453 2377 90 0,'0'-4'408'0,"0"0"-21"0,0 4-24 15,4-5-32-15,-4 5-35 0,0 0-29 0,-4-4-29 0,4 4-48 16,0 0 4-1,0 0-53-15,4-4-48 0,-4 4-53 0,0 0-41 16,0 0-4-16,0 0-33 0,0 0-53 0,0 0-35 16,0 0-51-16,-5 17-81 0,5-17-133 0,-4 4-423 15,4-4 188-15</inkml:trace>
  <inkml:trace contextRef="#ctx0" brushRef="#br0" timeOffset="23654.86">26826 2157 354 0,'5'-10'380'0,"-1"1"-23"16,0 4-21-16,-3 1-13 0,3-2-29 0,-2 3-26 15,0-1-26-15,-2 0-23 0,6 1-29 0,-6 3-29 16,0 0-23-16,0 0-27 0,0 0-12 0,0 0-9 15,0 14-12-15,0 0-14 0,-6 4-2 0,2 12-6 16,-1 0 1-16,-3 6-14 0,-6 11 2 0,4-1-5 16,-1 1-1-16,-3 0-8 0,2-1 3 0,3-12-4 15,-1 0 0-15,3-3 1 0,2-1-9 0,1-4-1 0,1-7-1 16,0-2 1-16,1-3-1 0,-1-2-1 0,2-3-3 16,0-1-1-16,1-3 4 0,0 0-3 0,-2 2-4 0,2-4-8 15,0-3 9-15,-1 4-21 0,1-4-7 0,-1 5-46 16,1-5-77-16,0 0-51 0,0 0-47 0,-9-12-55 15,5 4-290-15,0-3-628 0,0 0 278 0</inkml:trace>
  <inkml:trace contextRef="#ctx0" brushRef="#br0" timeOffset="23902.44">26596 2527 154 0,'-4'3'345'0,"1"-2"-3"0,3-1 1 0,0 0-31 16,-8 0-4-16,8 0-20 0,0 0-32 0,0 0-29 16,0 0-25-16,20-1-21 0,2 2-14 0,11-2-18 15,-1 2-37-15,2-1 18 0,0-1-28 0,0 1-12 16,-2 0-9-16,-6 0-10 0,-3-3-5 0,-5 2-4 16,-8 0-11-16,3 1 2 0,-3-3-16 0,-2 3 3 0,-3-2-8 15,-5 2-10-15,9-2-22 0,-9 2-22 0,1-3-18 0,-1 3-19 16,0 0-26-16,-14-2-30 0,9-1-28 0,-3 3-35 15,8 0-46-15,-10 0-53 0,10 0-237 0,-9-1-556 16,9 1 247-16</inkml:trace>
  <inkml:trace contextRef="#ctx0" brushRef="#br0" timeOffset="24457.28">27102 2481 98 0,'0'0'420'0,"3"-4"-4"0,-3 4-31 16,0 0-29-16,0 0-53 0,1-2-6 0,-1 2-41 16,0 0-27-16,0 0-30 0,5-3-36 0,-5 3-17 15,4 7-16-15,1-2-8 0,0-1-19 0,3 4-24 0,0 1-25 0,-2-1-25 16,2 4-18-16,1-3-23 0,0 1-2 0,-3 0-17 16,0 0-3-16,1-3-2 0,-1 3 2 0,-1-3-5 15,-2-4 7-15,1 1 3 0,1 0 8 0,-3-1 21 16,1 0 29-16,1-3-7 0,-4 0 0 0,0 0 0 15,13-4 6-15,-10 1-5 0,5-3 16 0,-2 2-5 16,1-4 17-16,-1-1-4 16,1 2 3-16,0-1-2 0,2 1 1 0,-4 2 10 15,4-2-11-15,1 1 6 0,-3 2-11 0,-2 0-10 16,0 1-2-16,1 1-6 0,-2-1-5 0,-4 3-7 16,13 2 1-16,-9 3-10 0,5 0-17 0,-3 4 19 15,2 2-6-15,1 5 0 0,0 4-17 0,-4 4 19 16,-3 3-5-16,2 2-3 0,-4 0 0 0,-1 0 5 15,-4 5 4-15,-2-3-3 0,-4 0-6 0,-2 0 0 0,-1-2-3 16,1 1 10-16,-3-3-5 0,0-7 3 0,1-6 0 16,2-1 14-16,-1-2 5 0,-2-2 12 0,5-4 9 15,-1-2 16-15,-1-2 10 0,3-5 23 0,-1 0 16 16,2-4 20-16,1-2 24 0,1 1 13 0,3-3 0 16,4-3-15-16,4-4-23 0,8-3-5 0,3-2-10 15,9 0-16-15,4-3-15 0,13-7-11 0,5 3-12 0,-1-1-9 0,-2 2-11 16,1 6-1-16,-11 6-7 0,-2 3-1 0,-2 1-7 15,-2 1 0-15,-2 0-6 0,-8 8-1 0,-4 1-9 16,-3-3-32-16,-3 5-40 0,-1 0-41 0,0 2-62 16,-2-3-63-16,-4 3-6 0,0 0-24 0,0 0-61 15,-31 3-136-15,9 0-264 0,-7-3-786 0,9 1 348 16</inkml:trace>
  <inkml:trace contextRef="#ctx0" brushRef="#br0" timeOffset="25749.09">28964 2651 139 0,'-2'-7'227'0,"0"2"-16"0,-2 2-21 0,-1-2-16 16,-5 0-21-16,1 1-15 0,-1 2-16 0,-5-1-11 16,-2 2-11-16,-5 1-12 0,-6 1-7 0,1 2-10 15,-1 1-4-15,0-1-9 0,0 8 23 0,1-5 2 16,7 1-17-16,-1 2-5 0,2-1-7 16,0 1-6-16,2 1-5 0,3-1-4 0,5-2-3 15,-1 1-5-15,2 1 3 0,5-2-9 0,-1 1-1 16,2-5 4-16,2 2 12 0,0 2 14 0,4-4 14 15,1-1 19-15,4-2 0 0,7 0 0 0,3-5-5 16,0-2 3-16,0 2 13 0,-1-6 1 0,8-2-4 16,-1-3 3-16,-2-1 3 0,-4-4-8 0,4 0-4 15,-1-2-5-15,-3-5-6 0,-1 1-4 0,-3-2-15 0,2-2 1 16,7-10-2-16,-12 9-6 0,1 1-3 0,-2-2-7 0,-3 3 4 16,-1 1 1-16,-1 3 12 0,-3 6-7 0,-1 10 16 15,-1-2-8-15,2 5-13 0,-2 0-8 0,0-2-11 16,0 3-38-16,1 1-42 0,-2 5-10 15,0 0 16-15,0 0 7 0,-13 31 1 0,5-8 7 16,-1 3-2-16,3 4 9 16,-3 3 0-16,-2 10 5 0,5-9 9 0,1 3-3 0,3-1-11 15,0-1 23-15,4-2-2 0,-1 1-7 16,0-5-12-16,2-3-12 0,-1-7-36 0,0-2-27 16,2-2-39-16,-2-1-40 0,2-4-33 0,0 0-50 15,1-3-67-15,-3-2-188 0,1-3-556 0,-3-2 247 16</inkml:trace>
  <inkml:trace contextRef="#ctx0" brushRef="#br0" timeOffset="26092.3">29045 2710 242 0,'0'0'222'0,"0"0"-14"0,0 0-16 0,0 0-16 16,0 0-8-16,2 3-15 0,-2-3-9 0,4 2-6 15,-4-2-2-15,10 0-12 0,4 0-9 0,4-2-13 16,6 0-11-16,-2-2-7 0,8 1-9 0,-4-3-7 16,-3 2-6-16,0-5-6 0,-1 1-7 0,2-1-2 15,-4 1 17-15,-1-4-4 0,-3 2-1 0,5-4-3 0,-6 0 2 16,-2 4 6-16,-2-2 11 0,-2 2 13 16,-5 2 5-16,1-2 5 0,-3 4 12 0,0-1-15 0,-1 2-6 0,-2-1-17 15,1 1-5-15,-6 1-16 0,-1 2 0 0,-3 0-11 16,-3 1-3-16,0 4-8 0,-4 2-5 0,0-1-2 15,-1 1 0-15,3 4-23 0,-2 0 17 0,3 4-3 16,4 0 2-16,-2-1-7 0,2 2-4 0,5 4-5 16,1-3-6-16,4 3-8 0,4-3-12 0,6-1-15 15,4 2-22-15,7 0-35 0,-1 1-41 0,3-3-45 0,4-6-67 16,-1 1-299-16,-5-6-594 0,1-1 262 0</inkml:trace>
  <inkml:trace contextRef="#ctx0" brushRef="#br0" timeOffset="26493.34">29732 2546 369 0,'0'0'368'0,"0"0"-1"0,5-2-50 0,-5 2-33 15,0 0-33-15,0 0-29 0,0 0-30 0,0 0-22 16,0 0-19-16,3 8-14 0,-5-3-11 15,0 7-16-15,-2-5-1 0,3 7-16 0,-4 3-15 0,-2 0-10 0,2 1 5 16,-3 0-9-16,1 6-3 0,-1-5-10 0,-1-1-9 16,4-1 8-16,-4 0-14 0,0-1 1 15,5-5-6-15,-1-1 3 0,1-2-6 0,-1-2 0 16,3 1 3-16,-1-5 17 0,3-2 39 0,0 7 32 16,0-7-11-16,0 0-13 0,0 0-5 0,19-12-11 15,-8 3-10-15,1-3-3 16,1-1-8-16,1 3-9 0,0-4-5 0,-1 0-7 15,4 1 2-15,-3 3-11 0,-2-2 6 0,-3 5-3 16,-3 0 12-16,1 2-8 0,0 1-3 0,-2 1-7 16,0-1-5-16,-1 1-2 0,0 1-10 0,0 1 2 15,-4 1-8-15,13 2-9 0,-6 2-18 0,4 0-16 16,-2 1-19-16,2 2-38 0,-1 1-37 0,-1 0-38 16,3 2-37-16,-1-4-40 0,0 4-33 0,1-3-33 0,-1-3-293 0,-1-1-660 15,1-1 292-15</inkml:trace>
  <inkml:trace contextRef="#ctx0" brushRef="#br0" timeOffset="26862.56">30307 2484 219 0,'0'0'338'0,"6"-3"-14"0,-6 3-37 15,0 0-32-15,0-4-26 0,0 4-29 0,0 0-28 16,0 0-19-16,0 0-13 0,0 0-15 16,-17 10-15-16,4-4-10 0,-3 2-6 0,0-1-14 0,-2 0-6 15,-2 4-7-15,-5 0-4 0,10 0-9 0,-3-2-3 16,5 3-9-16,0-5-4 0,-1 4-5 0,7-3-1 16,0 2-1-16,1 1 0 0,0-2-8 0,4 2-7 0,4-1 10 0,1 3-6 15,8 0 2-15,0-1-5 0,4 0-3 0,2 1-2 16,6-1 2-16,0 5-2 0,-5-7-3 0,1 1-1 15,-3 1-3 1,0-2 0-16,-6-4 0 0,0 0-1 0,-3-1-5 16,-1 0-2-16,-2-2-13 0,-3 1 3 0,-1-1-1 15,0-3 4-15,-11 7 2 0,-2-5-10 0,-4 1-12 16,-3-1-12-16,2 1-24 0,-10-2-25 0,6-1-22 16,-6-1-43-16,7-2-51 0,1 1-254 0,1-3-500 15,3-1 221-15</inkml:trace>
  <inkml:trace contextRef="#ctx0" brushRef="#br0" timeOffset="27141.18">30596 2588 374 0,'1'-5'462'15,"2"-2"-15"-15,-1 4-22 0,-2 1-36 0,0 2-31 16,3-3-37-16,-3-2-43 0,0 5-27 0,0 0-31 15,1-4-43-15,-1 4-37 0,0 0-30 0,0 0-22 16,0 0-3-16,4 12-15 0,-4-7-1 0,-1 7-6 16,-2 0-8-1,2 2-9-15,-3 3 0 0,0-2-5 0,3 2-1 0,-6-3-6 16,2 3 0-16,-1-1-32 0,3 1-23 16,1-6-19-16,2 3-24 0,-3-6-30 0,-1 4-25 15,2-4-21-15,-1-2-24 0,-1 0-9 0,3-2 7 16,-4 0-7-16,5-4-41 0,-7 1-61 0,7-1-222 15,-7-7-539-15,3 0 238 0</inkml:trace>
  <inkml:trace contextRef="#ctx0" brushRef="#br0" timeOffset="27279.4">30575 2460 325 0,'4'-5'363'16,"-4"-1"-15"-16,3-1-36 0,-1 3-26 0,2 1-28 15,-3 1-32-15,-1-3-36 0,0 5-48 0,4-4-56 16,-4 4-51-16,3-3-61 0,-3 3-54 0,0 0-53 0,9-1-57 15,-9 1-167-15,6 0-387 0,-6 0 171 0</inkml:trace>
  <inkml:trace contextRef="#ctx0" brushRef="#br0" timeOffset="27642.65">31064 2181 259 0,'8'-14'384'16,"-2"5"-22"-16,-3 1-2 0,1 3-20 0,1-2-24 15,-2 4-49-15,1-3-35 0,-3 0 4 0,3 3-33 16,-3 2-14-16,-1 1-15 0,3-4-29 0,-3 4-26 16,2-3-25-16,-2 3-35 0,0 0-12 0,0 0 3 0,5 14-6 15,-5-2-7-15,0 5-9 0,-1 9 0 0,-1 6 0 16,-1 4 1-16,-1 8-1 0,-3 4 8 0,1-12-12 15,-3 11 2-15,2 3-21 0,-1-14 23 0,3 0-4 16,0-2-7 0,0-1-3-16,0-3 8 0,-3-3-9 0,4-8 7 15,4 1-8-15,-1-5 16 0,-2-1-16 0,2-5 3 16,-3-1-8-16,4-1 4 0,0 0-5 0,-1-1 2 0,-2-4-23 16,3 5 1-16,0-7 15 0,-1 5-18 0,1-2 1 15,0-3-4-15,0 0-51 0,0 0-56 0,0 0-48 16,0 0-48-16,-5-15-74 0,2 9-272 0,3-6-617 15,4 1 274-15</inkml:trace>
  <inkml:trace contextRef="#ctx0" brushRef="#br0" timeOffset="27880.64">30929 2576 181 0,'-6'0'324'0,"6"0"-5"16,-9 0 0-16,9 0-24 0,0 0-11 0,0 0-34 15,0 0-26-15,0 0-21 16,33 0-22-16,2 0-15 0,2 0-15 16,1 4-21-16,16-4-9 0,-16 1-16 0,13 1-5 15,-15 0-31-15,-1-4 8 0,-6 4 2 0,-9-4-14 0,-2 0-4 16,-4 2-9-16,-3-1-2 0,-4-1-3 0,1 0-11 16,-2 2-31-16,-6 0-25 0,0-6-29 0,0 6-5 0,-12-6-23 15,3 3-20-15,0 1-31 0,-2 0-26 0,-1 1-36 16,4 1-56-16,-2 0-235 0,2-1-519 0,8 1 230 15</inkml:trace>
  <inkml:trace contextRef="#ctx0" brushRef="#br0" timeOffset="28428.05">31531 2520 312 0,'1'-2'407'0,"-1"2"-13"0,6-3-46 0,-6 3-33 16,5-5-10-16,-5 5-30 0,2 0-50 0,-2 0-2 15,0 0-34-15,0 0-19 0,0 0-39 0,0 0-19 16,0 0-12-16,8 10-39 0,-3-3-2 0,-2 1-17 16,0 1-14-16,1 1-11 0,1-1-15 0,1 1-11 15,-1 2-10-15,1-5-8 16,0 4-7-16,-2-6 2 0,-1 3 0 0,1-3 9 16,-2 0 9-16,2-1-2 0,2-3-1 0,-2-1 8 15,-4 0 14-15,13-1 9 0,-8 0 17 0,4-3 2 16,-4-2 20-16,4 1-1 0,0-2 0 0,0 0 9 15,0-2 6-15,0 3-3 0,0-3 14 0,-2 4-8 16,1-1-6-16,-3 1 11 0,-1 1-9 16,2 0-5-16,-2 1-4 0,0 1-14 0,-3-1-9 0,-1 3-20 0,0 0 3 15,0 0-18-15,12 9 6 0,-9 1-10 0,-1 1 4 16,2 6-7-16,-3 9 12 0,-2 1-4 0,-2 2-10 16,0 2 6-16,-4 3 4 0,-2 0-1 0,-9 9 0 15,-1 4 8-15,-5-4-7 0,1-2-9 0,-7-3 2 16,10-10-1-16,3-7 1 0,-6 1 1 0,1-6 5 15,5-6-2-15,-4 0 1 16,5-5 15-16,3-5 30 0,3 0 15 16,-2-2 31-16,3-1 21 0,0-7 8 0,5 0 7 15,3-6-4-15,5-1-14 0,9-6-6 0,7-3-11 0,7 1-14 16,13-10-11-16,8 1-6 0,6 1-15 0,0-2-6 16,-1 2-2-16,0-1-12 0,-5 1-3 0,-2 3-1 15,-4 2 0-15,-12 12-3 0,-2-1-1 16,-4 3 7-16,-10 6 11 0,-2 1 6 0,-2 1-5 0,0 0-4 0,-4 3-6 15,-2-1-10-15,0 4-37 0,0-3-37 0,-4 3-35 0,0 0 2 16,0 0-28-16,-19 5-78 0,-2 3-68 16,-11 1-102-16,-2 1-438 0,3 0-872 0,1-3 386 15</inkml:trace>
  <inkml:trace contextRef="#ctx0" brushRef="#br0" timeOffset="30617.56">8491 4371 115 0,'1'-8'270'0,"-1"-4"-19"0,0 6-10 15,0-5-7-15,1 5-11 0,0-2-9 0,1 1-1 16,-1 2-7-16,-1 0-14 0,1 1-14 0,-1 0-18 0,0 4-25 0,-2-6-13 0,2 6-36 15,0 0-25-15,0 0-6 0,0 0-10 16,-3 17 0-16,-2 1-3 0,-5 9-2 0,1 7 3 16,-4 11-13-16,-6 8 2 15,1 2-2-15,4 0 1 0,-2 2-3 0,3-2-4 16,-4-2-1-16,4 3-3 0,2-5 3 0,1-5-5 16,3-11 1-16,3 2 3 0,0-10-9 0,1 3 1 15,-1-6-1-15,1-6 0 0,2-3-4 0,0-3 1 16,0-1 0-16,1-7 7 0,-3 2 36 0,2-1 43 15,-1 1 26-15,2-6 27 0,-6 2-35 0,6-2-3 16,0 0-25-16,-20-7 7 0,7 0-17 0,-4-1-7 16,3 0-7-16,-5-1-1 0,2 0-8 0,1-1-6 15,0 0-10-15,0 1-8 0,4 4-6 0,0 0-17 16,0-1-20-16,2 1-17 0,0 1-31 0,1 0-20 0,-2 2-25 0,4 1-24 16,2-1-34-16,-2 1-45 0,7 1-46 0,-9 0-63 15,9 0-261-15,-2-6-629 0,2 6 278 0</inkml:trace>
  <inkml:trace contextRef="#ctx0" brushRef="#br0" timeOffset="30947.48">8086 4833 85 0,'-4'2'281'16,"4"-2"-25"-16,-5 1-27 0,5-1-23 0,0 0-25 15,-5 2-20-15,5-2-13 0,0 0-14 0,0 0-9 16,11 1-8-16,3 1-11 0,2-2-9 16,17-2-10-16,0 1-9 0,8-2-7 0,10-2-6 0,3-1-8 15,-1 3-5-15,-2 1-6 0,-12 0-4 0,-6 2-5 16,-1-3-6-16,-3 1-3 0,-6 2-4 0,-6-1-2 0,-2 1-5 0,-5 0 1 15,-2 0-4-15,-3-2 0 0,-5 2 3 0,0 0-8 16,0 0-6-16,0 0-9 0,0 0-17 0,-22 3-10 16,12-1-13-16,-4 0-13 0,5-1-22 15,-5 0-26-15,3 0-40 0,0 1-50 0,-1 1-164 0,1-3-389 16,5 0 173-16</inkml:trace>
  <inkml:trace contextRef="#ctx0" brushRef="#br0">8842 4782 344 0,'4'-4'356'0,"-4"4"-26"0,0 0-26 0,0-3-39 0,0 3-25 15,0 0-29-15,0 0-25 0,0 0-26 0,0 0-14 16,0 0-13-16,5 11-15 0,-9-2-12 0</inkml:trace>
  <inkml:trace contextRef="#ctx0" brushRef="#br0" timeOffset="32623.12">10010 4898 285 0,'-4'-6'289'0,"4"6"-28"0,-1-3-27 15,1 3-25-15,0 0-22 0,-1-4-20 16,1 4-21-16,0 0-14 0,0 0-11 16,0 0-14-16,0 0-10 0,0 0-8 0,18 2-9 0,-6-2-15 15,0 2-14-15,6-1-13 0,1-1-14 0,3 1-10 16,-1-2-19-16,-1-2-5 0,1 1-5 0,-2-1 0 0,2 1-2 0,-2-3 1 0,-4 1 6 15,-1 0-2-15,-2-3 5 0,-1 2 7 0,-3-3 14 16,-2 0 11-16,1 0 15 0,-3-2 12 0,-2 6 9 16,3-4 6-16,-5 1 5 0,0 1 6 0,0 1-10 15,-2 0-10-15,-3-1-6 0,0 4-8 16,-2-1-2-16,-3 3-6 0,-3 0-5 0,0 5-2 0,-1-2-7 16,-2 5-2-1,-2 1 1-15,1 2-5 0,3 2 0 0,-4 2-8 16,3 2 4-16,3 0 1 0,1 0-4 0,2 1 1 15,1-1 1-15,4 3-3 0,2-2 2 0,3 2-8 16,4-3 1-16,2-2-3 0,4-1-4 0,7-3-5 0,10 1-14 16,0-3-17-16,7-1-9 0,2-6-16 0,1-2-14 15,13-2-3-15,2-3 4 0,-15-1 9 0,-1-3 8 16,-1-4 4-16,-3-1 6 0,-4-1 15 0,2-1 12 0,-6-4 26 16,-3-2 8-16,0-2 17 0,-3 1 15 0,-2-5 11 15,-2 1 10-15,-3-4 7 0,-1-3 9 0,-2 2 11 16,1-1 12-16,-2 1 19 0,1-2 28 0,0 4 7 15,-8 5 11 1,3 6 7-16,-4 2 4 0,1 7 4 0,2-2-20 16,1 8-17-16,-3-2-20 0,-1-1-24 0,1 4-9 15,2-1-32-15,-3 4-38 0,0 0-14 0,0 0-7 16,0 0 3-16,0 20-12 0,1-4 12 0,-1 1 4 0,-1 11 3 16,1-2-4-16,0 4-1 0,0 3 3 0,-3-2-4 15,2 3 3-15,1 0-3 0,0-1 0 0,0 1 2 16,0-4 4-16,1-2-6 0,2-3 3 0,-3-5 2 0,0-2-1 15,0-1-14-15,0-5-14 0,0-5-11 0,0 3 4 16,-3-5 1-16,3 2 5 0,0-2 8 0,0-5 15 16,3 6 21-16,-6-5-6 0,3-1-4 0,0 0-9 15,-15-10-13-15,7 2-2 0,-10-1-8 0,6-2-8 16,-13-1-6-16,1-5-8 0,0 4 0 0,-3-2 1 16,-1 1 4-16,6 1-3 0,3 3-1 0,1 3 17 0,4-1 7 15,2 3 1-15,1 0-11 0,2 2 28 16,5 0-9-16,-2 0-5 0,1 1-15 0,5 2 1 0,0 0 5 0,0 0 3 15,23-3 5-15,6 3-7 0,3 0-10 0,4 0-2 16,20-2-20-16,-1 2-9 0,0 0-4 0,1 0-4 16,-3-3 0-16,-1 1 6 0,-11-4 11 0,-3 4 2 15,1-3 9-15,-4 2-3 0,-3-2 6 0,-4 1 16 16,-8 2 27-16,-8 0 38 0,1-2 33 0,-4 2 22 16,-2-1 14-16,0 2 14 15,-1 1 3-15,1-3-4 0,-7 3-11 0,6 0-8 16,-2 0-8-16,-4 0-11 0,0 0-19 0,0 0-11 15,8 0-16-15,-8 0-21 0,0 0-13 0,1 5 0 16,-2 2 0-16,-2-1-4 0,2 5 3 0,0-1-3 16,-2 2 0-16,-1 0 3 0,2 3-1 0,-1-3-8 15,3 1-15-15,-1-1-11 0,-2-1-17 0,2 1-20 16,1 0-23-16,-3-4-28 0,2 4-23 0,1-6-23 0,-2 0-30 0,-2-2-23 16,4 2-7-16,-6-2-30 0,6-4-58 0,0 0-265 15,0 0-624-15,-16-11 277 0</inkml:trace>
  <inkml:trace contextRef="#ctx0" brushRef="#br0" timeOffset="32752.41">11234 4642 1 0,'4'-7'266'16,"-3"2"-27"-16,3-1-29 0,2 1-37 0,-2 2-38 15,4-2-34-15,-3 3-42 0,-5 2-47 0,19-1-48 0,-6 1-80 16,0 1-58-16,1 1-189 0,2 0 83 15</inkml:trace>
  <inkml:trace contextRef="#ctx0" brushRef="#br0" timeOffset="33137.87">11761 4728 236 0,'-14'1'238'16,"-3"4"-9"-16,-2-2-13 0,1 2-18 0,1 3-14 16,-1-1-22-16,4 2-14 0,-1 3-5 0,0 0-7 0,1 2-8 15,1 1-9-15,-5 4-10 0,9-4-13 0,0 0 0 16,2 1-4-16,3-5 0 0,2 0-6 16,2 1-5-16,4-2-4 0,5-1-1 0,0-1-4 15,8 1-9-15,10-4-7 0,5 0 1 0,-2 0-7 0,-2-5-5 0,6 0-4 16,-4-6-6-16,0 2-3 0,-4-1 3 0,-5-2-6 15,-1 0-3-15,-7-3 0 0,1-1 8 0,-3-2 3 16,0-2 1-16,-6 1-4 0,0-6-3 0,-5 2 2 16,0 0-4-16,-5 1 1 0,1-3-3 0,-1 4-4 15,-3-1 15-15,-2 2-16 0,2 1-8 0,-2 0 4 16,-4 6-8-16,1-4 1 0,-1 10-2 0,-1-3-9 0,1 4-5 0,0 0-7 16,1 3-22-16,-1 1-16 0,1 1-31 0,1-1-30 15,1 6-26-15,5-2-40 0,-1 1-46 0,4 1-63 16,0-1-187-16,6-1-510 0,4 0 226 0</inkml:trace>
  <inkml:trace contextRef="#ctx0" brushRef="#br0" timeOffset="33476.28">12112 4756 194 0,'0'-4'371'16,"0"4"-35"-16,0 0-36 0,0 0-34 0,0 0-31 0,0 0-20 0,0 0-31 16,0 0-16-16,0 0-20 0,0 0-13 0,0 14-11 15,-3-6-12-15,2 0-11 0,0 2-13 0,-2 0-5 16,2 2-1-16,-3-2-17 0,4 2 5 0,-5-2-17 16,4-3-2-16,1 0-7 0,0 0-1 0,0-4 4 15,-3 1-4-15,2 0 19 0,1-4 34 0,0 6 22 16,0-6 10-16,0 0 30 15,0 0-21-15,0 0-18 0,19-12-10 0,-7 7-14 16,-2 0-7-16,-1-2-12 0,0 2-4 0,0 0-10 16,1-1-8-16,-5 5-11 0,4 1-5 0,0 0-17 15,0 1-18-15,0 6-11 0,0 2-9 0,1 0-22 16,0 4-55-16,1 1-50 0,-4 2-67 0,0 1-95 16,-5-5-397-16,2 3-763 0,-3-5 338 0</inkml:trace>
  <inkml:trace contextRef="#ctx0" brushRef="#br0" timeOffset="34061.51">8202 4924 233 0,'-6'-3'228'0,"0"2"-19"0,2 0-20 0,1-2-19 15,3 3-17-15,0 0-20 0,-8-3-10 16,8 3-4-16,0 0-10 0,0 0-2 0,0 0-8 16,0 0-2-16,10 15 6 15,-1-11 4-15,9 4 5 0,0-2 4 16,14 1 7-16,6-1 0 0,22-1 0 0,36 0 3 0,12-6 6 15,5-3-4-15,22-3-2 0,5-3-10 0,17 3-9 16,17-1-7-16,16 1-13 0,10 3-11 0,2-4-2 16,10 1-6-16,-3 5-11 0,-4 1-7 0,-15-1-4 15,-11 1 12-15,-12-1-24 0,-15 0-4 0,-20 1-1 16,-20 2 0-16,-13-3-6 0,-39-1 7 0,-6 2-10 16,-19 0-4-16,-4-1 1 0,-13 1 31 0,2-1 23 15,-6 2 29-15,-6 0 31 0,0 0 23 0,-2-2 11 0,-2 1-9 0,-4 1-18 16,8-1-6-16,-8 1-23 0,6 0-25 0,-6 0-40 15,0 0-44-15,7-2-52 0,-7 2-70 0,0 0-92 16,3-4-100-16,3 2-124 0,4-2-321 0,1 1-820 0,6-2 363 31</inkml:trace>
  <inkml:trace contextRef="#ctx0" brushRef="#br0" timeOffset="34710.85">14017 4437 28 0,'2'-19'287'0,"0"1"-2"0,-2 2-10 0,1 3 1 0,1 3 5 16,-2-1-15-16,0 3-24 0,0 1-13 0,0 2-29 0,2 0-24 15,-2 3-43-15,0 2-22 0,0 0-14 0,0 0-10 16,-19 22-7-16,5 1-5 0,-2 4-9 0,-5 17-10 16,1 4-1-16,-3 0-4 0,3 2-6 0,-3 2-2 15,3 2-6-15,3 0-4 0,2-4 3 16,3 0-2-16,2-5-3 0,3-12-5 16,0-2 4-16,5 0-4 0,-2-9-4 0,2 0 3 15,1-10-8-15,-1-1 4 0,0-2 1 16,0-1-2-16,-1-2 5 0,3-3 0 0,-1 2 43 15,0-2-11-15,1-3-17 0,0 0 10 0,-14-6 0 16,3 4-40-16,-3-8-18 0,-1 3-9 0,-2-2-30 0,0 1-21 16,-8-5-24-16,6 2-19 0,-4-2-34 15,-2 3-27-15,0-2-31 0,7 1-36 0,-1 1-270 0,4 0-549 0,2-2 244 16</inkml:trace>
  <inkml:trace contextRef="#ctx0" brushRef="#br0" timeOffset="34995.87">13546 4790 162 0,'0'0'257'0,"0"0"-22"0,-8 0-27 0,8 0-20 15,0 0-22-15,0 0-21 0,0 0-11 16,0 0-8-16,-5-2-8 0,5 2-6 0,0 0 7 0,13 7 7 16,1-6-4-16,6 0-5 0,12 3-10 0,8-5-7 15,15-3-7-15,2 3-10 16,0 1-8-16,-4 0-5 15,1-3-7-15,-18 3-10 0,-3-2-6 0,0 2-4 0,-5-2-8 16,-10 4 0-16,-5-4-4 0,-4 2 0 0,0 2 3 0,-3-2 2 16,1 0 11-16,-7 0 11 0,6-2-9 0,-6 2-13 15,0 0-14-15,0 0-16 0,0 0-10 0,0 0-10 16,-27 0-14-16,21 2-11 0,-3-2-18 0,-3 1-21 16,6-1-24-16,-2 1-38 0,3-1-36 15,5 0-43-15,-9 0-220 0,9 0-475 0,0 0 209 0</inkml:trace>
  <inkml:trace contextRef="#ctx0" brushRef="#br0" timeOffset="35680.9">14381 4720 323 0,'4'-2'358'0,"-4"2"-22"0,0 0-30 15,0 0-33-15,0 0-33 0,5-1-27 0,-5 1-20 16,0 0-27-16,0 0-15 0,0 0-16 0,4 8-14 15,-4-1-14-15,2 0-8 0,-4 4-9 0,2 0-10 16,0 2-7-16,2 3-4 0,-2 1-10 16,0 0 0-16,2-5-6 0,2 0-4 0,0-3-7 0,-2 2-4 15,1-2-5-15,1-1-3 0,-2-1-4 0,2-1 0 0,-1-2 5 16,2-2-6-16,1 0 6 0,2-2-3 0,-1 0-5 16,5-5 7-16,2 0 6 0,-4-1-12 0,4-3-11 15,0-1 16-15,3 1 11 0,-8-1 4 0,1-1 6 16,3 0-3-16,-5 2 3 0,-2 2-6 0,1 0 3 15,-1 1-3-15,-1 1-7 0,-3 1-7 0,2 2 7 16,0-1-30-16,-1 0 25 16,-3 3-29-16,4-4-26 0,-4 4-12 0,3 0-7 15,-3 0 7-15,0 0 15 0,12 7-8 0,-6-2-4 16,3 0-15-16,3 2-7 0,-1 0-18 0,6 3-10 16,2-3-13-16,9 3-5 0,-1-2-13 0,0-1-22 15,1-3-19-15,0 3-12 0,-1-4-10 0,-7-2 5 16,3 1 9-16,-5-5 7 0,1 3 15 0,2-5 33 15,-5 0 40-15,0-2 30 0,-6 3 36 0,3-4 32 0,-2-5 28 0,2 2 30 16,-7 2 24-16,3-1 23 0,-1 1 12 0,-2-2 22 16,-1 2 15-16,1 1 8 0,-3 3 6 0,1 2 0 15,0-2-14-15,-3 2-21 0,1 0-11 0,-1 0-26 16,-1 3-22-16,4-2-22 0,-4 2-27 16,0 0-3-16,0 0-9 0,0 12-3 0,0-1 12 0,-2 0-23 15,-1 1 0-15,0 4-16 0,1 5 12 0,-6-3-3 0,0 4 1 16,4-1-5-16,-1 2-1 0,-1-4-3 0,1-3 1 15,1-1-14-15,1-4 10 0,2 1 2 0,-2-5-12 16,1 0 3-16,1-4-4 0,1 3 8 0,0-3 19 0,0-3 20 16,-2 5 27-16,2-5 36 0,0 0-15 0,0 0-8 15,0 0-12-15,12-14-8 0,-6 4-5 16,2 0-6-16,1 0-8 16,2-4-6-16,-3 4-5 0,3-3-2 0,2 0-7 15,-5 3-6-15,2 1 0 0,-2 1-5 0,-3 2-2 16,0 1-8-16,-1-1-7 0,2 3-15 0,1 1-19 15,3-3-14-15,-5 5-22 0,-5 0-24 0,19 0-37 16,-6 5-42-16,0-3-42 0,0 2-43 0,4 2-50 16,4-3-64-16,-4 2-365 0,4-2-797 0,-3-1 353 15</inkml:trace>
  <inkml:trace contextRef="#ctx0" brushRef="#br0" timeOffset="36597.08">15493 4821 21 0,'0'0'323'15,"-1"-4"-10"-15,1 4-17 0,0-6-25 0,0 6-26 16,0 0-25-16,0 0-24 16,0-4-12-16,0 4-14 0,0 0-19 15,0 0-16-15,0 0-13 0,1-5-10 0,-1 5-13 16,9-1-9-16,-1 1-12 0,1 1-6 0,3-1-11 16,1-1-13-16,3 1-14 0,3-4 1 0,-3 2-9 0,0-1 1 15,-2 1-4-15,-1-1-6 0,1-1 4 0,-4 1-4 16,1-2-3-16,-1 1 0 0,-2 1 3 0,-1-2 9 15,-2 3 7-15,-1-1 4 0,1 1 12 16,-2-2 8-16,0 2 7 0,-3 2-4 0,5-4-9 0,-5 4-11 0,1-3-4 16,-1 3-7-16,0 0-6 0,0 0 2 0,-20 6-1 15,7-2-12-15,-2 4 2 0,-2-1 0 0,0 0-4 16,-3 6-2-16,5-1 4 0,-7 4 5 0,8-2-16 16,1 1 6-16,-3-4-6 0,4 4 2 0,2 1-2 15,4-2-9-15,0-2-1 0,4 0-2 0,3-1 3 0,4-2 8 0,4 0 2 16,9 4-7-16,9-5-5 0,1 2-1 0,4-7-10 15,4 0-8-15,1-3-9 0,1-3-1 0,13-1 5 16,-12-1 0-16,-1-3 2 0,-1-2 5 0,-2-2 5 16,-1-2 2-16,-4-2 3 0,0-2 12 0,-3 1 7 15,-1-5 11-15,-2-1 16 0,-4-2 7 0,-1-2 4 16,-2-1 18 0,0-3 9-16,-1-2 9 0,0-12-15 0,-2-1 32 0,-7 14 13 15,1-2 14-15,-3 5 23 0,3 2 20 16,-2 1 12-16,-2 9 20 0,-3 2 7 0,-1 4-5 15,3 3-17-15,-3 3-17 0,1-1-27 0,-1 1-15 16,0 1-21-16,3 0-57 0,-3 4-45 0,0-3-49 16,0 3 5-16,0 0 8 0,-3 17 1 0,-1 1 5 0,3 1 6 15,-3 12 5-15,0 5 1 0,-3 0 1 0,0 11 5 0,2-1 0 16,0-11 6-16,-4 13 2 0,8-13 0 0,-3-1 3 16,2 0-18-16,2-2-8 0,0-5-3 0,0 0 2 15,0-8-20-15,0-2 10 0,2-4 0 0,-2-3 4 16,0 2 4-16,0-8 1 0,0 4 10 0,0-5 12 15,-4 2 15-15,4-4 19 0,0-1-5 0,-8 0 0 16,8 0-5-16,-10-4-1 16,-2-3-2-16,-3-3-1 0,-2 3-5 0,-1-3 2 15,0 1-4-15,-6-6 2 0,7 4 1 0,-1 1-5 16,0 2-6-16,5 1 11 0,3 0-6 0,-3 2 2 16,4 0-5-16,4 1-9 0,0 1-13 0,-2 0-5 15,3 1 0-15,4 2-20 0,0-8-15 0,0 8 2 16,20-7 4-16,-2 3 5 0,14-3-11 0,1 1-15 15,4-2 27-15,3 4-11 0,13-6 10 0,1 1 2 0,-1 2 9 0,-15 2 14 16,0-2 2-16,-2-1-11 0,1 3 4 16,-6-2 4-16,-3-3 23 0,-8 3 13 0,-2-2 24 15,-2 3 22-15,-5-1 18 0,2 1 15 0,-4 1 16 16,-3 0 15-16,2 2 15 0,-2 1 7 0,-3-1-3 0,1 0-13 16,-1 1-13-16,-3 2-14 0,4-4-13 0,-4 4-16 15,0 0-20-15,0 0-27 0,9 0-32 0,-9 0-2 0,0 9-7 16,0-2 0-16,1 3 9 0,-6 1 2 0,4 6 1 15,-3-1 3-15,0 3 2 0,-1-2 0 0,1 5-4 16,3-3-32-16,-3-1-15 0,2-1-25 0,0-3-17 16,2-1-26-16,-2-2-35 0,1-1-24 0,0-3-21 15,-1 0-25-15,2-1-13 0,0-2 2 0,-5-2-47 16,5-2-52 0,0 0-293-16,-12-6-682 0,7-2 302 0</inkml:trace>
  <inkml:trace contextRef="#ctx0" brushRef="#br0" timeOffset="36744.21">16572 4567 101 0,'4'-20'249'0,"-1"3"11"0,1 0-1 16,0 5-11-16,0 0-11 0,1 1-15 0,-1 4-23 15,-3 2-21-15,2-2-21 0,-1 2-10 0,2 0-23 0,-1 2-22 0,3-1-24 16,0 4-32-16,2 0-39 0,1 1-39 0,2 1-55 16,2 2-60-16,0-1-81 0,1 1-126 15,5-1-383-15,7 5 170 0</inkml:trace>
  <inkml:trace contextRef="#ctx0" brushRef="#br0" timeOffset="37113.46">17236 4659 44 0,'-13'2'246'0,"1"3"-16"0,-5 0-20 0,2-1-11 15,-3 4-14-15,1 0-15 0,-2 1-16 0,2 2-13 0,2 1-9 0,2 0-13 16,-1 2-13-16,1 0-7 16,-1 1-6-16,3 2 3 0,1-3-5 0,1 2 0 0,5 0-6 0,3-2 0 15,-1-1-11-15,5 3 1 0,0-4-7 0,4-1 0 16,2 0-5-16,4-1-5 0,5-1-1 0,1-4-5 16,7 2-7-16,3-2-1 0,-9-5-3 0,10 0-5 15,-10-1-5-15,-1-3-1 0,2 0 10 0,-5-3 17 0,-2 2 1 16,-3-3-5-16,-1-1-4 0,-3-1 4 0,2-5-8 15,-5 4 4-15,0-7-4 0,-4 1-6 0,-1-4-3 0,-6 4-11 16,4-2-5-16,-4 2-5 0,-3 0-1 16,-3 2-6-16,0 0-10 0,-4 2-6 0,-8 2-8 15,7 0-2-15,-9 8-13 0,6 0-11 0,-1 0-13 16,3 3-24-16,1 3-28 16,-1-1-39-16,7 1-45 0,1-2-48 0,1 7-260 15,6-5-540-15,1 2 240 0</inkml:trace>
  <inkml:trace contextRef="#ctx0" brushRef="#br0" timeOffset="37430.05">17516 4761 105 0,'0'0'376'0,"9"0"-42"15,-9 0-32-15,5 0-34 0,-5 0-33 16,2 2-24-16,-2-2-25 0,3 5-15 0,-3 0-6 15,-3 0-13-15,1 1-11 0,-2 5-13 0,-1-2-13 0,1 4-11 16,0-2-5 0,1 0-11-16,1 2 0 0,-2-3-5 0,3-4-35 15,1 1 5-15,-5 0 2 0,5-3-15 0,0 0 10 16,5 0 10-16,0-3 1 0,-5-1 19 0,17-5 8 16,-3 1-3-16,1-4 4 0,6 1 2 0,-2-1 7 15,-1 0-1-15,0 0-5 0,-3 0 7 0,-2 7-7 16,-4-3-8-16,1 0-12 0,-4 0-12 0,1 2-12 15,-2 3-6-15,1 4-11 0,3 1-8 0,0 4-23 0,-4-1-31 0,0 6-72 16,3 1-76-16,1 1-102 0,-8 0-452 0,3-5-794 16,-3-2 352-16</inkml:trace>
  <inkml:trace contextRef="#ctx0" brushRef="#br0" timeOffset="41320.48">9863 6682 54 0,'-1'-10'259'15,"1"1"-12"-15,-2-1-19 0,2 3-14 0,0 1-13 16,0 0-18-16,0 1-13 0,-1 2-17 0,1-2-18 0,0 5-15 16,-1-5-12-16,1 5-18 0,0 0-28 0,0 0-6 0,0 0-5 15,-3 13-9-15,2 4-7 0,-5 2-1 0,-1 11-4 16,0 15-2-16,-2 5-1 0,-1 2-2 0,1 1-4 0,0 2-4 15,-1 3 3-15,-1 0-3 0,2-3 6 0,-1-2-7 16,5-3-3-16,-4-1 1 0,5-15-2 0,-1-1 0 16,-3-1-3-16,6-1 3 0,-5-5-2 15,5-6 1-15,-2-5-3 16,0-4 6-16,-1 0-4 0,1-1-1 0,3-3 6 16,-3-3 12-16,0 0-7 0,-1-1 1 0,-4-1-4 15,-5-2 4-15,-1-5-6 0,-3 1 0 0,0-1-2 16,0-2 5-16,-3 0 4 0,1 0-2 0,1-2 5 0,0 2-4 15,2-2 0-15,0 3-1 0,6 1-3 0,-3 0-4 16,4 0-1-16,0 2 8 0,0 0-14 0,2 1-8 16,1 0-19-16,2 2-20 0,-1-1-15 0,6 1-27 0,-11 4-18 15,7 0-29-15,1-3-33 0,2 3-69 0,1-4-160 16,-2 4-425-16,2-4 189 0</inkml:trace>
  <inkml:trace contextRef="#ctx0" brushRef="#br0" timeOffset="41690.33">9504 7159 104 0,'-4'2'188'0,"4"-2"-18"0,0 0-19 0,0 5-18 16,0-5-7-16,4 5-11 0,1-3-7 0,4 3-4 15,1 1-4-15,7-6-13 0,12 4 4 0,6-2-6 16,2-3-6-16,2 0-6 0,15-3-5 0,0 1-9 16,-16 1-3-16,1 1-9 0,-2 0-4 0,-3-3-3 0,3 3-1 0,-10-1-3 15,-8 3-8-15,-2-2-4 0,-4-1 1 0,-6 1-2 16,2 1 5-16,-3 0 11 0,-6 0 9 0,9 0 4 15,-9 0-6-15,0 0-4 0,9 1-10 0,-9-1-21 16,0 0-25-16,0 0-22 0,0 0-27 0,-25 5-26 16,16-4-46-16,1-1-59 0,3 1-135 0,5-1-355 15,-10-2 158-15</inkml:trace>
  <inkml:trace contextRef="#ctx0" brushRef="#br0" timeOffset="42155.1">10455 7009 185 0,'2'-5'287'16,"-2"5"-32"-16,4-4-25 0,1 3-25 0,0-2-24 15,-5 3-15-15,14 0-19 0,-3 3-14 0,-1-2-13 16,1 3-11-16,1 0-14 0,-1 1-10 0,1 3-11 15,-2-1-10 1,3 5-8-16,-3 1-10 0,-1 2-9 0,-4-4-4 0,-1 5-2 16,-3 0-5-16,2 2-7 0,-7-1 2 0,0 3-2 15,-4-2-3-15,-2-1 1 0,0 0-3 0,-3-2 1 0,3 1 2 16,-3-3-1-16,0-1 5 16,5-4 1-16,0 1 3 0,1-4 6 0,2-1 6 0,1 0 16 0,1-1 16 0,0 1 30 15,1-2 19-15,2-2 4 0,0 0-15 16,0 0-15-16,0 0-9 0,11-21-8 0,2 8-11 15,1-1 8-15,4-10-19 0,2 7-10 0,-2-4 3 16,4 5-11-16,-8 2-5 0,0 2-4 0,-1 0-3 16,1 1-4-16,-5 2-1 0,0 4 3 0,-3 1-8 15,-2-1 1-15,1 2-3 0,-1 1-1 0,-2-1-8 0,-2 3-9 16,0 0-6-16,0 0-4 0,0 0-6 16,12 8 4-16,-10-2 1 15,-2 2-1-15,3 2 6 0,0 0 5 0,-1 2 0 16,-1-1-2-16,2 1-14 0,-2-1-12 0,3 1-20 0,-3 2-20 15,2-2-17-15,0-1-31 0,0 1-28 0,0-3-39 16,2-2-49-16,-1-2-265 0,0-3-546 0,1 1 242 16</inkml:trace>
  <inkml:trace contextRef="#ctx0" brushRef="#br0" timeOffset="42391.54">10949 6934 236 0,'4'-6'405'0,"0"2"-43"0,-3 0-42 0,0 0-27 0,1 0-37 16,-2 4-29-16,4-2-23 0,-4 2-19 16,0 0-21-16,12 4-24 0,-3 2-10 0,-4 2-15 0,7 4-13 0,-1 4-15 15,1-1-13-15,-1 10-7 0,1 3-13 0,-3 2 2 16,-4 2-13-16,-6 2-2 0,-2 0-16 0,-2 1-5 16,-8 0-8-16,-2 8-18 0,-2-11-13 0,-13 5-18 15,5-11-25-15,0 1-32 0,-6-4-33 0,-2-2-49 16,2-4-51-16,-6-4-252 0,0-4-518 0,1-2 229 15</inkml:trace>
  <inkml:trace contextRef="#ctx0" brushRef="#br0" timeOffset="42692.41">10483 6783 191 0,'-7'-4'276'0,"2"-1"-27"0,1 2-25 15,-2 2-27-15,0 0-20 0,-3 3-19 0,0 4-17 16,-4 3-20-16,0 4-12 0,-3 9-5 0,-1 7-14 0,1 5-10 16,-3 11-1-16,0 1-15 0,7 1-7 0,-1 1-4 0,4-1-5 15,2-12-5-15,6 13-5 0,1-15 14 0,5-1-3 16,2-1 2-16,3-3-6 0,9 0 3 0,0-3-2 15,8-2-3-15,6-3-2 0,16 0-19 0,6-6-29 16,-3-2-44-16,4-4-51 0,6-7-68 0,0 2-258 31,4-7-464-31,-1 2 206 0</inkml:trace>
  <inkml:trace contextRef="#ctx0" brushRef="#br0" timeOffset="43172.41">11804 7166 40 0,'0'0'284'0,"0"0"-9"0,0 0-10 0,0 0-4 16,0 0-7-16,0 0-10 15,0 0-7-15,0 0-16 0,0 0-20 0,0 0-19 16,0 0-15-16,-5 1-21 0,5-1-13 0,0 0-11 15,0 0-16-15,0 0-11 0,0 0-31 0,31-2-31 16,-16 0-48-16,5 2-56 0,2-2-68 0,5-2-81 16,-5 1-262-16,-2 2-520 0,2-2 231 0</inkml:trace>
  <inkml:trace contextRef="#ctx0" brushRef="#br0" timeOffset="43326.02">11865 7323 332 0,'-5'5'320'0,"1"-2"-18"0,-1-1-20 15,2 0-11-15,1 1-20 0,2-3-19 0,0 0-19 16,0 0-26-16,14 2-31 0,3-4-28 0,3-2-54 16,14-2-73-16,3 1-84 0,16-5-91 0,-14 3-242 0,10-3-449 15,-10 2 198-15</inkml:trace>
  <inkml:trace contextRef="#ctx0" brushRef="#br0" timeOffset="44310.88">14535 6246 259 0,'-3'-4'301'0,"2"-2"-5"0,-2 2-17 0,3 1-24 0,-1-1-26 0,1 4-26 16,-5-5-22-16,5 5-22 0,0 0-17 0,0 0-29 15,0 0-13-15,0 0-10 0,-5 18-11 0,2-7-6 16,3 6-6-16,-2 9 2 0,-1 1-14 0,2-1-6 15,-3 1-5-15,4 1-23 0,0 0-20 0,1-2-22 16,-2 1-37-16,1-1-34 0,-4-1-19 0,4-4-21 0,-1-4-46 16,-7 0-235-16,2-2-446 0,2-3 198 0</inkml:trace>
  <inkml:trace contextRef="#ctx0" brushRef="#br0" timeOffset="44742.82">13914 6777 90 0,'-8'1'260'16,"3"0"-16"-16,0-1-12 0,0 2-13 0,5-2-9 16,0 0-13-16,-13 0-14 0,13 0-16 0,-5 0-12 0,5 0-10 15,0 0-17-15,-5 1-8 0,5-1-7 0,0 0-12 16,0 0-10-16,0 0-9 0,0 0-7 0,-8 0-7 0,8 0-10 15,0 0-3-15,0 0-4 0,0 0-4 0,0 0-7 16,0 0-4-16,0 0-8 0,0 0 3 0,0 0-5 16,0 0 0-16,0 0-6 0,0 0 1 0,0 0 2 15,0 0-1-15,0 0-8 0,0 0 4 0,0 0 1 16,0 0-2-16,35 1 0 0,-6-3 4 0,11-2-3 0,22 1-3 16,32-5-2-1,4 1-3-15,8-2 11 0,10 4-9 0,11-3-1 16,1 2-5-16,7-1 1 0,-1 3 0 0,-1-1-2 15,1 1 4-15,-6 1-6 0,-3 0 2 0,-10 1 8 16,-10-2-11-16,-13 1-2 0,-28 1 0 0,-5 1 16 16,-7 1-11-16,-13 0 7 0,-9-1 3 0,-8 1-3 15,-3 0 11-15,-6-1-5 0,-1-1 0 0,-3 2 5 16,-1 0 0-16,-1 0 10 0,-1-1-21 0,-6 1-17 0,5-2-46 0,-5 2-50 16,0 0-60-16,0 0-60 0,-39 1-329 0,17-2-595 15,-8-1 262-15</inkml:trace>
  <inkml:trace contextRef="#ctx0" brushRef="#br0" timeOffset="45478.03">14034 7545 20 0,'-4'4'171'0,"0"-1"-16"0,0-2-11 16,4-1-5-1,-5 3-8-15,5-3-4 0,0 0 1 0,-2 2 3 16,2-2 10-16,0 0 8 0,0 0 9 0,0 0 7 15,0 0 4-15,0 0-5 0,0 0-10 0,16-6-10 0,-3-3-7 16,1 2-16-16,4-7-3 0,-4 2 0 0,9-3-2 16,-3-5 1-16,1 1-5 0,1 0-2 15,-3-3-2-15,-2-4-11 0,2-3-12 0,-1 1-2 16,-1-4-3-16,-4 2 2 0,1-2 4 0,-1-2 0 0,1 3-6 0,-5 4 9 16,0 1 20-16,-1 9 2 0,-6 4 6 0,1 1-4 15,-2 2-1-15,3-1-10 0,-3 6-19 0,0-2-7 16,1 2-12-16,-2 3-32 0,0 2-33 0,1-4-41 0,-1 4 5 15,0 0 4-15,-4 11 0 0,-4 3 3 16,-3 4 3-16,2 5 6 0,-1 5-6 0,-3 3 5 0,4 0 6 16,1 0 2-1,3 1 6-15,-1 0-2 0,1-2 3 0,6-5 6 16,-1 4-18-16,4-7 8 0,2-2-2 0,2-4 1 16,1-1-1-16,0-3 9 0,1-2 4 0,-1-3 2 15,3-3 1-15,2 3 3 0,-3-4 1 0,2-2 0 0,-2-1 8 16,2-1-5-16,-1-1-3 0,-3-2 8 15,-2-2-8-15,2 0 4 0,-5 0-3 0,-1-2 1 16,-1 1-10-16,-2 0 11 0,-2-3-15 0,-2 1-2 0,-1 2-7 0,-3 0 0 16,0-1-15-16,-1 0-10 0,-3 4-6 0,1 0-16 15,0-1-15-15,0 2-15 0,-1 3-25 0,2-2-34 16,1 2-41-16,1 2-50 0,8-2-53 0,-5-2-286 16,5 2-627-16,0 0 277 0</inkml:trace>
  <inkml:trace contextRef="#ctx0" brushRef="#br0" timeOffset="45860.1">14921 7321 175 0,'-8'1'250'0,"0"-1"-24"15,3 1-18-15,0 0-17 0,5-1-17 0,-13 1-16 16,10 2-13-16,3-3-19 0,-7 0-11 0,7 0-11 16,-5 1-11-16,5-1-7 0,0 0-10 0,0 0-5 15,0 0 0-15,-9 0 8 0,9 0 2 0,0 0 2 16,0 0 9-16,0 0-9 0,0 0 3 0,0 0-1 0,0 0-2 0,26 0-12 16,-12-1-6-16,9 1-6 0,7-3-4 0,2 3-7 15,1-2-3-15,3 1-4 0,0-1-10 0,1 0 1 16,-1 1-5-16,1 1-5 0,-5-1-2 0,-5 1 3 15,-9-1-1-15,-3 1-4 0,-5 0-2 0,1 0-4 16,-4-2 13-16,-1 2 4 0,-6 0 8 0,12 0 4 16,-12 0-3-16,5 0-4 15,-5 0-11-15,0 0-20 0,0 0-19 16,0 0-18-16,0 0-20 0,0 0-22 0,-27-2-22 16,21 4-31-16,-2 0-33 0,2-1-34 0,1 0-59 0,5-1-205 15,-13 1-498-15,9 1 221 0</inkml:trace>
  <inkml:trace contextRef="#ctx0" brushRef="#br0" timeOffset="46492.32">15847 7279 242 0,'0'-2'231'0,"3"-2"-10"0,-3 4-9 15,1-6-3-15,-1 6-11 0,3-5-3 16,-3 5-11-16,-3-6-5 0,3 6-13 0,-1-6-9 0,-2 4-10 16,3 2 6-1,-2-8-20-15,-1 7-10 0,-1-2-4 0,4 3-6 16,-5-3-7-16,0-1-7 0,0 3-14 0,0-3-9 15,-2 4-1-15,1-2-8 0,-5 2-11 0,0 0-4 16,0 2-1-16,-1 1-14 0,-4 1-1 0,-1 1-4 16,0-1-5-16,-2 6-2 0,3-2-6 0,-1 1-6 15,1 1 7-15,0 0-4 0,1 2-3 0,2-3 3 16,0 1-6-16,7 0 2 0,-2 0-2 0,0-1-1 0,3 1 8 0,0 0-9 16,4-3-2-16,-3 1 2 0,4-1 3 0,0-5 1 0,1 5 1 15,2-2 11-15,0-2 11 0,2-1 16 0,1-2 7 16,-6 0 12-16,13 0 9 0,-7-1-1 0,4 0 6 15,-1-3 7-15,2-2-9 0,-1 0-3 0,0 2-4 16,-1-5-1-16,0 3 5 0,-1 1-2 0,1-1-2 16,-3-1 4-1,1 3-3-15,-3 0 2 0,2-1-7 0,-3 3-4 16,-1-1-7-16,0 1-10 0,-2 2-6 0,4-4-12 0,-4 4-5 0,0 0-15 16,6-1-3-16,-6 1-11 0,0 0-1 0,4 6 1 15,-3 0-2-15,2 0 6 0,-2 0-1 0,1 3-7 16,-1 2 6-16,0 2 0 0,2-2 0 0,1 0 3 0,-2 2-3 15,3-4 3-15,0 2 4 0,0-2 0 16,1 0 2-16,-3-3 2 0,5-2-3 0,-3 2 7 16,8-1 4-16,-1-1-2 0,5-3-3 0,5-2 0 15,0-1-12-15,5-1-16 0,-6-2-33 0,1-1-30 16,4-3-46-16,3-3-40 0,-6 1-40 0,1-4-49 16,-3 3-74-16,-2-5-94 0,-2 4-285 0,-3 2-762 15,-2-3 337-15</inkml:trace>
  <inkml:trace contextRef="#ctx0" brushRef="#br0" timeOffset="48880.8">18234 6243 186 0,'-9'-5'173'0,"4"1"-16"0,-5 2-12 0,-3-1-7 16,0 3-13-16,0 0-8 0,-6 5-7 0,0-1-14 0,0 4-13 15,-7 5 3 1,1 1-12-16,-2 3-5 0,4 2-9 0,-3 3-6 0,3 0-4 0,1 0-3 0,1-1-7 16,2 4-1-16,2-5-6 0,4 3-2 0,2-5-3 0,3-2 7 15,3-2 5-15,0 1 7 0,2-4 1 0,1 0 3 32,2-5 9-32,1 2 12 0,3-4 10 0,0 1 11 15,1 1 9-15,3-4 4 0,3-1 7 0,1-2 2 16,-1-1-2-16,5-3-1 0,0-1-2 0,0-3 3 0,1 0-8 15,0-3 19-15,-2 1-26 0,-2 0 2 16,5-1-13-16,-5 0 4 0,-3 4-1 0,0 1 0 16,-2 0-5-16,-2 3-11 0,0 0-4 0,-2 0-13 15,2 3-5-15,-4-3-13 0,-2 4-7 0,5-3-3 0,-5 3-21 0,9 1-3 16,-4 1 3-16,7 5-10 0,-3 0 0 0,7 3-1 16,-1 0-5-16,6 7-18 0,3-5-25 0,1 2-31 15,-1 1-39-15,0-1-39 0,-1-2-57 0,-3-2-59 16,1-3-333-16,-2-1-658 0,-2-4 291 0</inkml:trace>
  <inkml:trace contextRef="#ctx0" brushRef="#br0" timeOffset="49397.75">19131 6133 308 0,'3'-3'342'0,"-1"1"-15"0,2-1-23 0,-4 3-31 15,4-3-17-15,-4 3-27 0,1-4-28 0,-1 4-19 0,3-2-20 0,-3 2-32 0,0 0-28 16,0 0-13-16,0 0-5 0,0 0-11 0,-15 17-8 15,2-2-3-15,-8 6-13 0,-3-2 0 0,2 5-8 16,-1-2-5-16,-4 5 1 0,4 1-5 0,-1-2-2 16,4 0-4-16,-1 0-4 0,2-2-5 0,4-1 3 15,-2-2-1-15,8-4-5 0,0-4-3 0,0 0 1 16,4-5-1-16,0 1-5 16,3-4 9-16,0 0 1 0,-2 1-3 0,4-2 6 15,0 1 5-15,4-1 7 0,0 1 5 0,1-2-3 16,8 2 6-16,-3 0-1 0,8 2-4 0,-1-1-3 15,2 0-6-15,0 1-2 0,5 3 13 0,2 0-16 16,-6-1-9-16,1-2 3 0,-1 4-1 0,-1-2-3 16,-2 0-3-16,1-2 4 0,-4 2-5 0,-1-3 0 15,-3 0-7-15,0-2 7 0,-5 1-2 0,0-3 2 0,0 1-6 0,-1-2 6 16,0 1-8-16,-4-2 7 0,8 4 0 0,-7-4-8 16,-1 0-2-16,3 2-1 0,-3-2-9 15,0 0-9-15,3 3-11 0,-3-3-15 0,0 0-12 16,0 0-17-16,0 0-42 0,0 0-57 0,0 0-56 0,0 0-325 15,-11-8-604-15,8 3 267 0</inkml:trace>
  <inkml:trace contextRef="#ctx0" brushRef="#br0" timeOffset="49937.39">19531 6193 228 0,'0'0'307'0,"0"0"-31"0,0 0-21 15,0 0-39-15,0 0-19 0,0 0-24 0,0 0-18 0,0 0-15 0,0 0-15 16,14 10-11-16,-6-6-16 0,-3 1-8 0,3 3-9 15,-1 1-4-15,-2 1-21 0,1 2-8 0,1 1-1 16,-1 4-6-16,-2 1-2 0,-2 0-2 0,-2 1-5 16,0-2-1-16,-4 9-1 0,-2-8-1 0,0 1-1 0,-1-2-1 15,-2 2-4-15,-4-1 0 0,7-2 0 16,-5-2-3-16,-1-1-3 16,1-5 1-16,2 0 3 0,3 0 0 0,1-3-1 15,1-1 7-15,0 0 18 0,-1 0 20 0,1-2 27 16,3 1 24-16,1-3 40 0,-4 2 32 0,4-2 22 15,0 0-24-15,0 0-17 0,9-15-19 0,0 7-16 16,5-5-14-16,0-3-9 0,7-5-14 0,3-1-7 16,-5-1-13-16,7-4-5 0,-5 6-10 0,-1-2-5 15,-1 1-6-15,-3 8-7 0,-5 2-2 0,-4 3-5 0,2 1-3 0,-3 1-4 16,1 4-4-16,-2-1-7 0,-4 1-15 0,3 2-16 16,-1-3-25-16,-3 4-27 0,0 0-4 0,0 0-7 15,4 10 20-15,-7-2 8 0,3 3-1 0,-4 1 13 16,0 3 1-16,3 2-4 0,-3 0 12 0,3 2 0 15,1-2-17-15,0 0-18 0,1 0-19 0,3 0-21 16,1-1-16-16,3-3-31 16,2 0-31-16,-1-2-48 0,7-2-52 0,3-1-75 15,-2-6-233-15,3 0-636 0,1-2 282 0</inkml:trace>
  <inkml:trace contextRef="#ctx0" brushRef="#br0" timeOffset="50400.58">20440 6108 64 0,'4'-7'343'0,"1"2"-21"16,-3 2-9-16,1-3-20 0,1 3-27 0,-3 0-20 15,-1 3-32-15,2-4-18 0,-2 4-23 0,3-5-24 0,-3 5-17 0,0 0-25 0,0 0-15 0,0 0-8 16,0 0-1-16,-9 20-16 0,-2-7-4 0,-2 2-8 15,-5 6-6-15,-4 0 0 0,-2 3-5 0,0 0 5 16,-2 2-17-16,3-2-3 0,0-1-5 0,0 1-2 16,3-2-7-16,2-1 2 0,1-1 0 0,8-4-2 15,0-3-3-15,0 1 0 0,4-2 5 0,1-1-5 16,3 1 6 0,2 0 4-16,3-1 7 0,0 1 3 0,9 0-6 15,-2 1 4-15,3 0-2 0,9 3-2 0,2-3-4 0,-1 1 2 16,0-1-2-16,2-1 0 0,-2-1-6 0,0 0-7 15,-5-1 6-15,1 0-4 0,-3-3-3 0,0 0 8 16,-5-2-9-16,-2 0 4 0,1 0-5 0,-4-3-2 16,-2 1 5-16,-1-1-5 0,0 1 25 0,-1-3 21 15,-3 0 7-15,8 1 15 0,-8-1 6 0,4 1 4 0,-4-1-1 16,0 0-4-16,5 2-3 0,-5-2-7 0,0 0 2 16,0 0-17-16,0 0-4 0,4 2-8 0,-4-2-17 0,0 0-12 15,0 0-29-15,0 0-30 0,0 0-34 0,0 0-27 16,0 0-63-16,0 0-79 0,9-6-84 15,-8 1-331-15,3 1-720 0,0-3 320 0</inkml:trace>
  <inkml:trace contextRef="#ctx0" brushRef="#br0" timeOffset="51256.53">20777 6603 31 0,'-4'1'239'0,"4"-1"-5"0,0 0-4 0,0 0 0 16,0 0-1-16,0 0 0 0,0 0-7 0,0 0 1 15,0 0-6-15,0 0-5 0,0 0-28 0,0 0-12 0,0 0-20 16,10-14-7-16,-6 9-1 0,4 0-8 0,-2-4-1 0,3-1-3 16,3-5-7-16,-3 3-13 0,2-5-8 0,1 3-3 15,-2-3-5-15,4-5-14 0,-4-1-6 16,1-2-7-1,0 1-9-15,-2-1-1 0,1 0-2 0,0-2-18 16,-1-1-2-16,0 1 3 0,-1-4-17 0,2 5-1 0,-5 1-3 16,-1 0 1-16,0 5-3 0,-3 3-5 0,2 4-1 15,-1 3 5-15,-2-2 3 0,0 6-2 0,4-2-2 16,-4 0-4-16,0 3 2 0,-3 1-6 0,6 2-4 0,-3 2-8 16,-3-7-10-16,6 4-10 0,-3 3-14 0,0 0-14 15,0 0-7-15,0 0 21 0,0 0-12 16,-14 8 5-16,6 0 5 0,-2 5 9 0,1 2-4 0,0 2 5 15,-4 7 1-15,1-2 5 0,1 4 5 0,2 1 2 0,-1-1 5 16,1 1-2-16,3 3-1 0,-1-1 9 0,1-1 6 16,4 1-5-16,2-1 9 0,0-1 1 0,2-2 2 15,4-1 2-15,0-4-9 0,-1-2 10 0,3-2 2 16,-1-2-4-16,5 0 4 16,-5-4 5-16,1-1 6 0,6 1 0 0,-4-3 8 15,7 1 2-15,-6-3 3 0,8-4 0 0,-2 0 7 16,-2-1 5-16,2-1-13 0,2-2 0 0,-2 0 0 15,1-4 0-15,-2 0-4 0,-2 1 6 0,2-6 2 16,-2 3 2-16,-4-3 2 0,0 2 0 0,-3 0-2 16,-1 1 12-16,-1 1-3 0,-3 1-10 0,0 0 3 15,-2 0-8-15,0 3-8 0,-2 0-10 0,-5 2-11 16,1 0 1-16,-3 4 1 0,-3 1-2 0,-5 2-5 16,5 1 2-16,-4 4-43 0,4 3-19 0,-1-1-24 0,3 4-24 0,1-1-26 15,5 2-18-15,4 0-46 0,3 0-67 0,7-3-126 16,5-2-234-16,9 0-677 0,7-4 301 0</inkml:trace>
  <inkml:trace contextRef="#ctx0" brushRef="#br0" timeOffset="53444.05">14825 8260 123 0,'0'0'169'16,"0"0"-5"-16,0 0-12 0,0 0-12 15,0 0-10-15,0 0-11 0,0 0-8 0,0 0-12 0,0 0-9 0,0 0-16 16,0 0-1-16,0 0-12 0,0 0-1 0,0 0-5 16,0 0-4-16,-12-2-5 0,9 5-4 0,-3-2-3 15,1 2-4-15,-2 2-3 0,-1-1-6 0,3 3-1 16,-4 1-2-16,0 2-5 0,0-1 0 0,0 7-3 16,-4 0-1-16,4 0-1 0,-1 6 2 0,-4 1-4 0,9-5 1 15,-3 6 1-15,0 1-3 0,4-7 5 0,1 2 9 16,0-1-1-16,2 1 7 0,4-2 0 0,-2 1 4 0,2 0-2 15,4-5 1-15,-2 2 5 0,3 0 3 16,-2-6 8-16,8 1 8 0,2-1-6 0,0-5 7 16,4 0 4-16,3-3-6 0,3-4 2 0,4-1-2 15,-1-4 0-15,-1-5 2 16,-4-2 9-16,1-1 4 0,-1 0 5 0,-2-6 9 16,-3-4-1-16,-1 3-3 0,0-4 14 0,-5 0-6 15,-3 1 4-15,-5-5-2 0,-4 2 0 0,2 2-15 16,-6 7 12-16,-2-1 2 0,-1 5-7 0,-5-2-15 15,1 1-13-15,-1 0-25 0,-3 5-27 0,-4 2-37 16,-3 4-33-16,-2 3-30 0,-6 3-38 0,-4 3-47 16,3 3-55-16,10 0-77 0,3 0-235 0,6 1-593 0,4-4 262 0</inkml:trace>
  <inkml:trace contextRef="#ctx0" brushRef="#br0" timeOffset="54946.97">18442 8185 40 0,'0'0'199'0,"-2"-6"-8"0,1 4-7 16,1 2-7-16,-3-5-8 0,3 5-6 0,-4-4-11 15,4 4-8-15,-1-5-10 0,-2 2-9 0,3 3-10 0,0 0-14 16,-5-3-11-16,5 3-10 0,-9 1-4 16,9-1-14-16,-11 3-8 0,-1 4-4 0,0-1-10 0,-3 5-1 0,-2 0-4 15,-3 4-11-15,4-1 1 0,-5 4-3 0,5 2-3 16,2-6-3-16,1 3-1 0,0 0-2 0,2 0-2 15,4 2 2-15,2-2-3 0,0 0 2 0,5-2 7 16,0 2 1-16,1-5 9 0,3-1-2 0,4-1 1 16,1 0 4-16,2-6 5 0,6 1-2 0,2-2-3 15,1-1 0-15,0-4 2 16,0-6 5-16,0 1 9 0,1 1 0 0,-2-5 6 16,-5 0 6-16,3-1 4 0,-3-3-2 0,1 2 1 15,-6-3-5-15,3 0-4 0,-5 0-3 0,-3-1-1 16,0 0-4-16,-1 0-4 0,-2 5-4 0,-1-1-1 15,-3 0-9-15,2 3-6 0,-4 0-5 0,1 2-11 16,-2-1-12-16,-4 4-3 0,-1 0-21 0,1 1-8 16,-3 2-25-16,3 2-17 0,-9 1-18 0,6 0-20 0,-5 4-23 0,4 0-22 15,-1 1-23-15,5-1-22 0,-1 1-238 0,2-2-482 16,7 3 213-16</inkml:trace>
  <inkml:trace contextRef="#ctx0" brushRef="#br0" timeOffset="55965.84">18772 8113 238 0,'8'-11'339'0,"-3"1"-11"0,1-1 2 16,-2 0 1-16,-3 5-32 0,3-2-19 0,0 1-23 15,-2 4-25-15,1-2-24 0,-3 3-16 0,0 2-30 16,3-4-26-16,-1-2-28 0,-2 6-53 0,0 0-3 0,0 0-6 0,0 16-5 15,0-7-9-15,0 8-4 0,0 2-3 16,-4 5-1-16,0 2-5 0,2 2-2 16,-3 1 2-16,1 0-3 0,0 2-5 0,0-2 1 0,-1 0 1 15,3 2 2-15,-1-3-3 0,0-9-4 0,-1 7 7 16,2-1-3-16,0-8 1 0,0-4-2 0,2-2-1 16,-1 1 0-16,1-3-20 0,0-4 2 0,0 0 3 0,-1 3 4 0,1-4-1 15,0-1 9-15,0-3 12 0,-1 4 9 0,1-4-9 0,0 0-10 16,0 0-11-16,-12-7-18 0,7 2-11 0,0-3-8 15,-4 1 0-15,0-7 1 0,-1 2-1 16,2 2 16-16,-6-2-9 0,0-2 7 0,5 0 2 16,-6 0-1-16,-2 3 5 0,3-3 7 0,1 3-2 0,6 2 13 15,-7-1 9 1,5 1 7-16,0 2 5 0,0 0 10 0,1-1 7 16,2 6 0-16,0-3-3 0,1 2 0 0,2-1-7 15,-1 1-5-15,0 1 5 0,1-1-10 0,3 3-20 16,0 0-11-16,-3-2-9 0,3 2-3 0,0 0-1 15,0 0 4-15,0 0 3 0,21-1-7 0,-3 0-5 16,3-2-4-16,9 1-8 0,2-2 0 0,0 1-6 16,5-2 3-16,3 1 1 0,-2-4 3 0,1 5 4 0,14-8 3 0,-16 5 5 15,-3-1 3-15,-3 2 4 0,0-3 2 0,-3-1 5 16,-9 2 11-16,-2 0 15 0,1 0 20 0,-8 1 24 16,3 0 15-16,-3 1 21 0,-2-3 14 0,-2 5 26 0,-1 1 17 15,-1-2 1-15,0 1 8 0,0-2-1 16,0 5-17-16,-4 0-21 0,3-2-8 0,0-1-24 15,-3 3-11-15,0 0-9 16,0 0-18-16,6-2-16 0,-6 2-8 0,0 0-8 16,0 10-3-16,0-4 0 0,-1 1-2 0,-3 4 0 15,0 1 0-15,1 5-4 0,-3 0-7 0,1 2 6 16,0 0-1-16,0 6 2 0,-2 1 0 0,4-8 1 16,-1 0 7-16,4-3-7 0,0 2-2 0,-2-8-14 0,2-2-13 15,0 1 5-15,0-2 5 0,-2-1 0 0,2-2 25 16,-1 0-4-16,2 3 15 0,1-4 21 0,-2-2 19 0,0 0 2 15,0 0-7-15,0 0-2 0,9-8-8 0,-2 3-3 16,1-2-5-16,-1 0-2 0,1 0-6 0,2-2-5 16,-2 4 2-16,-3 1-8 0,0 0-4 0,0-1-3 15,0 1-5-15,-2 1-1 0,1 2-5 0,-2-1-10 16,-2 2-21-16,0 0-8 0,6-3-5 0,-6 3 0 0,0 0 4 16,9 5 3-1,-6-2 2-15,4 1 0 0,-2 0-7 0,1 0 5 16,1 2-14-16,0 3-2 0,6-2-6 0,-3 0-1 0,4 3-7 15,3-3 11-15,-2 1-17 0,2-1-5 0,-3-2 10 16,3-2-11-16,0-1 1 0,1 0 1 0,0-4 6 16,1 2 7-16,1-5 5 0,1-2 7 0,-3-3 8 15,0 3 4-15,1-3 0 0,-6-1 9 0,4-2 2 16,-3 3 6-16,-2-3 4 0,-3-1 10 0,0 0 3 0,-1 2 12 16,-2 4 15-16,-2-4 5 0,0 4 21 0,0 2 1 15,-3 1 1-15,0-1-7 0,1 2-2 0,-2 1-6 16,0 3-16-16,-4-4-8 0,4 4-4 0,-9 1-5 15,9-1 7-15,-19 6-10 0,8 1-1 0,-1 1-4 0,0 2 1 16,-1 3 3-16,-2 0 0 0,2-3 14 16,1 7-17-16,4-2-17 0,-1 2-23 0,0-1-7 0,4-1-12 0,2 1-8 15,2-3-8-15,1-1-13 0,5 2-17 0,1-2-26 16,2-5-41-16,1 3-49 0,5-6-73 0,-1-1-232 16,5 0-571-16,-1-3 253 0</inkml:trace>
  <inkml:trace contextRef="#ctx0" brushRef="#br0" timeOffset="56316.34">19806 8263 157 0,'2'-5'358'0,"0"0"-25"16,-1 2-31-16,0-1-34 0,0 3-27 0,-1 1-29 15,6-5-20-15,-1 5-22 0,-5 0-18 0,10 2-17 16,-2 1-16-16,2 2-14 0,0 2-10 0,0 1-12 0,1 1-10 15,0 6-3-15,0-1-9 0,-2 5-6 0,3 3-7 0,-6-3-3 16,-1 0-4-16,-1 7-6 0,-1-1-1 16,-6 3-3-16,-3-3-3 15,-3-4-5-15,5-3-1 0,-4-1 2 0,2-2-1 0,2-5-2 0,-1-1 4 16,-4-1 3-16,5-2 13 0,-1 0 33 0,3-4 25 16,-2-1 11-16,4-1 15 0,-9-1-4 15,9 1 2-15,-3-12-10 0,2 5-6 0,1-4-14 16,1-2-3-16,2-5-14 0,3-3-8 15,3-1-5-15,2-4-14 0,1 1-9 0,1 1-27 0,5 2-21 16,-8 6-21-16,9-4-35 0,-6 5-29 0,1 1-36 16,-5 7-42-16,3-3-51 0,-2 3-50 0,-1 0-56 15,0 0-289-15,-3 3-667 0,2 0 295 16</inkml:trace>
  <inkml:trace contextRef="#ctx0" brushRef="#br0" timeOffset="57121.41">20211 8279 259 0,'1'-4'420'0,"0"3"-22"0,-1 1-32 15,2-6-40-15,-2 6-37 0,4-3-31 0,-4 3-32 0,0 0-23 16,0 0-23-16,0 0-21 0,0 0-17 16,3 10-16-16,0-3-15 0,-3 0-16 0,1 5-1 15,-3 2-13-15,-1 3-4 0,3 0-11 0,-5 3-12 16,5-2-17-16,-1 0-14 0,-1-3-1 0,2-4-8 0,-1 1 2 15,1-2-9 1,0-3-2-16,-1 1-2 0,1-2 3 0,0-2 17 16,0-4 4-16,1 4 27 0,-1-4 2 0,0 0-3 15,0 0 12-15,13-8-1 0,-4 2 8 0,0-3-5 0,2-2-6 0,2-1 5 16,0 0-17-16,-1-2-3 0,4 0-3 16,1 1-7-16,-5 0-7 0,0 1-3 0,3 1 2 15,-7 4-6-15,0-1-2 0,-2 4 0 0,-2 3-7 0,-3-3-4 16,4 1-5-16,-1 1-7 0,-4 2-4 0,0 0-10 15,12 2-4-15,-7 2 2 0,-3 0 2 0,3 3 5 16,0 2-1-16,2 0 2 0,-1 3-6 0,6 2 15 16,-3 2-3-16,1 0-5 0,4-3 4 0,-2-1 1 15,3 0 1-15,0-1 3 0,2-5 0 0,-1-1 1 16,6 2 0-16,1-9 0 0,5 2 0 0,0-5-1 16,0 0 5-16,-3 0-4 15,2-4-1-15,-2 0-2 0,-6 0 10 0,-1-2-4 16,0-1-5-16,-4-3 9 0,0 1-2 0,-1-2 2 0,1 0 8 0,-6 2-5 15,-1-3 9-15,-1 0-8 0,-3 5 1 0,-3-2-3 16,-1 2-8-16,-5 1-7 0,-5-1-3 0,-2 3-8 16,-4 2-3-16,-5 1-3 0,-6 1 11 0,-3 0-14 15,-1 8 11-15,-1-1-2 0,1 3-8 0,3-2-9 16,7 4-4-16,4-3-37 0,0 2-26 0,1 1-13 16,6-1-25-16,2 0 2 0,5 1 10 0,2-1 16 15,8 0 14-15,3 1 7 0,10 0 4 0,9 1-4 16,6-3-11-16,1 0-2 0,3 0-3 0,2-3 14 15,15-3 5-15,-5 1 13 0,-8-1 5 0,-3-4 6 16,-5 0 21-16,3-1 21 0,-6-1 27 0,-4 2 27 16,-8-1 22-16,-1 1 33 15,-6 1 35-15,0-1 21 0,-2 1 33 0,0 0 17 16,-1-1 3-16,-2 3 5 0,0-1-7 0,-7 3-10 16,4-2-16-16,-3-1-19 0,-1 3-14 0,6-2-19 15,-6 2-16-15,0 0-15 0,7 0-19 0,-7 0-16 16,0 0-17-16,0 0-21 0,0 0-7 0,2 7-6 15,-2-2 1-15,-3 1 11 0,0 4-11 0,2-1 3 16,-3 0 0-16,4 4 0 0,-4 3-1 0,-1 1 2 0,5 0-1 0,-5-1-5 16,4-3-23-16,-1 4-5 0,0-8-11 0,2 1-14 15,-2 0-12-15,2-3-23 0,-2-2-4 0,2 0-12 16,0 0-2-16,0-5 17 0,0 5-5 0,0-5 2 16,0 0-19-16,0 0-30 0,0 0-32 0,-14-12-26 15,8 3-25-15,1 3-20 0,2-7-39 0,-2-3-230 16,0-1-556-16,1-3 247 0</inkml:trace>
  <inkml:trace contextRef="#ctx0" brushRef="#br0" timeOffset="57268.15">21127 8098 221 0,'3'-10'278'0,"-2"0"8"15,0 3 1-15,2 1-9 16,-2-1-9-16,0 2-27 0,2 1-17 0,-2 0-25 0,-1 0-13 0,0 4-30 0,4-5-24 16,-4 5-24-16,6-1-22 0,0 1-39 15,-6 0-37-15,17 2-45 0,-8 3-41 0,-1 0-41 16,1 1-52-16,5-1-78 0,-4 1-151 15,3 0-430-15,-3-1 191 0</inkml:trace>
  <inkml:trace contextRef="#ctx0" brushRef="#br0" timeOffset="57605.94">21656 8135 198 0,'-5'-4'271'0,"5"4"-19"0,-5-1-23 15,-1 0-27-15,6 1-17 0,-14 0-18 0,14 0-20 0,-13 3-15 16,4 1-13-16,-3 0-16 0,2 2-7 0,0 1-11 16,0-2-10-1,1 2-6-15,-2 3-7 0,1-3-5 0,3 5-10 16,-1-3-2-16,0 2-4 0,3-1-2 0,3 0-2 16,-2 1-6-16,4-2 0 0,-3 1-3 0,7 0 1 15,0-1 0-15,2 2-1 0,3-2-2 0,0-1 1 16,5 4-4-16,-1-3-5 0,2 1-2 0,-5-3 1 15,1 1-2-15,1-1-3 0,-3-1-1 0,-1 2-3 16,-1-4 0-16,0 1-1 0,-4 1-1 0,1-1 1 0,-4 1 4 0,0 0 0 16,-2 2 5-16,-6-1-1 0,0 0 0 0,-3 0-3 15,-4 0-2-15,-2 0 2 0,1-1-1 0,-1-2-14 0,1 1-18 16,-1-3-25-16,3 3-32 0,-3-2-48 0,6 0-47 0,2-3-278 16,1 0-487-16,3 0 216 0</inkml:trace>
  <inkml:trace contextRef="#ctx0" brushRef="#br0" timeOffset="58038.74">21762 8439 143 0,'0'0'335'0,"0"0"-5"0,0 0-6 16,0 0-13-16,1-6-14 15,-1 6-10-15,0 0-45 0,7-2-25 0,-3 0-20 16,5-2-25-16,1 3-15 0,7-5-14 0,0 0-13 15,2 2-6-15,10-2-23 0,-9 1-12 0,10-2-7 16,-2 2-13-16,-8-2-3 0,6-6 2 0,-1 4-13 16,-8 0 7-16,3-1-14 0,-4-2-7 0,0 0-5 0,-2 0-6 15,0-3 6-15,-2 3-3 0,-6-1 11 0,2 2 17 16,-4 1 12-16,-2-1-1 0,-3 2-7 0,0 0-5 0,-2 1-8 16,-3 2-5-16,-3 0 4 0,-3 1-21 0,-2 1-3 15,-4 4-7-15,-5-1 1 0,2 2-9 0,0 4-6 16,-1 3 8-16,2 0-12 0,2 2-4 0,3 2 7 15,2 3-7-15,2-1-13 0,4 4 2 0,3 0 11 16,8 7-3-16,4-5 3 0,7 6 7 0,11 0 2 16,16 1 7-1,10-2 7-15,3-1 11 0,36-2 4 0,-3 0 2 0,7-1 11 16,-5-4 12-16,-30-7 5 0,-2-3-2 0,-3 5-10 16,-19-7-4-16,-1 1-1 0,-9-2-8 0,-8-1-4 15,-3-1-1-15,-6 1 0 0,0-2-1 0,-1 0 20 16,-2-1 7-16,-1 0-1 0,-5 0-10 0,0 0-31 15,0 0-42-15,0 0-47 0,0 0-80 0,-29-6-85 16,11 4-80-16,-5 0-118 0,-4-2-336 0,5 1-832 0,3-2 368 16</inkml:trace>
  <inkml:trace contextRef="#ctx0" brushRef="#br0" timeOffset="59504.12">13202 6178 100 0,'0'0'220'16,"-3"-7"-17"-16,3 5-16 0,-1-3-6 0,1 1-13 15,0 4-7-15,0-6-7 0,0 6-8 16,1-5-4-16,-1 5-5 0,0 0-5 0,0-4-7 0,0 4-8 0,0 0-9 0,0 0-10 16,3-3-8-16,-3 3-10 0,0 0-2 15,0 0-15-15,0 0-7 0,0 0-6 0,0 0-2 16,0 0-6-16,0-4-6 0,0 4-2 0,0 0 0 16,0 0-20-16,0 0 0 0,0 0-5 0,0 0-3 0,0 0 5 15,0 0-12-15,0 0-3 0,0 0-3 0,0 0-3 16,0 0 4-1,0 16-3-15,1-10 2 0,2 5 4 0,-2 6-7 16,-1 2 4-16,0 8-3 0,0 5 3 0,-4 14-3 16,-1 2 5-16,-4 5-1 0,-1 0 1 0,-3 3 4 15,-5 3-2-15,-7 25 4 0,3-27-1 0,-15 33 7 16,4-3 0-16,-7-4-4 0,3-4 4 0,1-4-2 16,6-24 0-16,-1 1 2 0,0 0 0 0,-3-5 4 0,2 0-1 0,1-4 1 15,1-5-1-15,6-9 3 0,3-4-4 0,-2-4 1 16,6 1-2-16,3-6-3 0,5-5-10 0,4-2-6 15,-4-1 5-15,7-2 0 0,-1-2-3 16,6-1 3-16,-3-3-1 0,19-4 1 0,1-1 1 0,8-6-12 0,5 2-1 16,2 1-3-16,-2 0 1 0,3 1 1 0,0 0-2 15,-3 4 4-15,-1 2 1 0,-4 4-2 0,-1 4 5 16,1 3-2-16,-5 4 2 0,-6 8-1 0,-2 4 4 0,-2 6 18 16,-3 17 3-16,-10 5 0 0,-6 5 9 0,-7 32 0 15,-9-5 2-15,-2 2-3 0,-8 1-3 0,-2 0 1 16,3 9 0-16,-5-4-1 0,4-1 3 0,1-7 3 15,6-7 2-15,3-25 4 0,2 1 5 0,2-4 2 16,4-5 1-16,4-10 4 0,3-2 0 0,3-7 0 16,6-3 0-16,4-9 5 15,5-1 2-15,5-4-3 0,9-3-3 0,6 1-4 16,6-1-7-16,18-6 1 0,2-1-3 0,2-1-4 16,4-6-6-16,-1 2 2 0,1 0-36 0,-7 1-25 15,-16 4-59-15,-1 1-94 0,-8 2-136 0,-4 1-186 16,-8-3-555-16,-1-4 245 0</inkml:trace>
  <inkml:trace contextRef="#ctx0" brushRef="#br0" timeOffset="62649.04">2845 10836 22 0,'1'-7'208'15,"1"2"-16"-15,-2 0-29 0,1 4-28 0,-1 1-35 0,0 0-11 16,0 0-8-16,3 10-4 0,-3 4-12 0,-3 9-7 15,3 5-5-15,-3 3-6 0,1 5-6 0,-2-2-2 16,-3 14-10-16,0-14 8 0,1 2-10 16,-3 10-5-16,1-8 2 0,2-5-5 0,-2-2 2 15,0-2-6-15,2-5 2 0,1-5 6 0,1-5-14 0,0-5 28 0,3 3 41 16,-2-4 45-16,2-3 44 0,-3 0 44 0,4-1 46 16,0-4-17-16,0 0-22 0,-5-13-34 0,1 1-21 15,3-8-21-15,1-9-9 0,0-1-21 0,1-3-12 0,3-2-10 16,1-18-5-16,-1 4-12 0,2-2-12 15,1-6-7-15,-2 7-6 0,4-2-9 0,-4-3-14 16,3 5 5-16,-2 1 4 16,-2 13-5-16,2 6 20 0,1 2 2 0,-3 4-1 15,-2 8-5-15,2 3 0 0,-4 3-14 0,4 1 13 16,-3 2-12-16,-1 0-12 0,4 0-4 0,-3 3 1 16,3 2-5-16,0 0-29 0,5 1-4 0,1 1-3 15,9 1-7-15,3 3-10 0,8 3-10 0,5 3-8 16,2-2-18-16,13 7-19 0,-14-3-19 0,0 2-29 15,-2-1-31-15,-6 1-33 0,-1 2-37 0,-3-2-46 0,-11-3-237 0,-3-2-571 16,-2-1 254-16</inkml:trace>
  <inkml:trace contextRef="#ctx0" brushRef="#br0" timeOffset="63081.3">2812 11032 177 0,'-6'0'191'0,"-1"1"-15"0,7-1 0 0,-6 2-16 16,6-2-9-16,0 0-18 0,-8 0-16 0,8 0-7 16,-5 2-10-16,5-2-14 0,0 0-10 0,0 0-7 0,0 0-5 15,0 0 2-15,0 0-3 0,0 0-2 0,-4 4 1 0,4-4 9 16,18 2 7-16,0-3 1 0,13 1-8 0,2-1-7 16,18-5-2-16,5 1-4 0,2 3-5 0,-1-5 0 15,1 0 0-15,-5 1-2 0,-13 3-7 0,-4 1-6 16,-4 0-4-16,-3-3-1 0,-10 4-5 0,-3 0-1 15,-4 0-3-15,0-2-1 0,-7 3-1 0,4 0-5 16,-4-4 1-16,-5 4-8 16,9 0-12-16,-9 0-4 0,0 0-16 0,0 0-18 15,0 0-21-15,-22 10-22 0,12-3-27 0,-5 0-24 16,2-3-33-16,1 3-72 0,2 1-126 0,3-2-394 16,0-2 175-16</inkml:trace>
  <inkml:trace contextRef="#ctx0" brushRef="#br0" timeOffset="63366.59">3668 11030 54 0,'0'-1'348'0,"4"-1"-13"0,-4 2-5 0,0-6-33 0,0 6-28 15,4-6-27-15,-4 6-26 16,0 0-22-16,1-2-20 0,-1 2-24 15,0 0-14-15,0 0-19 0,0 0-17 0,0 0-26 0,0 0-13 0,0 0-2 0,4 9-8 16,-5-3-6-16,2-2-1 0,-2 6-9 0,-2-2-2 16,3 3-2-16,0 0-3 0,-4-2-5 0,3 3-14 15,1-2-7-15,-4 2-16 0,0-1-10 0,0 2-19 16,3-4-18-16,-5 1-19 0,2 0-12 16,-1 1-19-16,1-7-17 0,0 2-23 0,0-2-40 15,-1-3-236-15,5-1-464 0,-6-8 206 0</inkml:trace>
  <inkml:trace contextRef="#ctx0" brushRef="#br0" timeOffset="63529.35">3712 10767 249 0,'5'-13'280'0,"-2"3"-7"0,0-1-7 0,1 5-17 0,-2-3-26 16,0 5-21-16,0 0-23 0,-2 2-19 0,3-3-23 16,-3 5-30-16,2-3-39 0,-2 3-12 0,0 0-17 15,0 0-21-15,7 10-20 0,-6-3-27 0,4 5-17 16,-1-2-25-16,-1 8-35 0,2-2-42 0,-1 1-203 15,-2 0-380-15,2 0 168 0</inkml:trace>
  <inkml:trace contextRef="#ctx0" brushRef="#br0" timeOffset="64437.21">3958 11008 157 0,'8'2'307'0,"-8"-2"-30"0,4 1-33 0,-4-1-24 0,0 0-24 16,0 0-17-16,2 2-28 0,-2-2-15 0,0 0-12 16,2 5-16-16,-2-1-8 0,0 2-13 0,-2-2-1 15,4 5-16-15,-4-3-5 0,2 7-7 16,-1-2-7-16,0 1-4 0,-1-2-2 0,1 0-7 0,0 0-2 16,1-4-1-16,-2 0-5 0,1 0-2 0,1-1-3 15,-1-2 4 1,1-3 9-16,1 5 28 0,0-3 24 0,-1-2-4 15,0 0-4-15,15-7-8 0,-6 0-7 0,5-3 1 16,-3-2 3-16,3 0-20 0,-1-1-5 0,-1-1-1 0,2 1-8 16,-3 1-2-16,-1 1-6 0,-2 6-5 15,-3 0 12-15,-1-1-18 0,1 2-8 0,0 1 1 16,-1-1-17-16,0 3-13 0,-4 1 5 0,0 0 1 16,10 5-2-16,-4 0-2 0,1 1 3 0,-1 3 5 0,4 5 0 0,2 0 0 15,3 2 2-15,7 4 3 0,0-2-3 0,7 2 4 16,4-3-2-16,17 10-5 0,1-8-18 0,-1-2-14 15,3-2-11-15,0-4-5 0,-3-1-10 0,-12-5 2 16,-1 0 1-16,-2-3 4 0,1-2 6 0,-3-2 5 16,-5-3 7-16,-6 0 13 0,-2-2 13 0,-3-2 20 15,-2 0 22-15,-1-2 8 0,-4-2 18 0,-2 1 10 0,-2 2 7 0,-2-7 5 32,-1 3 1-32,-2 2-14 0,-2 1 2 0,-2-7-16 15,-2 7 1-15,-3 1-13 0,-3-1-5 0,-3 0-7 16,-5 4-8-16,0 0 6 0,-2 4-13 0,-10 2-4 0,1 2-1 15,-1 2-6-15,-1 6-5 0,3-4 0 0,1 4-6 16,6-2-11-16,3 2-4 0,0-1-6 0,3 2-8 16,0-2-12-16,4-1-9 0,2 2-10 0,1 0-6 15,4-1 6-15,1-1 6 0,4 0 10 0,1-1 5 0,6 0 8 16,-1-1 6-16,7-4 5 0,0-1 2 0,6 0 3 16,-1-1 5-16,2-6 0 0,6-4 11 15,-1 1 9-15,-7-1 9 0,6-4 11 16,-2-5 9-16,-1 1 10 0,-2-3 8 0,-1-1 6 15,-6-1 2-15,4-4-5 0,-5 0 2 0,1 1 4 0,-3-3 1 0,-2 0 10 0,-1 0 8 16,-1 0 9-16,0 0 17 0,1 0 18 0,-2 4 20 16,0-1 12-16,-3 9 5 0,2 0 1 0,-2 5-2 0,0 1-12 15,0 2-11-15,1 3-17 0,-2 1-9 16,1 0-9-16,0 1-13 0,1 0-9 0,-2 1-13 16,0 4-24-16,-2-3-28 0,2 3-28 0,0 0-34 15,0 0-28-15,0 0-4 16,0 0 5-16,0 0 4 0,0 18 16 0,0-1 4 0,-5 7 7 15,0 4-4-15,-1 3 15 16,-3 4 1-16,-1 11 5 0,1 0 5 0,-2-11 5 0,0 10-3 0,3-9 10 0,-3 10 1 16,3-14 2-16,2 2-1 0,0-1 7 0,3-3-2 15,-2-3-1-15,0-2 2 0,2-7 1 0,3-1 7 16,-1-4 0-16,-3-1 1 0,1-4-1 0,2 2 16 16,1-3 2-16,-1-2 7 0,-2-1 26 0,3 1 14 15,-1-2 20-15,1-3 24 0,1 5 18 0,-1-5 13 16,0 0 20-16,0 0-1 0,0 4-9 0,0-4-16 15,17-3-13-15,11-1-21 0,8-2-42 0,23-6-81 16,34-10-111-16,5 2-125 0,-2-2-155 0,-4-8-400 16,-7-8-886-16,-6-5 392 0</inkml:trace>
  <inkml:trace contextRef="#ctx0" brushRef="#br0" timeOffset="66040.42">7150 11204 48 0,'0'-4'312'0,"0"1"-15"0,0 3-9 15,-2-5-11-15,2 5-8 0,0 0-5 0,0-9-24 0,0 9-30 16,2-3-22-16,-2 3-21 0,0 0-24 0,0 0-18 15,0 0-16-15,0 0-14 0,0 0-8 16,-6 12-15-16,1-4-7 0,1 4-4 0,0 2-8 0,-4 3 6 16,4 2-17-16,-2-1-7 0,2-1-1 0,-1 1-5 15,1 2 3 1,3-5-4-16,-3 2-4 0,3 0-4 0,0-5-5 16,-2-1 4-16,3-3 1 0,0-1-4 0,0 1-4 15,0-2 3-15,0-2 2 0,0 2-6 0,0-6 1 0,0 7 4 16,0-5-1-16,0-2-7 0,0 5 0 15,0-5-36-15,0 0-49 0,0 0-34 0,0 0-36 16,0-20-32-16,0 11-56 0,0 0-279 0,0-3-556 16,1-1 247-16</inkml:trace>
  <inkml:trace contextRef="#ctx0" brushRef="#br0" timeOffset="66219.06">7185 10961 170 0,'-3'-6'369'15,"3"-1"-14"-15,0 2-15 16,0-2-15-16,0 2-18 0,0 2-32 0,0-2-34 16,0 5-18-16,-1-5-25 0,1 5-25 0,-3-4-41 15,3 4-42-15,0 0-50 0,0 0-23 0,0 0-19 16,0 0-32-16,0 0-31 0,0 0-28 0,0 16-36 16,0-8-33-16,0 0-52 0,0-3-212 0,-1 1-462 15,2 0 204-15</inkml:trace>
  <inkml:trace contextRef="#ctx0" brushRef="#br0" timeOffset="66720.13">7153 10706 78 0,'-8'-5'195'0,"3"2"-10"16,0 0-13-16,0 1-12 0,-3 2-10 0,-2 0-7 16,-3 3-5-16,0 2-14 0,-2 5-5 0,-8 7-10 15,-1-1-2-15,-2 7 1 16,-2 3-1-16,-9 10-5 0,4 3-7 0,-2 7-9 16,5 0-7-16,0-1-5 0,2 2-9 0,0 2-8 15,6-5-7-15,-1 3-2 0,4-4-6 0,9-9-4 16,2 2 17-16,-1-2 4 0,8-1-8 0,-1 5 2 15,4-5 0-15,2 2-2 0,3-4 2 0,6-1 5 16,5-1 0-16,0-4-2 0,9 0-1 0,5-3 2 16,12 5-4-16,5-9-1 0,6-3-2 0,0-3-1 0,2-6 2 0,0-2-1 15,-5-4-6-15,4-4 11 0,-5-4 4 0,0-2 3 16,-2-5 18 0,-13 0 12-16,1-3 3 0,-5-1 4 0,8-11 3 0,-14 6 5 15,9-13-4-15,-7-3-4 0,-3 2-9 0,-5-4-8 16,-4-1-8-16,-4-6-7 0,-5 5-1 0,-5-7-19 15,-6 3-4-15,-5 0-8 0,-4-1-2 0,-3 6-5 16,-5 13-7-16,-2 2-8 0,-4-1-10 0,-12 0-19 16,-3 6-16-16,-6 5-17 0,10 8-17 0,-21 5-16 15,2 1-21-15,-2 8-12 0,5 1-27 0,-1 6-31 16,18-2-41-16,3 8-49 0,4-1-81 0,6 1-256 16,4 2-649-16,8-6 288 0</inkml:trace>
  <inkml:trace contextRef="#ctx0" brushRef="#br0" timeOffset="67589.83">8726 11033 76 0,'4'-12'293'0,"-3"1"-12"0,1 0-11 16,0 1-7-16,-1 0-3 0,0 0-10 0,1 5-17 16,-1 1-14-16,0-1-19 0,0 0-18 0,-1 1-18 15,0-2-23-15,0 6-17 0,3-4-17 0,-3 4-9 0,0 0-18 16,0 0-15-16,4 14-7 0,-3-4-4 0,-1 6-7 16,0 3-9-16,-1 8 1 0,0-2-8 0,-1 4-3 0,0-2 1 15,-1 2-4-15,1-1-4 0,-2 1-5 0,1-4 5 16,2 1-5-16,-4-6-2 0,5-1-1 0,0-4 4 15,-1 1-5-15,-1-1-1 0,1-4-6 0,1 0-21 16,0-5-17-16,-1 1-14 0,1-3-4 0,0 0 2 16,0 0 3-16,-2 0 1 0,2-4-30 0,0 0-48 0,0 0-39 15,0 0-19-15,-3-9-20 0,4-1-30 0,1-1-193 16,0-6-459-16,3-1 203 0</inkml:trace>
  <inkml:trace contextRef="#ctx0" brushRef="#br0" timeOffset="68090.86">8880 10917 213 0,'7'-20'232'0,"-3"3"1"0,-2 0-4 16,5 2-1-16,-2-1-6 0,0 6-11 0,-4-1-6 16,3 5-13-16,-3 1-15 0,3-2-15 15,-4 3-20-15,4-1-16 0,-3 1-16 0,2 2-8 16,-3 2-16-16,0 0-11 0,0 0-14 0,7 6-7 0,-4 0-7 16,1 5-6-16,-2 0-3 0,3 5-6 0,-1 4 0 15,-1 4 2-15,-1 3-10 0,1 0-3 16,1 0 0-16,-2 1 1 0,0-3-4 0,3 1-1 0,-4-7 0 0,1 1-2 15,1-3-2-15,2-2-2 0,-4-1-2 0,1-4 4 16,0-1-1-16,1-2-1 0,-2 1 6 0,2-4-3 16,2-2 0-16,0-2 6 0,-5 0 4 0,15-6 6 0,-5-2 9 15,2-3 12-15,2-2 11 0,0-3-4 0,0-6-8 16,4 0-1-16,1-2 2 0,-3-1 2 16,1-1-4-16,-1-1 7 15,-1 5 2-15,-3 5 7 0,-3-1 9 0,1 3 10 0,-4 9 0 16,-1-5-2-16,-1 6-11 0,0 0-10 15,-1 0-6-15,-1 3-12 0,3-1-26 0,-5 0-27 16,0 3-9-16,0 0-2 0,5 8-3 0,-5 0 4 0,2 6-4 16,-4 4 8-16,0 8-4 0,-4 3 1 0,2 4 4 15,-3 1 21-15,-1 1-20 0,-3 12 0 0,1-13 2 16,1-1 1-16,0 0-1 0,3-4 4 0,0-3-1 0,3-6 1 16,-1-2 3-16,0-1 1 0,2-6 2 0,0 0-1 15,1-3 15-15,-1 1-8 0,2-5-3 0,0 0 11 16,-1 1 15-16,1-2 12 0,0-3 12 0,-1 5 9 15,1-5-4-15,0 0-2 0,-3 4-6 0,3-4-1 0,0 0-4 16,0 0-18-16,0 0-14 0,14-4-19 0,-10-1-30 16,3 2-31-16,-2-1-38 0,2-1-40 0,-2 2-37 0,2-2-40 15,-3 3-48-15,6-3-50 0,-4 0-291 0,1 4-663 0,0-3 294 16</inkml:trace>
  <inkml:trace contextRef="#ctx0" brushRef="#br0" timeOffset="69077.25">9342 11335 121 0,'0'0'254'0,"0"0"-15"16,-7 1-12-16,7-1-9 0,0 0-3 0,-6 1-8 16,6-1-1-16,0 0-7 0,0 0-18 0,0 0-13 15,0 0-21-15,0 0-16 0,0 0-12 16,26-7-10-16,-13 3-15 0,3 0-6 0,4 0-9 0,2-3-6 0,-3-1-11 15,8-1-5-15,0 0-7 0,-8-1-1 0,-1 2-9 16,1-2 0-16,0-1-5 0,-1 0-3 0,0-1-1 16,-4 0 6-16,-4 1 11 0,0 1 8 0,0 0 7 0,-4 3 11 15,-1-1 6-15,3 0-4 0,-6 2 7 0,1 0-2 16,-1 1-8 0,0 1-8-16,-2 0-16 0,-2-1-9 0,2 5-8 15,-5-5-11-15,-4 5-2 0,0 0-3 0,-2 3-5 0,-7-1-5 16,0 3 2-16,-1 2-3 0,0-1 4 15,1 4-6-15,0-1 5 0,1 5-8 0,2-5 0 16,0 4 1-16,2 1-7 0,3-2-11 0,3 0-10 16,0 0-3-16,4 0 1 0,4-1 10 0,3 2 6 0,8-1-2 15,9 4 1-15,5-4 9 0,6 1-17 0,4-5-8 16,12 0 1-16,3-2-6 0,-11-5-2 0,14-2 4 0,-16-3 4 16,3-2 2-16,-5 2 6 0,-1-6 1 0,0-2 3 15,-7 0 6-15,-5 2 9 0,-5-1 20 0,0 0 41 16,-5-1 22-16,-1 0 17 0,-4 3 7 0,-3 0-3 15,0 0-2-15,0-2-9 0,-3 4-2 0,-2-1-9 0,0 1-6 16,-2 3-10-16,-1-2-11 0,0 1-8 0,-1 3 1 16,0 1-18-16,-1 0-8 0,5 1-6 0,-14 1-4 0,4 2-4 15,1 2-1-15,-2 4-2 0,-1-4 1 0,-1 8-1 0,2-1-7 32,-1 0-21-32,2 2-9 0,0 1-16 0,2-2-2 15,3-1 5-15,1-1-8 0,-1 0 6 0,5 0 10 16,0-1 0-16,0-3 4 0,2 1 6 0,5-3 4 15,-2 0 0-15,0-1 9 0,4-1 12 0,4-3-2 16,0 0 5-16,5-5 7 0,-7 2 4 0,6-5 17 0,-2 3 16 16,0-5 2-16,-4 3 7 0,3-4 1 0,-3 0 0 0,2-1-9 15,-3 3-1-15,-5-1 6 0,3 1 4 16,-2-1-3-16,2 3 4 0,-3 0 2 0,-1 3-6 16,0 0-4-16,-3-1-6 0,3 4-6 0,-3-2-7 15,-1-1-14-15,0 4-15 0,4-5-23 0,-4 5-22 0,0 0-29 16,0 0-23-16,0 0 25 0,0 0-2 0,9 8 8 0,-8-4 5 15,2 2 6-15,-2 1-12 0,3-1-6 0,-3 1 3 16,6 2-1-16,-2 0-3 0,5 0 3 0,-1-1 3 0,1 0 1 16,4 1 8-16,2-1 6 0,1-1 2 15,0-3 5-15,2-1 6 0,0-2 5 0,-1-1 11 16,1-4-4-16,-2 1 18 0,1-2 16 0,-3-1 21 0,2-2 26 16,-2-1 19-1,-1-1 17-15,0-2 12 0,-2 2 8 0,-1-1 4 16,-2 2 11-16,-3 1 9 0,2-1 11 0,-4 5 5 15,1-1 2-15,-1 0-7 0,0 2-16 0,-2 0-11 0,2-1-14 16,-3 2-14-16,-1 2-15 0,4-3-9 16,-4 3-25-16,4 0-22 0,-4 0-22 0,0 0-21 15,0 0 0-15,0 0 0 0,4 5 12 0,-8 2-9 16,4 1-4-16,-4-2-2 0,0 4-1 0,1 0 1 0,-3 0-8 0,2 1-7 16,0-3-1-16,-1 1-6 0,3-4 8 0,0 1 1 15,-1-1 5-15,2-4 12 0,-1 4 18 0,2-5 20 16,0 4 23-16,0-4-1 0,8 0-6 0,-8 0-2 15,18-6-3-15,-4 2-1 0,0 1-3 0,-1-1 2 16,-3 0-5-16,4 3-9 0,-5-2 5 0,5 1-6 16,-2 2-1-16,-2 1-3 15,4 0-4-15,-2 3-25 0,1-1-42 0,-1 3-54 16,4 3-66-16,-5 1-71 0,-1 0-81 0,-3-2-428 16,0 1-831-16,-3-3 368 0</inkml:trace>
  <inkml:trace contextRef="#ctx0" brushRef="#br0" timeOffset="72621.92">11629 10631 157 0,'3'-7'191'0,"-1"1"-3"0,0 0-6 0,0 1-9 0,-1 0-6 16,2 0-11-16,-2 2-7 15,0-2-9-15,3 1-5 0,-4 1-17 16,0 3-10-16,4-3-16 0,-4 3-13 0,0 0-10 0,0 0-7 16,-13 11-8-16,4 1-5 0,-6 12-6 0,-7 7-1 15,-7 15-1-15,-2 3-3 0,-15 23-4 0,17-18 0 16,-13 21-3-16,15-22 20 0,-9 24 9 0,13-25-1 16,5-4 0-16,4 0 2 0,4 1-7 0,7-4 0 15,3-10-3-15,7 1-5 0,2-6-4 0,6 2-3 16,2-3 1-16,6-2-6 0,3-2 3 0,4-2-4 15,4-6-3-15,2-2-1 0,0-5-3 0,1 1-3 16,-5-4-2-16,-4-3-2 0,-9 2 1 0,-5-3 0 16,-4-2 23-16,2 0 13 0,-4 2 14 0,-1-3 10 15,-2 1 6-15,-1 0 5 0,-4-1-3 0,9 1-1 0,-9-1-2 0,5 0-8 16,-5 0-6-16,0 0-12 0,8-1-11 0,-8 1-44 16,0 0-48-16,-4-7-37 0,4 2-47 0,-4 0-49 0,4 1-54 15,-5-6-62-15,3 2-280 0,2 1-619 0,2 0 275 16</inkml:trace>
  <inkml:trace contextRef="#ctx0" brushRef="#br0" timeOffset="73085.81">12108 10856 138 0,'0'-10'287'0,"1"7"-24"16,-1-1-29-16,3 0-26 0,-3 0-26 0,0 4-28 16,0 0-16-16,0 0-18 0,0 0-11 0,1 11-13 15,-1 0-10-15,-1 7-7 0,1 3-9 0,-4 4-9 16,3 4 0-16,-3 0-8 0,1 3-7 0,-3-2-5 16,2 4-3-16,1-4-5 0,-3 0-3 0,1-3-4 15,1 1-2-15,-1-2-3 0,-1-8-1 0,3 0 4 0,0-2-6 0,-1-4-6 16,2-2 2-16,0-2 3 0,1-1 30 0,-1-2 35 15,1 0 43-15,0-2 40 0,1-3 41 0,-2 5 37 16,2-5 23-16,0 0-32 0,0 0-20 16,-7-12-21-16,3 2-20 0,1-8-21 0,0-8-18 0,1-4-15 15,4-3-15-15,-1-13-13 0,3-2-11 0,1-1-12 16,5-1-13 0,-1 1-3-16,6-2-6 0,-6 5-5 0,0 14-6 15,0-1 2-15,0 6-6 0,0 1-1 0,-4 11-1 0,-2 4-2 16,-1-1-1-16,2 3-3 0,0 2-5 15,-3 2-2-15,3 0-14 0,-3 0-18 0,3 2-28 16,0 2-8-16,4 1-1 0,7 4-28 0,3 1-15 0,11 5-21 16,5 4-29-16,-5 4-25 0,4 0-33 0,-1 0-39 15,-5 6-31-15,-4-2-33 0,1 3-69 0,-3-4-239 0,-5 1-665 16,-1-1 294-16</inkml:trace>
  <inkml:trace contextRef="#ctx0" brushRef="#br0" timeOffset="73270.7">12126 11329 101 0,'-5'3'198'0,"4"0"-7"15,-2 1-9-15,-1-2-7 0,3 1-10 0,1-3 4 0,1 3 10 16,3 1-2-16,1-2-3 0,7-1-11 0,6 0-13 16,2-2-11-16,11 1-15 0,2 0-7 0,-1-1-18 15,3-2-21-15,-5 3-32 0,-2-3-50 16,-6 2-41-16,-3-3-48 0,-1-1-65 15,-8 3-231-15,0-4-419 0,-4 1 186 16</inkml:trace>
  <inkml:trace contextRef="#ctx0" brushRef="#br0" timeOffset="73455.28">12087 11219 201 0,'0'0'355'0,"-11"3"-25"16,7-3-24-16,4 0-26 0,0 0-29 0,-8 0-24 0,8 0-22 15,0 0-24 1,0 0-13-16,20-5-18 0,0 0-21 16,10 2-7-16,2-4-7 0,3 2-29 0,3 1-42 0,-1-2-44 15,2 2-48-15,-2 1-62 0,2 1-58 0,-5-4-84 16,1 2-177-16,-5-2-465 0,1 0 206 0</inkml:trace>
  <inkml:trace contextRef="#ctx0" brushRef="#br0" timeOffset="73702.92">13070 10950 333 0,'0'0'359'0,"-1"-7"-23"0,1 7-31 16,1-3-35-16,-1 3-30 0,0 0-27 0,0 0-28 15,0 0-17-15,0 0-26 0,0 0-16 0,0 0-8 16,-11 15-15-16,6-3-7 0,-3 0-10 0,-2 4-6 15,1 2-11-15,-4 4-7 0,3 3-9 0,-3-2-27 16,0-1-18-16,2-5-17 16,-1 5-12-16,1-5-33 0,1 1-19 0,-4 0-25 15,1-1-27-15,0-2-40 0,0-1-68 0,3-5-201 16,2-1-469-16,0-1 207 0</inkml:trace>
  <inkml:trace contextRef="#ctx0" brushRef="#br0" timeOffset="73888.11">12893 11042 305 0,'2'-9'386'0,"0"4"-13"0,0-2-35 0,-1 3-32 0,1-1-33 16,-2 1-33-16,0 4-26 0,2-5-25 0,-2 5-31 15,3-2-13-15,-3 2-19 0,0 0-16 0,11 7-20 16,-7-2-2-16,3 3-11 0,0 1-9 0,7 4-8 16,-1 1-13-16,0 0-9 0,2 1-20 0,2 0-20 15,2 2-27-15,-4-3-37 0,1-1-32 0,-2 0-29 16,-2 1-38-16,1-4-54 0,-1 0-272 0,-2-5-531 15,-1-2 235-15</inkml:trace>
  <inkml:trace contextRef="#ctx0" brushRef="#br0" timeOffset="74157.09">13285 10850 115 0,'1'-5'366'0,"2"2"-22"16,-2 0-45-16,-1-1-33 0,0 4-31 0,3-6-27 16,-3 6-24-16,0 0-19 0,0 0-17 0,11 10-15 15,-5-3-12-15,1 5-12 0,2 2-17 0,1 3-1 0,0 6-9 0,3 3-10 16,-5-1-5-16,-1 4-5 0,-3 0-6 0,0 0-8 16,-6 1-9-16,0-3-22 0,-2 1-12 0,-4-1-7 15,-5-2-18-15,-5 2-13 0,-3-3-19 0,-5-2-24 16,-3-5-36-16,-1 1-45 0,-5-5-66 0,2-2-219 15,-3-1-479-15,3-9 213 0</inkml:trace>
  <inkml:trace contextRef="#ctx0" brushRef="#br0" timeOffset="74440.34">12815 10778 134 0,'-5'-4'260'0,"2"-2"-13"0,-2 2-29 16,5 1-24-16,-4-1-21 0,4 4-19 0,-7-1-14 0,0 9-16 16,-2 0-12-16,-2 8-10 0,-6 6-12 0,3 0-6 15,-1 6-4-15,4 5-8 0,-2 0-4 0,2 1-5 0,5 2-8 16,0-2-7-16,3 3 1 0,8-6-1 0,8 2-3 15,4-3-2 1,4-1-5-16,6-2-2 0,13 2-12 0,3-3-30 16,-7-12-51-16,12 1-59 0,2-5-76 0,-9-7-197 15,-4 2-420-15,1-5 186 0</inkml:trace>
  <inkml:trace contextRef="#ctx0" brushRef="#br0" timeOffset="74888.89">13608 10490 241 0,'0'-2'230'0,"0"2"-20"0,8-4-22 0,-8 4-24 0,9 2-15 16,-3 2-9-16,6 4-12 0,3 6-4 0,3 7-9 16,5 6 0-16,1 2-3 0,6 15-11 0,2 4-5 15,-3 4-7-15,-1 1-11 0,-5 3-2 0,-2-1-11 16,-3 0-6-16,-9-2-5 0,-3-1-4 0,-10-2-3 16,-5-4-6-16,-2-2-8 0,-15 2-27 0,-1-7-24 15,-7-3-40-15,-5-1-62 0,-1-4-69 0,-5-1-199 0,10-12-420 0,3-2 186 16</inkml:trace>
  <inkml:trace contextRef="#ctx0" brushRef="#br0" timeOffset="75889.13">15161 10783 158 0,'0'-7'295'0,"-1"0"-8"0,1 2-19 15,-3-3-20-15,3 3-6 0,0 0-12 0,0 0-13 16,0 1-13-16,0 4-27 0,0-7-14 15,0 5-20-15,0 2-16 0,0 0-19 0,-1-5-20 16,1 5-20-16,0 0-5 0,0 0-7 0,-4 12-8 0,4-5-3 16,0 5-6-16,-4 1-5 0,4 1-3 0,-4 6-2 15,3-2-7-15,-2-1 0 0,0 3 1 0,0 1 0 0,3-2-5 0,-5-1 5 16,5-1 5-16,0-1-6 0,-2-3-3 0,4-1 4 16,-4-3-30-16,4-1-11 0,-6 2-18 0,8-2-1 15,-3-1-16-15,4-3-4 0,-1 1-1 16,0-1-12-16,0-2-15 0,1-2-8 0,4 0-5 0,4-2-1 15,-3-6 0-15,5 2 2 0,2-4 3 0,-1 1 8 16,0-4 11 0,4-5 5-16,1-2 9 0,-1 0 7 0,1-4 15 15,0 4 21-15,-4-1 20 0,2-1 25 0,-2 3 18 0,-6 2 15 16,2 2 21-16,-2 1 11 0,-4 3 19 16,-1-2 12-16,-1 7 5 0,1-3 4 0,-1 5-1 15,-3-1-12-15,2-1-11 0,-1 1-9 0,-1 3-8 0,1 0-21 16,-3 2-8-16,2-5-8 0,-2 5-18 0,5-2-12 15,-5 2 0-15,0 0-3 0,2 10 0 0,-4-3-10 0,2 5 1 16,-1-1-4-16,0 0-5 0,-2 4 8 0,2 1-6 16,-2-1-3-16,0 1 6 0,1 1 0 0,1-2-6 0,0-1 4 15,-1-2-1-15,1-1 4 0,1 2-3 0,-1-3-17 16,1-2-24-16,-1-1-9 0,-2-2-15 0,3 2-6 16,-1-2-6-16,1-3-1 0,0 4 1 0,0-6 5 15,-1 4 0-15,1-4-39 0,-4 1-62 0,4-1-45 0,-7-8-64 16,2 1-162-16,0 0-474 0,0-3 210 0</inkml:trace>
  <inkml:trace contextRef="#ctx0" brushRef="#br0" timeOffset="76073.97">15396 10551 260 0,'-1'-3'296'0,"1"3"-29"15,0-6-25-15,0 6-23 0,0 0-24 0,0-6-24 16,0 6-19-16,0 0-37 0,0 0-39 0,0 0-36 0,0 0-18 16,0 0-22-16,0 0-33 0,-8 10-41 0,7-6-46 15,-2 2-185-15,-1-4-331 0,2 2 147 0</inkml:trace>
  <inkml:trace contextRef="#ctx0" brushRef="#br0" timeOffset="76337.03">15091 10518 80 0,'0'0'311'0,"0"-7"-29"16,0 3-23-16,0 4-33 0,1-5-19 0,-1 5-23 16,1-4-25-16,-1 4-34 0,0 0-39 0,4-4-44 15,-4 4-41-15,0 0-39 0,0 0-51 0,0 0-89 16,0 0-99-16,14 7-298 0,-11-5 132 0</inkml:trace>
  <inkml:trace contextRef="#ctx0" brushRef="#br0" timeOffset="76790.59">15111 10351 44 0,'-14'1'142'0,"-4"2"1"0,-2 2-5 0,1 0-11 16,-7 7 2-16,-2 2-6 0,0 6 1 0,-3 2-4 15,-10 9-3-15,3 3-2 0,-2 2 2 0,3 5-8 0,0 2-2 0,4 3-4 16,6 0-9-16,3-2-4 0,1 3-7 0,6-2-4 16,6 1-1-16,7-12-6 0,4-3-2 0,4 6-2 15,6-2-3-15,6-3 0 0,16 8-5 0,4-5-3 0,5-6-3 16,9-2-5-16,5-5-1 0,2-7-3 15,7-2-2-15,2-4-6 0,24-3 0 0,-26-3 5 16,28-6 4-16,-30-3 10 16,3-2 10-16,-1-5 4 0,-4 0 12 0,-3-7 2 15,-6-2-3-15,-18 3-11 0,10-11-9 0,-5-3-5 16,-7-3-9-16,-5-7-13 0,-4-2-15 0,-5-1-22 16,-11-9-7-16,-3 1-14 0,-11-1-6 0,-6 2 2 15,-4-1 3-15,-9 4 2 0,-9 5 2 0,-7 0 0 16,-26-6 1-16,14 20-11 0,-30-4-18 0,-5 6-29 15,-4 11-17-15,2 6-18 0,-7 9-22 0,2 4-22 0,5 1-66 0,-1 9-224 16,31-3-484-16,2 2 214 0</inkml:trace>
  <inkml:trace contextRef="#ctx0" brushRef="#br0" timeOffset="79040.25">16979 10624 126 0,'0'-5'242'0,"0"0"-13"16,0 0-2-16,0 0-11 0,0-2-8 0,0 7-6 16,0-3-13-16,-1-2-12 0,1 5-15 0,1-4-19 15,-1 4-15-15,0-5-16 0,0 5-18 0,0 0-16 16,0 0-16-16,0 0-8 0,0 0-7 0,7 14-4 15,-6-3-6-15,1 1-7 0,4 6-7 0,-3 7 0 0,3 1-1 0,0 3 0 16,0 3-6-16,1 0-1 0,-3-1 0 0,2-1-4 16,0 1 5-16,3-5-1 0,-4 3-3 0,3-3 0 15,-3-2-1-15,0-6-1 0,0-2-1 0,0-1 1 16,-2-5-1-16,0 2 4 0,-1-7-9 0,-2 3 9 16,1-1 39-16,2-3 40 0,-3 1 46 0,1-2 49 15,-1-3 27 1,3 4 34-16,-3-4-11 0,0 0-23 0,11-11-23 0,-2 1-18 15,3-5-15-15,6-7-16 0,0-2-14 0,1-5-12 16,1 0-13-16,6-14-8 0,-1 4-12 0,2-4-9 16,-9 11-6-16,6-8-4 0,-7 9-8 15,2 2-4-15,-2-2-7 0,-2 6-6 0,-2 4-1 0,-2 4-3 16,-2 3-3-16,-2 1-4 0,-2 6-2 0,0-1-3 16,-1 3-4-16,-2 0-6 0,1-1-23 0,1 1-29 0,-3 2-49 15,2 1-54-15,-1 0-55 0,-2 2-55 0,0 0 26 0,0 0-4 16,5 9-15-16,1 0-15 0,-6 1-32 15,2 2-41-15,-2 1-327 0,1-1-714 0,4 6 316 16</inkml:trace>
  <inkml:trace contextRef="#ctx0" brushRef="#br0" timeOffset="79536.61">17911 10834 98 0,'0'-12'279'0,"0"1"-7"0,1 2-8 0,-1 0-5 0,0 2-18 0,0 1-19 16,-1 2-22-16,-2-3-21 0,1 2-17 0,-2 2-23 16,-4-1-15-1,1 2-16-15,-4 2-6 0,-3 2-18 0,-2 3-8 0,-3 1-2 16,-1 4-14-16,1 2-8 0,-4 3-6 0,-1 2-2 16,7 0-7-16,-2 4-7 0,1-2-1 0,0-1-1 15,9 2-5-15,-1-2 0 0,3 0-7 0,0-2 3 16,2 1 2-16,4 0-5 0,2-5-2 0,-1 2 1 15,4-6 3-15,0-1-1 0,3-1-2 0,5 0 8 16,1-5 4-16,4 0 12 0,-4-2-1 0,6-5 11 16,-1 2 11-16,2-2 3 0,-3-3 4 0,0-1-2 0,0 1-3 15,-2-1 7-15,0 1 3 0,-4 1 2 0,-1 3-5 16,1-4-7-16,-3 4 1 0,0-2-8 16,-3 4 2-16,1-1-9 0,-1 1-5 15,0 0-10-15,-2-1-1 0,-3 4-17 0,6-3-27 0,-2 2-23 0,-4 1-17 16,10 1-26-16,-6 2-20 0,1-3-28 0,0 3-32 15,3 1-37-15,-3 1-36 0,-2 0-58 0,0-1-265 16,1 0-598-16,0 0 265 0</inkml:trace>
  <inkml:trace contextRef="#ctx0" brushRef="#br0" timeOffset="79926.73">18156 10793 217 0,'7'-10'292'0,"0"1"-22"16,2 2-27-16,-4 2-23 0,0 2-21 0,3-1-24 16,1 1-15-16,-1 3-15 0,2 2-14 0,0 1-13 0,2 4-11 15,2 2-11-15,-2 3-9 0,0 1-9 0,-2 3-8 16,-2 2-8-16,-2 0-4 0,-1 7-6 0,-1-1-8 16,-4 3-3-16,-2-1-3 0,-3-1-1 0,-2 1-4 15,1-7-5-15,-3 5 0 16,1-9-5-16,2 0-2 0,-1-5 1 0,2 0 0 0,-1-3 9 0,2 0 2 15,2-2 14-15,-1-1 25 0,-1 0 35 0,4-1 49 0,0-3 32 0,0 0-15 16,0 0-8-16,0 0-17 0,-5-13-10 0,6 3-11 16,2-3-14-16,1-2-6 0,1-4-14 0,4-8-15 0,1 1-2 15,1 0-8-15,2 1-9 0,0-1-6 16,-1 0-9-16,0 5 3 0,-3 3-8 0,0 2-5 16,0 2-1-16,-4 5-13 0,0 1 4 0,-1-1-6 15,1 5-12-15,-3-1-29 16,3-1-32-16,-3 4-40 0,-1-2-34 0,2 1-33 15,-3 3-7-15,0 0-9 0,0 0-5 0,0 0-15 16,9 7-17-16,-5-2-16 0,-3 0-18 0,0 2-47 16,2-2-243-16,2 2-583 0,0-5 258 0</inkml:trace>
  <inkml:trace contextRef="#ctx0" brushRef="#br0" timeOffset="80211.78">19163 10640 199 0,'3'-4'341'0,"-2"1"-19"0,4-1-25 0,-2 1-26 16,-2 0-26-16,-1 3-27 0,1-4-22 0,-1 4-34 15,0 0-16-15,0 0-32 0,0 0-12 0,0 0-12 16,0 0-10-16,-5 19-6 0,-3-10-12 0,1 4-5 15,-2 4 8-15,-4-1-18 0,-1 6-3 0,0 2-7 16,0-2 1-16,-4 0-2 0,4 0-6 0,-3-3-9 16,4-1-12-16,-2 2-10 0,4-3-7 0,0-2-17 0,-3 0-8 0,2-2-21 15,0 1-27-15,1-3-18 0,2-1-30 0,-1-2-25 16,2-1-38-16,-1-3-230 0,1-3-456 0,5-1 202 16</inkml:trace>
  <inkml:trace contextRef="#ctx0" brushRef="#br0" timeOffset="80521.78">18895 10739 33 0,'3'-10'292'16,"0"-2"5"-16,1 5-4 0,-3-2-5 0,1 4-24 15,-1 1-17-15,0-2-21 0,-1 3-29 0,3-1-22 16,-3 4-24-16,0 0-18 0,4-3-16 0,-4 3-15 16,0 0-9-16,9 10-11 0,-2-3-6 0,-2 6-5 15,4-1-10-15,-1 7 6 0,7 3-15 0,-3 0-7 16,4 0-3-16,-5-1-4 0,5 1 0 0,0-1-3 0,0 1 1 15,-6-6-4-15,3 0-8 0,-3-1-1 0,-1 0 0 16,3-2-2-16,-6-3-1 0,-1 0-3 0,2-4 0 0,-3 0-4 16,-1 1 0-16,2-3 3 0,-2 0-2 0,-1-1 0 15,0 0 0-15,0-1 5 0,-2-2-5 0,3 4 1 16,-2 0 0-16,-1-4-3 0,0 0-2 0,3 2 3 16,-3-2-7-16,0 0-13 0,0 0-40 0,0 0-38 15,0 0-38-15,6-11-44 16,-5 6-52-16,2-2-49 0,2-2-232 0,-2 1-542 0,0-4 239 0</inkml:trace>
  <inkml:trace contextRef="#ctx0" brushRef="#br0" timeOffset="80744.03">19495 10486 109 0,'0'0'277'0,"7"-1"-33"0,-7 1-22 16,0 0-24-16,1 8-22 0,1-3-14 0,-2 7-15 0,4 2-13 16,-1 5-13-16,-2 5-9 0,2 5-8 0,-3-1-8 0,1 5-6 15,-1 2 1-15,-1 1-17 0,-6-2-4 0,3 2-6 16,-6 11-3-16,1-13-6 0,-8 10-7 0,2-12-6 0,-4-2-14 16,-1-2-14-16,-3 0-17 0,-3-5-30 15,-3 1-29-15,-2-5-44 0,-1-3-61 0,-5-3-228 16,3-4-428-16,-2-3 190 0</inkml:trace>
  <inkml:trace contextRef="#ctx0" brushRef="#br0" timeOffset="81030.92">18894 10457 203 0,'-3'-3'275'15,"2"-1"-28"-15,1 4-31 0,-7-1-21 0,7 1-25 16,-10 7-12-16,0 4-15 0,-7 7-14 0,-4 7-11 16,5 5-9-16,-7 15-4 0,0 6-7 0,2 5-7 0,5-1-6 0,3 1-6 31,7 1-6-31,9 0-5 0,5-2-6 0,8 1-2 0,8-6-5 15,9-2-1-15,8-6-14 0,8-1-41 0,3-7-83 16,4-8-116-16,-1-6-225 0,4-4-461 0,-4-8 205 16</inkml:trace>
  <inkml:trace contextRef="#ctx0" brushRef="#br0" timeOffset="82638.39">21099 10612 22 0,'0'0'236'0,"-1"-5"-7"16,2 0-10-16,-1 5 1 0,0-5-6 0,0 5-12 0,0 0-19 16,0-5-18-16,0 5-14 0,0 0-21 0,0-4-11 15,0 4-16-15,0 0-12 0,0 0-12 0,0 0-19 0,0 0-10 16,0 0-7-16,0 0-3 0,-4 17-6 0,2-5-3 15,-1-1-3-15,0 4-5 0,0 2 2 16,-2 1-5-16,0 10-1 0,1-10 0 0,0 1-1 0,1-1-1 16,3-1-2-16,-2 1 1 0,-1-3-5 0,6-2 0 0,-3-1 2 15,1-2 1-15,0 2 2 0,2-5 1 0,-2 2-3 16,6-4-1-16,-5-4 0 0,8-1-2 0,0-1 2 0,3-3-3 16,5-3 4-16,8-5-4 0,-3-2-1 15,1-2-4-15,0-3 2 0,2 1-3 0,-2-3 2 16,2 0-3-16,-5-1 1 0,1-2 0 0,-2 4 2 0,-3-1-1 15,-3 4 11 1,-5 3 14-16,0 3 13 0,1-1 15 0,-5 3 7 16,-1 4-6-16,1 0-1 0,-1-2-11 0,0 5-6 15,-3-2-6-15,3 0-7 0,0-1-19 0,-4 5-16 0,0 0-1 16,0 0 2-16,0 0 1 0,-3 14-2 16,2-5 2-16,-4 0-3 0,1 5 4 0,-1 1-3 15,0 4 4-15,-1 0-1 0,0 0 2 0,0-1 5 16,-2-1-6-16,5 3 7 0,-3 1-7 0,5-4 3 0,-3 0 3 0,4 0-4 15,-2-5 3-15,2 0-1 0,2-3 3 0,-2 1 1 16,2-3 2-16,1-3 1 0,1 0 0 0,1 0 10 16,3-4 1-16,6-1 0 0,-1-2-3 0,2-4-2 15,3 1 2-15,1-4 1 0,4-6 3 0,-6 5-2 16,5-6 3-16,-1 0-3 0,-1 0-1 0,-5 2-1 16,0 1 12-16,1 1 4 15,-5-2 1-15,3 3-12 0,-5 3 17 0,-1 1-1 16,-2 1 0-16,-1 2-7 0,-1 0-5 0,0 1-1 15,-3 4-5-15,3-5-5 0,-1 3-3 0,-3 2-11 16,0 0 0-16,0 0-11 0,0 0 6 0,6 7-4 0,-6-2 2 0,0 2-1 0,0 2 1 16,0 3 0-16,0-2 3 0,0 2-5 0,0 3 2 15,4 2 3-15,-4-4 4 0,2 3-4 16,-2 1 7-16,3-3-5 0,-3 3 5 0,1 1-7 16,-1-7-13-16,3 7-11 0,-3-9-13 0,1 5-4 0,0-4-19 15,-1 0-12-15,-1-2-19 0,2-2-13 0,-1 1-14 16,0-3-21-16,0 3-12 0,0-5-12 0,0-2-47 0,-5 2-242 15,5-2-494-15,0 0 218 0</inkml:trace>
  <inkml:trace contextRef="#ctx0" brushRef="#br0" timeOffset="82969.07">21746 10366 293 0,'1'-4'341'0,"0"2"-18"0,2-3-23 0,-3 5-31 0,1-3-24 0,-1 3-24 15,0-5-22-15,0 5-23 0,0 0-22 0,2-3-15 16,-2 3-27-16,0 0-32 0,0 0-27 0,0 0-22 16,0 0-17-16,0 0-28 0,0 0-23 0,0 0-28 15,0 0-29-15,-2 16-21 0,-3-12-38 0,0 1-81 16,-4 0-139-16,0 0-405 0,-4 0 179 0</inkml:trace>
  <inkml:trace contextRef="#ctx0" brushRef="#br0" timeOffset="83216.77">21328 10382 292 0,'1'-5'296'0,"0"0"-16"16,1 2-26-16,-1-1-25 0,1 0-19 0,1 3-25 16,-3 1-18-16,3-5-21 0,-3 5-30 0,1-3-43 0,-1 3-41 15,0 0-29-15,0 0-41 0,0 0-42 0,0 0-33 16,0 0-85-16,1 10-111 0,-2-5-335 0,1-5 148 16</inkml:trace>
  <inkml:trace contextRef="#ctx0" brushRef="#br0" timeOffset="83648.39">21053 10461 189 0,'-2'-2'326'0,"2"2"-25"16,0-7-25-16,0 7-23 0,2-3-24 0,-2 3-22 16,1-3-22-16,-1 3-15 0,0-4-25 0,0 4-32 15,0 0-36-15,0 0-34 0,8-2-37 0,-8 2-44 16,0 0-45-16,10 6-43 0,-6-5-55 0,-1 1-168 15,2 0-378-15,-2-1 168 0</inkml:trace>
  <inkml:trace contextRef="#ctx0" brushRef="#br0" timeOffset="84186.52">21278 10182 47 0,'-9'0'117'16,"0"0"-13"-16,-1 0 3 0,-3 3-11 0,-7 1-3 0,1 0-1 0,-1 3 0 15,-5 5-10-15,-2 2 4 0,-3 4 3 0,0 1-1 0,-10 14-4 16,3-3 3-16,0 5 3 0,-1 0 2 0,2 4-5 16,0 0-10-16,4 3 1 0,-1 2 2 0,7 0-4 15,2 5 3-15,5-1 2 0,1 0-7 16,3 0-4-16,6 0-1 0,5 1-9 0,0-3-2 0,10 0-6 16,2-11 1-1,3 0-2-15,5-2-8 0,12 6-1 0,-2-10-3 16,12 4 2-16,7-6-5 0,1-1-3 0,0-2 2 15,4-5-4-15,6-2-1 0,0-2-2 0,7-8-1 0,-1-2 8 16,5 0 11-16,-2-5 13 0,32-3 11 0,-32 1 0 16,26-9 9-16,-25 2 2 0,24-9 11 15,-28 3 8-15,1-2 15 0,0-8 1 0,20-10 4 0,-31 9 10 16,3-4-17-16,-4-4-10 0,-5 0-6 0,-2-3-13 0,-5-5-8 16,-3-2-11-16,-5-5-18 15,-7-4-15-15,-5 2-16 0,-10-2-7 0,-9-1-11 16,-5 1-3-16,-13-2-2 0,-7 3-5 0,-14 4-8 0,-2 3-24 0,-33-11-19 0,-4 11-19 15,-10 8-20-15,-13 13-20 0,-13 6-12 0,-3 7-11 16,-6 10-9-16,4 7-7 0,2 8-10 0,3 6-19 16,9-1-40-1,7 2-269-15,12 6-538 0,26-10 238 0</inkml:trace>
  <inkml:trace contextRef="#ctx0" brushRef="#br0" timeOffset="87068.13">23762 10577 119 0,'0'0'204'0,"1"-9"-9"0,-2 6-12 15,1 3-12-15,0 0-13 0,0-4-19 0,0 4-16 16,1-3-10-16,-1 3-22 0,0 0-19 0,0 0-22 16,0 0-7-16,0 0-7 15,0 0-4-15,0 0-14 0,-7 13 7 0,2-4-1 16,-2 5-2-16,-2 2-3 0,-1 0-7 0,-3 8 12 16,0 0-5-16,-2 1-2 0,1 3 2 0,-1-4-2 15,-1 1-6-15,0-3 14 0,-1-1-5 0,-1 2 1 16,7-9-2-16,-3 1-2 0,2-3 5 0,1 2 1 15,3-7 9-15,-1 0 9 0,1-1 19 0,2-2 18 16,1-1 19-16,0-1 22 0,-2-2 3 0,7 0 0 0,-11-5 0 0,2-4 0 16,3-3-5-16,-2-3-10 0,3 1-2 0,0-6-5 15,2-7-2-15,3 0-11 0,0-1-11 0,4-2-7 16,2 1-6-16,2 0-7 0,1-1-8 0,1 2 3 16,0 2-12-16,2 1-5 0,-2 8-3 0,-2-2 0 15,1 7-7-15,-4 0-3 0,1 3-2 0,-1 1-6 16,4 2-3-1,-4 0-1-15,4-1-1 0,4 3-1 0,-3 0-3 0,4 3 3 16,3-2-5-16,2 3 0 0,9 3-4 0,4-2 2 16,0 2 1-16,-1-1 2 0,2 1-1 0,4-1-3 15,-2-2 2-15,2 2 1 0,-3-4 10 0,-2 2-13 16,-3-2 7-16,-7-1-3 0,0-2 10 0,-3 4 5 16,4-6 10-16,-5 1 7 0,0-1 11 0,-4-2-1 15,1 0 3-15,-4 1 1 0,-2-1-3 0,1 2-6 0,-1-3-4 16,-3 4-1-16,2-4-2 0,-3 5-7 0,-1-2-3 0,-2 4-17 15,3-1-30-15,-3-1-40 0,0 3-36 0,-2 2-44 16,0 0-24-16,0 0 14 0,0 0-10 0,-2 12-19 16,-2-3-25-16,-3 2-34 0,0 4-82 0,-1-2-182 15,2 3-548-15,-1-1 242 0</inkml:trace>
  <inkml:trace contextRef="#ctx0" brushRef="#br0" timeOffset="87807.39">24015 10794 60 0,'5'-4'268'0,"-1"2"-28"0,1 0-26 0,-2 0-25 16,-3 2-17-16,11-1-18 0,-11 1-15 0,10 5-13 15,-1-3-10-15,-1 4-13 0,0 3-13 16,-2 1-7-16,0 2-10 15,-2 3-3-15,0 3-8 0,-4 0-9 0,1 1-3 0,-3 1-6 16,-1-3-5-16,-2 2-2 0,-4 0-6 0,4-1-3 16,-3-2 0-16,2 0-3 0,-3-3-4 15,1-1 0-15,3-2 3 0,0-3 5 0,1-3 3 0,-2 3 12 16,4-2 22-16,0-1 25 0,0-2 22 0,2-2 30 16,-3 4 33-16,3-4 21 0,0 0-19 0,0 0-23 15,5-14-16-15,-1 5-16 0,7-7-15 0,1 0-8 0,3-4-12 0,1-3-6 16,3-1-10-16,4-1-7 0,-1 0-10 15,1 1-5-15,-2-2-5 0,1 6-1 0,0-2-10 16,-2 3 0-16,-7 8-2 0,-3 1-4 0,-1 2-1 0,-4 1-2 16,2 3-8-16,-2-1 0 0,1 2-8 0,-5 0-13 15,-1 3-14-15,4-2-22 0,-4 2-11 0,0 0 1 16,0 0 4-16,5 13 13 16,-7-4-10-16,-2 1 7 0,-4 6 6 0,1 1 1 0,-5 6 6 0,0 0 3 0,2 3 1 15,1-3 4-15,4-3 1 0,0-1 2 0,0 0 10 16,5-2-10-16,5 0 6 0,2 0 1 0,4-1 6 15,8 2 7-15,9-7-2 0,3 2 5 0,5-4-7 16,15-2 5-16,0-2 6 0,3-2-9 0,-1-6 3 16,0-1-1-16,-1 2 0 15,-1-5 3-15,-12 2 1 0,-5 0 10 0,-4 1 10 16,-9 0 7-16,-8 0 26 0,-2 4 12 0,1-3 12 0,-5 1 6 16,0 2 1-16,-2-1-1 0,-5 1 0 15,8-1-7-15,-8 1-8 0,5-1-10 0,-5 1-13 16,0 0-17-16,5-2-27 0,-5 2-35 0,0 0-51 0,0 0-55 15,0 0-69-15,9 3-35 0,-9-3 4 0,-4 7-35 16,-1 1-65-16,1-4-366 0,4 1-751 0,-1-1 333 0</inkml:trace>
  <inkml:trace contextRef="#ctx0" brushRef="#br0" timeOffset="91328.09">3700 13305 272 0,'0'-11'365'0,"0"0"-5"0,0 1-8 16,4 0-4-16,-4 1-12 0,0 2-10 16,0-1-21-16,3 3-31 0,-3 1-23 0,0 4-28 15,1-5-27-15,-1 2-26 0,0 3-36 0,1-4-40 0,-1 4-35 0,0 0-11 16,0 0-3-16,0 16-5 0,-1-3-9 0,1 6-3 16,-1-1 4-16,-3 10-2 0,1-1-5 0,0 0-12 15,1-1 12-15,-2 0-4 0,4-5-8 0,-1-1-1 16,-3-3-2-16,4 1 2 0,0-2-5 15,0-4 1-15,-1-2 2 0,0-1-20 0,1-3-10 0,-3 1-6 16,3-3 3-16,0 0 16 16,0 0-16-16,0-4-8 0,0 5-2 0,0-5-77 15,0 0-94-15,0 0-72 0,-13-15-65 0,8 8-222 16,-1-5-607-16,-5-2 268 0</inkml:trace>
  <inkml:trace contextRef="#ctx0" brushRef="#br0" timeOffset="91497.6">3608 13038 133 0,'0'-9'359'0,"1"-1"8"0,1 0-4 0,-1 5-18 16,0-2-18-16,-1 2-21 0,2 1-31 15,-2-2-28-15,0 6-41 0,0-5-15 0,0 5-22 0,2-4-38 16,-2 4-62-16,0-2-25 0,0 2-37 0,0 0-35 16,0 0-38-16,9 11-34 0,-8-4-39 0,3 4-46 15,0 0-51-15,-4-2-229 0,1 3-502 0,0 0 222 0</inkml:trace>
  <inkml:trace contextRef="#ctx0" brushRef="#br0" timeOffset="91914.06">3949 13142 334 0,'0'0'405'0,"3"-7"-32"0,-3 7-38 0,0-5-39 0,0 5-18 16,2-3-37-16,-2 3-30 0,0 0-20 16,0 0-21-16,0 0-19 0,0 0-7 0,0 0-33 15,0 0-7-15,14 10-21 0,-7-2-6 0,-3 2-2 16,2-1-7-16,2 6-8 0,-2 0-8 0,2 3-8 16,0-1-3-16,0 3-9 0,-4-3 0 0,3 2 1 15,-1 2-4-15,-1-3-6 0,2-3-5 0,-2-3 0 16,-3-2 0-16,-2-3-3 0,4 0 3 0,-4-2-1 15,1-1 26-15,1 1 51 0,0-2 40 0,-2 0 44 16,0-3 38 0,0 0 32-16,0 0-13 0,9-6-25 0,-5 0-10 15,1-6-30-15,0-1-18 0,3-2-17 0,-3 0-8 0,3-4-14 16,-1-7-9-16,0 3-11 0,-1-3-14 0,0 7-6 16,-3 0-22-16,2 2 11 0,-2 3-11 0,0 4-2 15,-1 0-4-15,-1 3-13 0,-2-1-15 0,2 5-20 16,2-1-35-16,-3-1-44 0,1 3-46 15,-1 2-55-15,0 0-51 0,0-6-66 0,0 6-36 0,0 0 3 0,0 0-15 16,0 0-35-16,-7 13-67 0,4-9-249 0,0-1-757 16,2 0 336-16</inkml:trace>
  <inkml:trace contextRef="#ctx0" brushRef="#br0" timeOffset="92399.26">3903 12627 29 0,'-29'-5'181'0,"-1"-1"-4"0,1 2-6 0,1 1-9 0,-1 3-12 15,-1 3-10-15,1 2-4 0,1 4-11 0,-3 2-12 0,0-1-11 16,2 4-12-16,0 5-7 0,-3 3-9 0,-5 9-10 15,-2 4 1-15,4 6 9 0,3 0-4 0,-2 7 3 16,2 3 7-16,-3 26 5 0,9-23 11 16,3 4-4-16,-1 20-7 0,11-26 2 0,0 3-9 0,3-3-3 15,7-1-3-15,3 0-6 0,4-5-4 0,8-1 3 0,-2-12-10 16,3 0-4-16,1-1 0 0,11 7-1 0,0-9 9 16,-1-1 6-16,15 3 3 0,-7-15 7 0,13 7 7 15,5-7 13-15,1-7 7 0,2-3 3 0,5-7-4 16,5-5-4-16,0-4 4 0,-1-6-4 0,28-11 4 15,-30 6-1-15,24-10 5 0,-28 3 5 0,2-3 4 16,-3-4-7-16,20-17-6 16,-25 11-10-16,12-21-8 0,-5-3-6 0,-24 11-15 15,12-21-6-15,-13-7-13 0,-8 2-8 0,-10 21-8 0,-10-1-3 16,-4 4-6-16,-10-3-8 0,-7 3 4 0,-10 6-6 16,-9 3 0-16,-8 5-4 0,-8 5-7 0,-9 11-15 15,-40-2-17-15,-1 15-51 0,-1 8-21 0,-6 15-34 16,-5 6-37-16,3 5-47 0,1 7-68 0,4 3-110 15,9 1-279-15,15-1-737 0,30-13 327 0</inkml:trace>
  <inkml:trace contextRef="#ctx0" brushRef="#br0" timeOffset="94834.87">5920 13029 135 0,'-3'-10'253'0,"3"0"-2"16,-1 1-19-16,0-1-4 0,-1 4-12 0,2-1 0 15,-1 1-28-15,1 0-20 0,0 2-17 0,0 4-19 16,-1-6-22-16,1 6-22 0,0 0-2 0,0 0-18 16,0 16-6-16,-2 1-7 15,-1 10-5-15,-1 7-8 0,-1 1-4 0,1 11-4 16,-3 3-2-16,4-3-1 0,-4 1-4 0,1-12-6 16,2 1 1-16,-1-1-5 0,1-3-1 0,0 0-1 15,2-5-1-15,-1 0-1 0,2-8 2 16,-2-2-6-16,1-4 1 0,-1-3 1 0,2-1-1 0,1-2 1 15,0 1 0-15,0-4 1 0,-1 1 1 0,-2 0 1 16,3-5 9-16,0 7 4 0,0-7-3 0,0 0 0 16,0 0-28-16,0 0-27 0,-10-6-36 0,6 4-27 0,-6-7-35 0,2-1-46 15,-1-1-56-15,0-5-185 0,-1-1-451 16,4-1 200-16</inkml:trace>
  <inkml:trace contextRef="#ctx0" brushRef="#br0" timeOffset="95104.22">5847 12980 1 0,'0'-5'319'0,"-3"1"-6"0,3-2-17 0,0 2-16 15,0 4-21-15,0-5-24 0,0 5-20 0,0-5-23 16,0 5-19-16,7-4-16 0,-1 1-22 16,7 2-10-16,9 0-13 0,8-4-10 0,5 2-12 15,4 2-7-15,15-2-9 16,-3 3-10-16,-15 3-5 0,0-3-4 0,-3 1-6 15,-5 4-7-15,-5-5-6 0,-4 2-3 0,-6-1-15 16,1-1-5-16,-5 0-10 0,0 2-15 0,0 0-7 16,-4-1-14-16,-1 1-4 0,-2 0 5 0,-2-2 0 15,-4 7 0-15,-3-2-15 0,-3 3-16 0,-2-2-32 0,-7 4-26 16,1 0-27-16,-4 4-27 0,7-3-67 0,-3 0-166 16,5 2-441-16,4-1 195 0</inkml:trace>
  <inkml:trace contextRef="#ctx0" brushRef="#br0" timeOffset="95436.06">5941 13718 166 0,'-10'5'266'15,"4"1"-15"-15,1-5-9 0,-2 2-14 0,3-2-11 16,1 3-8-16,-1-3-5 0,4-1-13 0,-4 4-11 16,4-4-15-16,-4 3-15 0,4-3-2 0,0 0-3 0,19 0-5 15,-2-3-15-15,5-1-8 0,7 0-12 0,6-1-12 16,2 0-9-16,14-4-7 0,-14 5-10 0,1-2-4 16,-1 4-8-16,-4-2-1 0,-2 0-5 0,-13 2-8 0,1 0-2 15,-5 0-3-15,-2 1-1 0,-6 1-7 0,1 0-6 16,0-2-5-16,-2 2-6 0,-5 0-14 15,8-3-9-15,-8 3-12 0,0 0-14 0,0 0-11 0,0 0-28 0,-18 5-29 16,1 0-39-16,-3-3-33 0,1 2-40 0,-2 0-46 16,1-4-221-16,2 0-524 0,0 0 232 0</inkml:trace>
  <inkml:trace contextRef="#ctx0" brushRef="#br0" timeOffset="95735.59">5870 13434 314 0,'0'0'304'0,"-6"1"-27"0,6-1-19 0,-7 0-24 0,7 0-10 0,0 0-13 15,0 0-18-15,-5 2-15 0,5-2-14 16,0 0-15-16,0 0-20 0,0 0-6 0,0 0-9 0,24 5-6 15,2-4-9-15,6-2-11 0,5-2-16 0,1-2 3 16,17 1-10-16,-1-1-6 0,-4-2-3 0,-12 2-5 16,-4 2-12-16,-3-3-17 0,-4 3-13 0,-8 1-20 15,-1-1-12 1,-9 1-27-16,3 0-21 0,-5 2-16 0,-2-1-12 16,-5 1 1-16,7-2-18 0,-7 2-27 0,0 0-35 15,0 0-37-15,0 0-206 0,-27 3-456 0,19-1 202 16</inkml:trace>
  <inkml:trace contextRef="#ctx0" brushRef="#br0" timeOffset="96569.75">7230 13032 36 0,'0'0'259'0,"0"0"-18"0,0 0-17 0,0 0-24 0,0 0-20 16,0 0-20-16,0 0-17 0,11-4-14 0,-1 2-15 15,0 4-12-15,2-2-12 0,-1 1-9 0,1 2-4 16,7 1-10-16,-6 1-7 0,2-2-5 0,-1 3-10 15,4-1-4-15,-5 6-3 0,1-2-7 0,-2-1-2 16,-2 1-4-16,-1 0-5 0,-3 1-7 0,-1 2-6 16,-1 0-4-16,-3 3-1 0,-5-3 1 0,-5 5-1 0,2 0-5 0,-12 2 4 15,0 0-5-15,-2-2-3 0,-1 0 2 0,3-5-1 16,2 1 4-16,2-4 0 0,1 1-4 0,0 0 1 16,3-3 2-16,3-2-3 0,1 1 3 0,0-2 0 15,4 2 1-15,0-2 3 0,1 2 0 0,4-1 9 16,1-2 5-16,6 4 0 0,1-2-1 0,6 2 2 15,2 0-2-15,3-1-3 16,0-1-3-16,-1 2 2 0,11-1-1 0,-4 4-3 16,1-3 0-16,-1 5 2 0,-8-7-7 0,-1 5 4 15,0-1-1-15,-3-3-2 0,-6 1-3 0,2 0 1 16,-3 0-2-16,0 0 1 0,-4-4 3 0,-3 4 6 16,-1-2 2-16,-4 0 6 0,-4 3 2 0,-2-2-3 15,0 2-1-15,-8-1-4 0,-2 2 4 0,-2-1 3 16,-2 0-4-16,-5-3-2 0,0 4-1 0,9-5-3 0,-2 0 0 0,4-1 1 15,-1 2-2-15,6-3 1 0,-1 1-1 0,5-3-9 16,0 2-17-16,2-1-29 0,0-1-35 0,3 1-35 16,4-1-34-16,0 0-77 0,0 0-123 0,18-9-381 15,-6 2 168-15</inkml:trace>
  <inkml:trace contextRef="#ctx0" brushRef="#br0" timeOffset="96838.93">8248 13204 216 0,'0'0'299'15,"1"-3"-32"-15,-1 3-32 0,0 0-23 0,0 0-19 0,4-3-19 16,-4 3-19-16,0 0-16 0,0 0-14 0,-5 10-11 15,0-2-10-15,-5 1-12 0,-2 3-2 0,-6 1-15 0,1 5-10 16,-3 2-6-16,6-4-3 0,-5 2-6 0,-1 1-5 16,1 2-12-16,-1-3-19 0,6-2-25 0,-6 4-24 0,-2-3-22 15,4 1-28-15,0-2-25 0,5-4-50 0,-5-1-75 16,8-5-119-16,-3-1-382 0,4 1 169 0</inkml:trace>
  <inkml:trace contextRef="#ctx0" brushRef="#br0" timeOffset="97039.92">7944 13295 338 0,'1'-3'332'0,"2"0"-31"16,-1-1-30-16,-2 4-30 0,0 0-23 0,0-5-30 16,0 5-19-16,0 0-20 0,0 0-9 0,9 9-12 15,-8-3-8-15,5 5-16 0,5 4-5 0,-2-2-8 16,5 10-10-16,-1-2-3 0,1 2-7 0,4 3-12 0,-1-3-1 0,0 0-18 15,1-2-40-15,-2-2-40 0,0 2-48 0,-4-4-62 16,2-4-59-16,-7-1-257 0,6-1-503 0,-5-3 223 16</inkml:trace>
  <inkml:trace contextRef="#ctx0" brushRef="#br0" timeOffset="97651.29">8680 13439 148 0,'-8'1'193'16,"-2"1"-18"-16,5-1-5 0,-2 0-2 0,7-1-15 15,-9 3-6-15,7-3-6 0,2 0 0 0,-8 3 0 16,8-3 3-16,0 0-5 0,-5 0 0 0,5 0-10 0,0 0-2 16,0 0-3-16,0 0-3 0,0 0-7 0,-4 1-7 15,4-1-6-15,0 0-7 0,0 0-6 0,0 0-4 16,0 0-8-16,0 0 2 0,0 0-15 0,0 0-5 16,0 0-4-16,0 0-3 0,0 0-10 0,0 0-4 0,0 0-3 15,0 0-2-15,0 0-4 0,0 0-6 0,0 0 1 16,0 0-4-16,0 0-3 0,0 0 3 0,0 0-2 0,0 0-2 15,0 0 2-15,0 0 0 0,0 0-4 0,0 0 4 16,26-1 0-16,-6-2-1 0,10 1-4 0,-3-1-3 16,7-2 2-16,0 2-1 0,2 2 2 0,4-2-5 15,-3-2 3-15,0 1-5 0,-3-1 3 0,0 2-3 16,-7-1 0-16,-7 0-2 0,-9 3 4 0,2-2-4 16,0 3 6-16,-4-2-10 15,-1 0 4-15,-2 1-14 0,-1 0-20 0,-2-3-31 16,-3 4-42-16,-3-7-49 0,-4 6-42 0,-2-2-17 0,-3 1-39 0,-6-1-244 15,-1 0-535-15,2 2 236 0</inkml:trace>
  <inkml:trace contextRef="#ctx0" brushRef="#br0" timeOffset="97857.12">8860 13346 30 0,'0'0'311'0,"-4"-5"-1"0,4 2 1 15,0 3-3-15,-3-6 2 0,3 6-1 16,-1-4-1-16,1 4-4 0,0-5-13 0,0 5-15 0,0-4-24 15,0 4-28-15,0 0-26 0,0 0-24 0,-5-3-25 16,5 3-8-16,0 0-28 0,0 0-25 0,0 0-21 16,0 0-6-16,0 15-6 0,0-6-8 0,0 2-10 0,4 5-3 0,-8 1-5 15,8 0 1-15,-4 10-8 0,0-8-28 0,1 7-26 16,0-6-40-16,2-2-37 0,-2 3-38 0,2-2-38 0,-3 1-50 16,5-4-60-16,-5-3-323 0,4-1-670 0,0-2 296 15</inkml:trace>
  <inkml:trace contextRef="#ctx0" brushRef="#br0" timeOffset="98226.96">9513 13271 31 0,'1'-10'513'0,"-1"3"-16"0,4 0-17 0,-3 2-28 15,-1 0-36 1,3 1-32-16,-3 0-29 0,0 0-34 0,0 4-33 0,1-4-33 16,-1 4-27-16,1-4-31 0,-1 4-25 0,0 0-14 15,0 0-40-15,0 0-39 0,0 0-8 0,0 0-8 16,0 12-8-16,0-2-8 0,0 6-4 0,-1 1-12 16,0 3-8-16,-2 3 1 0,2-2-5 0,-3-2 0 15,3 6-1-15,-3-5-4 0,4-2 1 0,-1 1 0 16,-2-1-5-16,2-2 3 0,1-5-6 0,0 0 9 15,-4-1-7-15,4-3 0 0,0 0 1 0,-1-1-5 0,1-1-6 0,0 0 1 16,0-1 1-16,0-4 3 0,0 5 2 0,0-5-4 16,0 4-2-16,0-4-2 0,0 0-8 0,-3 4-8 15,3-4-21-15,0 0-16 0,0 0-74 16,0 0-60-16,0 0-58 0,8-17-72 0,-3 6-72 0,0-4-292 16,4-2-739-16,0 0 328 0</inkml:trace>
  <inkml:trace contextRef="#ctx0" brushRef="#br0" timeOffset="98458.66">9761 13004 209 0,'0'0'272'0,"0"0"-32"16,4-4-24-16,-4 4-22 0,0 0-14 0,11 12-3 0,-3-1 0 0,2 4-2 0,3 7-11 0,2 2-6 15,-3 6-14-15,1 3-3 0,3 11-4 0,-9-10-13 16,0 12-14-16,2 4-6 0,-9-16-10 15,-1 12-8-15,-4-10-6 16,-7 9 4-16,-2-14-15 0,-5 1-9 0,-10 6-3 0,-7-3-6 16,-4 2-15-16,-5-8-19 0,-6 0-28 0,-2-2-42 15,-9 0-56-15,-26 9-87 0,0-14-106 0,-5-1-180 16,1-8-520-16,-2-13 231 0</inkml:trace>
  <inkml:trace contextRef="#ctx0" brushRef="#br0" timeOffset="99144.86">7275 12714 149 0,'0'0'252'0,"2"-5"-12"0,-2 5-16 0,0 0-24 0,1-4-21 16,-1 4-21-16,0 0-20 0,0 0-15 0,0 0-13 0,-17 21-8 15,6 2-7-15,-7 5-10 0,-6 17-5 16,-3 4-5-16,-14 27 3 0,4 6 3 0,1 0 4 16,2 3 7-16,7-5 1 15,10-23-15-15,7-1-2 0,1 0-2 0,8-3 2 0,2 0 2 0,5-17-5 0,6 9-3 0,7-2 3 16,-1-10 1-16,13 6 0 0,-4-12 4 0,2-7 6 15,3 1 6-15,14 1-4 0,-13-9-7 0,3-5-1 16,-3-2 3-16,3-2-17 0,-8 1 25 0,-5-2-3 16,-9-1 8-16,-1 0 13 0,-2 1 12 0,-1-3 12 15,-3-3 13-15,-2 3-2 0,1 3 5 0,-6-3-7 16,9 0-9-16,-9 0-11 0,0 0-11 0,9 0-12 16,-9 0-16-16,0 0-20 15,5 0-27-15,-5 0-41 0,0 0-49 0,0 0-63 16,0 0-67-16,8 0-63 0,-8 0-68 0,0 0-89 15,8-3-348-15,-6-4-815 0,3 0 361 0</inkml:trace>
  <inkml:trace contextRef="#ctx0" brushRef="#br0" timeOffset="105006.05">12011 12961 167 0,'0'-5'241'0,"1"-1"-5"0,1-2-7 0,0 3-5 15,-1-3-6-15,2 1-12 0,0 0-13 0,-2 0-12 16,1 3-9-16,2-1-4 16,-2 2-12-16,-1-2-12 0,0 1-19 0,-1 4-15 15,4-4-10-15,-2 2-12 0,-2 2-14 0,0 0-5 16,0 0-17-16,9 6 1 0,-5 0-3 0,1 2-6 15,4 7-5-15,-5-1-7 0,3 3 3 0,-2 0-8 16,5 9-1-16,-7-7-2 0,4 1-1 0,2 2-1 16,-4-2-3-16,0-2-3 0,3 2-5 0,-3-3 5 15,0-3 1-15,-1 1-6 0,1-6-3 0,-2 0 1 0,-2-3-1 0,2-1 6 16,-2 1 6-16,1-3 47 0,-2 0 37 16,3-1 37-16,-3-2 34 0,0 0-6 15,0 0-14-15,10-8-20 0,-3-3-15 0,-1 1-10 0,3-7-8 0,2-5-14 16,1-2-5-16,3 0-9 0,-5-3-9 0,2 4-6 15,-6 5-8-15,2-1-3 0,-2 1-1 0,3 1-10 16,-6-1 2-16,1 8 1 16,0 0-5-16,-1 1-3 0,-1 4-6 0,0 0 0 15,0 0-4-15,0 0-8 0,-2 0-3 0,1 3-21 16,-1 2-19-16,0 0-34 0,4-5-35 0,-4 5-31 16,0 0-21-16,1-2 4 0,-1 2-10 0,0 0-20 15,0 0-15-15,4 9-15 0,-4-4-17 0,1-2-10 16,-1 0-8-16,3 2-24 0,-3-5-45 0,-3 4-211 15,3-4-565-15,0 5 249 0</inkml:trace>
  <inkml:trace contextRef="#ctx0" brushRef="#br0" timeOffset="105438.67">12246 12601 209 0,'-4'-5'221'0,"-1"0"-17"0,0 0-13 0,0 0-11 0,0 0-18 16,-1 1-15-16,-1 1-6 0,1 0-17 0,-5 1-8 15,3 2-11-15,-4 0-8 0,-1 3-5 0,1 1-13 16,-5 4-6 0,-4 4-4-16,-1 5-10 0,-1 2-2 0,-1 8-2 15,0 1-4-15,-6 10 0 0,-1 1 7 0,4 6 0 16,3-2 3-16,-3-2-3 0,5 5-2 0,6 5 0 15,3-4 0-15,-2 1-6 0,5-2-3 0,5-11-1 16,4-2 11-16,2 3-10 0,3-3 1 0,3-1 1 16,4-1-1-16,4-4 2 0,3-2 7 0,5-3 3 15,8-1 7-15,1-7-5 0,7 1 4 0,13-4-3 0,5-7 1 0,2-4-4 16,4-4 2-16,-5-5 10 0,1-4 7 0,0-8 3 16,-4-2-1-16,-4-1 7 0,0-4 5 0,-6-1 0 15,-8-5 2-15,-5-3-7 0,-3-3-8 0,-6-2-8 16,-5-6-12-16,-6 0-13 0,-6-3-17 0,-10 2-18 15,-9 0-5-15,-3 0-2 0,-10 5 2 0,-7 4-8 16,-9 5-17-16,-3 4-26 16,-14 4-43-16,-29 3-17 0,23 12-38 0,-30 2-30 15,29 10-36-15,-3 7-47 0,6 3-69 0,-2 1-281 16,9 1-654-16,20-3 290 0</inkml:trace>
  <inkml:trace contextRef="#ctx0" brushRef="#br0" timeOffset="110194.43">13530 12850 56 0,'-1'-7'259'0,"0"1"-11"0,2-1-9 0,-2 2-11 15,2-2-7-15,-1 3-17 0,0 1-9 0,0-2-18 16,0 5-19-16,0-5-18 0,0 5-19 16,0-5-16-16,0 5-10 0,0 0-16 0,0 0-12 0,5 10-6 0,0 2-6 0,2 2-4 0,2 4-6 15,2 8 2-15,-2 2 0 0,1 2-3 0,-1 7 1 16,2 11-3-16,0-13-2 0,-5-2-4 0,2 3 4 16,-3 0-23-16,3-4-2 0,1-1 11 0,-4-2-12 15,-4 0-2-15,6-2 3 0,-5-8-2 0,2-4 7 16,-4-3 2-16,5-2 12 0,-5-2 9 0,0-2 32 15,3 0 11 1,-2-2 44-16,0 0 33 0,-1-1 44 0,0-3 37 16,0 3 27-16,0-3-18 0,0 0-27 0,12-17-27 15,-3 0-15-15,5-3-15 0,-1-9-24 0,2-2-16 16,8-10-9-16,1-5-13 0,-3-2-14 0,4 0-6 16,3-3-7-16,-6 4-16 0,1 3-4 0,0 2-9 15,-8 12-2-15,-1 3-6 0,1 2-6 0,-5 6-4 16,-3 4-1-16,2-1-5 0,-4 7-4 0,4-1-1 0,-7 3-4 0,1 2-13 15,1-2-25-15,-2 4-36 0,0-1-43 0,-2 2-50 16,0 2-45-16,0 0-7 0,0 0-15 0,14 4-15 16,-9 1-30-16,0 4-30 0,3 4-23 15,-3 2-42-15,0 2-71 0,-1-3-239 0,4 5-721 0,-3-2 320 16</inkml:trace>
  <inkml:trace contextRef="#ctx0" brushRef="#br0" timeOffset="110750.37">14494 13034 290 0,'0'-5'296'0,"2"-5"-15"0,-2 0-7 15,-2 5-16-15,2-1-15 0,0 2-16 0,-4-1-20 0,4 0-23 16,-4 1-22-16,0 1-19 0,-1 1-22 0,0-1-13 15,-9 4-13 1,5 2-9-16,-5 1-10 0,-4 5-10 0,-1 2-5 16,-4 5-10-16,0 2-7 0,0 2-1 0,4 1-6 0,1 1 0 15,0 3-4-15,1 0-7 0,9-8-7 0,-4 8-9 16,8-6-5-16,-2-2 3 0,3 1 0 16,4 0 4-16,2-3-4 0,0-2 6 0,1-4-2 15,3 0 4-15,2-4 1 0,1 2 1 0,3-3 2 0,5-3 1 16,-4-2 2-16,4-1 2 0,0-4 3 0,0 0-10 0,2-5 12 15,-3 5 4-15,2-6-3 0,-4 0 9 0,3 4-7 16,-5-3 2-16,-2 4 4 0,1-1-3 0,-3 2 4 16,1-1 15-16,-1 2-18 0,-4 1-6 0,3-3-4 15,-6 6-4-15,2-2-5 0,0 1-1 0,0-1-21 16,-4 3-16-16,5-2-21 0,-5 2-22 0,5-1-20 16,-5 1-41-16,8 0-29 15,-8 0-33-15,5 3-41 0,-1-1-55 0,-4-2-231 16,5 1-555-16,-3 1 246 0</inkml:trace>
  <inkml:trace contextRef="#ctx0" brushRef="#br0" timeOffset="111118.15">14742 13017 272 0,'2'-3'313'0,"2"-2"-33"0,-1 2-31 0,-2-3-29 0,3 6-21 16,-4 0-24-16,8 0-19 0,-2 4 1 0,0 3-25 15,1 2-18-15,0 2-10 0,2 4-8 0,-1 5-7 16,0 5-10-16,-3 2-9 0,0 0 4 0,-4 2-18 16,-1 1-3-16,-2 0-6 15,0-3-5-15,-1 2-3 0,-1-5 0 0,0-7-5 0,0-2-6 0,1-3-1 0,1-4 0 0,0-2 10 16,-1 1 39-16,2-2 27 0,-2-2 52 0,3 1 36 16,0-4 28-16,0 0-13 0,0 0-25 0,0 0-16 15,-4-19-19-15,7 7-12 0,-3-5-12 0,5 0-13 16,1-11-11-16,3-2-10 0,-1 1-9 0,4 1-10 15,-1-2-8 1,3 1-4-16,1 0-4 0,-3 2-9 0,4 6-5 16,-7 4-4-16,3 3-7 0,-6 4-6 0,3 2-8 15,-1-2-20-15,-3 5-17 0,1 0-33 0,-1-1-33 16,2 3-30-16,-1-1-28 0,1 1-30 0,0 2-26 16,-2 1-31-16,-5 0-33 0,12 5-31 0,-7-2-49 15,2 0-276-15,0-1-675 0,-1 3 299 0</inkml:trace>
  <inkml:trace contextRef="#ctx0" brushRef="#br0" timeOffset="113314.85">15935 12759 124 0,'-4'-4'259'0,"4"4"-12"0,-1-2 0 16,1 2-8-16,0 0-13 0,-1-4-9 0,1 4-13 16,0 0-22-16,0 0-12 0,1-6-6 0,-1 6-27 0,4-4-17 15,-4 4-16-15,10-1-8 0,-4 0-8 0,5 2-17 16,0-2-7 0,2 2-6-16,5 2-4 0,0 2-6 0,-3-1-4 15,3 1-7-15,-2 0-5 0,-4 2-1 0,2 2-6 16,-4 2-2-16,-1-4-6 0,3 5-2 0,-2 3-5 15,-5-6-2-15,-2 4-5 0,-3 1-5 0,-1 3 1 16,-5-2-1-16,-2 1-2 0,-1 1 10 0,-3 0-10 0,-3-5-1 16,-3 5 2-16,4-5 8 0,-3 1-6 0,2-1-1 15,-1-1 1-15,6-1-6 0,1-2 6 0,2-1-2 16,-1-2 1-16,2 0-8 0,1-1-12 0,3 2 8 16,-2 0 2-16,4-2 2 0,0 0 1 0,4 1 4 15,0 2 1-15,1-3 1 0,7 1 0 0,-1 0 1 16,7 3 1-16,-4-1 0 0,5 0 1 0,-2 0-1 0,0 2-3 0,-1-1 0 15,-1 2 2-15,0-3 0 0,-4 1 0 0,-3-1-3 16,-1 3 3-16,0-3-1 0,-4 2-4 0,0 2 2 16,-2-5 3-16,-3 5 0 0,-2-2 8 0,-2 0-5 15,-3 1 4-15,-5 0-2 0,-2-1 0 0,0-1 1 16,2-1 1-16,1-4-3 0,-5 6 2 0,5-5 7 16,-1-1-9-1,4 2-2-15,-3-1 0 0,2-1 3 0,4-1 0 16,-3-1 0-16,4 1 0 0,-1-1-4 0,3 0-1 0,-1 0-10 15,5-1-4-15,-7 2-5 0,7-2-3 0,-4 2-10 16,4-2-20-16,0 0-29 0,0 0-20 0,11-9-36 16,-6 6-38-16,1-1-64 0,3-4-152 15,1 3-424-15,-1-4 189 0</inkml:trace>
  <inkml:trace contextRef="#ctx0" brushRef="#br0" timeOffset="113568.51">16720 12856 275 0,'1'-3'330'0,"-1"-2"-20"0,3 2-22 16,-2 1-28-16,-1 2-27 0,4-4-30 15,-4 4-20-15,0 0-17 0,0 0-33 0,0 0-14 16,0 0-15-16,-9 9-8 0,1 0-8 0,-3 3-13 15,-2 2-5-15,-5 6-7 0,0-1-8 0,2 2-6 0,-3 0-1 16,3 3-6-16,-2-1-10 0,4-1-23 0,-2 0-18 0,1-2-21 16,3-3-27-16,0-1-26 0,1-2-29 0,-2 2-26 15,1-6-57-15,1 6-240 0,2-9-470 0,4-2 207 16</inkml:trace>
  <inkml:trace contextRef="#ctx0" brushRef="#br0" timeOffset="113800.47">16542 12893 384 0,'2'-7'385'0,"0"2"-22"0,-1 0-37 0,1 3-35 15,-2 2-33-15,0-8-24 0,0 8-35 0,2-1-14 16,-2 1-34-16,0 0-16 0,7 11-13 0,-1-4-7 16,-2 4-22-16,4 3 2 15,1 3-12-15,6 9-8 0,0 3-5 0,0 0-5 16,2-5-7-16,1 3-1 0,-3 0-12 0,3-3 14 15,0 2-14-15,0-6-27 0,-1 1-37 0,-5-6-40 16,1-3-52-16,-3 1-58 0,-2-3-72 0,2-1-82 16,-5-4-176-16,2 0-539 0,-2-2 239 0</inkml:trace>
  <inkml:trace contextRef="#ctx0" brushRef="#br0" timeOffset="114524.03">17277 13089 198 0,'-15'2'231'0,"3"-1"-10"15,-1 0-11-15,4 0-11 0,2 1-11 16,0-1-16-16,7-1-10 0,-9 0-11 0,9 0 0 16,-7 2-2-16,7-2-5 0,-8 0-7 0,8 0-7 0,0 0-14 15,0 0 1-15,-5 1-6 0,5-1-4 0,0 0-3 16,0 0 1-16,-5 1-14 0,5-1-5 0,0 0-5 16,0 0-1-1,0 0-10-15,0 0-3 0,0 0-12 0,0 0-1 0,0 0-13 16,0 0-2-16,0 0-2 0,0 0-1 15,0 0-7-15,0 0-2 0,0 0-4 0,0 0-1 16,0 0 1-16,0 0-9 0,0 0-1 0,0 0-2 16,0 0 2-16,0 0-5 0,0 0-2 0,0 0 2 0,0 0-1 15,0 0 3-15,0 0-4 0,0 0-1 0,0 0 1 16,0 0-3-16,0 0 3 0,0 0-6 0,0 0 5 0,0 0-3 16,0 0-4-1,0 0 4-15,0 0 2 0,0 0-3 0,0 0-2 0,0 0 4 16,0 0-1-16,0 0 0 0,0 0 5 0,0 0-5 15,0 0-3-15,-4 3 0 0,4-3 5 0,0 0 12 16,0 0 12-16,0 0 3 0,0 0 3 16,0 0-7-16,27-5-1 0,-8 0-1 0,9 0 2 0,4 0-10 15,2 4-2-15,6-4-4 0,9-3 0 0,-10 3 6 16,11-2 2-16,-9 4-9 0,-4-2 15 0,-1-1-13 16,-3 5-5-16,-5-5-14 0,-5 2-11 0,-7 2-9 0,0-1-10 0,-5 1-17 15,1 0-17-15,-8 0-21 0,0-1-45 0,-4 3-35 16,0 0-14-16,-20-5-14 0,7 3-24 0,-4 1-25 15,-2-3-50-15,-8 1-150 0,5 1-487 0,1 0 215 16</inkml:trace>
  <inkml:trace contextRef="#ctx0" brushRef="#br0" timeOffset="114740.54">17412 12989 185 0,'-1'-5'255'0,"2"-1"4"0,-1 6-10 0,2-7 1 0,-1 1 2 15,0 2 8-15,2 1 6 0,-2-1 7 0,0 0-15 16,-1 4-8-1,2-6-17-15,-2 6-36 0,2-2-22 0,-2 2-18 16,0 0-19-16,0 0-20 0,0 0-28 0,0 0-10 16,0 0-22-16,0 0-1 0,3 16-9 0,-4-6-3 15,1 6-6-15,0 4-4 0,1 4-2 0,0 1 0 16,0 2-1-16,2 1-4 0,0-3-32 0,-1 1-29 16,2-6-35-16,1 5-37 0,-2-7-49 0,0 2-62 15,3-4-79-15,-1-6-285 0,2 0-628 0,0-4 278 0</inkml:trace>
  <inkml:trace contextRef="#ctx0" brushRef="#br0" timeOffset="115119.12">18085 12893 61 0,'0'-7'486'0,"-2"2"-19"0,2 0-35 0,0 0-35 15,-1 1-41-15,1 4-39 0,0-3-29 0,0 3-36 16,0-5-31-16,0 5-27 0,0 0-24 0,0 0-24 16,0 0-11-16,0 0-21 15,-3 13-15-15,2-1-10 0,-2 4-11 0,0 1-5 16,0 8-6-16,1-1-10 0,-1 5-5 0,2-1-9 16,-2-1-2-16,2 5-3 0,-2-8-4 0,2 2-2 15,1-8-6-15,-1-1-2 0,0 2-2 16,-2-4-4-16,3-3-2 0,0-3-2 0,0 3-4 15,0-4 8-15,-1-1 1 0,1-2-1 0,0 0-2 0,0-5-1 16,0 5 6-16,-3-3 0 0,3-2 1 0,0 0-6 0,0 9 7 16,0-9 0-16,0 0-4 0,0 5 1 0,0-5 6 15,0 0-8-15,0 0 6 0,0 0-6 0,0 0-13 0,0 0-21 16,0 0-58-16,0 0-51 0,-1-20-42 0,1 10-52 16,-1 2-52-16,1-4-39 0,0 0-78 0,1-5-220 15,4 2-656-15,-2-4 290 0</inkml:trace>
  <inkml:trace contextRef="#ctx0" brushRef="#br0" timeOffset="115357.24">18418 12629 62 0,'5'-3'340'0,"-2"2"-30"0,-3 1-26 16,9 0-21-16,-2 4-22 0,0 4-14 0,-1-1-16 15,5 10-21-15,1 5-10 0,0 4-6 0,2 2-12 0,-5 7-16 16,4 11-1-16,-1 0-7 0,-7 2-9 16,2 6-13-16,-10 0-17 15,-3-2-3-15,-8 1-17 0,-4-2 4 0,-5 0-14 16,-4-1-1-16,-9-4 2 0,-5-2 1 0,-8-5-19 0,-29 16-28 0,0-13-33 0,-2-3-41 0,19-13-60 16,-35 8-68-16,0-7-98 0,-10-5-292 0,3-1-615 15,-2-11 272-15</inkml:trace>
  <inkml:trace contextRef="#ctx0" brushRef="#br0" timeOffset="116110">15823 12299 169 0,'1'-3'277'0,"-1"-2"-11"0,3 3-16 0,-3 2-24 16,1-3-24-16,-1 3-30 0,0 0-19 0,0 0-14 16,-13 19-16-16,0 5-8 0,-6 8-7 0,-9 21-7 0,-19 25-13 0,5 2-6 15,-8 2-2-15,9-4-2 0,5 1-6 0,0-2-4 16,16-19 18-16,-3 29-5 0,11-4-1 0,9-28-2 16,6 1-4-16,5-3-4 0,7 3-8 0,6-5 5 15,10-5-1-15,6-3 3 0,6-6-12 0,6-4 16 16,1-3-16-16,3-6-2 0,-2-7 2 15,-1 0 1-15,-13-7-1 0,-1-1 2 16,-5-4-4-16,-11-1-5 0,1-1 31 0,-10-1 10 0,3 1 16 0,-4-1 25 0,-2-1 12 0,-2 1 13 16,-2-2 11-16,0 0-1 0,-4 0-1 0,5 2-8 15,-5-2-6-15,0 0-23 0,0 0-22 0,9 0-27 16,-9 0-44-16,0 0-62 0,5-4-110 0,-5 4-113 16,0-5-117-16,-1 0-497 0,1 0-936 0,1 0 415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3T09:31:33.58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4132 1881 73 0,'0'0'152'16,"-1"-2"7"-16,1 2-1 0,-3-4 5 0,3 4-10 15,0 0 9-15,0 0 1 0,0 0 2 0,0-6-1 16,0 6-1-16,0 0-5 0,0 0 0 0,0-5 2 16,0 5-8-16,0 0-6 15,3-4 3-15,-3 4-9 0,0 0-11 0,-3-3-7 16,3 3-10-16,0 0-12 0,-1-5-8 0,1 5-12 15,0 0-7-15,0 0-19 0,0 0-4 0,0 0-32 16,0 0-24-16,0 0-10 0,0 0-3 0,0 17 4 16,-4-5-2-16,-1 5 5 0,-5 8 4 0,5 1-1 15,-7 3 4-15,3-2 1 0,3 4 4 16,-4-4-1-16,3 2 0 0,-2 0 3 0,2 2-2 0,1-4 3 0,-1-5 0 16,0-5 2-16,4-1-2 0,-2-4 0 0,3-4-3 15,1 2 5-15,0-4 10 0,-1-2-10 0,4 2 3 16,-2-6 4-16,-3 7-1 0,3-7 6 0,0 0 3 15,-3 3 3-15,3-3-5 0,0 0-7 0,0 0-15 16,0 0-19-16,0 0-21 0,-3-16-24 0,1 12-27 16,1-2-26-1,0-6-29-15,-1 2-21 0,2-2-52 0,0 0-231 16,-6-4-491-16,5-1 218 0</inkml:trace>
  <inkml:trace contextRef="#ctx0" brushRef="#br0" timeOffset="586.41">4040 1690 233 0,'-4'-5'244'0,"4"5"-1"0,0-1-19 0,0 1-15 0,0 0-24 15,-2-4-15-15,2 4-20 0,0 0-15 0,0 0-21 16,9-4-6-16,-3 4-16 0,-6 0-2 16,20 2-13-16,-3-1-8 0,2 3-8 0,2-2-6 15,7 6-6-15,1 0-8 0,-1 1-7 0,2 0 0 16,-1 2-10-16,-1-1-7 0,-1 3-1 0,0-1-11 0,-8 1-7 16,-3-2-6-1,0 2-7-15,-4-1-7 0,-1 2 1 0,-3 0-3 16,-3 1 2-16,-5 0 2 0,-3 1 5 15,-6-1 0-15,-5 2 2 0,-4 2 0 16,-6-4 6-16,0 2 0 0,-3-1-8 0,-1-3 15 0,-3 1-5 16,1-3-3-16,1-1 2 0,4 1 3 0,3-2-4 15,3-4 6-15,2-1-1 0,1 2-5 0,3-2 4 16,0 3 3-16,2-3-2 0,4 2-3 0,-2-3-13 0,8 4 7 0,1-4-4 0,0-3 8 16,8 14-2-16,3-8 3 0,3 3 2 0,12 1 0 15,1-1 2-15,3 1 0 0,1 0-5 0,2 4 5 16,-1 1-3-16,0-3 5 0,-4 0 0 0,2 0-4 15,-6 2 3-15,-5-8-2 0,-4 6 3 16,-3-7-1-16,-3 4 2 0,-3-4-5 0,-2 3-1 16,-3-2 3-16,-2-1 2 15,-7 1-2-15,-3 0 5 0,-8 0 2 0,-8 0 0 16,-4-2 1-16,2 0-1 0,-4-2 1 0,-2-1 0 16,2-1 1-16,-4 0-3 0,0-1 0 0,1 1-2 15,4-2 3-15,3 2-3 0,9-1 0 0,1 1 3 16,5-2-9-16,3 1-4 0,3 0-15 0,8 1-32 15,-11-3-75-15,11 3-38 0,2-9-162 0,-2 9-357 16,15-8 159-16</inkml:trace>
  <inkml:trace contextRef="#ctx0" brushRef="#br0" timeOffset="864.95">4717 2164 150 0,'0'0'363'0,"0"0"-9"0,4-6-25 0,-4 6-24 15,0 0-18-15,0 0-5 0,0 0-34 0,0 0-29 0,0 0-31 16,0 0-14-16,0 0-25 0,0 0-19 0,0 0-17 16,0 0-20-16,0 0-23 0,0 0-13 0,0 0-1 15,0 0-6-15,1 22-7 0,-2-13-1 0,1 3-10 0,0 0-12 16,0 2-13-16,-5-2-11 0,5 1-19 0,-3-1-22 15,2-3-19-15,0 3-20 0,1-4-19 0,-4 2-19 16,1-4-23-16,0-1-25 0,0-2-52 0,-3 0-242 16,6-3-502-16,0 0 223 0</inkml:trace>
  <inkml:trace contextRef="#ctx0" brushRef="#br0" timeOffset="1019.2">4721 1968 129 0,'0'-11'324'0,"0"6"-14"0,0-2-19 0,0 1-28 16,-4 1-15-16,4 5-26 0,4-9-19 0,-4 9-26 16,0-6-23-16,0 6-39 0,0-5-47 0,0 5-58 15,4-1-36-15,-4 1-45 0,0 0-43 0,0 0-65 16,10 9-175-16,-6-6-384 0,-4-3 170 0</inkml:trace>
  <inkml:trace contextRef="#ctx0" brushRef="#br0" timeOffset="1736">4898 2070 50 0,'0'0'247'0,"0"0"-26"16,2 7-20-16,-2-7-17 0,0 0-12 0,-2 7-12 15,2-2-8-15,0 3-16 0,2-3-12 0,-6 5-9 16,2-1-19-1,0 8 0-15,2 0-12 0,0 3-5 0,-2-3-7 16,0 1-6-16,1-6-4 0,-1 0-6 0,0-4-5 16,1 4-4-16,0-7-6 0,-1 5 0 0,2-6-2 15,0-4 23-15,-2 12 23 0,2-12 30 0,0 0 27 16,-1 3 39-16,1-3-3 0,0 0-22 0,0 0-18 16,0 0-9-16,16-27-13 0,-2 10-16 0,-1 3-11 15,-3-3-6-15,3 2-10 0,0-2-9 0,-3 3-5 0,2-1-5 0,-6 8-10 16,3 0-6-16,-4 2-5 0,-1-2 1 0,0 2-11 15,-4 5-22-15,5-3-15 16,-5 3-22-16,5-5-6 0,-5 5-1 16,0 0 0-16,0 0-3 0,14 11-1 0,-9-2 0 0,4 4-11 15,-1 1-4-15,2 3-5 0,0 2-6 0,7 3-11 16,-1-1 3-16,6-4-16 0,2 1-8 16,3-2-11-16,5-1-11 0,1-6-16 0,3-1-1 15,-1-1-17-15,3-5 3 0,4 1 6 0,-6-7 20 16,1 1-1-16,0-2 22 0,-4-3 1 0,3-3 14 15,-8-1 25-15,2 3 25 0,-10-2 22 0,-6 1 31 16,3 0 22-16,-7 1 18 0,-1-1 17 0,-3 0 14 16,-4 1 11-16,0-2-8 0,-2 5-3 0,-2-1-5 15,-4-1-5-15,1 3-3 0,-6 0-4 0,-2 3 0 0,-6-3-5 16,1 5-5-16,-4 3-7 0,2 1-2 0,-9 5-9 16,10-1 1-16,-5 5-4 0,1-1 7 0,8 0-14 15,-2 2-4-15,4 1 5 0,2 1-9 16,2-1-12-16,0 1 0 0,5-4-11 0,3 4 5 15,2-6-2-15,3 2 2 0,5-3 0 0,4 1 1 16,1 0 4-16,8-4 2 0,-2-1-10 0,11-2-1 0,-2-3-7 0,2-2-2 0,-2-3-1 16,-7 2 1-16,6-6-1 0,-8-1 6 0,4-2-1 15,-10 0 3-15,0 1 1 0,-3-5-1 0,-6 5 1 16,2-5 7-16,-1-1-4 0,-6-1 0 0,-2 5-1 16,-1 1-1-16,-5-2-1 0,-4 2 6 0,0 2-3 15,0 3 4-15,-5-3-3 0,4 6 3 0,-5-2-2 16,5 6 1-1,-2-1-20-15,1 1-12 0,0 1-27 0,1-1-31 16,0 3-33-16,5-1-25 0,2 1-56 0,-2 2-166 0,7-1-402 16,-4 1 179-16</inkml:trace>
  <inkml:trace contextRef="#ctx0" brushRef="#br0" timeOffset="2545.02">5899 2185 74 0,'0'0'328'16,"7"-5"-19"-16,-7 5-18 0,0 0-23 0,3-5-21 15,-3 5-24-15,0 0-28 0,0 0-22 0,0 0-19 16,0 0-26-16,0 0-4 16,0 0-18-16,0 0-6 0,3 21-12 0,-4-11-7 15,-1 1-6-15,1 4-7 0,0 4-4 0,-4-1-8 16,1 0-8-16,0-2-2 0,-1 1-5 0,4-2 0 15,-2-2-5-15,2-2-5 0,1-5-11 0,-4 1 4 16,4-2-9-16,0-5 8 0,-1 9 16 0,1-9 40 16,0 0 18-16,0 0 7 0,0 0-19 0,0 0-2 15,0 0-10-15,27-22 2 0,-20 13-11 0,6-5-5 0,2-1 2 16,-2-1-18-16,6-3-4 0,-6 4-10 0,6-5 7 16,-8 8-3-16,0 4-1 0,-5 2-2 0,2 0-4 15,-3 1-7-15,-1 0-1 0,1 1-7 0,-5 4-6 16,9-5-5-16,-9 5-12 0,0 0-7 0,0 0 5 15,17 8-5-15,-11-2-3 0,-1 2-4 0,4 2 3 16,-2 2-5-16,-1 3 5 0,-1-8-4 0,1 10-4 0,-2-7 2 0,1 1-3 16,-1 0 2-16,-1-4-5 0,1 0 1 0,-1 0 10 15,1-4 1-15,-4-3 8 0,4 7 23 16,-4-7 3-16,0 0-1 0,0 0 2 0,0 0 7 16,27-13-3-16,-21 6 0 0,3-3 12 0,3-4-4 15,-2 2-4-15,0-1 9 0,3-1-10 0,-3-2 1 16,3 0-1-16,-3 3-4 15,-1 3-2-15,-1 0 3 0,-3 3 5 0,0 2-15 16,0-1 0-16,-2 2-3 0,-3 4-3 0,7-6-6 16,-7 6 4-16,0 0-23 0,0 0 5 0,0 0-4 15,22 9 0-15,-18-5 0 0,5 4-2 0,-4 1-6 16,3-1-1-16,1 2-7 0,0-1-3 0,3 1-10 16,1 4 2-16,-4-5 3 0,-1-3 5 0,2-1 7 15,-1 4 3-15,1-7 3 0,-1-1 2 0,4-1 5 0,-13 0 5 16,23-1-1-16,-13-4 7 0,7-4 12 0,-7 5 8 15,0-6 18-15,3-3 14 0,1 1 18 0,-5 2 0 0,1 1 21 16,-2 0 15-16,2 1 9 16,-6 4 8-16,1-1 12 0,-1 0-4 15,1 2-8-15,-5 3-9 0,3-7-15 0,-3 7-17 0,6-7-8 16,-6 7-10-16,0 0-25 0,0 0-16 16,0 0-21-16,0 0-12 0,0 0 3 0,0 0-5 15,0 0 9-15,6 24-2 0,-6-14 19 0,-4 2-10 16,4 5 5-16,-1-3 1 0,0 1-4 0,1 2-2 0,-2 0 7 15,2-5 0-15,0 2 2 0,2-3-3 0,-4 0-7 16,2-1-11-16,0-3-8 0,-1-2-16 0,1-5 3 16,0 9 9-16,0-9 8 0,0 8 1 0,0-8 22 15,0 0-20-15,0 0-40 0,0 0-49 0,0 0-22 16,0 0-29-16,1-29-42 0,-2 12-48 0,1-8-70 16,0-2-265-16,4-3-635 0,1-2 282 0</inkml:trace>
  <inkml:trace contextRef="#ctx0" brushRef="#br0" timeOffset="2668.86">6635 1919 50 0,'-5'-5'212'0,"1"1"-13"0,1 0-2 16,3 4-14-16,-6-5-14 0,4 0-17 0,2 5-12 15,0 0-19-15,-8-5-13 0,8 5-26 0,0 0-13 16,0 0-11-16,0 0-23 0,0 0-26 0,0 0-53 16,13 15-52-16,-5-8-178 0,3-3-298 0,-5 1 132 15</inkml:trace>
  <inkml:trace contextRef="#ctx0" brushRef="#br0" timeOffset="3454.17">6956 2201 89 0,'3'-8'268'15,"-2"1"5"-15,2-2-22 0,-3 2-4 0,0 1-13 32,0-1-19-32,-3 2-14 0,3-1-24 0,-1 0-12 0,1 6-23 15,-7-5-13-15,7 5-16 0,-9-4-13 0,9 4-11 16,-16 2-12-16,4 2-8 0,2 2-5 0,-7 6-8 15,2 0-6-15,-7 7-2 0,3 5-3 0,1-4-5 16,3 4-5-16,2-2-2 0,0 2-14 0,6-7-12 16,-1-3-9-16,2 1-3 0,2-2 1 0,0-5 5 15,4 0 6-15,3-2 6 0,-1-1 13 0,6-2 10 0,-8-3 6 16,15 2 6-16,-3-4 1 0,5-2 1 0,0-4 6 16,-2-1 0-16,3 0 7 0,-2-4-7 0,0 1-8 15,1-1-3-15,-2-1-3 0,-2 0-6 0,1 1 10 16,-5 3-3-16,3-3 3 0,-5 7 3 0,-1-3-10 15,-3 6 3-15,2-1-14 0,-5 4-6 0,7-5-19 16,-7 5-10-16,5-6-16 0,-5 6 1 0,0 0 3 0,0 0 3 0,10 12 2 16,-8-6 0-16,1 5-3 0,1 1-6 15,1-3-13-15,1 5-6 0,2 3-10 0,0-3 2 16,-1-4-6-16,3 0 2 0,-2-1 5 0,1-4 5 16,0 2 11-16,0-2-4 0,0-3 4 0,1-1 4 15,0-5 4-15,2 0 3 0,1-5 4 0,2 0 8 16,-1-6 9-16,3-7 10 15,-6 5 5-15,3-5 9 0,0-5 3 16,3 2 11-16,-4-1-4 0,2 0 11 0,-3-1 3 16,1-2 11-16,-1 4 1 0,-3-3 17 0,2 5 1 0,1 6 16 15,-7 1 1-15,-1 4 13 0,0 0 2 0,2 1-7 16,-6 3-14-16,0 3-15 0,3 0-12 0,-2 0-1 16,-1 5-15-16,0-7-24 0,0 7-34 0,0 0-24 15,0 0 0-15,0 0 3 0,0 0-1 0,0 20 7 0,0-3 5 16,-4 1-3-16,-5 7 7 0,3 1 11 0,-2 1-8 15,-1 5 6-15,0-1 5 0,3-1-3 0,-2-3-2 16,0 1 6-16,4-9-2 0,-3 0 0 0,3-1 4 16,2-5-4-1,0-4 6-15,2 2 2 0,-1-4 0 0,1 1 16 16,0-8 12-16,0 10 20 0,0-10 25 0,4 7 12 0,4-6 0 16,4 0-3-16,9-2-12 0,11 0-6 0,6-6-4 15,-1 1-22-15,14-3-37 0,-14 2-56 0,17-7-66 16,-17 6-69-16,-1-4-83 0,0 0-117 0,-4 0-305 15,-3 1-749-15,-6 0 331 0</inkml:trace>
  <inkml:trace contextRef="#ctx0" brushRef="#br0" timeOffset="4124.09">8814 1881 97 0,'1'-6'276'0,"-1"0"-10"0,2 1-5 16,-2 1-6-16,0 1-13 0,0-2-18 16,0 5-27-16,0 0-22 0,0-6-26 0,0 6-30 0,0 0-20 15,0 0-9-15,0 0-13 0,-5 21-4 0,1-8-5 16,-2 9-5-16,1-2-6 0,-5 7-7 0,3 0-5 15,-1 0-20-15,0-1-14 0,-2-2-21 0,2 0-16 16,3-4-17 0,0-4-17-16,1-3-19 0,-2 1-24 0,2-1-25 15,0-3-48-15,-1-2-207 0,4-3-414 0,1-5 183 16</inkml:trace>
  <inkml:trace contextRef="#ctx0" brushRef="#br0" timeOffset="4458.35">8717 1735 89 0,'-4'-1'196'16,"0"1"-20"-16,4 0-19 0,0 0-17 0,0 0-12 16,0 0-12-16,-5 9-10 0,10-1-12 0,3 4-1 15,7 2-7-15,7 6-5 0,5 2-13 0,16 7-2 0,-15-6-2 0,16 7-11 16,-15-6-7-16,12 7 2 0,-14-8-9 0,-3-1 3 15,-1-4-11-15,-7 1 1 0,-4-5-7 0,-3 2-5 16,-6-4-2-16,-2-1 5 0,-5 0-5 0,-1 0 9 16,-9-3-4-16,-4 6 2 0,-11-6-5 0,-1 1 3 15,-2-2 1-15,-2-2 5 16,-1 0-13-16,1 0 5 16,2 1-4-16,-1-2 1 0,5-3-4 0,7 2 2 0,2-2-9 0,6 1 1 15,1-2-10-15,1 2-37 0,6-2-22 0,5 0-13 16,0 0-45-16,0 0-65 0,0 0-127 0,38 3-337 15,-6-3 150-15</inkml:trace>
  <inkml:trace contextRef="#ctx0" brushRef="#br0" timeOffset="4671.06">9339 2087 328 0,'3'-6'329'0,"-2"0"-8"0,-1 1-10 15,0 5-7-15,3-7-9 0,-3 2-7 0,0 5-17 16,0-7-38-16,0 7-17 0,0 0-28 0,2-3-20 15,-2 3-30-15,0 0-23 0,0 0-28 0,0 0-2 16,0 0-6 0,-1 16-7-16,0-7-5 0,-2 3-10 0,2 1-6 15,1-2-12-15,-3 8-24 0,2-2-12 0,-2 0-20 16,3-4-14-16,0-2-14 0,0 1-13 0,-2 0-20 16,1-2-14-16,1 0-25 0,-3-3-21 0,3-2-10 15,0 0 2-15,0-5-12 0,0 0-76 0,0 0-233 16,0 0-505-16,-13-16 223 0</inkml:trace>
  <inkml:trace contextRef="#ctx0" brushRef="#br0" timeOffset="4840.26">9329 1881 112 0,'0'-6'315'0,"0"0"-20"16,0 4-32-16,0 2-25 0,0-7-27 0,0 7-21 0,0-5-27 15,0 5-17-15,6 0-31 0,-6 0-27 0,0 0-35 0,16 4-48 16,-9 1-43-16,3 0-57 0,1 0-63 0,-5 0-160 15,6 0-343-15,-2 0 152 0</inkml:trace>
  <inkml:trace contextRef="#ctx0" brushRef="#br0" timeOffset="5194.03">9775 1936 197 0,'0'0'288'0,"0"0"-22"0,0 0-23 0,0 0-19 16,0 0-17-16,0 3-25 0,0-3-16 0,0 0-19 15,-9 9-15-15,4-6-14 0,-5 0-11 0,-1 5-14 0,2-1-5 0,-2 0-12 16,3 1-7-16,-2-1-5 0,3 2-16 0,0-1-12 16,1 1-9-16,-1 1-4 0,5-1-6 0,-1 1-4 15,2 0-5-15,1-2 3 0,2 2-2 0,3 1-4 16,3-4 3-16,-1 3-2 0,4 0-3 0,2 1 4 0,-3-3-1 31,0 1-2-31,-1-2 1 0,0 1-2 0,0-3 1 16,-4-1-1-16,2 2-2 0,-2-2-4 0,-1-1-3 15,0 1-1-15,-4-4 2 0,0 0-3 0,-10 8 6 0,3-3-2 16,-6-3 4-16,-1 3-2 0,-4-4-2 0,-4 2-1 16,-5 1 1-16,6-3-3 0,0 2-16 15,1-3-15-15,1 0-19 0,0 1-21 0,6-1-32 16,1 0-26-16,12 0-45 0,-16-1-192 0,16 1-403 0,-3-8 179 15</inkml:trace>
  <inkml:trace contextRef="#ctx0" brushRef="#br0" timeOffset="5494.45">10149 1765 263 0,'3'-9'365'15,"-2"-1"-11"-15,4 4-22 0,-5 1-31 0,0 1-21 16,0-1-35-16,0 5-24 0,1-7-18 0,2 5-48 16,-3 2-27-16,0 0-14 0,0 0-11 0,0 17-8 15,1-5-14-15,-2 6-5 0,1 7-6 0,-3 5-6 16,3-3-11-16,-1 2 2 16,0 1-8-16,-4 0 0 15,1-1-5-15,2 0-11 0,-1-3-14 0,0-6-10 0,2-2-13 0,-3-2-7 16,4 0-15-16,-2-4-11 0,-1-4-12 0,0 3-20 15,2-5-26-15,1-1-5 0,-5 2-5 0,5-7-8 16,-5 5-29-16,5-5-62 0,-9-1-256 0,9 1-500 16,-9-7 221-16</inkml:trace>
  <inkml:trace contextRef="#ctx0" brushRef="#br0" timeOffset="5722.71">9956 2008 180 0,'-6'1'189'0,"6"-1"6"16,-4 1-11-16,4-1 0 16,0 0-2-16,0 0 4 0,0 0-7 0,28 3-16 15,2-3-15-15,0 1-13 0,3-1-14 0,2 3-12 16,2-3-12-16,0 0-6 0,-5 0-12 0,3 0-8 16,-7 0-6-16,-7 0-5 0,-3 0-9 0,-5 0-5 15,-4 0-2-15,1 0-10 0,-5 0-12 0,3 0-8 16,-8 0-11-16,0 0-17 0,0-4-23 0,0 4-18 15,0 0-19-15,-27-4-19 0,13 3-19 16,0 1-33-16,-3-1-46 0,2-1-162 0,4 2-380 16,0-2 169-16</inkml:trace>
  <inkml:trace contextRef="#ctx0" brushRef="#br0" timeOffset="6226.6">10585 1979 115 0,'0'0'327'0,"0"0"-29"0,6 2-30 0,-6-2-23 15,8 3-23-15,-3 0-13 0,4-2-24 0,0 3-13 0,0 1-23 16,1 1 0-16,2 1-25 0,-2 2-12 0,3 2-12 16,-3 1-8-16,-2-2-8 0,-1 5-8 0,-2-2-12 0,2-1-6 15,-5 0-8-15,1 3-3 0,-3-5-9 0,0 1-4 16,1 0-12-16,-5-2 4 0,2-2-9 0,1 0 3 15,-1-2-1-15,0 0 1 0,-1-1-4 0,-1 1 2 16,4-5 3-16,-5 5 25 0,5-5-1 0,0 0-5 16,0 0 12-16,0 0-6 0,-7-12 4 0,8 6-9 15,3-3 0-15,3-2-11 0,4-3-6 0,1-2-3 0,4 2-5 0,7-4-2 16,-2-3 0-16,5 4-5 0,1 3-1 16,-3-1-2-16,0 3 2 0,-7 3-8 0,1 1 6 15,-4 1-1-15,-1 2 1 0,-3 2 4 0,0-1 5 16,-5 0-2-16,2 1-1 0,-2 0-3 0,-1 3 0 15,-4 0-6-15,7-3-8 0,-7 3 2 0,5 0-6 0,-5 0 0 16,0 0 0 0,5 10-1-16,-7-3 5 0,2 1 2 0,0 2-3 15,-3 2 5-15,2 0-2 0,-3 3 2 0,3 1-1 16,-3-1 1-16,2-1-4 0,2-2 4 0,-3 0 4 16,0-1-2-16,3 0-1 0,0-4 7 0,-1-1-5 15,-1 1 4-15,2-7-4 0,0 9-1 0,0-9-2 16,0 6 4-16,0-6-2 0,0 0 6 0,-2 4-21 15,2-4-37-15,0 0-43 0,0 0-35 0,0-19-32 0,0 10-43 0,0-4-55 16,-2-4-249-16,2-2-549 0,2-6 243 16</inkml:trace>
  <inkml:trace contextRef="#ctx0" brushRef="#br0" timeOffset="6358.26">10984 1852 85 0,'-2'-11'296'0,"1"1"18"0,1 3 8 15,0 2 0-15,0-1-6 0,-2 2-5 0,2-1-40 16,0 5-11-16,0-7-25 0,0 4-25 0,0 3-22 15,0 0-24-15,0 0-16 0,-2-7-31 0,2 7-63 16,0 0-53-16,0 0-26 0,0 0-50 0,0 0-51 16,0 0-67-16,7 15-88 0,-7-15-205 0,2 10-526 15,-2-10 233-15</inkml:trace>
  <inkml:trace contextRef="#ctx0" brushRef="#br0" timeOffset="7360.23">11181 2192 164 0,'0'0'239'0,"0"0"8"0,0 0 15 0,0 0 0 0,0 0-17 0,0 0-26 16,-3-8-17-16,8 1-26 0,3-1 15 0,3-3-11 16,2-2-24-16,6-8-11 0,0-1-15 0,2 1-1 15,-2-4-11-15,5-2-7 0,-2 0 0 0,6-14-3 16,-6 11-1-16,7-13-7 0,-11 12-3 0,0-2-4 15,-3 0 15-15,1 2 1 0,-5 6 2 0,1 2-3 16,-6 4-7 0,2 2 8-16,-5 0 2 0,0 7-3 0,0 3-5 0,-1-5-12 15,1 9-10-15,-2-4-18 0,0 4-25 0,1-1-43 16,-2 4-48-16,0 0 3 0,0 0 9 0,-6 15-3 16,0 2 4-16,-5 6 0 0,-2 7 15 15,0 3 3-15,-5 11 2 0,8-10 2 0,-3 0 9 16,5 0-4-16,3-1-11 0,0-1-5 0,0-1 2 15,8-4 2-15,0-1-3 0,0-8 9 16,2 1-4-16,0-9 12 0,0 1 6 0,4-3-2 16,-4 1 8-16,4-4 22 0,3-2-5 0,3 0 16 15,-2-3-12-15,5-3-7 0,-1 0 1 0,0-4 4 16,1-3-1-16,0 2 1 0,-6 0 2 0,-1-2 3 16,0 0-1-16,-3 1-8 0,0-1 6 0,-2-2-2 15,1 3-4-15,-6-1-2 0,3-1-4 0,-4 3-19 16,-4-3-8-16,-1 4-3 0,-1-2-21 0,-3 4-18 15,-3-1-14-15,-2 1-23 0,0 3-23 0,3 0-31 16,-7 2-26-16,1 2-27 0,4 3-35 0,3-3-51 0,0 3-265 16,1-3-600-16,5 1 265 0</inkml:trace>
  <inkml:trace contextRef="#ctx0" brushRef="#br0" timeOffset="7929.61">11918 1954 202 0,'1'-3'339'0,"-1"3"-22"0,0-5-29 0,0 5-24 16,1-4-24-16,-1 4-32 0,0 0-24 0,0 0-23 15,0 0-15-15,0 0-12 16,0 0-13-16,-7 15-15 0,3-2-1 16,-1-2-16-16,-2 6-6 0,-2 2-12 0,1-1-10 15,-1 0-9-15,3-1-19 0,3 0-9 0,1-5-11 16,-2-2-3-16,3-1-2 0,1-6-1 0,0 5 2 15,-4-2 14-15,8-3 17 0,-4-3-1 0,5 4 3 16,-5-4-6-16,11-4 8 0,-2-3 6 0,3-1 2 16,0 3-1-16,-2-9-4 0,7 2 3 0,-4 0-8 0,-1-3 1 15,1 1-5-15,4 2-2 0,-5-2 0 0,2 3 2 0,-2 0-4 16,-3 4 0-16,0-1-3 0,-2 3 2 0,-1 0-8 16,-1 3-7-16,-1-3-16 0,0 4-8 0,2 0-6 15,-6 1-4-15,10 2 0 0,-5 3-13 16,2-1 1-16,0 1-10 0,2 3 3 0,-4 1-8 15,4 1-4-15,4 2-2 0,-3 0 1 0,4 0 1 0,2 0-9 0,0-2 5 16,0 0 0-16,-5-3 6 0,4-2 1 0,-2 2 4 16,-1-5 8-16,2-2 5 0,-2-2-4 0,1-3 15 15,1 0 5-15,-1-4 10 0,1-6 13 0,-4 3 9 16,2-2 12-16,-2-1 15 0,-1-4 12 0,-1-5 1 16,2-1 4-16,-1 0 6 0,-2-4-5 0,0 1 0 15,2 0 16-15,-3 2 7 16,1 8 9-16,-2 1-1 0,-3 5 7 15,0 2-12-15,-1 3-10 0,-1 2-9 0,1 0-14 16,2-1-27-16,-3 2-33 0,0-1-46 0,0 5 8 16,0 0-3-16,-3 15 13 0,2-3-2 0,-3 8 6 15,-1 6 2-15,-3 5 5 0,-1-2 0 0,0 3-16 16,0 2-19-16,-1-3-21 0,3-2-14 0,-1 2-8 16,3-6-13-16,1-7-9 0,1-1-11 0,-3-6-9 0,5 6-12 0,-2-6-23 15,-2-3-3-15,5-3-45 0,-1-3-250 0,1-2-508 16,0 0 225-16</inkml:trace>
  <inkml:trace contextRef="#ctx0" brushRef="#br0" timeOffset="8346.42">12283 1917 126 0,'0'0'164'0,"0"0"14"15,0 0-2-15,0 0 4 0,0 0-5 0,18 8-17 16,4-6-13-16,7 2-13 0,11-3-9 0,15-1-9 16,1 3-13-16,0-3-9 0,0 2-6 0,-2-2-12 0,1 2-8 0,-4-5-3 15,-15 2-12-15,2-3-3 0,-4 3-3 0,-4-4-3 16,-8 0 13-16,-3 3 26 0,-6-1 23 0,-4 2 21 16,-2 0 13-16,1-2 13 0,-8 3 7 0,13-3-9 15,-8 2 0-15,-1 0-4 0,-4 1-14 0,8-3-14 16,-8 3-16-16,2-1-4 0,-2 1-19 0,0 0-9 15,0 0-6-15,9 0-12 0,-9 0-13 0,0 0-7 0,0 0-20 16,0 0-13-16,8 4 4 0,-8 1-1 0,1-2-3 16,-1 4 2-16,0 3-1 0,0-3 0 0,0 7 0 15,-1-4 1-15,-3 2-7 0,4 3 17 0,-1 2-10 16,1-3-1-16,-3-2-6 0,3 0-4 0,0-3-9 16,-1 2-13-16,-3-1-5 0,4-1-8 0,-1-4-13 15,1 0-16-15,-3 2-13 16,3-3 0-16,0-4 1 0,0 6 9 0,0-6 6 15,0 7-1-15,0-7-58 0,0 0-72 0,0 0-66 16,-5-15-232-16,5 6-541 0,-4-1 239 0</inkml:trace>
  <inkml:trace contextRef="#ctx0" brushRef="#br0" timeOffset="8499.44">13062 1785 119 0,'-3'-7'304'0,"3"-3"-6"0,0 5-3 0,-1-2-19 16,-1 2-21-16,2-2-6 0,0 2-33 15,0 1-21-15,0 4-25 16,0-5-20-16,0 1-28 0,0 4-59 0,0 0-36 0,9-2-39 0,-9 2-46 0,0 0-34 16,17 6-60-16,-11-5-60 0,-2 4-158 0,4-1-399 15,1 2 177 1</inkml:trace>
  <inkml:trace contextRef="#ctx0" brushRef="#br0" timeOffset="8877.59">13376 1814 195 0,'0'0'199'0,"0"0"-23"16,0 0-10-16,-12 6-16 0,9-2-11 0,-4 1-18 16,-2 3-9-16,0 1-10 0,-1 0-15 0,-2 3-7 15,1 1-8-15,1 1-5 0,1 0-7 0,-3 2-5 16,6-1-9-16,1 2 4 0,0-2 3 0,2-2-1 15,3-2-2-15,4-1-2 0,0 2 1 0,0-4-5 0,3-2 6 0,3 2 0 16,-1-1 3-16,3-5 3 0,8 1-6 0,-5-3 1 16,4 1 5-16,-2-2 7 0,0-4 8 0,1 0 6 15,-8-1 0-15,2 0-3 0,2-6-6 0,-5 4-9 16,2-5 1-16,-4 2-10 0,-4-1-7 16,4-4-2-16,-6 0-6 0,-1 2-4 0,-1 1-8 15,0 1-11-15,-5 1-4 16,-4 0-11-16,-1 0-1 0,-6 1-8 0,2 3 4 15,-2 1-15-15,-5 2-6 0,2 0-14 0,2 3-16 16,-1 1-31-16,7 1-20 0,0-1-30 0,0 4-17 16,6-1-54-16,-3 0-196 0,6 1-442 0,2 1 196 15</inkml:trace>
  <inkml:trace contextRef="#ctx0" brushRef="#br0" timeOffset="9231.79">13654 1867 45 0,'0'0'329'0,"0"0"-26"0,0 0-35 15,0 0-31-15,0 0-27 16,0 0-20-16,0 0-23 0,0 0-15 0,0 0-20 16,4 9-9-16,-4-4-17 0,-1 2-9 0,-2 3-9 15,1 2-10-15,-2 5-2 0,-5 0-8 0,1-4-7 16,2 3-7-16,-2-1-4 0,2-6-4 0,0 1-4 15,3-4-4-15,0 0-3 0,2 0-4 0,-1-2 5 16,2-4 13-16,-2 6 24 0,2-6 34 16,0 0 28-16,0 0-24 0,0 0-12 0,0 0-1 0,0 0-8 0,17-13 7 0,-7 5-9 15,-1 2 2-15,0-4-2 0,4 2 7 16,-4 1-11-16,-3-3 0 0,6 6-2 0,-2-3-3 16,-5 2-4-16,1 1-4 0,-3 2-8 0,5-1-6 15,-3 0-20-15,-1 2 0 0,-4 1-4 0,9 0-16 16,-9 0-20-16,15 4-19 0,-9-1-33 0,6 2-32 15,4 2-38-15,0 1-43 0,0 2-46 0,-2 1-57 0,4-1-83 16,0-2-263-16,-4 1-669 0,5-4 295 0</inkml:trace>
  <inkml:trace contextRef="#ctx0" brushRef="#br0" timeOffset="9379.11">14167 2017 24 0,'0'0'380'0,"0"0"-5"0,6-4 7 0,-6 4-26 15,0 0-30-15,0 0-24 0,0 0-36 0,0 0-22 16,0 0-30-16,0 0-35 0,0 0-60 0,7-3-65 16,-7 3-70-16,0 0-89 0,0 0-71 0,0 0-84 15,0 0-184-15,0 0-481 0,0 0 212 0</inkml:trace>
  <inkml:trace contextRef="#ctx0" brushRef="#br0" timeOffset="11221.18">3924 2793 109 0,'11'-1'124'0,"2"0"-5"0,6-1-10 0,-1 1 0 0,2-1-7 16,2 0-7-16,6 0-8 0,4 1 2 16,0 0-10-16,1-2-4 0,2 2-6 0,1 1-2 15,0-1 14-15,3 1-3 0,2-1-12 0,11 2-3 16,-13 0-8-16,0-1-1 0,15 1-9 0,-3 2-1 16,-11-3-6-16,15 2-3 0,-3-2-3 0,2 2 2 0,2-4-2 0,3 4 6 15,1-2-3-15,-4 0 6 0,5 2-7 0,1-2-1 16,-1-2-4-16,-2 2 3 0,1-7-7 0,-3 7 0 15,1 0-5-15,-2 0 1 0,-2-1-6 0,-2 2 2 16,2-2-2-16,-4 5-1 0,2-4-4 16,0 0 2-1,2-3-4-15,-1 3 3 0,3-1-4 0,-3 5 3 0,1-7 0 16,1 6-6-16,-1-2 3 0,2 2-3 0,-5-3-1 16,3 0 3-16,-2 0-12 0,-1 2 10 0,4 0-2 0,-1 1 2 15,0-1 3-15,-1 1-1 0,2-1 0 16,0 1-3-16,1-1-4 0,3-1 0 0,0-1-1 15,0 2 0-15,4-2-2 0,-5 3 0 0,0-4-3 0,-5 2 3 16,2 0-1-16,0-1 1 0,-2 0 2 0,-1 3 3 16,-11-3-3-16,13 1 7 0,-1 0-5 0,3-1 0 0,-2 0 0 15,-2 0-2-15,2-1-1 0,4 2 2 0,-4-2-3 16,4 1 9-16,-4-1-8 0,-3 2 1 0,4-1 0 16,-3 3 2-16,-2-6-4 0,-9 4 7 0,9-2-4 15,2 5 4-15,-12-4-2 0,12 2 1 0,-12-1 3 16,1 0-2-16,12 2-2 0,-13-1-1 0,12 2-3 15,-13-1 1-15,0-2 2 16,16 1 1-16,-15 0-1 0,11 1-2 16,1-1 2-16,-2 0-6 0,-9-1 6 0,10-1 3 15,-1 0-2-15,2 0-1 0,-2 0 0 0,4 1-3 0,-3-1 2 16,4 0 4-16,0-1 0 0,1 0 1 0,-1 2 3 16,1 1 7-16,-1-2 4 0,0 0 2 15,-2 2 2-15,-13-2-2 0,14 3-1 0,-3-4-2 16,2 3-3-16,-2-2-2 0,-13 1 0 0,12-1 2 0,5 3-5 0,-16-3 0 15,14 0-2-15,-1 0-1 0,3 1 1 0,-5 1 1 16,2 0-1-16,-1-1-3 0,3-2 1 0,-14 1-3 16,15 2 1-16,-3-4-2 0,3 2 2 0,-4 0 0 15,3-1 1-15,-15-2 1 0,15 6 3 0,-17-4-6 16,18 1-1-16,-1-3 2 0,-4 0 0 0,2 0-1 16,-15 2 2-16,18-2 3 15,-3 2 4-15,-12 0 1 0,0-2-2 16,12 3 2-16,-1-2-4 0,-13 2 1 0,1-3 0 15,-1 3 2-15,0-2-3 0,1 2 1 0,12-2-4 0,-13 3-1 16,2-2 1-16,15 2 2 0,0-1 0 0,-2 0 3 16,0 1 9-16,-2 1 6 0,0-2 1 0,5 3 4 15,-16-1-1-15,15 0 4 0,-16-1 1 16,14 0 0-16,-15-3-1 0,13 4 7 0,-12-2-2 0,0 0 3 0,12-2-5 16,3 2 4-16,-17-2-3 0,4 2-1 0,10 0-16 15,-12-2 9-15,12-1-1 0,-12 3-2 0,11-2 0 16,-14 2-8-16,1-1 4 0,1 0-8 0,3 1 5 15,-5-1-1-15,0-1 8 0,-3 2 9 0,2-2-8 16,-3 3 4-16,-1 0-1 0,-3-1 6 0,-7-1-3 0,0 1 5 16,0-1 0-16,-8 1-16 0,0-3 16 0,-1 1 0 0,-4 4-4 15,0-4-7-15,-2 2 10 0,-1 0-9 16,-5 0-5-16,9 0-1 0,-4 0-9 0,-5 0 2 16,0 0 2-16,10 0-3 0,-10 0-7 0,5-2-5 0,-5 2 3 15,0 0-14-15,0 0-11 0,8 2-10 0,-8-2-26 16,0 0-30-16,0 0-29 0,0 0-31 0,0 0-31 15,0 0-65 1,0 0-311-16,0 0-598 0,0 0 265 0</inkml:trace>
  <inkml:trace contextRef="#ctx0" brushRef="#br0" timeOffset="24879.45">6276 3677 56 0,'3'-7'200'16,"-2"4"0"-16,0-1-4 0,-1-2-1 0,4 2-6 16,-4 0-11-16,3 0-7 0,-2 0-7 15,3-2-4-15,-3 3-7 0,-1 3-14 0,4-5-6 16,-4 3-15-16,0 2-2 0,5-4-16 0,-5 4-23 16,0 0-19-16,0 0-24 0,0 0-19 0,0 0-1 15,0 0-2-15,-11 17-6 0,-1-5 4 0,-6 9-2 16,1 7 1-16,-3 0 0 0,-11 12 0 0,5-2 1 0,6-11 0 0,0 4 2 15,0-2-4-15,2 0 2 0,-3-4 0 0,5 1-4 16,0-3 1-16,6-10-6 0,-3 4-14 0,4-5-10 16,4 0-13-16,1-4-26 0,-2 1-21 0,2-4-6 15,2 0-18-15,-1-2-33 0,3-3-75 0,0 0-125 16,0 0-367-16,0 0 163 0</inkml:trace>
  <inkml:trace contextRef="#ctx0" brushRef="#br0" timeOffset="25148.12">6000 3695 43 0,'-4'-11'308'16,"2"4"-15"-16,1 0-5 0,-1 0-21 0,2 3-33 15,-1 0-27-15,1 4-20 0,0-6-24 0,-3 3-21 0,3 3-25 16,0 0-13 0,0 0-10-16,0 0-8 0,9 20-13 15,-4-9-2-15,4 7-11 0,3-1-1 0,2 8-6 0,4 1-3 0,1-1-6 16,0 3-6-16,-1 1 1 0,3-4-5 0,-2 1-4 15,-4-1-3-15,2-4-2 0,-2-1 1 0,-2-4-4 16,-3-2 2-16,-1-6-1 0,-4 5-10 0,4-8-18 16,-7 2-11-16,5-2-15 0,-6-2 0 0,3 2-2 15,-3-1 2-15,2-1-7 0,-2-1 0 0,-1-2-24 16,3 3-49-16,-3-3-57 0,0 0-57 0,0 0-185 16,5-12-443-16,-3 9 197 0</inkml:trace>
  <inkml:trace contextRef="#ctx0" brushRef="#br0" timeOffset="25564.93">6810 3963 167 0,'0'0'164'0,"0"0"-7"15,0 0-15-15,0 0-9 0,0 0-18 0,0 0 0 16,0 0 4-16,0 0 7 0,0 0-15 0,26 1-5 0,-11-1-11 0,4 0-10 15,13 0-8-15,4-1-7 0,0 1-8 16,0-1-6-16,1 1-3 0,-3-1-14 0,1 1 6 16,-7-2-7-16,0 2-1 0,-6 0-5 0,-9 0-5 15,-3 1-5-15,1-2 2 0,-4 1-5 0,0 0 2 0,-7 0-3 16,9 0-6-16,-9 0-5 0,5-2-10 0,-5 2-17 16,0 0-27-1,0 0-17-15,0 0-38 0,-24 3-18 0,24-3-41 16,-17-1-136-16,6-1-320 0,5 1 141 0</inkml:trace>
  <inkml:trace contextRef="#ctx0" brushRef="#br0" timeOffset="25881.05">7292 3773 41 0,'0'0'258'0,"0"0"-23"0,-4-5-21 0,4 5-25 0,-1-2-20 16,1 2-19-16,0 0-10 0,0 0-22 0,0 0-15 16,0 0-8-16,10 9-6 15,0-3-11-15,2 1-3 0,-2 4-6 0,4 3-7 16,0 0-4-16,3 0-5 0,-4 0-6 0,-2 1-4 0,5-1-5 16,-4-1 1-16,-5-1-2 0,-1-3-2 0,-2 1 0 15,-3 0-1-15,0 1 6 0,-1 0-2 0,-3-1-1 16,-3 0-1-16,-1-1 3 0,-3 1-5 15,-3-1 0-15,-5-1-5 0,4 1-4 0,-4-2-1 16,1-1-2-16,6 1-4 0,-6-1-1 0,5-3 0 0,1 2-4 0,1-1-13 16,4-1-22-16,-2-1-30 0,4 1-36 0,-1-1-31 15,2-1-28-15,3-1-57 0,0 0-179 0,0 0-414 16,27-3 183-16</inkml:trace>
  <inkml:trace contextRef="#ctx0" brushRef="#br0" timeOffset="27214.48">8501 3935 66 0,'1'-4'241'0,"-1"0"-17"0,-1-2-11 0,0-1-24 0,-5 2-16 16,-1-3-17-16,-6-1-9 0,4 1-12 0,-10 2-13 15,1-2-12-15,-13 4-9 16,-1-2-10-16,-1 4-3 0,0-1-14 15,-4 2-4-15,1 2-4 0,-1 2-4 0,1 1-4 0,1 0-5 0,1 0-6 16,1 4-7-16,4 2-3 0,2-1-3 0,1 0-3 16,7 3-4-16,3-2-3 0,1 0-1 15,2 2-4-15,4 0-3 0,3-1 4 0,4 0-2 16,1 1-6-16,3-1 2 0,6-1-2 0,3 3 1 16,7-5-1-16,0 1 0 0,11-4-1 0,3 0-2 15,4-3-2-15,-1-4 1 0,1-3 1 0,-1 0 9 16,2-4-11-16,-1-4 11 0,-8 0 18 0,1-4 15 15,1-5 8-15,-6-1 14 0,3-2-2 0,-4-1-7 16,4-14-12-16,-4-3 2 0,-9 10-8 0,-1 0 4 0,-3-4 1 16,-2 4 19-16,-2 3 17 0,-1 1 27 0,-5 1-2 0,4 10-5 15,-4 1-5-15,-1 4 0 0,1 0-2 0,0 7-11 16,-3-3-11-16,3 4-11 0,0 0-16 0,0 0-33 16,0 5-43-16,0 0-30 0,0 0 0 0,0 0 9 15,-7 14 16-15,3 1-14 0,0 4 6 0,-1 8 20 16,-3 5-4-1,4 1 5-15,-1 2-1 0,1 1-3 0,3-2-5 16,1 2-1-16,4-2-12 0,-7-2 5 0,11-1-1 16,1-5 8-16,-4-7 6 0,0-1-8 0,4-2 2 15,-4-8 4-15,3 3 6 0,-2-2 2 0,2-4 10 16,2-1 3-16,2-4 3 0,0-1 3 0,2-3 5 16,-1 0 6-16,1-4 11 0,-3-4 9 0,5 1 4 15,-2-2 8-15,1 0 3 0,-3-3 1 0,-3 2 12 0,1-1 13 0,2 5 10 16,-7-2 4-16,0 9 11 0,1-7-3 0,-2 6-8 15,-1-1-8-15,-1 1-6 0,1 1-14 0,1 1-9 16,-4 2-18-16,1-3-28 0,-1 3-30 0,0 0-12 16,0 0 7-16,4 8-1 0,-6 0 5 0,1 1 3 15,0 3 2-15,0 4 4 0,-2-1 7 0,2 4-7 16,-2-4 5-16,2 2-1 0,-3-3 2 0,4-2-6 0,-1-2-24 0,-1 1-3 16,2-5-21-16,-1 0-16 0,1 0-2 15,-1-1-8-15,1-2-2 0,0 1 7 0,0-4 4 0,-5 3-30 16,5-3-72-16,0 0-66 0,-10-15-44 0,3 6-272 15,2 0-610-15,1-8 271 0</inkml:trace>
  <inkml:trace contextRef="#ctx0" brushRef="#br0" timeOffset="27336.8">8690 3692 90 0,'3'-8'257'0,"-2"3"-8"0,-1-1-18 0,4 3-19 15,-3-3-18-15,-1 2-28 0,0 4-17 0,1-4-19 16,-1 4-21-16,3-3-11 0,-3 3-20 0,0 0-25 15,0 0-30-15,14 8-30 0,-9-5-31 0,4 0-72 16,-3 4-204-16,-1-3-341 0,2 0 151 0</inkml:trace>
  <inkml:trace contextRef="#ctx0" brushRef="#br0" timeOffset="27707.71">9058 3742 22 0,'0'0'271'16,"0"0"-19"-16,0 0-15 0,0 0-17 0,0 0-26 15,0 0-16-15,0 0-14 0,5 4-19 0,-5-4-13 16,-10 6-12-16,4-2-12 0,-1 3-12 0,-3-2-9 0,0 2-8 16,-1 1-9-16,-2 2-4 0,2-3-10 0,1 2-1 15,0-1-11-15,2 2-2 0,2 0-5 0,-1-1-3 0,1 3-3 16,2-4-1-16,-1 4-5 0,5-2-4 0,0-1 1 15,4 3-5-15,2-3 0 0,3 1 0 0,-1 0-3 16,5 1 1-16,1 1 0 0,0-3-3 0,1-1-4 16,-1 3 3-16,-2-5-4 0,-1-1 1 0,-6 2 0 15,4-1-3-15,-3-3-8 0,-2-1-4 0,0 1-3 16,0 1-3-16,-4-1 4 0,0-3 1 0,-8 4 0 0,2-3 2 0,-8-1-4 16,1 2-2-16,-5 0-15 0,0-2-23 0,-1 0-28 15,0-2-33-15,2 2-35 0,3-1-58 0,-2-3-178 16,2 2-413-16,6-1 182 15</inkml:trace>
  <inkml:trace contextRef="#ctx0" brushRef="#br0" timeOffset="28054.82">9311 3860 38 0,'0'-5'244'0,"0"5"-11"0,0 0-19 16,0 0-17-16,1-5-6 0,-1 5-26 0,0 0-17 0,0 0-12 0,4-1-10 0,-4 1-22 16,0 0-6-16,0 0-11 0,0 0-13 15,9 0-6-15,-9 0-5 0,13 0-10 0,-4-3-8 16,1 3-9-16,1-1-3 0,1 1-6 0,1-2-4 16,0-1-1-16,-2 0-3 0,2 0-1 0,-3-2-5 15,-1-1 3-15,-1 3-3 0,-1-3 8 0,1 3 5 16,-5-1 6-16,1 2 12 15,-1-3 0-15,0 4-4 0,-3-4-3 0,0 5-5 16,-4-5-4-16,0 4-4 0,-4 1-1 0,-1 0-5 16,-2 3 0-16,-3 0-4 0,-3 2 1 0,2 1-4 15,-3 5 0-15,1 0-3 0,1-1 1 0,2 3 1 16,0 3 0-16,1-2-5 0,-1 2-10 0,5-2-18 16,1 1-14-16,4 2-18 0,3 0-19 0,2-2-39 15,6-7-51-15,-2 2-256 0,4-3-453 0,1-2 202 0</inkml:trace>
  <inkml:trace contextRef="#ctx0" brushRef="#br0" timeOffset="28386.99">9572 3830 216 0,'1'-3'313'0,"0"-1"-24"0,-1 4-27 15,4-3-30-15,-4 3-29 0,0 0-20 0,0 0-18 16,6-3-19-16,-6 3-10 0,7 7-18 0,-1 0-11 0,1 2-5 15,0 0-13-15,1 2-7 0,0-1-8 16,-2 3-7-16,2 1-5 0,-3 2-8 0,-1-3-4 16,0 2-5-16,-1-1-7 0,0-3-7 0,-3 0-12 15,0-1 8-15,0-5-12 0,-1 2-2 0,1-1 1 0,-2 1 1 0,2-6 6 16,0 3 8-16,0-4 25 0,-1 5 28 0,1-5 37 16,0 0-23-16,0 0 0 0,0 0-1 0,-4-10 6 15,4 2 12-15,0 0 6 0,0-4-11 0,2 2-12 16,1-3-5-16,3-2-10 0,0-1-11 0,0 0-9 15,3-1-9-15,0 0-18 0,3 3-20 0,-1-1-25 16,3 2-40-16,-1 3-37 0,1 2-33 0,4 0-33 0,-9 5-37 0,6 0-34 16,-1 3-48-16,5 0-54 0,-6 1-216 0,1 1-589 15,3 1 260-15</inkml:trace>
  <inkml:trace contextRef="#ctx0" brushRef="#br0" timeOffset="28956.86">9909 3978 158 0,'-5'2'162'0,"5"-2"-14"0,0 0 4 15,0 4-15-15,0-4-10 0,0 0-8 0,0 0 4 0,5 3-12 16,4-3-3-16,3 0-13 0,1 0-11 16,0-3-4-16,9 0-14 0,-4 0-1 0,10-2-9 15,-6-1-6-15,-2-2-8 0,-2-2-4 0,1-1-6 0,-1 0 0 0,0 0-8 16,-4 0-2-16,3-5 0 0,-7 5-3 0,0 0-4 15,-5 4 1-15,2-4-5 0,-3 2 3 0,-4-2 0 16,-3 5-2-16,-1 0-3 0,-1-1 3 0,-4 3-4 16,-5 3-4-16,-5-4 10 0,0 5-1 0,-2 5-6 15,0-3 2-15,0 4-3 0,1 1 5 0,-6 3-4 16,8 1-1 0,2-2 5-16,0 4-8 0,5-1 2 0,-1 1 1 15,7-2 1-15,0-1-1 0,7 2-1 0,5 0-2 0,3 3 2 16,12 1 0-16,2-3 3 0,4 0 2 0,2-2-5 15,2 0-3-15,2-7-1 0,-1-3-1 16,3-1 1-16,0-1 0 0,0-2 1 0,-3-7-2 0,0 2 7 0,-5-6 4 16,2 0 13-16,-6-3 14 0,-5-3 15 0,-1-4 14 0,-1-2 6 15,-6-3 4-15,2 1 8 0,-3-4 3 0,-2 1 10 16,-1 1 4-16,0-1 5 0,-3 2 28 16,-2 3-8-16,1 7 19 15,-2 3 0-15,-1 4-2 0,1 2-8 0,-1 0-12 0,0 5-7 16,0-1-22-16,0 3-18 0,2-2-46 0,-2 5-48 15,0 0-4-15,0 0 13 0,0 0-1 0,-7 19-5 16,-2 0 5-16,0 8 0 0,-2 3-2 0,-3 16 1 0,1 0 6 0,1-11 3 0,1 10 3 16,3-11-6-16,2 0-15 0,2-4-4 0,1-4-1 15,0-2 2-15,0-6-17 0,3-5-11 0,-1-1-16 32,-3-3 2-32,4-1 5 0,0-4 8 0,0 4 3 0,0-7 8 15,0-1-38-15,0 0-54 0,0 0-42 0,10-11-48 16,-6 4-51-16,1-4-220 0,0-1-534 0,2-2 237 0</inkml:trace>
  <inkml:trace contextRef="#ctx0" brushRef="#br0" timeOffset="29156.69">10330 3837 4 0,'-6'-3'257'0,"6"3"1"0,-6 0 1 0,6 0-7 0,0 0-22 16,0 0-17-16,0 0-28 0,14-4-18 0,5 2-20 0,4 1-13 15,8-2-16-15,1 3-9 0,0-1-15 16,0 0-13-16,0 1-18 0,-2-2-19 0,1-1-21 16,-3 6-27-16,-11-3-20 0,1 0-20 0,-8 0-21 15,0 0-8-15,-2 0-12 0,-4-3-37 0,-4 3-24 16,0 0-27-16,0 0-144 16,0 0-344-16,-8-6 152 0</inkml:trace>
  <inkml:trace contextRef="#ctx0" brushRef="#br0" timeOffset="29488.27">10724 3962 143 0,'-1'4'209'0,"1"-4"6"0,0 0-9 0,5 1-5 0,-5-1-7 15,5 3-5-15,-5-3-15 0,12 1-14 16,-1-5-16-16,7 4-14 0,5-4-12 0,-5 0-14 15,1 0-7-15,4-3-10 0,2-3-7 0,-5 3-14 0,4-6-4 16,-6 4-5-16,0-1-7 0,-1 0-5 0,-2 1-5 0,-2-4-1 31,-2 1-1-31,-3 3-1 0,-3 1 4 0,-5 2-8 16,1 1 0-16,-2-2-4 0,-4 0-4 0,-4 1-2 16,-5 4-4-16,1-3-2 0,-9 4-1 0,-6 2-3 15,8 4 1-15,-7 4-5 0,4 2-3 0,-1 2 3 0,3 2-3 0,2-1 0 0,5 7 2 0,0-4 1 31,8 1-3-31,3 2 4 0,9 4-3 0,7-1-5 0,9 0-21 0,2-1-44 16,8 0-78-16,17-3-139 0,1-6-175 0,3-6-490 16,1-5 216-16</inkml:trace>
  <inkml:trace contextRef="#ctx0" brushRef="#br0" timeOffset="30388.35">11896 3708 74 0,'0'0'206'0,"5"-4"-19"0,-1 3-18 0,-4 1-12 16,14 3-10-16,-6 0-12 0,1 1-5 0,2 6-9 15,1-1-12-15,1 2-3 0,-1 6-12 0,-1 0-6 16,-1 6-6-16,0 4-8 16,-5-3-8-16,0 5-4 0,-4 0-1 0,-3-3-11 15,-2 2-2-15,-1-2 0 0,-3-2-4 0,-2 0 5 16,2-5 0-16,-1-4 7 0,-2-1 5 0,2-3 0 15,0-1 9-15,-1-2 3 0,1 0 5 0,0-2 2 16,0-2 22-16,1 1 18 0,3-5 15 0,-3 0 18 0,8 0 8 16,-11-8 3-16,6 1-8 0,1-4-6 15,4-1-18-15,-2-4-3 0,5-5-13 0,6-6-13 0,4-1-9 0,4-2-14 16,2-3-8-16,3 3-5 0,7-9-12 0,-7 10-2 16,1 3-6-16,0 5-4 0,0-1-11 0,-4 1 3 15,-3 10-7-15,-3-1 0 0,-1 4 3 0,-3 0-3 16,-4 4 1-16,0-1-7 0,4-4-7 0,-5 6 8 15,0 2-7-15,-2-2-13 0,1-1-26 0,1 3-24 16,-4 1-47 0,0 0-30-16,0 0 9 0,5 6-14 0,-4-3-18 15,-1 2-16-15,-1 7-25 0,-3-3-20 0,0 2-19 0,3-2-49 16,-3 1-310-16,0-2-636 0,3 3 282 16</inkml:trace>
  <inkml:trace contextRef="#ctx0" brushRef="#br0" timeOffset="30604.12">12359 4033 64 0,'-3'1'431'0,"3"-1"9"0,0 0-11 15,0 0-4-15,0 5-19 0,0-5-23 0,0 0-29 0,0 0-34 0,0 0-30 16,0 0-31-16,4 3-28 0,-4-3-37 0,0 0-69 15,0 0-73-15,0 0-60 0,8-9-62 0,-7 8-76 16,4-3-87-16,0 1-109 0,-2-1-259 0,-2 0-651 16,2 0 288-16</inkml:trace>
  <inkml:trace contextRef="#ctx0" brushRef="#br0" timeOffset="31220.77">12679 3832 177 0,'2'-2'271'0,"-2"2"-4"0,1-3-15 16,0-1-14-16,-1 4-21 0,0 0-18 0,1-3-25 16,-1 3-21-16,0 0-18 0,0 0-11 0,0 0-10 15,8 11-11-15,-5-4-10 0,-1 1 15 0,2 5-11 16,0-4-8-16,1 7-10 0,0 0-5 0,-5 1-6 16,3-1-7-16,-3-1-4 0,1-2-9 0,-1-1-4 15,0 4 2-15,3-6-8 0,-5 3-1 0,4-5-7 0,-4 0 0 0,4-4 0 16,-2-1 14-16,-2 4 49 0,2-7 43 15,2 4 38-15,-2-4 40 0,0 0 37 0,0 0-24 0,0 0-20 16,11-13-29-16,-1 1-8 0,-2-4-21 0,7 2-14 16,-1-10-17-16,4 2-8 0,-2-2-14 0,3 0-13 15,-3 0-8-15,4-3-7 0,-4 5-4 16,-1 3-10-16,-4 2-7 16,0 3-3-16,-2 3-11 0,-4 3-13 0,0 0-15 0,-1 3-29 15,1 1-29-15,-4-1-38 0,2 2-49 16,1 0-70-16,-4 3-33 0,0 0-16 0,0 0-22 15,9 7-40-15,-6 1-54 0,-3 1-334 0,2 2-768 16,2 1 341-16</inkml:trace>
  <inkml:trace contextRef="#ctx0" brushRef="#br0" timeOffset="31374.18">13161 4000 280 0,'0'0'421'16,"1"4"1"-16,-1-4-11 0,0 0-6 0,0 0-18 15,2 4-27-15,-2-4-31 0,0 0-36 0,0 0-26 16,2 4-50-16,-2-4-56 16,0 0-73-16,0 0-90 0,0 0-152 0,0 0-204 15,0 0-231-15,0 0-636 0,0 0 282 0</inkml:trace>
  <inkml:trace contextRef="#ctx0" brushRef="#br0" timeOffset="40708.78">15431 3485 51 0,'1'-5'220'0,"0"0"3"0,-1 1-9 0,2-1-2 16,-2 2-12-16,0 3-6 15,2-4-28-15,-2 4-18 0,0 0-17 0,2-4-24 16,-2 4-11-16,0 0-14 0,0 0-11 0,-6 20-4 16,1-4-10-16,-1 7-2 0,-3 8-6 0,-3 1-2 15,3 1-4-15,-1 13-3 0,-4 1 0 0,5 1-6 16,0-14-1-16,2 1-7 0,0-4 2 0,1 2-3 16,-1-1 2-16,-2-5 0 0,6 0-3 0,-1-1-3 15,0-9-3-15,3-2 3 0,-3-5 6 0,0 3-12 0,-1-2-2 16,-2 0-13-16,4-6-16 0,0 2-13 0,-1-1-8 0,2-2-12 15,-1 1-23-15,-1-3-45 0,4-2-59 0,0 0-217 16,0 0-426-16,-12-13 189 0</inkml:trace>
  <inkml:trace contextRef="#ctx0" brushRef="#br0" timeOffset="40993.54">15351 3667 64 0,'0'0'192'0,"2"-4"-18"0,0 2-21 32,-2 2-12-32,10 1-4 0,3 1-10 0,-3 4-3 0,11-2-13 0,-2 3-10 15,9 4-10-15,-2 0-5 0,-1 2-8 0,-2 4-5 16,-1 0-7-16,-7-7-16 0,-1 3 0 0,-1-1-11 16,-4-2-2-16,-4 0-14 15,-1-2-5-15,-1 3-1 0,-6-4 0 0,-1-1 0 16,-5 2-5-16,-6-2 3 0,-3 2 0 0,-9-4-4 15,-4 3 2-15,9-4-2 0,-8-1-1 0,7 1-1 0,-5-3-2 16,9 0-2-16,-2 0 1 0,6 0-1 0,-1-3 5 0,5 3-14 0,2-2-18 16,9 2-40-16,-9-3-62 0,8-1-56 0,1 4-108 15,0 0-311-15,22-12 139 0</inkml:trace>
  <inkml:trace contextRef="#ctx0" brushRef="#br0" timeOffset="41410.6">16106 3843 121 0,'-7'2'173'0,"7"-2"-6"0,0 0-14 16,-6-4-8-16,6 4-13 0,0 0-9 0,0 0-11 15,-7-1-9-15,7 1-12 0,0 0-4 16,0 0-1-16,17 5-9 0,-5-5-6 0,8 1-6 0,-1-1-7 0,10 3-3 0,-1-3-9 31,4 0-6-31,3 0 0 0,1 0-4 0,1 0-3 0,-6 0-3 0,1-3-5 0,-3 2 0 0,-9 1-2 16,-1 0-3-16,-6 0-1 0,1 0 1 15,-5 0-4-15,-1 0 14 0,-1 0-5 0,-2-2 8 32,-5 2-6-32,4-2-5 0,-4 2-6 0,0 0-3 0,0 0-8 0,-17-4-6 15,5 4-7-15,2-3-6 0,-2 3-11 0,2 0-21 16,-4 0-29-16,5 0-13 0,1-2-29 0,-1-1-25 16,0 3-36-16,3-1-101 0,2-2-301 0,-1 2 134 15</inkml:trace>
  <inkml:trace contextRef="#ctx0" brushRef="#br0" timeOffset="41695.3">16549 3678 64 0,'0'0'210'15,"0"0"-20"-15,0 0-21 0,0 0-18 0,0 0-16 16,0 0-11-1,0 0-18-15,0 0-8 0,23 9-5 0,-13-3-6 16,5 4-6-16,5 5-9 0,-4 0-2 0,7 3-9 0,-4-1-1 0,-1 6-13 16,-5-9 3-16,-2 3-5 0,2 6-6 0,-4-8-1 0,-4 0-4 15,2 2 1-15,-5-3 14 0,-2 1-3 16,-2 2 3-16,-2-6 0 0,-3-1-4 0,0-2-5 16,-6 5-1-16,-2-3-4 0,-2-1-4 0,-1 0-6 15,0 0-23-15,-1-1-32 0,1-1-42 0,-1-5-85 16,-1 1-212-16,5-5-399 0,4 1 177 0</inkml:trace>
  <inkml:trace contextRef="#ctx0" brushRef="#br0" timeOffset="43630.18">15287 4731 92 0,'0'-4'209'0,"0"4"-12"0,2-6-12 16,-2 6-17-16,0-4-20 0,2 2-14 0,-2 2-17 15,0 0-13-15,0 0-13 0,0 0-10 0,0 0-7 0,4 9-10 16,-4-1 0-16,1 2-8 0,-1 5-6 16,-1 3-3-16,0 7-4 0,1-1-3 0,-4 2-8 15,1 1 8-15,2-1-7 0,-5 1-2 0,3-3-3 16,-2 3-2-16,0-2-2 16,1 1 2-16,0-7-6 0,-2 0 0 0,1-1-1 15,1-2 2-15,-2 1-2 0,2-8-4 0,0 2 0 16,3-2-4-16,-2-2 1 0,3-2 0 0,-1 0 4 15,-2 0 17-15,2 0 13 0,0-1 23 0,1-4 22 16,-3 3 22-16,3-3 27 0,0 3 22 0,0-3 15 16,0 0 18-16,0 0-5 0,0 0-31 0,0 0-12 0,8-15-20 0,-4 2-16 15,-1 1-12-15,6-4-19 0,1-2-1 0,3-3-10 16,0-1-9-16,-3 6-11 0,3-1-1 0,-4 2-6 16,5-1-5-16,-5 2-4 0,2 1 1 0,-3 5-8 15,1-2-1-15,-1 2 1 0,1 0-9 0,-4 4-2 16,0-1-8-16,0 1 1 0,3 0-3 0,1 4-4 15,-3-3-3-15,2 6-12 0,2-1 0 0,-1 4-3 16,0 0-6-16,-1 5 3 16,1-2 0-16,0 5 2 0,-2 2-2 0,1-1-4 15,-1 3 1-15,1 1-3 0,-4 0 13 0,1-2-6 16,-2 2 2-16,-1 0 9 0,0-2-1 0,0 0 1 16,-2-4 9-16,3-1-11 0,-3-2 5 0,-3 1-4 15,3-5-3-15,0 1 7 0,0-2 7 0,0-1-2 16,0 1 4-16,0-2 1 0,0-3 6 0,0 5 18 15,0-5 6-15,3 4 6 0,-3-4-1 0,0 0-14 0,16-8-16 16,2 0-6-16,10-2-20 0,-2 2-41 0,10-1-37 0,-2-1-43 16,3-4-45-16,14 2-59 0,-2-3-65 0,-13 8-319 15,2-1-675-15,-2 1 299 0</inkml:trace>
  <inkml:trace contextRef="#ctx0" brushRef="#br0" timeOffset="44271.43">16026 5073 46 0,'-9'-2'156'0,"9"2"-12"0,0 0-15 0,0 0-9 0,0 0-16 15,-7 0-3-15,7 0-2 0,0 0-8 16,0 0-4-16,0 0 2 0,0 0 0 0,0 0-3 15,0 0-11-15,0 0 11 0,0 0 0 0,0 0-5 0,0 0-11 0,0 0 2 16,0 0-4-16,0 0-7 0,0 0 3 0,21-1-5 16,-7 0-9-16,4 1-2 0,9-3-8 0,2 1 1 15,5-1-6-15,1 1-8 0,6 1 2 0,9 0-4 16,1-2 1-16,-12 1-6 0,-2 2-1 0,2-1-3 16,-6 1-2-16,1 0-1 0,-6-1-2 0,-7 1 2 15,-4 0 0-15,-4 0-4 0,-3 0-3 0,-2-1 10 0,-2 2-8 0,0-1 3 16,-6 0 12-16,9-1-1 0,-9 1 0 0,0 0-6 15,0 0 0-15,0 0-14 0,0 0-2 0,0 0-9 16,0 0-11-16,-25 0-13 0,16 0-7 0,0 0-16 16,-1 0-18-16,2 0-26 15,2 1-26-15,-2-1-43 0,0 1-170 16,8-1-365-16,-11-1 162 0</inkml:trace>
  <inkml:trace contextRef="#ctx0" brushRef="#br0" timeOffset="44616.15">16595 4882 50 0,'-4'-2'242'0,"4"2"-11"0,0 0-18 15,0 0 2-15,-5-3-15 0,5 3-20 0,0 0-21 16,0 0-14 0,0 0-17-16,0 0-14 0,0 0-12 0,0 0-11 15,0 0-10-15,0 0-9 0,0 0-3 0,0 0 0 16,16 7-7-16,-9-4 4 0,3 2-5 0,1 3-4 16,2 1 5-16,5 1-5 0,-4 1 3 0,12 4-5 15,-10-3-9-15,6 5-2 0,-5-3-7 0,3 3-1 16,-6-2-1-16,0-1-8 0,-2 2-5 0,-3-2-8 15,0 0-11-15,-6 3-4 0,-1-5-6 0,-7 5-2 0,-4 0 3 0,-4-4-21 16,-9 7-38-16,-8 0-59 0,-5-3-132 0,-11 3-179 16,10-11-472-16,-1-4 209 0</inkml:trace>
  <inkml:trace contextRef="#ctx0" brushRef="#br0" timeOffset="60477.4">15343 5819 116 0,'-2'-5'236'0,"2"0"-4"0,0-1-8 0,0-1-10 15,0 0-3-15,0 0-17 0,0 2-12 0,0-1-6 16,0 0-7-16,2 0-7 0,-2 1-4 0,0 1-14 16,0 0-13-16,0 4-12 0,0-5-14 0,0 5-14 15,0 0-20-15,0-5-26 16,0 5-13-16,0 0-3 0,0 14-6 0,-2-4 1 15,-2 9-2-15,-1 10-2 0,-3-1 0 0,-2 5-2 16,-1 13-5-16,-2 2 3 0,0 6-1 0,0-6-4 16,2 0 2-16,-1-4-3 0,5-8 12 0,-1-2-14 15,-1-3 1-15,3 0-1 0,-2-4-4 0,2-2 1 16,-2-7 1-16,7-1-1 0,-3-1 7 0,3-5-9 16,-3-1-3-16,0-3-4 0,4 0 6 0,-1-3-4 0,-2 1 0 0,2 0 0 15,1-1 2-15,0-4 2 0,-3 3-6 16,3-3-23-16,0 0-32 0,0 0-33 0,0 0-20 0,-6-15-25 15,6 9-44-15,0-5-62 0,1-2-169 0,-1 1-445 16,5 0 197-16</inkml:trace>
  <inkml:trace contextRef="#ctx0" brushRef="#br0" timeOffset="60799.67">15253 6021 138 0,'-1'-1'248'0,"1"1"-8"16,-3-5-16-16,2 2-23 0,1 3-19 0,0 0-20 0,-1-5-18 15,1 5-17-15,0 0-13 0,14 0-12 0,-14 0-8 16,16 5-9-16,2 2-7 0,-2-1-9 0,5 2-5 0,2 4-8 16,1 1-7-16,-2 0-5 0,-4-2-5 15,-2 3-10-15,-3-1-4 0,0-4-5 0,-1 5-10 16,-6-5-9-16,1-1-2 0,-4 2-3 0,-3-4 0 15,-2 0 2-15,-5 2-1 0,-9-1 1 0,-1 0 1 0,-3-1-2 0,-2-2 6 16,-10 0-1-16,5-1-2 0,-2-1-1 0,2-2 0 16,4 0 0-16,1-2 1 0,3 2 0 0,0-1 1 15,6-1-3-15,2 0 3 0,3 1 1 0,-1 0-4 16,3 1-35-16,2-3-62 0,4 3-51 0,1-7-224 16,4 2-405-16,8 1 180 0</inkml:trace>
  <inkml:trace contextRef="#ctx0" brushRef="#br0" timeOffset="61120.99">15710 6111 102 0,'-7'2'199'0,"7"-2"-11"16,0 0-19-16,0 0-11 0,0 0-14 0,0 0-15 15,0 0-13 1,0 0-12-16,0 0-14 0,0 0-6 0,0 0-6 16,0 0 0-16,21 3-3 0,-8-1-4 0,6-2-4 0,10 4-6 15,1-6-7-15,6 0-3 0,0 0-5 0,1 2-2 16,-3 0-6-16,2 0-2 0,-7-2-1 0,-2 2-5 15,-6 0-4-15,-2 0-2 0,-6 0-9 0,-1 0-5 16,-3 0-12-16,-2 0-7 0,-1 0-18 0,-6 0-44 16,4-3-36-16,-4 3-40 0,0 0-180 0,-18-8-353 0,5 2 156 15</inkml:trace>
  <inkml:trace contextRef="#ctx0" brushRef="#br0" timeOffset="61379.06">15933 5998 121 0,'0'0'323'0,"-3"-7"2"0,2 4-7 0,1 3-9 16,0-6-15-16,0 6-22 0,-1-4-27 0,1 4-26 16,1-5-30-16,-1 5-19 0,0 0-21 0,0 0-36 0,0 0-10 15,0 0-7 1,-4 13-13-16,3-2-11 0,-2 4 7 0,1 5-23 15,-2 6 0-15,0 3-8 0,0 0-3 0,4 2 9 16,0-3-26-16,-2 1-20 0,2-2-28 0,-2 2-36 16,0-6-24-16,2 3-33 0,-2-7-34 0,1 2-39 15,2-3-82-15,1-6-217 0,0-3-524 0,1-2 232 16</inkml:trace>
  <inkml:trace contextRef="#ctx0" brushRef="#br0" timeOffset="62049">16701 6024 268 0,'-3'-5'277'0,"3"-2"-26"0,-1-1-12 0,-3 3-13 0,3 1-18 15,-7-4-18-15,3 2-13 0,-4 2-19 0,0-2-13 16,-4 4-15-16,3-1-12 0,-9 1-9 0,2 4-13 16,-3 1-5-16,2 3-18 0,-4 0-5 0,-2 8-4 15,6-5-9-15,-6 4-8 0,6-4-1 0,-5 11-3 16,5 1-9-16,5-6 1 0,1 2-5 0,2-5-2 15,3 4-1-15,2-5-14 16,1 0-2-16,0 0 1 0,4-2-5 0,-1-3 4 16,2 1 7-16,0-3-1 0,3 1 14 0,3-4 8 15,1-1 10-15,5 0 9 0,1-1-4 0,3-6 4 0,2 1 3 16,-1-2 3-16,4-1-3 0,6-4 0 16,-9 2-7-16,-1 2-6 0,5-5-1 0,-8 5 13 15,1 0-17-15,-5 4 0 0,-1-4-4 0,-1 6-3 0,-1 0-14 16,-3 2 1-16,4-3-6 0,-6 3-7 0,-3 1 7 0,11 1-15 15,-6 5 2-15,4-1-8 0,-1 7 7 0,-2-3 2 16,-2 6 4-16,4 3 10 0,-3-2-12 0,-1 9-8 16,-3-2 6-16,0 4-7 0,-1-8 8 0,0 1-3 15,0-3 1-15,0 2-1 0,0-4 16 0,0-4-18 0,-1-3-5 16,1 0 11-16,-1-2-2 0,1-2 4 16,-2 0 12-16,2 0 60 0,0 0 44 0,0-4 38 0,0 0 31 0,2 4 22 15,-2-4 7-15,0 0-29 0,10-15-25 0,-5 6-14 16,9-4-17-16,-2-3-12 0,-2-1-20 0,1-6-16 15,7-3-15-15,0 0-9 0,2 4-9 0,-3 0-6 16,-7 5-5-16,0 2-6 0,2-1-7 0,2 8-8 16,-6-3-16-16,-6 2-14 0,6 0-25 0,-2 6-17 15,-2-4-26 1,1 3-37-16,-1 1-45 0,3 1-45 0,-2 0-31 16,6-1-24-16,-4 7-23 0,0-3-32 0,1 1-47 0,1 0-51 15,-3-1-320-15,5 3-786 0,1-2 347 0</inkml:trace>
  <inkml:trace contextRef="#ctx0" brushRef="#br0" timeOffset="62233.46">17401 6114 111 0,'0'0'357'0,"0"0"-5"0,0 0-26 16,4 0-35-16,-4 0-35 0,0 0-36 0,15-3-35 15,-5 2-37 1,3 0-47-16,1-2-44 0,3 2-55 0,-1-3-70 16,6 2-66-16,-9 2-234 0,2-2-397 0,-3 1 175 15</inkml:trace>
  <inkml:trace contextRef="#ctx0" brushRef="#br0" timeOffset="62418.16">17378 6290 162 0,'-10'5'181'15,"2"-1"6"-15,4 0 13 0,-1 0 4 0,0-2-2 16,1 1-1-16,4-3-4 0,-1 3-15 0,1-3-15 16,15 1-14-16,3-2-14 0,5 0-18 0,5-4-26 15,3 3-22-15,6-1-17 0,0-2-42 0,0 1-59 16,1-1-59-16,13-5-71 0,-15 3-194 0,-2-5-399 16,1 0 177-16</inkml:trace>
  <inkml:trace contextRef="#ctx0" brushRef="#br0" timeOffset="62717.78">18109 5978 39 0,'0'-8'306'0,"1"2"-2"16,0 1-3-16,1-1-1 0,-1-1-10 16,0 4-9-16,-1-2-13 0,2 1-22 0,-2 4-28 0,0-5-21 15,0 5-22-15,1-3-26 0,-1 3-19 0,0 0-26 16,0 0-20-16,0 0-10 0,0 0-13 0,0 0-6 15,1 16-2-15,-2-7-6 0,0 8-8 0,-1 1-1 16,1 0-5-16,1 9-2 0,-4 0-2 0,-1 3-2 16,3-4-4-16,0 1 8 0,0-2-8 0,0 0-9 0,2-7 5 15,-1 0-1-15,1 1-8 0,-2-5 7 0,2-1 1 16,0-3-3-16,0-1-13 0,0-2-23 0,0-2-1 0,0 2-1 16,1-2-1-16,-1-1 8 0,-1 0 1 0,1-4 0 15,0 0-17-15,0 0-58 0,0 0-42 0,0 0-36 16,-4-14-48-16,4 3-48 0,0-1-242 0,0-6-547 15,2 2 243 1</inkml:trace>
  <inkml:trace contextRef="#ctx0" brushRef="#br0" timeOffset="62880.77">18147 5892 95 0,'0'-9'251'0,"0"0"2"15,-2 2-2-15,2 1 0 0,-2 2-10 16,2-1-11-16,-1 0-23 0,1 5-24 0,0-6-15 0,0 6-22 0,-1-4-18 15,1 4-17-15,0 0-14 0,0 0-5 0,-15 11-15 0,7-2-12 16,-5 1-27-16,2 5-30 0,-1 2-34 16,-4 4-35-16,-1 1-44 0,2 0-46 0,-1 4-87 15,2-6-148-15,4-2-417 0,0-3 185 0</inkml:trace>
  <inkml:trace contextRef="#ctx0" brushRef="#br0" timeOffset="63096.28">18034 6304 8 0,'-3'3'265'0,"3"-3"-8"0,-1 3-14 0,1-3-21 0,0 0-21 16,0 0-14-16,6 5-22 0,2-4-15 0,10-1-15 15,8-1-43-15,6 1-77 0,4-5-117 0,-3-1-205 16,6-1-332-16,-2-3 148 0</inkml:trace>
  <inkml:trace contextRef="#ctx0" brushRef="#br0" timeOffset="64483.63">4009 8195 126 0,'2'-13'206'0,"-2"4"-6"16,1-3-6-16,-1 2-6 0,1-1-4 0,-2 1-8 15,2 0 3-15,1 4-13 0,-2 0-7 0,0 0-15 16,2 1-3-16,-1 3-29 0,-1-3-12 0,0 5-17 16,0-5-20-16,0 5-7 0,0 0-5 0,0 12-7 15,0 2-4-15,-5 5-6 0,0 7 0 0,2 5-8 16,-3 3 0-16,-3 2-3 0,0 10-1 0,-1 8-1 0,1-4-1 0,0-4-2 15,3 0-5-15,2-12 1 0,0-2-1 0,0 2-1 16,-2-3 0-16,6 0 6 0,-4-5-8 0,3-6-1 16,1-3-1-16,-1-2-1 0,1-3 2 0,0-3-5 15,-3-1 2-15,3-3 1 0,0 2 6 0,0-2-4 16,0-3 0-16,0-2 2 0,0 7-1 0,-1-4 6 16,1-3 7-1,-3 2 2-15,3-2 0 0,0 0-5 0,0 0-12 16,0 0-13-16,-5-12-11 0,4 7-20 0,-3-5-11 15,1 1-20-15,-3-3-23 0,5-4-17 0,-3 1-39 0,1-3-15 16,1-2-35-16,-1-8-184 0,-2 2-410 16,-3-1 181-16</inkml:trace>
  <inkml:trace contextRef="#ctx0" brushRef="#br0" timeOffset="64792.51">3874 8010 220 0,'-5'-11'224'0,"2"2"-9"15,3 1-9-15,-1 3-5 0,1-2-13 0,0 2-9 16,0 1-23-16,0 0-17 0,0 4-18 0,0-5-16 16,0 5-12-16,0 0-7 0,6-1-11 0,-6 1-10 0,17 9-8 0,-2-1-5 15,2 3-5-15,10 4-4 0,1 2-5 0,0 1-6 16,3 4-3-16,-2 0 0 0,-1 0-7 0,0 0-1 16,-6 1-3-16,1-3-1 0,-4 2 2 0,-5 2-3 15,-2-9-3-15,-6 2-3 0,0-3-1 0,-3 1 3 16,-4-2-4-16,-3-1 3 0,-3 2 3 0,-6-2-7 15,-2 5 3-15,-6 2-1 16,-2-4 3-16,0-1-5 0,-4-4 7 0,0-1-5 16,1 1-3-16,5-3 0 0,3-2 0 0,-1 0-2 15,6-2 3-15,0 0-5 0,3-2 3 0,2 2 0 0,1-1-1 0,-1 0-16 16,4-1-30-16,-1 1-37 0,1 0-14 0,4-2-10 16,0 0-35-16,0 0-49 0,0 0-189 0,13 1-405 15,-4-2 180-15</inkml:trace>
  <inkml:trace contextRef="#ctx0" brushRef="#br0" timeOffset="69016.23">4895 8199 125 0,'0'0'272'0,"1"-5"-9"0,-1 1-11 0,0 4-17 16,0-5-21-16,0 5-21 0,0 0-21 0,0 0-23 15,0 0-23-15,0 0-21 0,0 0-10 0,0 0-12 0,-14 12-8 16,8-1-8-16,-6 5-5 0,-1 0-8 0,-2 6-3 0,-2-1-7 15,1 3-4-15,0 0-3 0,0 2-2 0,2 2-3 16,-3-2-5-16,4-1 1 0,-2 2-4 0,2-5-9 16,-1 1-22-16,4-3-20 0,1-3-16 0,-2-2-19 15,0-1-24-15,5-4-33 0,0-1-47 0,-2-1-229 16,3-6-427-16,2 1 190 16</inkml:trace>
  <inkml:trace contextRef="#ctx0" brushRef="#br0" timeOffset="69216.98">4661 8279 69 0,'1'-7'325'0,"0"2"-23"0,1 0-21 15,-2 0-28-15,0 1-28 0,0 4-25 0,1-5-22 0,-1 5-26 0,0-3-15 16,0 3-15-16,0 0-15 0,7 9-10 16,-2 1-10-16,1 3-9 0,2 4-11 0,3 0-4 15,-2 7-5-15,5 4-5 0,-1-3-5 0,1 1-2 16,-1-1-8-16,0 1-31 0,2 3-24 0,-2-5-34 0,2 3-25 15,-5-5-39-15,-1-5-52 0,-1-3-262 0,-3-2-463 16,1-2 206 0</inkml:trace>
  <inkml:trace contextRef="#ctx0" brushRef="#br0" timeOffset="69933.6">5069 8418 174 0,'-9'-1'270'0,"9"1"-5"0,0 0-15 0,0 0-20 16,0 0-22-16,0 0-20 0,0 0-19 0,0 0-17 15,0 0-17-15,13-7-10 0,-7 4-16 0,5-2-8 16,0 0-14-16,-1 3-17 0,3-1-18 0,-2-1-24 16,3 1-17-16,-1 1-21 0,2 0-31 0,-2 0-40 15,0 1-27-15,0 1-63 0,-7-3-199 0,6 1-399 0,-4 3 177 0</inkml:trace>
  <inkml:trace contextRef="#ctx0" brushRef="#br0" timeOffset="70165.39">5146 8468 99 0,'0'0'264'0,"0"0"-10"0,-4 2-16 0,4-2-14 16,0 0-20-16,0 0-21 0,0 0-19 0,0 0-16 16,0 0-13-16,0 0-15 0,16 4-9 15,-6-3-12-15,4-1-11 0,6-1-15 0,-1 1-25 0,0-2-35 0,1 4-46 16,-1-4-52-16,3 0-67 0,-4 0-215 0,-1-1-395 16,2 1 175-16</inkml:trace>
  <inkml:trace contextRef="#ctx0" brushRef="#br0" timeOffset="70634.53">5492 8325 232 0,'1'-7'305'16,"-1"7"-23"-16,0-3-23 0,0 3-29 0,0 0-24 15,0 0-25-15,4-2-15 0,-4 2-16 0,10 0-21 0,-10 0-11 16,14 2-13-16,-5 3-15 0,0-1-11 0,0 2-10 16,1 1-10-16,-5 2-2 0,0-1-18 0,2 3-1 15,-4 6-8-15,0-2-6 0,-2 5-9 0,-2-2 2 16,-3 0-2-16,-1-1-3 0,-8 8-3 0,4-9 6 16,0-2-4-16,-1-1-4 0,0 1 2 0,0-3-3 15,0-2 1-15,4-4 1 0,1 0-1 0,0-1 7 0,3 1 11 0,-1-3 26 16,-1 2 30-16,4-4-3 0,0 0-5 15,0 0-1-15,-3-12-7 0,5 2-9 0,3-1-10 16,4-5 3-16,0 1-6 0,6-7-8 0,-1-2-4 0,4 5 2 16,-4-2-7-16,-1 7-6 0,1 5 0 0,-6-1-4 15,2 3 2-15,3-4-4 0,-8 5-4 16,0 1-1-16,0-1-3 16,-1 5-4-16,0-2-1 0,-4 3-10 0,5-1-5 0,-5 1-3 15,9 4 2-15,-6-1-7 0,0 3-1 16,1 2 2-16,0 4 4 0,-3-2-3 0,2 2 4 15,-2 0-2-15,3 3-16 0,0 1-8 0,-2-3-12 16,1-1-13-16,0-1-10 0,1 2-22 0,0-3-17 0,-1 1-24 16,1-5-53-16,0 0-83 0,2-3-156 0,0-3-468 15,-6 0 207-15</inkml:trace>
  <inkml:trace contextRef="#ctx0" brushRef="#br0" timeOffset="70850.39">5907 8213 35 0,'0'0'318'16,"0"-5"-30"-16,0 5-31 0,1-2-29 0,-1 2-27 15,0 0-21-15,0 0-16 0,0 0-11 0,13 8-14 16,-7 1-8-16,3 0-13 0,3 5-3 0,2 7-15 16,1 2-9-16,-5 1-7 0,3 4-9 0,-6 0-7 15,-1 0-6-15,-3 1-9 0,-1 3-12 0,-7-5-11 16,-3 3-5-16,-4 0-5 0,-4-1-33 0,-9-3-25 15,-2 1-41-15,-13 3-37 0,7-10-66 0,-21-2-243 0,2-1-461 0,3-6 205 16</inkml:trace>
  <inkml:trace contextRef="#ctx0" brushRef="#br0" timeOffset="71284.16">4822 7956 64 0,'0'0'181'16,"-14"4"-7"-16,2 0-10 0,-4 4-20 0,2 5-8 0,-9 8-13 15,-3 1-11-15,1 4-10 0,-10 12-12 0,2 1-9 16,1 5-6-16,4 1-7 0,5 3-8 15,0-1-5-15,5 3 0 0,5-1-7 0,8 2 7 16,6-5 15-16,3-12-2 16,9 10-3-16,2-11-7 0,6-2-2 0,13 8-2 15,-4-14-8-15,16 2-9 0,6-3-17 0,3-3-27 16,5-6-45-16,4-4-59 0,-3 2-238 0,-2-10-378 16,2-2 168-16</inkml:trace>
  <inkml:trace contextRef="#ctx0" brushRef="#br0" timeOffset="71619.69">6644 8490 105 0,'-2'-4'345'0,"2"4"-17"0,0 0-20 16,0 0-18-16,-3-4-20 0,3 4-30 0,0 0-15 15,0 0-19-15,0 0-21 0,0 0-21 0,5-4-23 16,0 4-23-16,7-3-26 0,-1 0-35 0,6 1-43 16,5 0-52-16,-2-2-59 0,1 5-80 0,0-2-286 15,0 0-501-15,-2 1 221 0</inkml:trace>
  <inkml:trace contextRef="#ctx0" brushRef="#br0" timeOffset="71766.97">6712 8614 33 0,'-4'4'174'0,"4"-2"3"16,0-2-8-16,9 4-19 16,5-1-12-16,7-2-11 0,11 1-20 0,6-1-41 15,18 0-67-15,-2-3-189 0,-1-1-207 0,0-6 92 16</inkml:trace>
  <inkml:trace contextRef="#ctx0" brushRef="#br0" timeOffset="73000.78">8103 7989 31 0,'0'-6'202'0,"0"3"-10"16,0 3-5-16,0-8-2 0,-1 5-8 0,1 3-11 16,0-7-12-16,1 3-6 0,-1 4-7 0,0-6-18 15,0 6-11-15,2-3-13 0,-2 3-12 16,0 0-7-16,1-4-14 0,-1 4-12 0,0 0-9 0,0 0-3 16,4 9-9-16,-1-2 0 0,-3 2-6 0,2 3-3 0,-2 6-1 15,0 2-3-15,-2 5-5 0,0 3 1 0,0-3 0 16,-1 2 0-16,-2-1-2 0,1 2-2 0,0 1-1 15,-1-3 0-15,3 5-5 0,-2-7 2 0,1-5-1 16,1 5 3-16,-1-5-2 0,2-2-5 0,0-2 6 16,1-3-2-16,-3-2-1 0,3-1 0 0,0-3 0 15,-1-1 0-15,-1 0 5 0,2-2 25 0,2 0 24 0,-2 2 25 0,0-5 23 16,0 5 28-16,0-5 20 0,0 0 21 0,0 0-19 16,0 0-19-16,0 0-11 0,1-20-13 0,3 9-10 15,1-4-11-15,1-2-13 0,3-2-12 0,0-6-8 0,5-6-14 16,-1 4-14-16,1 3 0 0,0-5-1 0,4 4-10 15,-4 0 1-15,-1 4-4 0,1 4-8 16,3-3 12-16,-6 4-13 16,1 4-2-16,0-2 0 0,-2 5-2 0,0 1-2 15,-1 0-3-15,-1 1 2 0,1 2-1 0,-2 1-6 16,1 3-1-16,2 0-1 0,-3 1-1 0,1 1-8 16,2 5-1-16,-1 1-8 0,-2 1-3 0,2 5 5 15,1 1-5-15,0 3 0 0,-4 7-3 0,2-5 7 0,-3 7 0 16,0 0 3-16,-1 2 4 0,-3 0 2 0,2-1 1 15,-6 1 0-15,3 0 5 16,-1 0-7-16,0-8 4 0,-2-1 5 0,2 1 3 0,-3-6-13 0,4 1 10 0,0-5 13 0,-3 3-12 16,1-5 0-16,2-3 0 0,0 3 8 0,0-4-1 15,0 3-3-15,0-5 2 0,0-2 14 0,0 6 24 16,0-6 3-16,-1 2 1 0,1-2 13 0,0 5-3 16,0-5 6-16,0 0-8 0,0 0 1 0,0 0-5 15,0 0-8 1,0 0-2-16,0 0-4 0,0 0-7 0,0 0 0 15,-3 4-6-15,3-4-11 0,0 0-19 0,0 0-9 16,0 0-22-16,0 0-26 0,0 0-23 0,0 0-31 16,0 4-29-16,0-4-58 0,0 0-71 0,0 0-71 15,0 0-244-15,22-8-643 0,-13 5 285 0</inkml:trace>
  <inkml:trace contextRef="#ctx0" brushRef="#br0" timeOffset="73540.82">8891 8370 83 0,'0'0'208'0,"0"0"-15"16,-7-1-15-16,7 1-16 0,0 0-16 0,0 0-13 16,0 0-11-16,0 0-12 0,0 0-12 0,9-6-10 0,-2 4-10 0,-1-2-5 15,2 1-11-15,1-2-1 0,1 2-7 0,1-1-9 16,0-1-3-16,1-1-4 0,4 0-6 0,-1-4 0 16,-4 3-1-16,4-2-6 0,-4 2 10 0,-1-2 6 15,1 2 7-15,0-1 6 0,-2 0 5 0,-3 1 13 16,1 2 14-16,-1 2 3 15,-1-2 1-15,-1-1-2 0,-1 3-5 0,-1 0-7 0,-2 3-11 0,0-5-11 0,0 5-11 0,0 0-9 16,-13-3-9-16,3 6 0 0,-4 2-3 0,-11 7-5 16,-4 0-5-16,-3 5 0 0,-8 10-3 0,-5 2-2 15,4 4 3-15,0 2-4 0,3-1-2 0,3 4 0 16,2 1 1-16,8 2 0 0,5-11-4 0,5 4 2 16,3-1 2-16,5-1 0 0,4 1 2 0,7-6 0 15,2-1 5-15,6-1-1 16,3-2 0-16,6-3 0 0,3-4-2 0,5-3 2 15,2-1 0-15,6-4 3 0,0 1-5 0,4-2-1 16,-4-2-2-16,-2-4 2 0,-1 3-1 0,-2-3 1 16,-11 1-1-16,0-2 2 0,-8 0-1 0,1 0-3 15,-5 2 1-15,0-2-1 0,-4-2-3 0,0 4-2 16,-5-2-6-16,9-2-9 0,-9 2-26 0,0 0-25 16,0 0-22-16,0 0-31 0,0 0-32 0,-24-3-55 0,12 3-259 0,1 0-504 15,-1 0 223-15</inkml:trace>
  <inkml:trace contextRef="#ctx0" brushRef="#br0" timeOffset="74173.35">9310 8748 209 0,'5'-1'216'0,"0"1"-18"0,7-1-24 0,-5 2-16 0,5-1-20 0,-2 2-11 15,3 2-16-15,-2 2-12 0,-2 0-11 0,3 4-7 16,-3 0-8-16,0 2-7 0,1 6-8 0,-5-2-7 16,0-1-5-16,-4 2-3 0,-2 0-3 0,-3 0-5 15,-1 1-4-15,-2-2-1 0,-3 0-1 0,-1-2-2 16,-2 1 1-16,2-3 3 0,-2 3-3 0,-1-6 0 15,4-2 1-15,-1 0 1 16,1-1-1-16,4 0 12 0,-1-3 10 0,5 0 20 16,-6 0 27-16,7-1 29 0,1-2 32 0,0 0-9 15,0 0-19-15,-4-8-14 0,8-1-21 0,5 1-7 16,1-6-11-16,5 1-5 0,1-2-11 0,4-10-8 16,2 3-9-16,1-3-8 0,2 3-3 0,-2-2 1 15,0 3-6-15,-1-1-1 0,-7 9-8 0,6-5-1 16,-7 6 0-16,-2-1-1 0,-2 4 4 0,-4 2-2 0,0 2 2 0,0 0 4 15,-3 1 0-15,0 0-17 0,1 2-2 0,-2-1-1 16,1 1-12-16,-3 2-11 0,0 0-8 0,0 0 3 16,0 0-1-16,-3 12 2 0,-6-2 1 0,-2 4 1 15,-2 4 4-15,-2 3 0 0,-3 5 1 0,4-2-1 16,-4 1 2-16,9-3 7 0,-3 1-3 0,7-5 1 16,3-1 1-16,2 2 4 0,4-4-1 0,2-1 3 0,4 1 8 15,8-3-2-15,4 2 1 0,5-1-3 0,3-4 10 0,5-2-9 16,3-1 1-16,-2-3-2 0,1-2-1 0,-1 2 7 15,1-3 2-15,-9 0 4 0,-6 0 8 0,-2 0-1 16,-7-3 22-16,1 3 10 0,-4 0 13 0,-5 0 10 16,3-1 13-16,-2 1-8 0,-6 0 16 0,8-1-10 15,-8 1-6-15,8-2-8 16,-8 2-9-16,0 0-17 0,0 0-23 16,6 0-35-16,-6 0-43 0,0 0-48 0,0 0-55 0,0 0-65 15,0 0-73-15,0 0-385 0,5-2-737 0,-5 2 326 16</inkml:trace>
  <inkml:trace contextRef="#ctx0" brushRef="#br0" timeOffset="76911.64">10622 8140 120 0,'0'-5'164'0,"3"0"-5"16,-2-1-8-16,-1 0 2 0,1 0 3 0,2 1-1 15,-2-2-1-15,-1 2-1 0,3-2-13 0,-2 2-6 16,-1 1-6-16,0 4-12 0,0-5-8 0,0 5-13 15,4-4-26-15,-4 4-26 0,0 0-4 0,0 0-10 16,0 0 0-16,-1 20-7 0,-2-3 0 0,-6 7-3 16,1 3-1-16,-2 6-3 0,0 13-1 0,-6 2-3 0,2 2 2 0,5 5-1 15,-2-4 0-15,5 5-5 0,-1-6-2 0,2 1 3 16,4-2-1-16,-1 0 3 0,4-14 0 0,-1-1-2 16,2 0-1-16,1 0 0 0,-2-4 1 15,1-2 0-15,1-1-1 0,-2-10-1 0,0 0-2 0,0-1 0 16,-2-3-4-16,2-4 6 0,-2 1-1 0,0-3-4 15,2-1 7 1,-2-2-3-16,0 1 0 0,2-2 1 0,-2 1-2 16,0-4 1-16,-2 5 2 0,4-3 1 0,-2-2-4 0,0 0 0 15,-2 5 1-15,2-5 1 0,0 0-6 0,0 0-11 16,0 0-18-16,0 0-30 0,-16-9-39 0,13 4-46 16,1 0-67-16,-4-5-137 0,4 1-377 0,1-2 167 15</inkml:trace>
  <inkml:trace contextRef="#ctx0" brushRef="#br0" timeOffset="77249.58">10572 8413 139 0,'0'-6'219'0,"0"1"-19"16,0 1-17-16,0 1-14 0,0 3-19 0,4-5-16 15,-4 5-14-15,9-2-12 0,-3 1-10 0,6 2-6 16,-1 1-9-16,2 3-5 0,5 2-5 0,3 2-5 16,4 2-6-16,-1 2-9 0,-2 3-5 0,0 1-5 15,-3 0-1-15,-4-3-7 0,-4 2-4 0,-1 0 0 16,1 0-9-16,-6-1-6 0,-1-3-1 0,0-1-5 16,-4 0-2-16,-4-1 1 0,-1-1-3 0,-5 4 1 0,-3-4-3 15,-1 3 6-15,-10 0-6 0,3-2 3 0,-4-3-3 16,4 0 1-16,0-2-5 0,-1-2 1 15,-1-1 3-15,5-1-1 0,-1-1 2 0,-1 0-8 16,4-1-5-16,2-1-40 0,1-1-25 0,4 1-30 16,3-5-43-16,0 2-191 0,4-3-364 0,4-1 162 15</inkml:trace>
  <inkml:trace contextRef="#ctx0" brushRef="#br0" timeOffset="77879.97">10885 7929 95 0,'4'-1'161'0,"0"-2"-20"0,4 3-1 0,-1 0-14 15,1 0-8-15,5 0-4 0,-2 4-19 0,2 0-4 0,-1 1-10 16,0 2-2-16,1 4-16 0,0 2 1 0,-3 1-6 16,0 3-7-16,-1 1-10 0,0 0-1 0,-4 7-8 15,-2-1 0-15,-3 1-4 0,-4 0 0 0,0-4-5 16,-6 1 2-16,1 2-2 0,0-6-5 0,1-3-1 0,0-2 0 0,-3 2 0 16,4-6-5-16,-1-1 5 0,2-2-1 15,2-2 7-15,-1 2 25 0,2-1 22 0,2-5 34 16,1 0 29-16,-5 5 21 0,5-5-13 0,0 0-13 0,-3-10-19 15,6 0-6-15,2 0-11 0,0-1-11 0,5-6-8 16,4-3-9-16,2-1-8 0,-3 0-4 0,3-2-3 16,-1 0-4-1,1 3-7-15,-4 4-3 0,-1 2-8 0,-1-1 2 0,-1 5 0 16,-3 1-6-16,-1 2-5 0,-1 2 1 16,0 0-3-16,-1 1-6 0,-1-2-13 0,2 6-21 15,-4 0-18-15,0 0 1 0,0 0-1 0,0 0 7 16,-4 17 4-16,0-6 4 0,-2 5 1 0,-1 3 4 0,-3 3-3 15,0 3 9-15,4 1 3 0,-1 1-3 0,3 0 6 16,4-1-1-16,8 1-2 0,1 2-3 0,9-3-10 0,1-4-29 16,8 2-54-16,6-9-85 0,1 1-279 0,18-2-512 0,0-5 227 15</inkml:trace>
  <inkml:trace contextRef="#ctx0" brushRef="#br0" timeOffset="78649.33">12121 8506 144 0,'-4'-12'238'0,"3"-4"-24"16,-7 1-12-16,3 3-22 0,1 0-21 0,-5 0-12 16,2 3-13-16,-2-2-18 15,-3 2-9-15,-2 1-13 0,-4 0-10 0,0 4-9 16,1-3-10-16,-4 6 0 0,2 1-7 0,-3 0-4 16,-1 4-3-16,4 0-6 0,-3 5-5 0,-3 1-4 15,1 4-5-15,2 2 0 0,6-2-3 0,0-2-6 16,2 3 1-16,2 2-6 0,-2 5-2 0,5-6 1 15,4-2-4-15,1 2 2 0,0-1 0 0,3-2-7 16,2-1 7-16,3-2-7 0,0 0 1 0,5-3 5 0,0 0-6 0,4-4 0 16,1-1 2-16,0-3 3 0,5-2-7 0,8-3 4 15,-7-1 1-15,-1 0 4 16,5-7 5-16,1 1 3 0,1 0 0 0,-7 2-1 0,3-4 1 0,-5 4 6 0,1 1 4 16,-4 2-2-16,-3 1-2 0,-1 0-2 0,-1 3-4 15,-3 0-4-15,1 0-5 0,0 2-2 0,-2 2-3 16,-5 0-4-16,13 6 0 0,-8 0-3 0,4 3-1 0,0 0 2 15,-4 11-4-15,0-2 2 0,3 9 3 0,-7 1 0 16,-1 5-1-16,-1-1 6 0,-4 0-5 0,0 2 1 16,-2-3-1-16,2 0-1 0,-3 0 1 0,4-5 0 15,-2 0 1-15,3-9-1 0,-1 0 0 0,1-5 0 16,1-3 5-16,-2 1 2 0,4-3 23 0,-2-2 45 16,1-1 46-1,1-1 68-15,0-3 43 0,0 0 30 0,0 3-5 16,0-3-29-16,0 0-23 0,9-22-20 0,0 8-25 0,5-13-23 15,4-1-25-15,9-12-36 0,1-3-31 0,0-3-25 16,4-1-16-16,1 1-31 0,3-1-22 16,-8 8-15-16,-5 9-2 0,-4 2-6 0,-2 4-11 0,-2 2-17 15,-5 5-29-15,-4 7-32 0,0 0-32 0,-2 3-53 16,-4 1-67-16,1 1-353 0,-1 0-716 0,-1 2 317 0</inkml:trace>
  <inkml:trace contextRef="#ctx0" brushRef="#br0" timeOffset="79196.92">12435 7874 240 0,'0'0'240'0,"2"-4"-20"0,-2 4-24 0,1-5-20 16,-1 5-21-16,0 0-20 0,0 0-17 0,0 0-13 0,2 10-12 16,-2-3-9-16,-1 6-8 0,-3 3-8 0,2 2-6 15,-6 0-5-15,2 9-6 0,-3 1-2 16,1-2-15-16,-2 0 0 0,0-1-4 0,2-2-4 16,-1-6-1-16,4-1-2 0,1-5-4 15,3 0 1-15,-3-3-3 0,3-1 6 16,-2-2 22-16,2-1 29 0,-2 1 32 0,2-2 32 15,1-3 11-15,0 0-16 0,0 0-22 0,0 0-3 16,18-12-13-16,-9 3 3 0,8-2-20 0,-5 0-6 0,4-2-18 16,-2 0 6-16,1 1-12 0,0 0-3 15,-1 1-6-15,1 1 3 0,-5 4-17 0,1 0-5 16,-4 0 0-16,-1 3-4 0,2 0-8 0,-2 1-7 0,3 2-9 0,1 0-4 16,-1 2-6-16,0 1-4 0,0 1-6 0,4 3-19 15,0 3-18-15,1-1-21 0,-4 0-31 0,4 2-32 16,-1 0-75-16,-2 0-308 0,-1-5-574 0,-1-2 254 15</inkml:trace>
  <inkml:trace contextRef="#ctx0" brushRef="#br0" timeOffset="79550.8">12920 8039 87 0,'0'0'256'0,"0"0"-14"16,0 0-13-16,0 0-13 0,0 0-19 0,0 0-15 15,0 0-14-15,0 0-16 0,0 0-13 0,0 0-17 0,0 0-9 16,0 0-10-16,24-4-10 0,-5 4-12 0,0-6-1 0,12 5-12 15,-3 0-10-15,3-2-3 0,-1 1-7 16,2 0-3-16,-4 0-7 0,-2-2-3 0,-4 2-3 16,-2 1-1-16,-3-2-6 0,-5 3 3 0,-4 0-6 0,0 0-8 15,-1-1 0-15,-1 0-6 0,-1 1-9 0,-5 0-6 16,0 0-21-16,9-3-42 0,-9 3-42 0,0 0-41 16,0 0-53-1,0 0-195-15,-22-5-435 0,16 3 193 0</inkml:trace>
  <inkml:trace contextRef="#ctx0" brushRef="#br0" timeOffset="79982.82">13423 7907 63 0,'0'0'220'0,"10"1"-17"0,-2-1-14 0,0 3-16 15,1 1-21-15,-2 0-9 0,2 2-13 16,-1 3-10-16,-2 0-15 0,3 0-10 0,-5 2-8 16,1 0-10-16,0 5-7 15,-3 1-6-15,-1-1-15 0,-5 1 1 0,0 0-7 16,-1 0-1-16,0-1-2 0,-6-2-6 0,0 1 1 16,1-3-6-16,1-3-1 0,3 0-3 0,-1 0-3 15,1-4-2-15,1 0-2 0,1-1 5 0,3-1 25 16,-2 0 36-16,3-3 39 0,-4 4 15 0,4-4-16 15,0 0-15-15,14-7 4 0,2-4-27 0,0 3-7 16,10-9-5-16,-1 0-9 0,4-3-9 0,-1 2-6 0,1-2-4 0,-1 0 4 16,0 3-14-16,-1-2-3 0,-10 9-5 0,-2 1-5 15,-3 1 0-15,-4 1-1 0,0 5-1 0,-3-1-7 16,0-1-18-16,-1 2-13 0,0 0-13 0,-4 2-2 16,0 0 10-16,1 8-7 0,-2 0 5 0,-3 1-1 15,0 3 7-15,-2 4-1 0,1 2 5 0,1 1-1 16,3 0 12-16,2-1-6 15,3 1-2-15,5-2-15 0,6 5-20 0,6-5-62 16,9-5-117-16,2-2-281 0,8-3-548 0,-3-5 243 16</inkml:trace>
  <inkml:trace contextRef="#ctx0" brushRef="#br0" timeOffset="83558.97">16843 8443 5 0,'0'0'158'0,"-2"-4"-5"0,0 0-22 0,2 4 11 0,-3-5-11 16,2 1-7-16,0 0-5 0,1 4-13 0,-3-7-6 15,3 3-11-15,3 0-24 0,-1-2 10 0,1 2-8 16,3 2-8-16,-1-3-2 0,3 2-10 0,3 1 0 16,2-2-9-16,0 1-1 0,-3 3-10 0,6 0 1 15,-2 0-6-15,1 5-2 0,3 2 2 0,0-1-5 16,-6 5-4-16,3 1-1 0,-4 0 1 0,-1 4 0 16,-2 1-2-16,-1 0 0 0,1 8-3 0,-8-6-3 15,0 1 2-15,0 4 1 0,-6 1-4 0,-3 1-1 16,-3-2-4-16,2-7 3 0,-4 0 2 0,3-3-5 15,-2 1 2-15,5-5 1 0,-6 0 2 0,4-1 1 16,-3-2 2-16,4-2 2 0,3 0 8 0,-2-2 15 16,3 0 21-16,0-1 27 0,1 0 26 0,4-2-1 15,0 0-11-15,-9-10-9 0,9 4-10 0,4-5-9 0,1-4-10 16,5-1-2-16,4-7-6 0,3 2 0 16,1-5-12-16,1 4-2 0,4 1-3 0,0 1-6 15,-4 2-2-15,-1 4-2 0,-5 2-2 0,3-1-1 16,2 4-3-16,-5 0-2 0,-4 2-1 0,1 2-4 0,-1 1 2 15,-1 1-7-15,-3 0-4 0,3 2-8 16,-8 1 1-16,9 3-12 0,-4 0-2 0,-3 2 0 0,0 2-1 16,-2 2 2-16,0 3 0 0,-3 0 5 0,2 0 0 15,-3 5 1-15,0 0 3 0,1-2 0 0,1 0 1 16,-2-1 3-16,-1 2-1 0,5-3 4 0,0-3-3 16,0 1-2-16,3-1-1 0,2 0-5 0,0-2-7 15,2-1-25-15,5-2-37 0,5 2-47 0,3-6-67 16,2 0-206-16,7-3-439 0,3-2 194 0</inkml:trace>
  <inkml:trace contextRef="#ctx0" brushRef="#br0" timeOffset="83744.09">17770 8565 67 0,'0'0'333'0,"0"-5"-18"16,0 5-14-16,-1-3-21 0,1 3-26 0,0-5-26 15,1 0-24-15,-1 5-35 0,9-5-30 0,0 1-35 16,4-1-36-16,5 3-42 0,2 0-48 0,1 1-60 16,7-3-58-16,-6 3-234 0,-1 1-406 0,-3-2 180 15</inkml:trace>
  <inkml:trace contextRef="#ctx0" brushRef="#br0" timeOffset="83907.07">17846 8651 64 0,'-6'3'167'0,"3"1"5"0,-1-3 5 16,4-1 1-16,-3 2-13 16,3-2-5-16,0 0-17 0,0 0-12 15,23 0-16-15,-4-3-7 0,12-2-13 0,1 1-11 16,0 2-8-16,4-4-20 0,2 2-33 0,2-1-40 0,10 1-45 16,-11-2-47-16,-2 2-179 0,-5 0-312 0,3 0 138 15</inkml:trace>
  <inkml:trace contextRef="#ctx0" brushRef="#br0" timeOffset="84477.47">19047 8413 83 0,'-3'-5'199'16,"2"2"-19"-16,-1 0-14 0,0-1-15 0,-2 2-19 16,-1-1-13-16,0 2-14 0,-4-3-10 0,2 4-8 0,-1-1-11 15,-4 0 3-15,-2 1-6 0,1 1-5 0,-2 2-6 0,-2 2-5 16,1-2-4-16,2 6-5 0,-3-2-6 0,3 4-4 16,0 0-3-16,1 1-7 0,3-1 0 0,3-2-5 15,1 4-1-15,1-2-2 0,1 1-1 0,3-1 0 16,1 3 3-16,3-1 5 0,3-3 4 0,4 1 1 15,7 0-3-15,-2-3 2 0,7-1-2 0,5-2-6 16,0-2 0-16,3-3 0 16,0-3 1-16,-1 0-2 0,-1-4 2 0,-10 0 4 15,8-3-1-15,-10 1-1 0,2-1 11 0,-4-2-4 16,0-3 0-16,-2 2-6 0,-3-1-3 0,-2-2 0 16,0 2 0-16,-2-2-4 0,-5 4-2 0,0 2-5 15,-3 1-4-15,0-1-3 0,-4 3-6 16,-1 0-4-16,-3 1-1 0,1 2-3 0,-3 3-16 0,-2 0-22 0,-1 3-22 0,0 3-29 15,0 2-34-15,5-2-45 0,-1 2-198 0,3 3-403 16,1-2 179-16</inkml:trace>
  <inkml:trace contextRef="#ctx0" brushRef="#br0" timeOffset="84661.86">19456 8565 191 0,'6'-2'263'16,"-6"2"-26"-16,0 0-25 0,0 0-23 0,0 0-31 15,0 0-26-15,0 0-6 0,4 8-17 0,-4-3-10 16,-4 3-14-16,0-1-20 0,0 3-11 0,-3 4-23 16,-1 3-31-16,1-2-44 0,1-3-61 0,-1 3-196 0,-1-6-325 15,4 0 144-15</inkml:trace>
  <inkml:trace contextRef="#ctx0" brushRef="#br0" timeOffset="84927.49">19738 8349 25 0,'0'-5'343'0,"0"0"-14"16,0 1-24-16,0 0-26 0,0 4-30 0,0-7-25 15,3 5-25-15,-3 2-20 0,1-4-22 16,-1 4-27-16,0 0-24 16,0 0-15-16,0 0-9 0,0 0-13 0,0 0-5 0,0 17-12 15,3-7-5-15,-3 2-2 0,0 0-12 16,-3 7-4-16,6 0-9 0,-2 0-3 0,-2 6-16 16,-2-4-21-16,3 4-17 0,0-6-29 0,-1 2-17 0,-3-3-33 15,0-2-59-15,-1-1-255 0,2-3-465 0,-2-2 205 16</inkml:trace>
  <inkml:trace contextRef="#ctx0" brushRef="#br0" timeOffset="85125.18">19962 8574 89 0,'0'0'260'0,"0"0"-23"0,5 0-24 15,-5 0-27-15,0 0-20 0,0 0-17 0,1 6-14 16,-2 0-12-16,-2 0-14 0,-3 3-8 0,2 0-12 16,-2 1-16-16,-1 5-16 0,2-3-25 0,-5 2-32 15,5 3-44-15,1-8-67 0,-4 0-200 0,3 0-337 16,1-3 150-16</inkml:trace>
  <inkml:trace contextRef="#ctx0" brushRef="#br0" timeOffset="85548.2">20292 8285 114 0,'2'-4'271'0,"-2"4"-27"0,2-6-20 0,1 3-21 15,0 0-21-15,2 1-13 0,-5 2-25 0,11-3-15 16,1 3-13-16,-2 1-12 16,-1 3-11-16,2 1-14 0,1 0-5 0,-2 2-10 15,-1 1-11-15,0 1-8 0,-4 3-4 0,5 3-9 16,-6 2-3-16,0 1-3 0,-3-1-4 0,-3 3-4 16,-3 0-5-16,-3 5 2 0,-1 0 3 0,-1 0-7 15,-4-4-1-15,-2-4-1 0,-3 2 2 0,5-6-4 16,0-1 0-16,1 1-1 0,3-4-3 15,3-4 5-15,0 3-4 0,3-4 5 0,0 0-1 0,0 1 4 0,2-4 26 0,0 3 13 16,-1-1 0-16,3-3-1 0,0 0 0 0,0 0-9 16,0 0-5-16,11 2-4 0,-4-2-2 0,4 4-4 0,1-1-3 15,3-2-4-15,-3 1 0 0,3-2-1 16,0 5-13-16,3 1-17 0,0 0-32 0,-1-2-41 16,-3 1-55-1,4-2-88-15,-4 0-207 0,-3 0-470 0,1-3 207 0</inkml:trace>
  <inkml:trace contextRef="#ctx0" brushRef="#br0" timeOffset="85742.19">20835 8702 73 0,'0'0'267'0,"6"1"-19"0,-6-1-30 0,0 0-22 16,0 4-22-16,0-4-16 0,-4 6-9 0,-1 0-20 15,1 1-15-15,-2 2-10 0,-1 0-11 0,-4 5-17 16,-1-2-26-16,2 3-38 0,-4-1-43 0,3-2-69 16,-1-3-222-16,2-1-348 0,1-1 153 0</inkml:trace>
  <inkml:trace contextRef="#ctx0" brushRef="#br0" timeOffset="86427.23">21109 8243 146 0,'7'-1'168'0,"-2"-1"-11"0,2 2-12 16,2-3-15-16,3 3-9 0,-2 0-10 0,2 1-10 0,0 1-10 15,1 1-10-15,-3-1-6 0,-1 3-8 0,4 2-4 16,-8-4-13-16,4 2-2 0,-4 2-6 0,-2-3-8 15,-2 6-5-15,-1 1-5 0,-1-1-2 0,-3 1-4 16,-4-1-1-16,-2 4 1 0,1-7-3 0,-4 7-3 16,-2-3 3-16,5-3-2 0,-2 0-6 0,3-2 1 15,-1 2 1-15,4-4-3 16,-1 1 1-16,2-1 0 0,1-2-2 0,2 3 5 16,-2-4-2-16,4 3-2 0,0-4-1 0,3 7 1 15,-1-4 4-15,5 4-8 0,4-2-1 0,-2-3-2 16,1 5 4-16,0-2 1 0,4 5-3 0,1-3 5 15,1 2 3-15,-3 1-1 0,2 0 3 0,-3 0 1 16,-2 0-4-16,-1 1 1 0,-1-1 1 0,-2 0-2 16,-1 2-1-16,-2-2 4 0,-2 0-4 0,-1 2-3 0,-3 0 0 0,-3-2 0 15,-3 1 0-15,3-1 2 0,-11 2-2 0,3-4-3 16,-4 1 2-16,0-2-1 0,0-2 3 0,0 0-5 16,-1 0-25-16,0-1-34 0,6-3-35 0,1-1-42 15,-1 0-155-15,4-1-316 0,1 0 140 0</inkml:trace>
  <inkml:trace contextRef="#ctx0" brushRef="#br0" timeOffset="86680.45">21535 8700 209 0,'6'2'218'0,"-6"-2"-21"0,0 0-19 0,0 0-15 16,7 1-18-16,-7-1-16 0,0 0-18 0,0 0-11 15,0 4-13-15,0-4-9 0,-4 10-3 0,0-3-12 16,-4 4-6-16,-1 1-6 0,-1 1-6 0,-4 2 0 16,1-1-9-16,-5 6-10 0,0-1-19 0,1-7-40 0,-4 5-48 0,8-5-75 15,-2-2-136-15,4-3-316 0,0-2 140 0</inkml:trace>
  <inkml:trace contextRef="#ctx0" brushRef="#br0" timeOffset="86933.9">22008 8623 199 0,'0'0'259'0,"1"-3"-22"0,-1 3-29 16,2-5-20-16,2 4-22 0,0-2-27 0,4 2-27 0,-2 0-34 0,6 0-48 15,-2-1-53-15,6-1-58 0,-2 1-171 0,4-1-273 16,3 1 120-16</inkml:trace>
  <inkml:trace contextRef="#ctx0" brushRef="#br0" timeOffset="87065.37">22460 8589 115 0,'0'0'208'15,"4"-4"-22"-15,0 3-23 0,-4 1-41 0,12-3-65 16,-3-1-67-16,2 2-131 15,2-1-151-15,8 0 67 0</inkml:trace>
  <inkml:trace contextRef="#ctx0" brushRef="#br0" timeOffset="87212.6">23063 8603 172 0,'0'0'289'0,"8"-4"-30"0,-4 2-22 16,-1 1-30-16,3-3-23 0,0 1-54 0,0 0-64 15,1 1-62-15,7-2-86 0,-3 1-163 0,2 1-264 16,7 1 117-16</inkml:trace>
  <inkml:trace contextRef="#ctx0" brushRef="#br0" timeOffset="87307.03">23423 8591 81 0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4:59:16.02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3437 2363 120 0,'0'0'157'0,"0"0"-14"16,0 0 4-16,0 0-8 0,0 0 1 15,-4-3-14-15,4 3 2 0,0 0-4 0,0 0-8 0,0 0-5 0,0 0-8 32,0 0-6-32,0-5-8 0,0 5-3 0,0 0-1 15,1-4-2-15,-1 4-5 0,0 0-2 0,0-7 0 16,0 7 1-16,-1-5 2 0,1 5 0 0,0-5-3 16,0 5-1-16,-1-4-6 0,1 4-4 0,0-5-5 15,0 1-4-15,0 4-7 0,1-4 1 0,-1 4-8 16,0-8-2-16,0 8 0 0,-4-6 1 0,4 3 4 0,-1-1-11 15,1 4-7-15,1-5 0 0,-1 5-4 0,0 0 0 16,-1-4-2-16,1 4-4 0,0 0-9 0,0 0-13 0,0 0-31 16,0 0-1-16,0 0 4 0,0 14 3 15,-4 2 3-15,0 9 2 0,-2 6 3 0,2 3 2 16,-4 16 5-16,-1-1 0 0,2 5 1 0,-1-1 6 16,2-6 2-16,-1 2-1 0,0-3-2 0,4-12 3 0,-1 2 5 0,2-7 0 15,0 4-2-15,1-8 2 0,1 1 0 0,0-8 2 16,-1-2 0-16,1-6-1 0,1 2 3 0,0-5 2 15,-2 1 0-15,1-3-3 0,-1-1 5 0,1-1 13 16,0 3-1-16,0-2 1 0,0-4 8 16,0 4 3-16,0-4 7 0,-1 3-9 0,1-3-1 0,0 0-1 15,0 6-1 1,0-6-1-16,0 0-4 0,0 0-3 0,0 0-1 16,0 0-32-16,0 0-32 0,0 0-35 0,-2-16-33 15,1 9-43-15,1-4-45 0,0 0-57 0,-3-7-160 16,5 7-454-16,-1-6 201 0</inkml:trace>
  <inkml:trace contextRef="#ctx0" brushRef="#br0" timeOffset="385.08">3370 2358 59 0,'0'0'233'0,"-6"-2"-9"0,6 2-22 0,0 0-14 16,0 0-5-16,0 0-19 0,0 0-8 0,-3-4-14 16,3 4-10-16,0 0-16 0,0 0-4 0,0 0-13 15,0 0-10-15,0 0-9 0,0 0-6 16,0 0-11-16,0 0-6 0,0 0-2 0,18-4-10 0,-4 2-4 0,3-2-4 0,10 3-2 15,4-4-3-15,2 3-5 0,4-5-3 0,0 5-2 16,0-3 4-16,1 2-7 0,2 0-5 16,-7-1-1-16,0 1-2 0,-5 1 1 0,-6 2 1 15,-4 0-3-15,-4 0-4 0,0 0-4 0,-4-2 3 16,-1 1-12-16,-1 1-15 0,-3 0-18 0,3 0-24 16,-8 0-16-16,8 3-5 0,-8-3-7 0,2 7-6 0,-2-7-15 0,-9 13-27 15,3-4-38-15,-2 1-140 0,-2 1-343 16,2-2 152-16</inkml:trace>
  <inkml:trace contextRef="#ctx0" brushRef="#br0" timeOffset="971.09">3332 3079 146 0,'0'0'178'0,"0"0"-2"16,-10 1-4-16,10-1-5 0,0 0-7 0,0 0-5 0,-4 4-11 0,4-4-4 15,0 0-11-15,0 0-12 0,0 0-6 0,0 0-9 16,0 0-6-16,0 0-12 0,0 0-7 0,0 0-8 16,0 0-7-16,0 0-5 0,0 0-3 0,0 0-6 15,0 0-4-15,0 0-4 0,0 0-1 0,0 0-2 16,0 0-4-16,0 0-2 0,0 0-2 0,0 0 10 16,0 0 0-16,0 0-2 0,29-7-5 0,-9 5 2 0,8-6-7 15,1 2 3-15,3 0-8 0,0 0-1 0,2 1-3 16,-2-1 1-16,-2 2 4 0,-1-2-10 0,2 3-2 15,-11-1 0-15,2-1-1 0,-1 1 1 0,-8 1 3 16,0 0 0-16,-4 1-5 0,0 1 3 0,-4-1 0 16,-5 2 2-16,11-3-2 0,-11 3-1 0,7-2-1 15,-7 2-5-15,0 0-6 16,10-2-15-16,-10 2-9 0,0 0-15 0,0 0-27 16,0 0-52-16,0 0-47 0,0 0-52 0,0 0-209 15,0 0-460-15,0 0 204 0</inkml:trace>
  <inkml:trace contextRef="#ctx0" brushRef="#br0" timeOffset="1419.01">3383 2759 68 0,'0'0'221'0,"0"0"-16"0,-4 3-10 0,4-3-13 15,0 0-18-15,0 0-21 0,0 0-7 0,0 0-23 16,0 0-3-16,0 0-4 0,13 5-6 0,-4-5-8 16,4 0-4-16,7-1-6 0,2-1-11 0,9 0-3 15,-1 0-10-15,2 0-6 0,-2 1-3 0,-1-1-5 16,-1-1-9-16,-5 3 1 0,-2-2-4 0,-2 2-3 16,-1 0-1-1,-4-2-7-15,-1 2-1 0,-5-1-1 0,1 1-2 16,-1-2-3-16,-1 2 0 0,-1-2 1 0,-6 2-5 15,10-1-5-15,-10 1-6 0,5 1-12 0,-5-1-4 16,0 0-18-16,0 0-18 0,0 0-15 0,0 0-46 16,0 0-34-16,0 0-35 0,0 0-152 0,0 0-364 15,-17 9 162-15</inkml:trace>
  <inkml:trace contextRef="#ctx0" brushRef="#br0" timeOffset="1889.37">4587 2556 270 0,'0'0'276'0,"0"0"-16"0,0 0-19 0,0 0-19 15,-3-3-27-15,3 3-11 0,0 0-25 0,0 0-16 16,0 0-21-16,0 0-21 0,0 0-12 0,0 0-10 16,-6 10-8-16,1-3-8 0,-4-1-7 0,-1 6-3 15,-2 3 4-15,-2-1-15 0,1 0-5 0,-2 8 1 0,1-7-6 16,-4 4 2-16,1 0-5 0,5-4 0 16,-1 2 2-16,-1 0-28 15,2-3-16-15,2-1-17 0,-1-1-19 0,2-2-23 16,1-1-30-16,-2-2-26 0,2-2-31 0,3-3-29 15,1 1-175-15,4-3-392 0,0 0 173 0</inkml:trace>
  <inkml:trace contextRef="#ctx0" brushRef="#br0" timeOffset="2205.51">4344 2602 22 0,'-1'-4'336'0,"0"-2"-7"0,-2 2-14 0,3 3-15 0,0 1-20 16,-1-6-24-16,1 6-25 0,-3-5-29 15,3 5-19-15,0 0-24 0,0 0-28 0,0 0-17 16,4-3-5-16,-4 3-22 0,8 8-11 0,-3-1-5 16,4 0-7-16,0 3-7 0,4 5-3 0,0-1-6 0,6 6-1 0,-2-1-7 15,2 0-4-15,1-1-2 0,-5-5-5 0,0 2 4 32,6 4-5-32,-7-6-5 0,1 1 3 0,1-2-6 15,-3-2 2-15,-6-3-5 0,2 1 1 0,1-2-1 16,-5-2-2-16,-2 1-1 0,1-2-2 0,-1 0 5 15,-3-3-4-15,6 5 5 0,-3-3-2 0,-3-2 1 16,0 0 8-16,0 0-2 0,5 4-9 0,-5-4 11 0,0 0-2 16,4 2-6-16,-4-2-7 0,0 0-11 0,0 0-11 15,0 0-13-15,0 0-22 0,0 0-69 0,0 0-55 16,0 0-36-16,3-11-48 0,-3 11-286 0,1-8-584 16,-1 2 259-16</inkml:trace>
  <inkml:trace contextRef="#ctx0" brushRef="#br0" timeOffset="2490.77">4812 2418 56 0,'1'-5'267'0,"-1"5"-33"16,0 0-26-16,0 0-22 0,0 0-13 0,0 0-9 15,8 10-17-15,-1 2-9 0,1 2-10 0,0 1-11 16,1 10-4-16,1 0-9 0,5 2-7 0,-3 3-5 16,-2 1-8-16,-2-2-2 0,-2 4-13 15,-1-1-5-15,-4-1-12 0,-4-1 1 0,0 0-4 16,-6-4-2-16,-4 3-1 0,2-3-6 0,-7 1 0 0,1-2-10 0,-3-1-24 0,-4-1-43 16,-7-1-59-16,-1-2-75 0,-4-6-260 15,-14 1-466-15,-2-4 206 0</inkml:trace>
  <inkml:trace contextRef="#ctx0" brushRef="#br0" timeOffset="3028.88">4183 2360 241 0,'0'0'225'0,"0"0"-20"0,0 0-24 15,0 0-16-15,0 0-18 0,0 0-8 16,-14 17-18-16,9-7-11 0,-4 1-15 0,-1 12-5 0,-7 2-10 16,6 3 1-16,-2-1-16 0,-1 4-6 0,1 2-5 15,2 2-3-15,0-1-6 0,1 12-1 0,2-17-6 16,5 0-1-16,0 5 4 0,4-8 15 0,-1 1 3 16,2 0-1-1,4-9 7-15,0 0-2 0,3-4-1 0,-1-2 3 16,2 0 4-16,3 3-1 0,1-2 7 0,0-3-5 15,3 1-4-15,-7-5-7 0,8 2-1 0,-8-3-1 16,3 0 4-16,-3-1-9 0,-1-1-8 0,-1 0-1 0,-2-2-6 16,-1 2 4-16,0-1-8 0,-5-2-4 15,8 3-6-15,-8-3 4 0,5 2-7 0,-5-2 3 16,5 1-9-16,-5-1 5 0,0 0-4 0,0 0-1 0,0 0-6 0,0 0-6 16,5 4-15-16,-5-4-10 0,0 0-13 0,0 0-7 15,0 0-15-15,0 0-15 0,0 0-15 0,0 0-18 16,0 0-20-16,0 0-24 0,0 0-31 0,0 0-19 15,9 1-50-15,-9-1-154 0,0 0-438 0,0 0 195 16</inkml:trace>
  <inkml:trace contextRef="#ctx0" brushRef="#br0" timeOffset="6227.17">5717 2660 99 0,'0'0'125'0,"0"0"-8"0,-7-2-3 16,7 2-9-16,0 0-1 0,-5-2-13 0,5 2-9 0,0 0-6 16,0 0-4-16,0 0-7 0,-4-2-5 0,4 2-3 15,0 0-3-15,0 0-3 0,0 0-1 0,0 0-1 16,0 0-1-16,0 0-3 0,0 0-4 0,0 0 1 0,0 0-5 15,0 0-2-15,0 0-4 0,0 0-4 16,0 0 5-16,0 0-1 0,0 0-2 0,0 0 2 16,0 0 0-16,0 0 3 15,0 0 5-15,0 0 0 0,0 0 1 0,0 0 1 16,0 0 3-16,0 0-5 0,0 0 1 0,0 0-8 16,0 0-2-16,18-1-4 0,-5 1 0 0,0-2-4 15,6 2-2-15,2-3-4 0,6 1-1 16,5 0 0-16,-1 1-2 0,1 0-4 0,-3 0 2 0,1-2-3 15,-3 2 4-15,-1-2-2 0,-4 3-4 0,1-3-2 16,-2 3 1-16,-4-1 0 0,-4 2-2 0,1-3 0 0,-3 2 0 16,0 0-1-16,-5 0-1 0,-1 0-7 0,-5 0-5 15,8 0-9-15,-8 0-14 0,0 0-10 0,0 0-10 16,0 0-33-16,0 0-35 0,0 0-26 0,-17 5-29 16,6-2-114-16,0-1-314 0,-1 1 140 0</inkml:trace>
  <inkml:trace contextRef="#ctx0" brushRef="#br0" timeOffset="6595.7">5764 2769 35 0,'0'0'160'0,"-9"2"-4"0,9-2-18 15,-6 1-7-15,6-1-3 0,0 0-9 0,-8 3-10 16,8-3-1-16,0 0 7 0,0 0-8 0,16 1-6 0,-4-1-11 16,8 0-8-16,11-1-5 0,2-2-8 0,3 1-9 15,16-1-7-15,-15 2-5 0,3-3-5 0,-3 1-6 16,4 1-3-16,-4 2-1 0,-5-2-5 0,-4 2-1 31,-5 0-7-31,-7 0-2 0,0 0 2 0,-7 2-1 0,0-4 1 16,0 2 10-16,-4 0-1 0,-5 0 8 0,9 0 6 0,-9 0-6 15,0 0-6-15,8-2-13 0,-8 2-24 0,0 0-37 16,0 0-43-16,0 0-44 0,-26 4-74 0,16-4-120 16,10 0-350-16,-17 0 154 0</inkml:trace>
  <inkml:trace contextRef="#ctx0" brushRef="#br0" timeOffset="14340.84">5245 2239 27 0,'0'0'121'0,"-17"5"-8"0,2 3-11 0,-8 8-14 16,-5 1 1-16,-1 5 3 0,-12 9-7 0,-1 6 8 0,-6 1-1 16,1 4-11-16,2-1-8 0,-25 22 0 0,24-21-9 15,-1-1-1-15,3-1-5 0,-3-1-2 0,2-5-10 16,7-3 1-16,10-8 4 0,-2 2-17 15,2-5 0-15,1-1-3 16,1-2 3-16,1 0-3 0,5-2-1 0,2-3-2 16,-1-2-9-16,1 0 4 0,0-1-2 0,1 0 0 15,-2-1 0-15,1 0-3 0,3-2-15 0,-3 1-18 16,1-4-21-16,0 2-39 0,-3-1-36 0,0-4-161 16,-8-3-292-16,6-1 129 0</inkml:trace>
  <inkml:trace contextRef="#ctx0" brushRef="#br0" timeOffset="15996.84">3432 2496 188 0,'-4'-10'217'0,"1"-4"-14"15,3 5-7-15,-1-3-15 0,2-1-5 0,2 3-10 16,-3 2-15-16,1-3-19 0,3 4-14 0,0-1-11 15,1 1-12-15,5 0-14 0,3 3-6 0,6 0-10 16,10 1-7-16,2 9-4 0,6 0-7 0,17 14-5 16,-3-1-6-16,4 10-4 0,0 3-2 0,24 17-2 15,-29-11 1 1,23 14-4-16,-28-17 2 0,3-1-5 0,6 2 2 16,-2-4-2-16,4-3 0 0,-2-5-5 0,-3-4 0 15,-3 1 0-15,-11-8-3 0,-2-1-3 0,1-1-8 0,0-6-2 16,1-2-7-16,-1 0-1 0,-2-3-2 15,3-3-1-15,-5-2-1 0,0 2 2 0,-1-7 0 16,-2-1 3-16,1 1-6 0,-4-2-1 0,5-2 5 16,-4-2 2-16,1 2 0 0,-5 0 0 0,-4 4 0 0,-2 0-1 0,2-1 2 15,-4 1 2-15,-2 3 0 0,-1 0 0 0,0 1-2 16,0 1 2-16,0-2-2 0,1 3 2 0,4-2-1 16,2 4-1-16,-1-1-1 0,0-1 1 0,5 4 4 15,4-2-4-15,1 4 3 0,1-2 1 0,3 2-7 16,1-1-16-16,1 1-6 0,-1 0-7 0,3-2-2 15,-3-2-4 1,1 4 7-16,0-5-3 0,0-1 5 0,-2 2 3 16,0-6 1-16,-3 1 6 0,-2-1-1 0,1-1 9 15,-10 2-3-15,9-4 5 0,-8 3 3 0,-3 1 6 16,-2 1 12-16,-4 2-1 0,-5 1 4 0,5-2 1 16,-3 3-5-16,-2-2-1 0,0 6 4 0,-5-2-12 15,5-4 3-15,-2 2-3 0,-3 2 3 0,0 0 0 16,0 0-2-16,0 0 1 0,1 8-1 0,-1-2-1 15,0-2 6-15,0 3-3 0,0 0 0 0,0 3 3 0,5-3 0 0,-1 4-2 0,1-2 2 16,1 0 7-16,3-2-4 0,1 1-2 16,1-4 0-16,3 1-1 0,4-3-1 0,-4 0-2 15,-2-1 4-15,6-3-3 0,-5 1 0 0,0-4 1 16,1 3 3-16,-4-5-2 0,3 2 1 0,-4-2 1 16,-4 0 1-16,3 1 11 0,-2 2 7 0,-2-2 0 0,-2 3 1 15,2 0 0-15,-4-1-8 0,0 4 0 0,-2-5-7 16,2 5-1-16,-9-1 0 0,9 1-3 0,-18 5 0 15,9-2 2-15,-4 2-2 0,4 2-2 0,0-2 0 16,-1 4-1-16,1-1-2 0,4 1-5 0,-2 1-2 16,5 0-4-16,-3 1 4 0,6-3-2 0,5 2-3 15,1-5 4 1,2 2-7-16,0-2-1 0,6-1-3 0,-2-1 0 16,5 1 2-16,1-4-4 0,-6-4 5 0,6 0 4 15,-4 1-5-15,-2-2 4 0,-1-3 2 0,-3 3 4 16,-2-5 0-16,0 1 4 0,-2-2 1 0,-4 2 4 0,-1 0 4 15,-1-3-3-15,-2 4 2 0,-7-2-2 0,-3-1-1 16,-5 4-4-16,-1 0 5 0,-12 0-8 0,1 5 9 16,-1-1-7-16,-1 3-1 0,-4 0 3 0,2 3 0 0,2 1 3 15,-3 1-4-15,4 0 2 0,-3 2-2 0,6 1 2 16,5-3-1-16,3-1 3 0,-2 1-3 0,5 0 2 16,5-1-1-16,1-1 1 0,3-1 1 0,1 0-7 15,1-2 8-15,-2 0-4 0,-1-2-2 0,0 1-8 16,0 0-3-16,-2-4-13 0,-6-2-2 0,-1-1-11 15,0-1 5-15,-10-5-5 16,-3 1 4-16,-1-3-6 0,-13-2 8 0,-4-2-6 16,-3 1 0-16,-5 0 6 0,-1 4 5 0,-5-1 2 15,0-1-2-15,-26-3 3 0,25 7 5 0,3 2 2 16,-1 2 6-16,1-2 0 0,0-2 1 0,-3 2 2 16,5-1 2-16,4 3 2 0,0-3 0 0,3 2 2 15,2 0 2-15,13 6 9 0,-3-4-6 0,3 4 0 16,3-1-1-16,-2 2 5 0,0-2 2 0,4 4-4 0,-1-2 1 15,2 2-10-15,2 2 9 0,3 1-1 0,-2 0 3 16,6 3-6-16,1 2 6 0,0-2 0 0,-3 8-5 16,5-5 6-16,-8 7-8 0,6 2 1 0,1 1 2 15,10 0-1-15,-8 3-1 0,6 5 6 0,5-9-2 16,2 9-5-16,3-9 0 0,4 0-1 0,3 0 5 16,4-2 1-16,1-3 6 0,3 1-11 0,5-5 2 0,-1 0 1 15,4-3-1-15,-1-2 4 0,11-4-2 0,0-3-6 0,-10 1 13 16,-1-6-9-16,5 2-2 0,-6-4-3 0,-2 2 1 15,0-2 6-15,-2 0-14 0,-4 3 9 16,-3-2-5-16,0 1 5 0,-6 0-16 0,1 4 6 16,-3 0-2-16,-3 0 1 0,-3 2-2 0,-2 1-3 15,-4 5 5-15,-4 0 4 16,-5 1-1-16,-6 8 0 0,1-1 12 0,-2 4-9 16,0-1-1-16,-2 6 2 0,-2 0 1 0,3 2 3 15,0 2 5-15,1-2 0 0,2 2-4 16,2 0 4-16,2 0-6 0,8-2-11 0,5-3 3 0,5-9 4 15,-2 2 1-15,2-6 0 0,4 2 5 0,1-3-11 16,3-1-7-16,5-1 16 0,1-2 6 0,3-5-4 16,9-2-2-16,5-6 4 0,-1-3-5 0,1-1-2 0,-1-4 2 15,-3 0 7-15,1 1-21 0,-2-3 1 0,-5 2 5 16,-1 2-6-16,-7 3 9 0,-1 5-4 0,-3 1 18 16,-4-3-10-16,-1 5 3 0,-3 4 1 0,-4-2-2 15,-2 3 7-15,-1 0-3 0,-8 2-6 0,-3 2 7 16,-3 5-9-16,-7 2 5 0,1 2 5 0,-1 1 1 15,-1 5-3-15,0 2-2 16,0-2 4-16,0 5-4 0,7-1-10 0,-1 1 12 16,6 1-3-16,-1 1 8 0,11-7-2 0,4 1-1 15,2-3 0-15,6 1 1 0,5-6 0 0,2-2-3 16,10 2-6-16,8-3-6 0,3-4-16 16,2-2-3-16,4-3 4 0,-1 0-14 0,-1-5-5 15,-2-3 0-15,-2 0-13 0,-1-2 3 0,-13 5 3 16,0-1 9-16,-6 1 6 0,-2 0 6 0,-7 1 3 0,3 2 8 0,-8 0 0 15,0 2 7 1,-5-1-4-16,-1 3 15 0,-3 0 4 0,-9 2 3 0,3 0 1 0,-10 1-3 0,2 2 8 0,7 0-9 16,-2 2 2-16,-5 2 7 0,12-1-8 0,-3 1-2 15,9-3 6-15,1 4-1 0,3-2 1 0,1 3-1 16,8-6-5-16,2 6 3 0,6-4 0 16,7 5-4-1,-1-6-15-15,9 0-11 0,2 0-10 0,-1 1-17 16,-6-5-64-16,1 3-125 0,-5-2 55 0</inkml:trace>
  <inkml:trace contextRef="#ctx0" brushRef="#br0" timeOffset="31672.43">5812 4007 137 0,'0'-4'161'0,"0"4"-9"0,0-7-17 16,-1 3 14-16,2 1-3 0,-1 3-3 0,-2-9-4 15,2 4-7-15,0 1 5 0,0 4-3 0,0-8-1 16,0 4 5-16,0 0-6 0,0-1-1 0,0 5-6 16,0-6-10-16,-3 3-10 0,3 3-2 0,0-6-11 15,0 6-9-15,-1-2-10 0,1 2-8 0,0 0-7 16,0 0-9-16,-3-5-27 0,3 5-28 0,0 0-10 0,0 0 2 15,-1 13-3-15,0-2 4 0,-2 4 3 0,2 5 0 16,-3 6-1-16,0 3 7 0,3 0-5 0,-2-2 2 16,2 2 3-16,-2-2-1 0,1 1 4 0,2-3-2 15,0-6-1-15,0 0 5 0,0-3-3 0,0-3 2 16,2-1 3-16,-2-2-2 0,0 0 4 0,0-3 1 16,3-2-5-16,-3 1 3 15,0-2 1-15,0 1 1 0,0-5 6 0,0 4 10 16,0-4 5-16,0 4 7 0,1 0 2 0,-1-4 0 15,0 0 0-15,0 0-10 0,0 0-23 0,0 0-28 16,0 0-20-16,-1-17-25 0,-2 10-24 0,0-5-40 16,2 2-31-16,1-3-41 0,-3-3-191 0,1-2-429 15,0-1 190-15</inkml:trace>
  <inkml:trace contextRef="#ctx0" brushRef="#br0" timeOffset="31875.95">5798 3813 42 0,'0'-6'240'0,"3"-3"-11"0,-3 3-7 0,0 2-19 16,1-2-8-16,-1 1-17 0,1 2-16 0,2-3-23 16,1 1-9-1,-2 1-15-15,6-3-12 0,1 1-12 0,0 2-9 16,5-1-8-16,4 0-7 0,9-2-8 0,-6 4-8 16,9 3-14-16,-1-5-17 0,-1 9-14 0,0-2-23 15,-7 0-16-15,2 3-30 0,-1-1-23 0,-2 4-21 16,-3 4-28-16,-2-2-39 0,-6 0-131 0,-1 4-331 0,-6-3 146 15</inkml:trace>
  <inkml:trace contextRef="#ctx0" brushRef="#br0" timeOffset="32242.45">5888 4437 152 0,'-3'4'127'0,"1"0"-3"16,-1-3-1-16,3-1-22 16,-4 7-5-16,4-4-14 0,0-3-3 15,-3 5-1-15,3-5-10 0,0 2 7 0,0-2 3 0,3 4 9 0,-3-4 11 16,7 1 1-16,-1 1-7 0,4-4-7 15,4 2-6-15,3-1-8 0,3 0-7 0,2-2-5 16,-1 1-3-16,8-1-8 0,-10 1-2 0,3-1-5 16,-7 0-4-16,6 2-5 0,-10-2-2 0,2 2-5 0,-7-1 3 15,2 1-4-15,-2-1-1 0,-1 1-3 0,-5 1 3 16,8-3-4-16,-8 3-7 0,0 0-5 0,5-1-13 0,-5 1-26 16,0 0-29-16,0 0-26 0,-18-3-37 0,9 3-26 15,-2 0-172-15,-3-3-348 0,1-1 155 0</inkml:trace>
  <inkml:trace contextRef="#ctx0" brushRef="#br0" timeOffset="32611.19">5812 4146 84 0,'0'0'247'16,"0"0"-26"-16,0 0-16 0,0 0-21 0,0 0-16 15,-5 0-18-15,5 0-16 0,0 0-12 0,0 0-13 16,0 0-10-16,0 0-4 0,27 0-11 0,-8 0-10 16,11-1-9-16,-2-2-6 0,6 2-3 0,-1 0-7 15,2-1-5-15,-3 1-7 0,-4-2-1 0,-6 3-3 16,-3-2-3-16,-1 2-5 0,-7 0-1 0,1-2-1 0,-5 1-5 0,1 0 1 31,0 1-10-31,-3-1 9 0,-5 1-2 0,10-2 0 16,-10 2 1-16,4-1 3 0,-4 1-2 0,5-1 1 15,-5 1-3-15,0 0 0 0,0 0-5 0,0 0-11 16,0 0-12-16,0 0-20 0,9-1-29 0,-9 1-24 16,0 0-11-16,0 0-20 0,0 0-33 0,1 5-53 15,-1-5-118-15,0 0-346 0,0 0 153 0</inkml:trace>
  <inkml:trace contextRef="#ctx0" brushRef="#br0" timeOffset="32927.07">7059 3995 236 0,'0'0'289'0,"0"0"-31"16,0 0-17-16,8 0-15 0,-8 0-24 16,0 0-24-16,0 0-17 15,0 0-23-15,1 4-20 0,-1-4-17 0,0 0-17 16,-1 5-5-16,-3 1-9 0,0 0-6 0,-4 3-4 16,-3 4-7-16,1 1-5 0,-1 2-6 0,-1 1-2 15,-1-2-4-15,2 1-3 0,-2 0-2 0,2-2-2 16,-1 3-1-16,-2 0-7 0,4-2 0 0,-2-1-16 15,2-2-13-15,-3 1-10 0,6-5-15 0,-1 0-21 16,-1-1-22-16,0-1-23 0,3 2-33 0,-3-4-49 0,2 0-47 16,0-4-117-16,7 0-372 0,0 0 166 0</inkml:trace>
  <inkml:trace contextRef="#ctx0" brushRef="#br0" timeOffset="33243.05">6858 4016 308 0,'0'0'319'0,"0"-3"-23"0,0 3-28 16,0-5-26-16,0 5-28 0,0 0-23 0,0 0-21 16,0 0-23-16,0 0-19 0,0 0-12 0,0 0-15 15,7 8-8-15,-3 1-9 0,1-1-8 0,5 6-11 16,-1 2-2-16,3-2-10 0,3 7-1 0,3 1-6 16,-4-2-7-16,4 2 1 15,-4-6-2-15,4 2-5 16,-5-2 0-16,2-2-2 0,-2-1-2 0,-3 3-4 0,4-4-3 0,-7-2-2 15,2-1-4-15,-1 0 4 0,0-1-2 0,-4-3-1 16,1 0-2-16,-1-1-5 0,1 0 4 0,-3-1-8 16,2 1 3-16,-1 0-2 0,-3-4-3 0,4 2 6 15,-4-2-12-15,2 1-2 0,-2-1-5 0,0 0 5 16,3 4-7-16,-3-4-1 0,0 0-61 0,0 0-48 0,0 0-34 16,-5-11-46-16,2 4-56 0,2-1-184 0,-3-1-476 15,4 0 212-15</inkml:trace>
  <inkml:trace contextRef="#ctx0" brushRef="#br0" timeOffset="33511.68">7348 3875 5 0,'0'0'263'0,"0"0"-30"15,0 0-28-15,0 0-19 0,8 5-19 0,-4-1-12 16,1 4-12-16,-4 1-12 0,3 4-12 0,1 7-1 0,3-1-13 16,-3 5-7-16,5 3-9 0,-3 1-7 0,-4 0-4 15,3 0-5-15,-1 1-6 0,-3-1-9 0,-3 2-1 16,-2-5-6-16,-3 0-1 0,0 0-4 0,-4-3-4 16,-3-1-3-16,-3 2-16 0,-2-6-23 0,-2 2-25 15,-5 0-46-15,-4-2-67 0,0-2-100 0,-7-5-131 16,3-2-399-16,0-5 176 0</inkml:trace>
  <inkml:trace contextRef="#ctx0" brushRef="#br0" timeOffset="33860.9">6749 3777 222 0,'0'0'258'0,"0"-4"-26"0,0 4-23 0,0 0-27 15,0 0-21-15,0 0-17 0,0 0-17 0,-10 15-11 16,2-4-8-16,-2 7-13 0,-4 3-11 0,-3 7-6 15,2 2-8-15,-3 2-8 0,-7 13-2 0,5 0-23 0,5-12-4 16,3-1-4-16,3-2-1 0,-1 3-4 0,6-4 1 16,-1 0 1-1,5 1-4-15,2-3 4 0,3-2-4 0,1-5-1 16,7 4 2-16,4-4-4 0,3-2-5 0,8 2-11 16,1-5-32-16,6-4-42 0,2-2-53 0,17 0-58 15,-16-5-177-15,17-1-390 0,-4-3 173 0</inkml:trace>
  <inkml:trace contextRef="#ctx0" brushRef="#br0" timeOffset="34361.35">7912 4146 140 0,'0'0'189'0,"-9"0"0"0,9 0-15 0,0 0-8 16,0 0-11-16,0 0-7 0,0 0-8 0,0 0-11 15,0 0-9 1,0 0-10-16,0 0-15 0,0 0-5 0,0 0-10 15,18 4-5-15,-8-5-9 0,9-2-7 0,0 3-5 16,3-1-3-16,5-1-8 0,4 1-2 0,-11 0-7 16,11 0-5-16,-3-1 7 0,-9 1-10 0,1-2-4 15,-2 1 0-15,-5 0-4 0,-4 2 1 0,5-1-3 0,-5 0-4 16,-1 0-3-16,-2 1-11 0,-1-2-19 0,-5 2-20 16,9 0-28-16,-9 0-18 0,4-2-43 0,-4 2-39 15,0 0-171-15,0 0-368 0,0 0 163 0</inkml:trace>
  <inkml:trace contextRef="#ctx0" brushRef="#br0" timeOffset="34676.25">7970 4313 67 0,'-1'3'224'0,"1"-3"-9"0,-5 1-6 0,5-1-7 15,0 0-21-15,0 0-19 0,0 0-6 0,13 6-14 16,1-8-11-16,5 2-16 0,8-3-7 0,5 2-13 16,-1 1-12-16,3-1-5 0,-1 1-8 0,2-3-11 15,-4 1-1-15,-2 2-6 0,0-2-7 0,-8 2-4 0,-3 2-3 16,-4-2-5-16,-4-2-4 0,3 2 2 0,-7-1-13 15,1 1 0-15,-1 0-2 0,-6 0-6 0,0 0-15 16,11 0-16-16,-11 0-14 0,8 0-17 0,-8 0-5 16,0 0-28-16,0 0-67 0,0 0-229 0,0 0-411 15,0 0 183-15</inkml:trace>
  <inkml:trace contextRef="#ctx0" brushRef="#br0" timeOffset="38345.61">9452 3750 90 0,'-3'-3'136'0,"3"3"-5"0,-6-4-14 0,6 4 0 0,-5-1-12 16,5 1-3-16,0 0-8 0,-8 0-9 0,8 0-3 31,0 0-10-31,-6-3-7 0,6 3-3 0,0 0-5 16,0 0 0-16,0 0-2 0,-6-1-6 0,6 1-6 15,0 0 3-15,0 0-4 0,0 0-2 0,0 0-1 0,0 0-9 0,0 0 2 0,0 0-6 16,0 0-2-16,0 0 0 0,0 0-2 16,0 0-2-16,0 0-4 0,0 0 1 15,0 0-2-15,17-6-2 0,-5 4 0 0,7-1-3 16,0 3-1-16,10-4-1 0,2-1 1 0,2 0-4 15,3 0-3-15,-3-2 2 0,2 2 0 0,-2 1 0 16,-1-4 1-16,-4 5 1 0,-1-1-3 0,-7 1 0 0,-3-1 2 16,-3 1-5-16,-3 3-2 0,-3 0-17 0,-1 0-17 15,-1-1-14-15,-6 1-3 16,0 0-7-16,0 0-21 0,0 0-36 0,0 0-38 0,-31 4-86 16,13 0-260-16,-1 0 116 0</inkml:trace>
  <inkml:trace contextRef="#ctx0" brushRef="#br0" timeOffset="38839.06">9352 3796 8 0,'0'0'203'0,"0"0"-21"15,0 0-19-15,0 0-18 0,-1 4-11 0,1-4-18 16,0 0-14-16,0 0-10 0,-3 5-10 0,3-5-9 15,4 5-1-15,0 1-12 0,1 3-7 0,5-2-1 0,-2 6-7 16,3-3-4-16,3 3-2 0,8 2-3 0,1 3-4 0,0-5-1 16,6 0-9-16,1-1 2 0,1 2 1 0,-3-4 0 15,1 0-3-15,-1-3-4 0,0 0 3 0,-10-2-6 16,4-1 2-16,-2-1-4 0,-7-1-2 0,1 0-3 16,0 0 5-16,-1 0-2 0,-2-2-2 0,-3-2-6 15,-1 2 22 1,-7 0 10-16,11 0 5 0,-6 2 7 0,-1-1-8 15,-4-1-5-15,0 0-2 0,8 2-9 0,-8-2-6 16,4 3-2-16,-7 1-5 0,-1 7 2 0,-4-1-3 16,-2 8-3-16,-6 9 2 0,-6 1-2 0,4 2 0 15,-10 9 1-15,-3 2 0 0,0-1-4 0,1-1 2 16,0 3 3-16,1-4-5 0,1 4 2 0,6-11 0 16,7 0 2-16,-6 1 1 0,7-5-2 0,-1 0 1 0,0-1 1 0,5-9-1 15,1 3 1-15,1-3-1 0,2-6-4 0,0-1 4 16,0 2 3-16,3-4 2 0,1 1 9 0,-1-4 10 15,1-2 7-15,0 2 3 0,1-1 5 0,0-1-7 16,1-3 0-16,-1 4 0 0,1-4-2 0,-3 4-6 16,3-4-3-16,0 0-5 0,-2 4-19 0,2-4-21 15,0 0-22-15,0 0-25 0,-2 3-26 0,2-3-30 0,0 0-37 16,0 0-39-16,0 0-180 0,0 0-405 0,0 0 180 16</inkml:trace>
  <inkml:trace contextRef="#ctx0" brushRef="#br0" timeOffset="39409.15">9466 4770 2 0,'-13'3'192'0,"4"-2"-12"0,1 0-3 0,3-1-2 16,0 3-6-16,-1-3-7 0,6 0 1 0,-7 2-12 15,7-2-12-15,-5 0-13 0,5 0-11 0,0 0-11 16,0 0-12-16,-6 0-9 0,6 0-5 16,0 0-13-16,0 0-3 0,0 0-7 0,0 0-5 15,0 0-6 1,0 0-4-16,-9 0-4 0,9 0-4 0,0 0-2 0,0 0-4 15,0 0-6-15,0 0-1 0,0 0-2 16,0 0 0-16,0 0-6 0,0 0 1 0,0 0 1 16,0 0-2-16,0 0-2 0,0 0-3 0,0 0 3 15,0 0-4-15,0 0 1 0,0 0 2 0,0 0-4 16,0 0 1-16,0 0-4 0,0 0 3 0,0 0-4 0,0 0 0 0,-5 2 0 16,5-2 2-16,0 0-1 0,0 0 1 0,0 0-1 15,0 0 5-15,0 0-1 0,0 0-2 0,25-2 6 16,-4 2 4-16,11-5 0 0,6 3-3 0,18-2-2 15,6-4 1-15,4 3 0 0,26-6 5 0,-25 2-8 16,27 1 8-16,-30 2-10 0,-2-2-1 0,1 2 0 16,-7 1 3-16,-1 0-3 0,-16-2 2 0,-1 4 4 15,-5 1 5-15,-2 1 6 16,-11 1 7-16,-7-1-4 0,1 1 7 0,-1-1 1 16,-5 1 5-16,-2-2 8 0,-1 2 0 0,-5 0 8 15,12 0 3-15,-12 0-7 0,7 0-3 0,-7 0-2 16,0 0-30-16,0 0-25 0,0 0-36 0,0 0-42 15,0 0-44-15,-29 7-67 0,20-7-59 0,-4 0-185 16,2 1-480-16,-1-2 213 0</inkml:trace>
  <inkml:trace contextRef="#ctx0" brushRef="#br0" timeOffset="43032.92">10754 4030 30 0,'-3'-5'142'0,"3"5"-3"0,0 0-3 0,2-5-14 15,-2 5 4-15,1-4-25 0,-1 4 2 0,2-3-25 16,1 0-8-16,3 0-5 0,-1 0-10 0,3 0-3 31,1-2-2-31,1 4-7 0,3-3-1 0,1 2-3 0,3 2-9 16,-1 0-2-16,3 0-2 0,-2 2-8 0,2 2 0 15,-1 1 0-15,-1 5-4 0,1 1 0 0,-2 1 1 16,-2 4-6-16,1-2 1 0,-2 8-2 0,0-5 5 16,-5 1-3-16,-2 5-10 0,-2-3 5 0,-1 0-1 15,-6-2-2-15,-1 7 1 0,-5-1 6 0,-1-7-12 16,-3 5 9-16,4-5-1 0,-9-3 5 0,6-1 4 0,-4 0 1 0,1-3 8 15,0 1-9-15,3-4 8 0,1-1 1 0,0-1 1 16,1-1 5-16,5 0 3 0,-1-2 10 0,-2 3 13 16,7-5 14-16,-3 3 24 0,4-3-14 0,0 0-3 15,0 0-17-15,1-11-3 0,9 3-8 0,3-5-8 16,1 3-2-16,7-9-4 0,2 1-5 0,0 0 0 16,1-3-6-16,0 2-2 15,-1-1-4-15,3 1-3 0,-3 1 0 0,1-2 5 16,-1 2-7-16,-3 1 2 0,-2 1 3 0,-2 2-8 15,-3 1 2-15,-2 0 6 0,3 3 7 0,-5 1 16 16,-1 3 9-16,-2-1 5 0,-1 3-1 16,-1 1-2-16,0 0-1 0,-3-1-11 0,3 2 1 15,-4 2-7-15,4-4-11 0,-4 4-4 0,0 0-6 0,0 0-1 16,0 0 0-16,0 0-2 0,-18 17-2 0,1-5-2 0,7 1 0 16,-8 8-1-16,4-1-2 0,0 1 2 0,0 1-6 15,5-5 7-15,2 3-4 0,1-2 0 0,2 0 1 16,2-1 1-16,4 0 1 0,1 0 2 0,4 0-1 15,3 0 3-15,2-5 1 0,6 0 0 0,9 1-1 16,2-5 2-16,7-2 0 0,0-2-3 0,2-1 2 16,0 0-2-16,16-2 1 0,-13-1-3 0,-8 0 0 0,-2-1-2 0,-2-2 1 15,-9 3-1-15,0-3-2 0,-7 2 6 0,-3 1-2 16,-1 0-2-16,-5-1 2 0,2 1 2 0,2-2 12 16,-8 2 3-16,9 0 8 0,-9 0 5 0,0 0-3 15,0 0-2-15,9 0-2 0,-9 0-13 0,0 0-10 16,5-1-17-16,-5 1-32 0,0 0-31 0,0 0-32 15,0 0-32 1,0 0-33-16,0 0-40 0,0 0-51 0,0 0-186 16,0 0-485-16,0 0 215 0</inkml:trace>
  <inkml:trace contextRef="#ctx0" brushRef="#br0" timeOffset="45184.56">12240 3963 135 0,'0'0'166'0,"0"-3"-12"0,0 3-7 16,0 0-1-16,1-5-19 0,-1 5-8 0,0 0-8 15,0 0-17-15,0 0-12 0,1-3-13 0,-1 3-11 16,0 0-5-16,0 0 0 0,2 20-8 0,-1-10-3 0,-1 7-5 16,1 0 1-16,1 9-3 0,-4 0-7 0,4 1-2 15,0 1-5-15,-2-2-4 0,0 3 5 0,3-5-4 0,-3 4 4 0,2-3-14 16,-2-6 6-16,1-1 1 0,1-1-3 16,-2-1 1-16,2 1-3 0,-2-5-2 0,2 1 1 15,-1-4-1-15,0-2 1 0,-1-1-2 0,1 0 2 16,-1 1-1-16,0-3 1 0,0 0 2 0,2-1-3 0,-2-3-2 15,0 5 4-15,0-5 0 0,0 4-4 0,0-4-3 32,0 0-4-32,0 0-35 0,0 0-51 0,0 0-44 15,0 0-48-15,-9-10-92 0,6 5-293 0,1-2 129 16</inkml:trace>
  <inkml:trace contextRef="#ctx0" brushRef="#br0" timeOffset="45571.15">12171 3868 76 0,'-1'-2'191'0,"1"-2"-10"0,0 4-18 16,-3-7-17-16,3 7-15 0,-1-4-17 0,1 4-7 15,0 0-11 1,6-2-13-16,-6 2-8 0,18 2-6 0,-7 5-2 15,7-2-10-15,0 7-3 0,7-2 0 0,1 6-7 16,-1 4-4-16,-1-3-3 0,0 4-2 0,2 0-4 0,-5 0-3 16,-4 6-2-16,1-5-2 0,-6 1-2 0,-2-7-6 15,-7 1 0-15,3 0-3 0,-6 0 0 0,-2-1 2 16,-3-1-1-16,-5-2 1 0,-1 3 4 0,-6-5-2 16,0 1-1-16,-7 0-5 0,-3-1 1 0,3 1 4 15,2-6 0-15,3 2 0 0,-3-3 2 0,4 0-1 16,1 1 3-16,4-4 2 0,1 1-6 0,3 0 0 0,2-3-1 15,1 3-1-15,-1-3 0 0,3 2-3 0,4-2 1 16,-6 2-6-16,6-2-1 0,0 0-6 0,0 0-8 16,0 0-21-16,0 0-36 0,0 0-35 0,24-3-53 15,-14 2-204-15,2-2-386 0,-2-2 171 0</inkml:trace>
  <inkml:trace contextRef="#ctx0" brushRef="#br0" timeOffset="46023.1">13230 3963 198 0,'3'-1'193'0,"-3"1"-17"0,0 0-26 0,0 0-19 16,0 0-10-16,-9 10-9 15,0-2-13-15,0 1-4 0,-4 5-8 0,-1-1-12 16,-4 6-5-16,-2 5-6 0,1-5-10 0,2 3-2 16,-2-1-6-16,0 1-2 0,2 1-2 0,-1 0-4 15,4-3 2-15,0-3-24 0,1 3-16 0,3-5-18 16,-3-2-12-16,6-3-17 0,0 1-20 0,-2-5-31 15,4 1-29-15,-3-2-126 0,5-2-274 0,-1-2 122 16</inkml:trace>
  <inkml:trace contextRef="#ctx0" brushRef="#br0" timeOffset="46238.8">12961 4047 120 0,'2'-5'278'0,"-2"-2"-26"0,0 5-27 16,0-3-20-16,0 5-25 15,1-7-22-15,-1 7-17 0,3-1-18 0,-3 1-13 16,0 0-11-16,5 14-8 0,-1-2-9 0,3 2 2 16,1 4-10-16,1-1-9 0,1 6-1 0,3 2-7 15,0-2-9-15,4 0-3 0,-1 2-1 0,-1-1-2 16,3-4-3-16,-2 2-6 0,-2-9-1 0,1 2-18 16,-1-5-19-16,-4 2-21 0,-1-4-24 0,-1 0-25 0,2-2-25 0,-1 3-15 15,-4-6-34-15,4 0-29 0,-4-2-157 0,-1-1-362 16,-4 0 160-16</inkml:trace>
  <inkml:trace contextRef="#ctx0" brushRef="#br0" timeOffset="46617.38">13483 4178 132 0,'0'0'258'0,"0"0"-16"0,0 0-19 16,0 0-20-16,0 0-17 0,0 0-23 15,0 0-18-15,0 0-16 0,0 0-8 0,18-10-29 16,-9 8-20-16,3-1-25 0,2 2-23 0,5-4-29 16,-3 2-31-16,2-1-35 0,0 3-45 0,1-5-51 0,-6 4-107 15,1-1-296-15,-1-1 130 0</inkml:trace>
  <inkml:trace contextRef="#ctx0" brushRef="#br0" timeOffset="46786.49">13589 4278 77 0,'0'0'258'0,"-2"2"-13"0,2-2-25 0,0 0-24 16,0 0-19-16,0 0-18 0,21-6-18 0,-8 3-15 15,1-1-15-15,4-1-41 0,0 0-43 0,2 1-51 16,1 1-67-16,-1-4-191 0,1 2-306 0,-1-3 135 0</inkml:trace>
  <inkml:trace contextRef="#ctx0" brushRef="#br0" timeOffset="47242.89">13988 4063 132 0,'9'0'163'15,"-9"0"-17"-15,10 0-10 0,-10 0-6 0,14 4-11 16,-5 0-18-16,0 0-3 0,-1 4-8 16,-2-2-14-16,3 4-3 0,-4 0-7 0,1-1-4 0,1 3-8 15,-3-2-9-15,-3 0 1 0,0 3-7 0,-2-2-2 0,1-1-3 16,0 2-6-16,-4-3 3 0,0 2 0 15,-1-4 1-15,0 1 0 0,0-1 4 0,1-3 0 16,3 0 0-16,-3 0 3 0,0 1 3 0,2-4 5 0,-1 3 13 0,3-4 19 16,-3 2 21-16,3-2 31 0,0 0 14 0,0 0-17 15,0 0-15-15,0 0-11 0,8-12-16 16,-3 3-4-16,3-1-11 0,2-3-8 0,2 0-6 16,-2 0-6-16,3-1-6 0,-3-1-3 0,3 5-4 15,-3 0-7-15,-1 1-2 0,-1 2-3 0,-1 0-5 0,-2 1-3 16,-1 2-3-1,1 0-1-15,-2 3-4 0,1-4-5 0,-2 3-4 16,-2 2-13-16,5-3-20 0,-5 3 0 0,0 0 2 16,7 7 4-16,-6-3 4 0,0 2 1 0,1 4 5 15,-1 2-1-15,3-3 3 0,-3 4 2 0,0-3 2 16,3 2 4-16,0-1-2 0,2 1-6 0,-1-1-13 16,1 0-26-16,1-4-22 0,-2 2-31 0,4-2-50 15,0 0-61-15,-1-3-232 0,-3-1-487 0,4-3 215 0</inkml:trace>
  <inkml:trace contextRef="#ctx0" brushRef="#br0" timeOffset="47472.78">14430 3939 92 0,'0'-4'211'0,"0"4"-25"0,0 0-17 0,0 0-16 0,10 9-8 15,-6 2-10-15,2-3-1 0,6 8-7 0,-2 1-8 16,0 5-8-16,2 6-7 0,-2 0-8 16,-1 0-9-16,-5 2-6 0,-4-3-10 0,0 2-3 15,-4 1-4-15,-5-3-7 0,-1 1-7 0,-7-2-8 0,-2-1-9 0,-4-2-9 16,-2-2-24-16,-7-1-28 0,-14 2-50 0,11-5-59 16,-18-2-216-16,-1-1-383 0,0-3 170 0</inkml:trace>
  <inkml:trace contextRef="#ctx0" brushRef="#br0" timeOffset="47926.6">12865 3766 4 0,'-3'-3'264'15,"3"3"-22"-15,-1-4-25 0,1 4-24 0,0 0-18 16,0 0-29-16,0 0-27 16,0 0-10-16,-8 8-13 0,3 1-11 0,-4 14-7 15,-2 3-9-15,-3 8-3 0,-8 12-5 0,5 4-9 16,-1-1-2-16,3 4-4 0,1-1-4 0,5-3-1 15,6 0-2-15,5-3-2 0,0-15-2 0,6 2-3 16,6-1-1-16,1-3 0 0,7-1 1 0,15 3-16 0,-5-9-48 16,18 4-93-16,-3-9-251 0,7-5-406 0,-2-9 180 15</inkml:trace>
  <inkml:trace contextRef="#ctx0" brushRef="#br0" timeOffset="49020.91">9684 5114 57 0,'0'0'232'0,"-2"-3"-20"0,2 3-22 16,0 0-20-16,0 0-13 0,0 0-4 0,3-7-18 16,0 5-13-16,2 0-10 0,0 1-16 0,4-1-10 15,-9 2-12-15,13 2-4 0,-2 1-8 0,1-1-8 0,-3 3-9 16,4-1-1-16,-4 4-7 0,1 1 0 0,3 3-3 16,-4 3-7-16,-3-5 2 0,4 5-7 0,-3 1-2 15,-1-1 2-15,-2 0-3 0,-3-1-3 0,2 5 1 0,-2-2-3 16,-2-2 3-16,-2 2 2 0,-1-3-2 0,0-3 6 15,-1 3-1-15,1-4 1 0,-3 0 8 0,2-1-3 16,1-4-3-16,0 0 5 0,1-1 7 0,1 0 9 16,-2 0 9-16,3 0 18 0,-3-1 24 0,4-3 15 15,0 0 13-15,0 0-21 0,0 0-14 0,-2-11-3 16,4 5-12-16,-2-4-11 16,8-6-8-16,-2 1-6 0,4-3-6 0,4-5-2 15,0 3-7-15,-1 3-2 0,0-5-2 0,0 6-10 16,1 2-2-16,1 1-2 0,-1-1 0 0,-1 4-3 15,2-2 0-15,-6 4-2 0,-1 1-3 0,2 2-6 16,-5-2 0-16,-1 5 0 0,1-1-6 0,-1 0-21 16,1-1-3-16,-5 4 1 0,0 0 2 0,14 7 1 15,-10-3 5-15,-4 4-4 0,4 0 7 0,-3 4-1 0,2 0 4 16,-3 4 1-16,2-1 0 0,1 1 3 0,2 1 4 16,-3 1-15-16,1-6-13 0,2 4-12 0,-2-3-15 15,3-1-8-15,-1-4-21 0,4 1-20 0,-1-4-34 16,2 0-37-16,9-1-53 0,-6-3-231 0,7-4-501 15,2 1 222-15</inkml:trace>
  <inkml:trace contextRef="#ctx0" brushRef="#br0" timeOffset="49190.2">10484 5189 329 0,'0'0'314'16,"0"0"-23"-16,0 0-24 15,0 0-21-15,0 0-10 0,0 0-31 0,8 0-18 16,-8 0-20-16,0 0-31 0,10-4-27 0,0 1-31 16,4-2-38-16,0 1-50 0,4 1-60 0,2-2-81 15,0 0-245-15,-5-1-429 0,3 2 190 0</inkml:trace>
  <inkml:trace contextRef="#ctx0" brushRef="#br0" timeOffset="49376.04">10627 5249 174 0,'-1'3'197'0,"0"-1"-17"0,1-2-6 15,-4 3-4-15,4-3-16 0,-3 2-15 0,3-2-13 0,0 0-10 16,17 0-10 0,-7-2-11-16,4-1-16 0,4 2-31 15,0-2-39-15,0-1-55 0,1 0-61 0,-8 0-162 0,6-1-292 16,1-3 129-16</inkml:trace>
  <inkml:trace contextRef="#ctx0" brushRef="#br0" timeOffset="49761.39">11092 5091 100 0,'0'0'279'16,"0"0"-25"-16,0 0-23 0,0 0-21 0,0 0-19 15,0 0-20-15,4-3-14 0,-4 3-19 0,0 0-12 0,0 0-14 16,0 0-15-16,0 0-7 0,-14 12-10 0,9-5-9 16,-4 2-8-16,0 0-3 0,3 1-8 0,-2 2-9 15,0 0-2-15,-2 2-6 0,5-3-3 0,-3 4 0 16,3-3-7-16,1 0-1 0,2 1-2 0,-2-3 9 15,4 1-2-15,0-1 6 0,4 1 1 0,0-1 9 0,2-6 11 16,1 4 5-16,4-3 1 0,3-2 7 0,4-4-5 16,4-2-13-16,-1 1 1 0,0-7-9 0,-3 7-1 15,2-11 8-15,-2 6 2 0,-4-5 3 0,-1 0 3 16,-2 1 6-16,-3-4-16 0,-1 5 4 0,-5-2-11 16,-2-3-4-16,-5-2-10 0,-5 2-5 0,-3-1-30 15,0 1-22-15,-12 1-26 0,-2 2-21 0,-3 4-35 0,-3 0-38 0,1 4-63 16,0 2-102-16,-2-2-179 0,3 1-533 0,9 1 237 15</inkml:trace>
  <inkml:trace contextRef="#ctx0" brushRef="#br0" timeOffset="52713.03">9766 3146 8 0,'1'-4'171'0,"-1"4"-7"16,3-3-4-16,-2-1 1 0,-1 4-20 0,0-5-15 16,0 5-11-16,3-3-14 0,-3 3-10 0,0 0-9 0,0 0-9 15,0 0-16-15,0 0-7 0,0 0-4 0,0 0-3 0,2 15-12 0,-2-6 0 32,1 2-4-32,-1 2-1 0,2 4-4 0,-1 2 2 15,-2 7-4-15,-1-3 1 0,4 5-1 0,-1-10-3 16,-1 2-1-16,-1-3-3 0,2 0-2 0,-1-2 3 15,0-3 1-15,3-3-6 0,-3 1-1 0,0-3 3 16,1-2-1-16,-1-1 31 0,0 1 25 0,0-2 43 0,0-3 32 16,-1 5 30-16,1-5 17 0,0 0-25 0,0 0-8 0,11-18-22 15,-2 0-12-15,-3 3-11 0,3-3-12 0,3 1-11 16,1-7-10-16,-2 1-4 0,-3 6-8 0,1 0-8 16,0 0-7-16,2 3-5 0,-6 3-2 15,-1 1-10-15,1 1-1 0,-1 2-7 0,1 4-6 0,-4-2 0 16,2 1-18-16,0 0-25 0,-3 4-24 0,0 0 0 15,9 7 7-15,-3 0 5 0,-1 3 3 0,1 7 4 0,2 1 0 16,-3-1 4-16,4 10 1 0,3-4 4 0,-6-5 1 16,2 1 3-16,1-2 5 0,-3 0 3 0,3-2-9 15,-3-1-31-15,3-1-22 0,-1 2-31 0,-2-6-38 16,2 3-44-16,0-6-51 0,-2 2-242 0,-1-5-516 16,2 1 229-16</inkml:trace>
  <inkml:trace contextRef="#ctx0" brushRef="#br0" timeOffset="53668.18">15433 4187 183 0,'0'0'197'0,"0"0"-10"0,0 0-14 0,0 0-7 16,0 0-11-16,0 0-9 0,0 0-7 0,0 0-10 15,0 0-10-15,0 0-12 0,0 0-6 0,0 0-12 16,0 0-4-16,0 0-12 0,0 0-5 0,0 0-9 16,0 0-5-16,0 0-7 0,0 0-4 0,0 0 0 0,0 0-5 0,14-3-4 15,-4 3-3-15,10-1-3 0,1 0-4 0,9-1 5 16,0 0-4-16,1-1-7 0,1 0-1 0,1 2-3 16,-1-3-4-16,-3 4 2 0,-2-1-1 0,-1-2-2 15,-6 6-3-15,-6-3-10 0,-1 0-11 0,-4 0-20 16,1 1-14-16,-2 0-19 0,-4-1-14 0,-4 0 8 15,4 3 3-15,-4-3 3 0,0 0-43 0,-12 9-14 0,2-6-33 16,-3-1-144-16,-1 2-327 0,-4 2 145 0</inkml:trace>
  <inkml:trace contextRef="#ctx0" brushRef="#br0" timeOffset="53984.36">15585 4394 150 0,'0'0'195'0,"-1"4"-11"0,1-4-1 16,0 0-12-16,-4 2-10 0,4-2-11 0,0 0-8 0,0 0-12 0,0 0-10 15,0 0-3-15,27-2-13 0,-8-1-11 0,10 0-8 16,1-1-12-16,0 2-2 0,1-1-10 0,2 0-6 15,-1 1-8-15,-1-1-2 0,1-1-5 0,0 4-4 16,-10-3-2-16,6 1-6 0,-10-1 0 0,-4 3-5 16,-3-1-4-16,-3 1-1 0,-3 0-5 0,5-1-10 15,-10 1-12 1,8-2-19-16,-8 2-1 0,0 0-5 0,0 0-5 16,0 0-16-16,0 0-15 0,0 0-23 0,-22 5-10 15,13-3-31-15,0-1-33 0,0 0-136 0,0-1-329 16,4 0 145-16</inkml:trace>
  <inkml:trace contextRef="#ctx0" brushRef="#br0" timeOffset="55071.89">16793 4060 30 0,'5'-4'165'0,"6"0"-14"0,0 3-19 16,0-1 0-16,4-1-15 0,3 2-12 0,2 1-11 0,1 0-4 16,1 1-3-16,6 4-5 0,-2 1-14 0,-6 0-9 0,6 5 7 15,-7 0-13-15,-4-1-8 0,0 2 1 0,-2 2-9 16,-2-1 0-16,0 4-6 0,-6 0 3 0,-1 2-6 16,-3 1-3-16,-2-1 1 0,-2 1 2 0,-2-2-3 15,-5 0-4 1,-2 4 3-16,2-6-4 0,-6-2 3 0,-2 3 2 15,1-2 9-15,1-3-3 0,0-2 2 0,1 0 0 16,1-1-3-16,1-4 2 0,0 0 2 0,-1 0-2 0,4 0 0 16,2-3 1-16,3 1 11 0,0-1 4 0,0-1 16 15,0 1 29-15,5-2 15 0,-8 3 16 0,8-3-6 16,0 0-16-16,0 0-12 0,9-13-9 16,1 4-13-16,6-3-6 0,2 0-11 0,4-7-6 15,3-1-12-15,3-1-10 0,0 3 2 0,2-5-10 16,0 1 0-16,1 4-1 0,-2-2-3 0,-1 3 0 0,-1 1-1 0,-3-2-2 15,-2 2 1-15,-4 6-1 0,-3-3-3 0,-2 2 1 16,1 0 7-16,-5 3 0 0,-1 2 7 0,-3 2 6 16,0-1 2-16,0 1-3 0,0 2-2 0,-1-2-4 15,-1 4-2-15,-3 0-3 0,5-5-10 0,-5 5-10 16,1-2-11-16,-1 2 3 0,0 0 0 0,-9 8 2 16,-1-1-5-16,-4 3 6 0,-6 8 0 0,5-4 1 0,-4 4 0 0,4-3 4 15,1-1-3-15,-2 8 4 0,4-6-1 0,1 0 2 16,2 0-3-16,2-4 2 0,1 3 5 0,3-4 0 15,2 0-3-15,1 1 10 0,4-3-1 0,3 1 3 16,2 1 4-16,8-5 6 0,1 4-5 0,8-1-3 16,2-2-3-16,4-4 3 0,2 0 3 0,0 1-2 15,-2-4-1-15,-1 3-3 16,-1-2 0-16,-8-1 1 0,-4 0 3 0,-4 0 4 16,-4 0 12-16,3 0 4 0,-5 0 7 15,-3 0 8-15,0-1-3 0,-5 1 6 0,10 0 5 0,-10 0 9 16,0 0 5-16,9 0-10 0,-9 0-9 0,0 0 1 15,0 0-11-15,8 1-10 0,-8-1-20 0,0 0-21 16,4-3-22-16,-4 3-36 0,0 0-26 0,0 0-26 16,0 0-31-16,0 0-40 0,0 0 7 0,0 0-9 0,0 6-45 0,0-6-66 15,0 5-165-15,0-5-508 0,0 0 225 0</inkml:trace>
  <inkml:trace contextRef="#ctx0" brushRef="#br0" timeOffset="58124.35">18316 4025 13 0,'0'-3'130'0,"0"3"0"0,5-6-6 0,-4 3 5 15,0-3 6-15,2 0-7 0,-2 4 0 0,2-2-2 16,-2-1-2-16,2-1-6 0,-2 3 1 0,2-1-6 15,-1 0 1-15,0 1-4 0,-2 3 3 0,2-6 3 16,-2 4 4-16,3-1-1 0,-3 3-2 0,2-4-8 0,-2 4-6 0,3-3-12 16,-3 3-10-16,0 0-6 0,0 0-11 0,2-4-9 15,-2 4-17-15,0 0-13 0,0 0-12 0,0 0 0 16,4 9 2-16,-3-2-8 0,1 6 1 16,0 5-2-16,-1-1 0 0,1 6 0 0,-2-1 1 15,0 4 0-15,1-2-5 0,-1 1 4 0,0-6-3 0,1 1 2 16,-1-2-1-16,0 2 3 0,2-2-2 0,0-1 1 0,-2-5-2 15,0 0-2-15,0-2 4 0,-2-3-4 0,4 0 0 16,-2 0 3-16,2-3-1 0,-2 1-1 0,0-2 4 16,0 2-2-16,0-5 21 0,2 4 22 0,-2-4 19 15,0 3 18-15,0-3 22 0,0 0 9 0,3 2 16 16,-3-2 16-16,0 0-11 0,0 0-11 0,5-12-17 16,-2 3-13-16,3-2-9 15,4-5-12-15,0-3-12 0,4-4-9 0,-1 0-2 16,2-2-11-16,-2 1-11 0,2-2-5 0,1 2 4 15,-1 3-6-15,-3 6 5 0,0 0-19 0,-5 4-1 16,-1 2 10-16,1 0-14 0,-1 4 0 0,-2-1 1 16,-2 1-8-16,3 1 0 0,-3 4-14 0,1-3-26 15,-3 3 1-15,9 3 0 0,0 0-1 0,-1 3 10 16,-2 5 3-16,2 1 3 0,2 2-6 0,2 2 5 0,-3 2 3 16,2 5-4-16,-2-5 6 0,-1-1 4 0,-2 3 16 15,3-2-13-15,-4 0 12 0,3-1-10 0,-3-3 1 0,1 1 4 16,-1-6 1-16,-1 1 0 0,-1-4 3 0,1 0-4 15,-3 0 6-15,0-3 1 0,1 0-1 0,0 0 2 16,-2 1 1-16,0-4 2 0,3 5 6 16,-3-5-2-16,0 3-2 15,0-3 4-15,3 2-1 0,-3-2-1 0,0 0 1 0,3 4-1 16,-3-4-3-16,0 0 3 0,0 0 5 16,0 0-5-16,0 0 1 0,0 0-10 0,0 0-13 15,0 0-21-15,0 0-19 0,0 0-22 0,0 0-28 16,3 3-37-16,-3-3-60 0,0 0-85 0,0 0-296 15,0 0-633-15,2-9 279 0</inkml:trace>
  <inkml:trace contextRef="#ctx0" brushRef="#br0" timeOffset="58778.9">19101 4211 70 0,'0'0'188'15,"0"0"-10"-15,0 0-15 0,0 0-17 0,0 0-11 16,0 0-13-16,0 0-12 0,0 0-8 0,0 0-7 16,0 0-9-16,0 0-11 0,0 0-7 0,0 0-10 15,19-10-4-15,-10 9-2 0,3-2-11 0,-1 1-2 16,1-4-3-16,2 2-3 0,-1 1-5 0,1-1 4 0,-2-4-10 16,8 1 0-1,-10 2 0-15,2 0-4 0,-2-2-3 0,-1 1 2 0,-1 4 3 0,-2-4 16 0,-1 2 18 16,-1 0 9-16,0 1 10 0,0 0 0 0,-3 1-10 15,-1 2-4-15,3-4-8 0,-3 4-7 0,-9-3 0 0,9 3-10 16,-21 3-7-16,8-2 2 0,-4 4-7 0,-3 1-2 16,-5 4-5-1,-3 2 0-15,1 1-5 0,-1 3 1 0,1 4-3 16,-4-3 3-16,7 4-5 0,2-2-2 0,-1 2 6 16,0 2-6-16,7-1 0 0,-1 2 2 0,7 2 1 15,1 0-3-15,6-7 2 0,3 5 0 0,6-4 5 0,2-3-1 16,9 6 0-16,5-3 3 0,5-3-1 0,3-3 1 15,7-4-4-15,-1 0 0 0,5-1 0 0,10-6 1 16,-13 2-5-16,-2-3 2 0,0 0 2 0,-8-4-2 0,1 4 0 16,-7-1 0-16,-5-2-3 0,2-2 2 0,-11 3 3 15,-1-1 23-15,-1 1 14 0,-6 0 13 0,12-1 12 0,-12 1 2 16,9 0 3-16,-9 0-6 0,0 0 3 0,0 0-10 16,9-2-9-16,-9 2-6 0,0 0-4 15,6 2-12-15,-6-2-17 0,0 0-17 0,0 0-22 16,0 0-25-1,0 0-39-15,0 0-37 0,0 0-40 0,0 0-40 16,0 0-49-16,0 0-226 0,-24-5-519 0,24 5 229 0</inkml:trace>
  <inkml:trace contextRef="#ctx0" brushRef="#br0" timeOffset="59280.27">19552 4395 145 0,'0'0'308'0,"0"-4"-37"0,2 1-29 0,2 3-23 0,4-2-26 0,-8 2-17 16,14 0-20-16,-4 2-17 0,1-1-16 0,0 3-16 15,-1 3-7-15,1-2-14 0,-2 3-14 0,-2 2-13 16,0 1-5-16,-2 0-7 0,-1 1-8 0,-2 4 2 15,0 3-10-15,-6-2 1 0,-1 2-3 0,1-2-7 16,-6-2 2-16,0-1-3 0,-3 3-1 0,4-4-1 16,0-4-1-16,-3 3 1 15,4-4 3-15,1 0 1 0,0 0 5 0,3-6 1 16,-2 4 10-16,3-4 1 0,-1 0 21 16,4-2 18-16,-2 5 41 0,2-5 14 0,0 0 1 15,0 0-24-15,0 0-24 0,9-19 3 0,1 5-14 16,0-3-10-16,6-3-16 0,3-4-15 0,1 2-11 0,0-4-11 15,2 3-1-15,-3 0-9 0,-1 2-1 0,0 0-2 16,-5 6-1-16,0 1 3 0,-2 2-1 0,-7 5 10 0,2-2-5 16,-2 1 3-16,1 5-1 0,-1-2-2 0,-1 1-6 15,-1 1-17-15,-2 3 3 0,0 0 1 0,0 0-11 16,-11 12 1-16,-2 3-3 0,0-3 8 0,0 5-2 16,-6 5 3-16,4 2 3 0,2 1 7 0,4-8-1 15,-1 6 0-15,4 4 3 0,0-9 2 0,10 1 0 16,0 1 7-16,6-2-3 15,8-1-5-15,9 0-1 0,5-8-41 0,5 1-50 16,15-3-68-16,7-6-103 0,0-3-289 0,-2-3-603 16,-3-3 267-16</inkml:trace>
  <inkml:trace contextRef="#ctx0" brushRef="#br0" timeOffset="60150.64">20473 4013 81 0,'1'-9'254'0,"-1"4"-12"0,0 1-12 0,0-2-10 16,0 1-6-16,3 2-12 0,-3 3-9 0,1-4-27 15,-1 4-14-15,1-4-20 0,-1 4-14 0,0-6-16 16,0 6-15-16,0 0-8 16,0 0-9-16,4 17-2 0,-1-5-12 0,1 12-5 15,-1 2-7-15,1 4-3 0,0 3-5 0,2 1 0 16,-3 3-4-16,3 9-3 0,-3-10-2 0,2 10-5 15,-2-9 2-15,2-3-2 0,2-1-1 0,-3 1-1 16,1-2 0-16,-1-3-4 0,0-3-4 0,-1-1 5 16,-1-8-4-16,2-1 2 0,1-3-2 0,-4-1-4 15,-1 0-1-15,4-3 0 0,-4-1 3 0,1-1 0 0,2-2-4 0,-3-1 4 16,1 2-4-16,-1-2 1 0,0-2 9 16,0-2-8-16,3 7-3 0,-2-4-1 0,-1-3 3 15,0 0-5-15,0 0-3 0,0 3-7 0,0-3-8 16,0 0-9-16,0 0-7 0,0 0-12 0,0 0-5 15,0 0-26-15,0 0-58 0,0 0-54 0,0 0-53 0,5-13-179 16,-5 8-452-16,0-4 199 0</inkml:trace>
  <inkml:trace contextRef="#ctx0" brushRef="#br0" timeOffset="60491.6">20625 4218 157 0,'0'0'250'0,"0"0"-25"0,0-4-26 15,0 4-20-15,0 0-23 0,9-2-12 16,-3 2-20-16,6 1-13 0,0 2-9 0,5-1-12 0,0 7-6 16,1-1-9-16,0 0-6 0,-1 2-8 0,0-1-8 0,-2 2-9 15,-2 0-5-15,1 1-5 0,-5 0-8 0,-1 1-5 16,-3-2-2-16,-5-1-4 0,3 0 2 0,-6 1-5 15,-5-3 5-15,-1 2 2 0,-5-3-5 0,0 3 4 16,-5-1-2-16,1-3 2 0,0 1 0 0,-2-4-4 0,3 3-2 16,-2-5 4-16,1 4-5 0,2-3 0 0,3 1-1 15,0-1-2-15,4-1 1 0,1 1-4 0,1-2-2 16,0 0-10 0,7 0-41-16,-5-3-57 0,5 3-61 0,4-8-201 15,0 2-397-15,6 0 176 0</inkml:trace>
  <inkml:trace contextRef="#ctx0" brushRef="#br0" timeOffset="61083.5">20957 3738 15 0,'5'-5'196'0,"-1"5"-18"15,2-3-18-15,0 0-11 0,1 3-15 0,2 0-21 16,0 3-3-1,0 0-14-15,1 2-6 0,2 3-8 0,-3 5-10 0,1 1-1 16,-5 1-13-16,3 3-2 0,-3 7-5 0,-1 3-4 16,-4-4-9-16,1 3-2 0,-5-2-5 0,-2 1 2 15,1-3-2-15,-3 1-4 0,-1-4-1 0,0-3 5 16,-1-2-3-16,-2-1 11 0,2 0 3 0,1-7 2 16,-1 3 6-16,4-5 9 0,0-1 11 0,3 2 19 15,-1-4 18-15,1 0 25 0,-2 1 37 0,5-3 6 0,0 0-18 16,0 0-19-16,0-16-13 0,5 5-14 0,-1-1-14 15,5-3-20-15,4-8-6 0,2 3-1 0,2-5-7 16,-2 1-11-16,4-2-4 0,1 2-11 0,0 2-1 16,-2-3-5-16,0 4 1 0,-7 4-9 0,3 3 2 0,-3-1-10 15,-3 5 3-15,1 1-4 0,-4-1 2 16,1 3-5-16,-4 1 6 16,0 2-2-16,1 0-9 0,2 0 4 0,-1 0-2 15,0 1-6-15,-4 3-12 0,1-4-23 0,-1 4-14 16,0 0 4-16,0 0 7 0,-5 14 3 0,-5 0 1 15,2 0 6-15,-1 3 7 0,-5 4-3 0,4 5 1 16,0-1 1-16,1 1 2 0,1-1 3 0,4-2-3 16,-1-5 8-16,7 7-1 0,1-8 5 0,4 1 6 15,4-1-3-15,5 4-15 0,7-3-42 0,3-4-67 0,6-3-98 0,4-4-344 16,17-3-614-16,-2-4 272 0</inkml:trace>
  <inkml:trace contextRef="#ctx0" brushRef="#br0" timeOffset="62000.33">22120 4168 29 0,'-3'-11'244'0,"2"-1"-11"0,-4-1-13 0,1 2-13 0,-1 1-16 16,0 1-19-16,-4-1-17 0,-2 3-13 15,0-1-12-15,-4-1-14 0,2 5-10 0,-3 0-5 0,0 4-9 16,-3 2-10-16,-1 3-9 0,-1 1-24 0,-4 5-8 16,2 0-3-16,0 4-3 0,6-2-2 0,-5 6-5 15,8-3-1-15,0 0 3 0,5-1-3 16,-4 5-7-16,5-4 0 0,1 0-1 0,2-1 3 15,2-3-8-15,3 0 5 0,2-1-11 0,-1-3 12 0,3 0-8 16,1-4 13-16,3 1-7 0,3-1 2 0,7-3 0 0,-5 1 6 31,5-4 6-31,1-2 4 0,-3 0 12 0,1-3-5 16,1-3 8-16,0 0-4 0,1 1-4 0,4-6-2 16,-7 5-1-16,1-1-4 0,-1-2-1 0,0 3 5 0,-5 3-1 0,1 0 0 0,-5 2-4 0,-1 1-2 15,1-2-9-15,0 4-2 0,-4-1-6 0,4 2-4 31,-7 1 2-31,12 2-9 0,-6 2 4 0,2 4-5 0,-2 0-1 0,1 4 0 16,3 1-2-16,-4 2 0 0,-2 3 4 0,3 1-5 16,-5-2 2-16,3 9 6 0,-2-6-9 0,-3 3 2 15,3 3 14-15,-3-7-12 0,0 0 0 0,-1 1-6 16,-1-2 5-16,1-3 3 0,1-1 0 0,-3-4-3 16,3-1 1-16,-1-6 0 0,1 2 3 0,-3 0 22 15,3 0 39-15,0-5 39 0,0 0 44 0,0 5 47 0,0-5 39 16,0 0 28-16,0 0-18 0,0 0-43 0,0-17-22 0,5 6-21 15,3-5-16-15,-1-3-19 0,2-6-18 0,4-1-25 16,3-3-17-16,1 2-6 0,-1-5-11 0,0 4-8 16,1 1-3-16,0 3-5 0,-2 2-8 15,-5 8-13-15,0-1-18 0,1 1-14 0,-4 3-10 0,2 2-28 16,-2 1-28 0,-4 4-31-16,4-5-36 0,-1 4-48 0,-2 2-40 15,0-1-52-15,0 3-51 0,1-1-66 0,-5 2-309 16,4-1-779-16,-4 1 345 0</inkml:trace>
  <inkml:trace contextRef="#ctx0" brushRef="#br0" timeOffset="62541.59">22314 3599 129 0,'0'0'279'0,"0"0"-28"16,0 0-27-16,0-4-29 0,0 4-20 0,0 0-23 15,0 0-19-15,0 0-16 0,4 14-12 0,-4-7-10 16,1 4-8-16,2 0-10 0,-2 1-5 0,-1 5-7 16,3 3-7-16,-3-3-4 0,2 9-5 0,-2-6-2 0,3-3 1 15,-3 1-11-15,0-3-4 0,-3-2 0 0,3-1-6 0,3-3-2 16,-3 2-1-16,0-7 0 0,1 1 2 0,-1 0 17 15,0-5 40-15,0 4 38 0,0-1 27 0,0-3 13 16,0 0-18-16,10-8-18 0,-2-1-4 0,2 3-13 16,4-6-17-16,-2-2-10 0,2-1-4 0,0 2-11 15,1-1-9-15,-1 1-2 0,0 1-12 0,-5 5 0 16,0-2-5-16,-1 7-4 16,-4-3 0-16,2 1-7 0,-3 2-3 0,1-2-21 15,-1 3 2-15,-3 1-7 0,17 1-6 0,-11 5 5 16,3 1-12-16,4 1 1 0,0 3-12 0,-2 2-19 15,2 2-26-15,-3 1-26 0,7 5-30 0,-7-5-36 16,0 0-50-16,1 1-75 0,-6-2-262 16,0-5-597-16,0-3 264 0</inkml:trace>
  <inkml:trace contextRef="#ctx0" brushRef="#br0" timeOffset="63155.81">22957 3716 83 0,'-8'0'211'0,"8"0"-8"0,-13 0-12 15,9 0-19-15,4 0-13 0,0 0-13 0,-11 0-12 16,11 0-11-16,0 0-10 0,-6 0-9 0,6 0-1 16,0 0 2-16,0 0 1 0,0 0-4 0,-5 1 0 15,5-1-5-15,0 0-6 0,0 0-1 0,0 0-5 0,0 0-2 16,0 0-3-16,0 0-7 0,0 0-5 0,0 0-1 31,0 0-5-31,0 0-8 0,0 0-3 0,0 0 3 16,0 0-14-16,0 0-4 0,0 0-5 0,0 0-4 0,0 0-2 15,0 0-1-15,0 0-3 0,0 0-6 0,0 0 4 16,0 0-5-16,0 0 1 0,0 0-2 0,0 0-4 16,0 0-3-16,0 0 5 0,0 0-3 0,0 0-1 0,0 0-5 15,0 0 4-15,0 0-4 0,0 0 8 0,0 0-2 16,0 0-1-16,0 0-1 0,0 0 2 0,0 0 3 15,0 0 5-15,0 0 10 0,0 0-2 0,0 0 5 16,15-5-8-16,-5 2-4 0,4 2-4 0,4-1-1 16,0-1 3-16,5 1-1 0,5 1-4 0,-1 0-1 15,1 1-3-15,-1-3 1 0,-8 3-5 0,0 0 3 0,-2 0 1 0,-3 0-1 16,-5-1 1-16,1 1-2 0,-2 0 0 0,-2 0-1 16,-6 0-11-16,8 0-12 0,-8 0-13 0,5-2-10 15,-5 2-6-15,0 0-9 0,0 0-15 0,0 0-14 16,-19 3-24-16,6 0-12 0,4-2-35 0,-2 0-30 15,-1 1-49-15,4-1-190 0,1 1-462 0,0-4 204 16</inkml:trace>
  <inkml:trace contextRef="#ctx0" brushRef="#br0" timeOffset="63620.3">23404 3616 61 0,'4'-1'270'0,"4"1"-28"0,-1-1-18 0,0 1-23 15,-1-1-19-15,2 2-19 0,2 0-17 0,-5 0-16 16,5 6-15-16,2-3-10 0,-4 2-13 0,-1 3-6 16,2-1-13-16,-1 3-2 0,-2 5-7 0,-2-2-8 15,1 1-4-15,-5 1-7 16,0 1-2-16,-1 0 0 0,-2-2 0 15,-1 2-11-15,-1-3-1 0,-1-2-3 0,1-2 0 16,-1 0 5-16,-1-3-2 0,3-2 0 0,0 0 0 16,-1-1 11-16,4 3 10 0,-1-6 21 0,-1 2 43 0,3-3 24 15,0 0 41-15,-4 2 31 0,4-2-29 0,0 0-16 16,7-15-17-16,-1 7-20 0,0-3-12 0,6-3-11 16,4-8-8-16,-5 5-16 0,6-2-6 0,-2-1-8 0,1-4-6 15,-2 7-14-15,-5 3 1 0,5-3 2 0,-5 4-5 0,-1 4-13 16,-2 0 0-16,2 2 5 0,-4 2-13 15,-2 1-2-15,2-1-4 0,-1 2-7 0,-2 0-16 16,-1 3-19-16,3-3-37 0,-3 3-25 0,0 0 7 0,0 0 17 16,-7 14-1-1,2-4 10-15,-3 3 5 0,3 4 5 0,-5 8 10 0,5 0-2 0,-3 1 6 0,7-2 1 0,1-4 4 16,5 4 8-16,9 0 0 0,5 0-12 0,11-4-50 16,4-2-82-16,19 1-144 0,4-7-360 0,-1-8-717 15,3-5 318-15</inkml:trace>
  <inkml:trace contextRef="#ctx0" brushRef="#br0" timeOffset="64707.86">16149 3827 86 0,'0'0'211'0,"0"0"-10"0,0 0-12 0,0 0-10 31,0 0-12-31,0 0-13 0,0 0-18 0,0 0-9 0,0 0-12 0,0 0-15 0,0 0-8 0,15 0-8 32,-2-2-8-32,2 0-11 0,8 2-5 0,0-1-11 0,5-1-24 15,-1-1-27-15,1 2-29 0,-6 1-31 0,0-2-39 16,-3 2-28-16,-2 0-32 0,-5 2-111 0,-3-2-295 0,-2 1 131 16</inkml:trace>
  <inkml:trace contextRef="#ctx0" brushRef="#br0" timeOffset="65276.04">16114 3910 78 0,'0'0'220'0,"-2"3"-21"16,2-3-24-16,0 0-22 0,0 0-1 0,0 0-24 16,19 4-16-16,-10 0-12 0,2 2-7 0,2 2-13 15,2 5-8-15,4 5-6 16,2 3-6-16,-2 5-19 0,3 6-4 0,1 7-4 15,-1 1-5-15,-2 4 2 0,-5 2-2 16,-1 0-1-16,-5-11-1 0,-1 11 0 0,-3-12-10 0,-1 2-1 16,-2-6-3-16,0 4 2 0,-2-2-2 0,0-4-1 15,-2-2-1-15,0-8-3 0,-2-1-1 0,2-5-2 16,-1-1 0-16,2-5 1 0,0 3 4 16,1-3-3-16,-2-1 12 0,2 1 10 0,-1-2 5 0,1 0 3 0,-1 0 0 15,1-4-7-15,0 0-7 0,0 5-5 0,0-5 0 16,-2 6-4-16,1 0-2 0,0 2 0 0,-2 1-1 15,2 4-2-15,-4 2 1 0,-1 5 0 0,-2 6-3 16,1 4 2-16,0 0-2 0,-2 2 1 0,0 1 1 16,-1-1 1-16,1 1 0 0,-3 1 2 0,2-4-3 15,0 2 0-15,2-4 1 16,-1-4-2-16,5 3 4 0,0-6 13 0,1-6 5 16,0 2 0-16,-1-7-2 0,3 2 9 0,1-3-5 15,-2-1 2-15,2-3-3 0,-2 2-2 0,2-2-3 16,0-4-2-16,0 3-1 0,0-4-2 0,0 7-6 15,2-3 5-15,-2-1-3 0,0-3-3 0,0 0 2 16,0 0-4-16,-2 7 0 0,2-7 0 0,0 0-3 16,0 3 3-16,0-3-2 0,0 0 0 0,0 0 0 0,0 0 1 0,0 0 1 15,0 0 3-15,0 0-1 0,0 0 3 16,0 0-4-16,0 0 2 0,0 0-3 0,0 0-1 16,0 0 1-16,0 0-7 0,0 0 5 0,0 0-2 0,0 0 0 15,0 0 1-15,0 0-1 0,0 0-3 0,0 0-4 16,0 0 0-16,0 0-18 0,0 0-20 15,0 0-25-15,14 0-43 0,-14 0-56 0,13-3-67 0,-5 3-200 0,2-5-465 16,0 2 205-16</inkml:trace>
  <inkml:trace contextRef="#ctx0" brushRef="#br0" timeOffset="65660.75">16394 5254 115 0,'-8'0'181'0,"3"3"-8"0,5-3-14 0,-9 0-2 16,3 2-10-16,6-2-18 0,-5 2-9 0,5-2-18 0,-4 1-7 0,4-1-11 15,0 0-9-15,-4 2-5 0,4-2-8 0,0 0-5 16,0 0-6-16,0 0-1 0,0 0 1 0,0 0 0 15,0 0-4-15,0 0 7 0,0 0 2 16,0 0 6-16,17-3-6 0,1-1-2 0,10 1-6 16,5-2-3-16,4-2-6 0,15 0-3 0,3-3-3 0,5 3-4 15,7 0 8 1,24-5 11-16,-29 5 5 0,2 0 3 0,-1-1-10 16,-4 3-2-16,-7 1-2 0,-16 3-9 0,-4-4 0 15,-6 2-2-15,-8 3-2 0,-6-1-5 0,-2 1-4 16,0 0 10-16,-1-1-15 0,-2 2 1 0,-1-1-12 15,-6 0-11-15,0 0-7 0,0 0-23 0,0 0-29 16,-31 9-39-16,11-4-49 0,-2 0-60 0,-6 2-195 16,1-1-443-16,4 0 196 0</inkml:trace>
  <inkml:trace contextRef="#ctx0" brushRef="#br0" timeOffset="66455.75">16399 5595 125 0,'0'0'238'16,"0"0"-22"-16,-2-4-27 0,2 4-21 0,0 0-16 16,0 0-18-16,14 0-16 0,-14 0-9 0,9 2-15 15,-6 1-7-15,3 1-8 0,0 0-11 0,-1 1-7 16,0 3-7-16,0 1-5 0,0 1-6 0,2 0-4 15,-6 1-1-15,3 0-7 0,-2 1 0 0,-2 0-6 16,3 3 0-16,-6 2 4 0,1-3-6 0,-2-2 3 0,0 5-2 16,-1-5-1-16,1 2-1 0,-1-5-6 0,1 2 1 0,-2-1 1 15,2-2-1-15,0-2 2 0,3 0-2 0,-3-2-3 16,2-1 1-16,-1 1 6 0,3-1 16 0,0-3 17 16,-4 5 23-16,4-5 25 0,-2 4 27 0,2-4 27 15,0 0 19-15,0 0-20 0,0 0-22 0,5-12-8 0,1 3-14 16,1-1-7-16,0-1-23 0,6-4-1 0,-3-2-10 15,4 1-8-15,-1-1-11 0,5-4 1 0,-5 7-11 0,1-3-2 16,-1 2-6-16,-1 1-6 0,2 2 7 0,-2 2-12 16,-2 0 1-16,-1 5-16 0,-1-2 9 0,-4 2 2 15,1 1-9-15,0 0-4 0,1 0-4 0,-5 4-15 16,2-3-20-16,-3 3-22 0,0 0 8 0,0 0 3 16,9 10 5-16,-8-5 9 0,1 5 5 0,-2 2-2 15,2 0 5-15,-2 5 3 16,0 0 0-16,1-3 1 0,3 3 0 0,-4 0 7 15,0-4 1-15,1 3 1 0,3-6 9 16,-4 2-24-16,4-2-10 0,-4-2-15 0,4 1-17 0,-3-4-11 16,3 2-18-16,4-1-28 0,-2-2-46 0,4-2-58 15,2-1-85-15,3-2-164 0,3-1-517 0,0-2 229 16</inkml:trace>
  <inkml:trace contextRef="#ctx0" brushRef="#br0" timeOffset="66662.97">17030 5704 71 0,'0'0'393'0,"-3"3"-18"15,3-3-21-15,0 0-14 0,0 0-32 0,0 0-21 16,0 0-32-16,0 0-36 0,0 0-34 0,0 0-30 0,16-15-28 15,-2 10-46-15,-1 1-38 0,4-2-39 0,4-2-48 16,0 3-55-16,-1-2-63 0,7-2-75 0,-9 4-206 16,4-1-479-16,-3 3 212 0</inkml:trace>
  <inkml:trace contextRef="#ctx0" brushRef="#br0" timeOffset="66825.48">17113 5801 2 0,'-2'3'227'0,"-2"1"-12"0,-1-2-3 0,1 1 0 16,4-3-8-16,0 0-19 0,0 1-18 0,0-1-17 15,0 0-21-15,19-3-27 0,-6 1-44 0,6-1-58 16,3-1-67-16,5-2-91 0,-2-1-115 0,-3 0-296 16,4 1 131-16</inkml:trace>
  <inkml:trace contextRef="#ctx0" brushRef="#br0" timeOffset="67195.92">17696 5557 41 0,'0'0'278'0,"0"0"-35"16,-4 2-24-16,4-2-18 0,0 0-23 0,-6 3-15 15,0 1-6-15,-1 4-16 0,-1-2-12 0,2 5-15 16,-5 1-12-16,2 0-11 0,0 4-8 0,0 1-7 0,1 1 7 16,2-2-5-16,-1 2-3 0,2-2 2 0,3 0 0 15,-1-3 6 1,3-1-7-16,0-2-3 0,4 0 1 0,0-1 7 16,1-1 7-16,3-3-2 0,2 0-7 0,3 0 0 15,3-4-6-15,-2-1-6 0,7-4-7 0,-3-1-10 16,-2-2 1-16,-2-3-3 0,1 1 21 0,1-4-23 15,-5 1-5-15,-2-4 1 0,-1 1-9 0,-4-1-6 16,0-1-18-16,-4 0-10 0,-3-1-3 0,-2 2-9 16,-4 1-40-16,-9-7-27 0,-1 7-44 0,-8 2-50 0,0 2-69 0,-7 2-299 15,3 4-587-15,-2-3 260 0</inkml:trace>
  <inkml:trace contextRef="#ctx0" brushRef="#br0" timeOffset="68465.85">16325 3173 203 0,'1'-3'220'16,"-1"3"-6"-16,0-5-7 0,0 5 0 0,2-5-14 16,-2 5-10-16,0 0-16 0,-2-4-15 0,2 4-20 15,0 0-13-15,0 0-16 0,0 0-10 0,0 0-15 16,0 0-8-16,0 0-18 0,0 0-8 0,0 0-4 15,0 0-6-15,4 17 1 0,-3-7-8 0,1 2 0 16,2 5-6-16,-3 2 4 0,1 8-4 0,0-8 0 16,4 6-3-16,-5-1-3 0,4 0 0 0,-3-4-1 0,0-2-2 15,1-2-3-15,-1 1 2 0,1-4 0 0,0-1-2 0,-1-2-1 16,-1-3 0-16,-1 1 1 0,2-2 2 0,-2-1-2 16,1-2 1-16,0 3 28 0,-1-3 28 15,0-3 30-15,3 5 30 0,-3-5 33 0,0 0 27 0,0 0-29 16,0 0-15-16,11-16-16 0,-2 4-14 15,1-4-9-15,7-6-17 16,-2-1-10-16,2-3-14 0,2 4 5 0,-2-2-8 16,1-1-10-16,1 4-6 0,-6 4-3 0,-1 2-4 15,1 1-1-15,-6 7-9 0,0-3 8 0,1 5-3 16,-4-2-22-16,1 3-13 0,-1 1-9 0,-2 0-29 16,-2 3-1-16,0 0 5 0,17 10-3 0,-11-1 13 15,-1 2 3-15,3 0 2 0,-3 4-5 0,1 4 5 16,0 0 3-16,1-1-7 0,-2-2 9 0,2 1 6 0,-1-2-1 0,-1-2-1 15,-2 0 4-15,-1-3-1 0,2 0 16 0,0-1-12 16,0-4 5-16,-3 1-5 0,2-1 0 0,-1-1 7 16,1-1-1-16,-2-1 3 0,-1-2 0 0,1 5-8 15,-1-5-11-15,2 3-7 0,-2-3-16 0,0 0-53 16,0 0-76-16,0 0-57 0,0 0-74 16,0 0-283-16,6-10-633 0,-6 4 280 15</inkml:trace>
  <inkml:trace contextRef="#ctx0" brushRef="#br0" timeOffset="72919.84">24644 4280 57 0,'0'0'182'0,"-7"-2"-11"0,7 2-12 0,0 0-7 16,0 0-9-16,0 0-8 0,0 0-7 0,0 0-5 15,0 0-7-15,0 0-3 0,0 0-2 0,0 0 13 16,0 0-3-16,0 0-11 0,0 0-4 0,0 0-9 0,0 0-8 16,0 0-12-16,0 0-4 0,0 0-11 0,22-4-5 15,-3 3-6-15,0-1-6 0,3-2-1 0,8 1-5 16,0 0-8-16,2-2-2 0,1 4-5 0,-2-4 1 16,2 3-4-16,-2-1 0 0,-9 2-3 0,-2 0 0 15,0 1-7-15,-7-1-2 0,-1 1-9 0,-3-1-23 16,-3 2-19-1,1-2-22-15,-7 1-22 0,0 0-4 0,5 2-9 0,-5-2-32 16,0 0-30-16,-21 3-54 0,3-1-116 0,-1 0-357 16,5-2 158-16</inkml:trace>
  <inkml:trace contextRef="#ctx0" brushRef="#br0" timeOffset="73235.37">24750 4450 245 0,'-5'3'254'0,"5"-3"-13"15,0 0-19-15,0 0-19 0,0 0-19 0,0 0-17 16,0 0-14-16,20-3-18 0,-3 2-11 0,4 1-14 15,9-4-14-15,1 0-6 0,4 3-12 0,1-2-4 16,1 1-12-16,-2 2-6 0,-5-3-4 0,0 3-5 16,-10 2-5-1,-1-2-5-15,-5-2-1 0,-5 4-5 0,3-2-8 16,-6 0 1-16,2 0-7 0,-8 0-8 0,9-2-11 16,-9 2-18-16,5 0 0 0,-5 0-15 0,0 0-29 15,0 0-40-15,0 0-56 0,-17 7-242 0,11-7-434 16,6 0 192-16</inkml:trace>
  <inkml:trace contextRef="#ctx0" brushRef="#br0" timeOffset="73974.45">25858 3805 199 0,'-4'-5'223'0,"4"5"-6"16,0 0-12-16,0 0-12 0,0 0-15 0,0 0-10 16,0 0-20-16,0 0-17 0,0 0-10 0,0 0-15 15,0 0-8-15,9-4-11 0,1 4-8 0,5-1-8 16,7 0-8-16,9 0-9 15,1-1-5-15,2 2 0 0,2-3-11 0,2 3 0 16,-2 0-5-16,2-3-2 0,-4 6-3 0,-2-6-4 16,1 3-6-16,-13 0-1 0,-2 0-6 0,-5-2-15 15,-3 1-16-15,-2 2-23 0,-2-1-15 0,0-1-18 16,-6 1 6-16,0 0-8 0,0 0-6 0,0 0-23 16,-17 3-20-16,5 0-19 0,-4-2-10 0,-5 1-129 15,3-1-309-15,-2 0 137 0</inkml:trace>
  <inkml:trace contextRef="#ctx0" brushRef="#br0" timeOffset="74539.09">25844 3849 36 0,'0'0'299'0,"-3"-3"-8"0,3 3-14 0,0 0-20 16,0 0-25-16,-2-3-22 0,2 3-25 0,0 0-17 15,0 0-23-15,0 0-18 0,0 0-13 0,0 0-11 16,0 0-14-16,5 11-8 0,2-2-15 0,0 1-4 16,2 5-8-16,0-2-9 15,1 4-4-15,0 0-4 0,5 4-23 0,1 1-2 16,1-1-6-16,0 0-3 0,2 1-4 0,-1-4-3 16,5 0-4-16,-2-1-7 0,-6-3-3 0,2-3 1 15,-3-1-5-15,1-1 4 0,-5-2 0 0,0-2 2 16,-1 1 3-16,-1-1-3 0,-3-4 10 0,-1 2 25 15,2-2 12-15,-3 0 12 0,1 2-2 0,-4-3-4 0,0 0 14 16,11-3 11-16,-7 1 8 0,-4 2 1 0,2-3-3 16,0-1 8-16,-2 4-8 0,6-2-2 0,-6 2-4 15,0 0-16-15,2-4-6 0,-2 4-9 0,0 0-16 16,0 0-35-16,0 0-4 0,2 10 3 0,-6-2 1 16,-2 8 13-16,-4 4-9 0,-2 8-2 0,-3 3 7 15,0 2-1-15,-7 14 3 0,0 0 1 0,-1 3 5 16,0 2 2-16,0-1-3 15,4-2 1-15,2-2 10 0,3-1-7 0,4-13-1 16,2 0 7-16,1 0-2 0,-1-2-2 0,3-2 0 16,0-3 0-16,2-5 2 0,2-6-1 0,0-1 0 15,-1-2 1-15,2-2 2 0,-1-1 3 0,1-4-3 16,0 3-1-16,0-4 3 0,-1 0-2 0,1 0 2 16,0 1 9-16,-1-1-4 0,1-4-7 0,1 3 7 15,-1-3-2-15,0 4 1 0,0-4-3 0,0 0-2 0,0 0 4 0,0 0-2 16,0 0-1-16,0 5-16 0,0-5-20 0,0 0-18 15,0 0-39-15,0 0-32 0,0 0-35 0,0 0-58 16,1 3-73-16,-1-3-180 0,0 0-500 0,0 0 221 16</inkml:trace>
  <inkml:trace contextRef="#ctx0" brushRef="#br0" timeOffset="75375.03">26016 5045 84 0,'-9'1'262'15,"0"-1"-14"-15,0 0-15 0,4 2-13 0,1-1-19 0,4-1-12 0,-9 0-11 16,9 0-17-16,0 0-13 0,-8 1-14 0,8-1-12 15,0 0-14-15,-4 1-9 0,4-1-10 0,0 0-9 16,0 0-7-16,0 0 1 0,0 0-10 0,12 3-4 0,-12-3-8 16,0 0-3-16,0 0-5 0,9 2-5 0,-9-2-5 0,0 0-2 15,0 0-4-15,0 0-3 0,4 1-2 0,-4-1-4 16,0 0 0-16,0 0-1 0,0 0-3 16,0 0-3-16,0 0 0 0,0 0-3 0,0 0 1 15,5 1-3-15,-5-1 2 0,0 0-1 0,0 0-3 0,0 0 2 16,0 0-2-1,0 0 4-15,0 0-1 0,0 0 4 0,0 0-7 16,0 0 4-16,0 0 5 0,0 0-1 0,0 0-2 16,4 3-1-16,-4-3 3 0,0 0 1 0,0 0 2 15,0 0 5-15,0 0-1 0,0 0 2 0,0 0 5 16,0 0 2-16,0 0-3 0,0 0-1 0,0 0 7 0,0 0 8 16,0 0-19-16,0 0 3 0,0 0-4 0,0 0 4 15,0 0-6-15,0 0 3 0,0 0 0 0,0 0-8 0,0 0 1 16,0 0-3-16,0 0-2 0,0 0 4 0,0 0 2 15,0 0-7-15,0 0 6 0,0 0 4 0,0 0 4 16,0 0-5-16,0 0 8 0,0 0-11 0,0 0-6 16,0 0 11-16,0 0-9 0,0 0 7 0,9-2-1 15,-9 2-4-15,6 0-5 0,-6 0 1 0,0 0 5 16,8 0-13 0,-8 0 8-16,5 2-2 0,-5-2-1 0,0 0 3 0,8 0-2 15,-8 0-5-15,0 0 7 0,0 0-4 0,6-3-3 16,-6 3 0-16,0 0-1 0,0 0 3 0,0 0 4 15,0 0-7-15,0 0 3 0,0 0-2 0,0 0-1 16,0 0-2-16,0 0 1 0,0 0 8 16,0 0-6-16,0 0-1 0,0 0 0 0,0 0 3 0,0 0 13 15,0 0-19-15,0 0 4 0,0 0-4 0,0 0 1 0,9 3 4 16,-9-3-4-16,0 0 0 0,0 0 1 0,0 0 1 16,0 0-3-16,0 0 0 0,0 0 1 0,7-2 5 15,2 1 2-15,2-1-2 0,8-1-1 0,3 1-3 16,9-1 4-16,3 0-3 0,-1-1-2 0,8 0 2 15,-1 1 1-15,15-2-3 0,-17 3 1 0,15-2 5 16,-14 3-3-16,-3-1 1 0,-3-1 2 0,-5 1-1 0,-9 2 0 0,-1-1 44 16,-9 0-9-16,2-2 5 0,-3 3 7 0,-3-1 8 15,2 1 0-15,-7 0 2 0,10-2 3 0,-10 2-3 16,4 2-5-16,-4-2 3 0,0 0-9 0,9 0-12 16,-9 0-10-16,0 0-29 0,0 0-32 0,0 0-45 15,0 0-50-15,0 0-54 0,0 0-63 0,0 0-84 16,0 0-326-1,0 0-709-15,0 0 313 0</inkml:trace>
  <inkml:trace contextRef="#ctx0" brushRef="#br0" timeOffset="78697.27">26959 4032 83 0,'1'-4'226'0,"1"-6"-19"0,0 5-21 16,1 2-18-16,0-3-19 0,3 2-18 0,-1 0-12 16,1 4-10-16,5-1-14 0,0 2-13 0,-2 2-8 15,3 2-6-15,3 4-8 0,0 6-5 0,-1-1-6 16,0 6-3-16,0 3-2 0,-1 2-7 0,-3-1-6 15,-2 1 2-15,-4 1-5 0,-3 0-3 0,0-6-2 0,-1 7 0 0,-5-3 0 16,0 2-1-16,-4-6-6 0,0 4 4 0,-1 0-6 16,0-7 1-16,-2-2-2 0,3-1 2 0,-3-1 9 15,5-3-2-15,-2-1 6 0,1 0-2 0,2-4-2 16,1 2 2-16,1-4 1 0,0 2 10 16,2-1 15-16,-2-2 20 0,4-2 21 0,-4 6 25 0,4-6 25 15,0 0 15 1,0 0-17-16,0 0-17 0,0 0-17 0,8-22-11 15,-2 10-10-15,5-3-10 0,6-7-2 0,-4 1-11 16,6-2-15-16,-1-1-8 0,0 1 6 0,0-1-2 0,-1 0-6 16,0 2-13-16,3 0 4 0,-5-1-12 0,-5 6 8 15,3 3-8-15,-1-1 4 0,-2 1-5 0,-5 5-3 16,1 1 5-16,-3 4-3 0,1-1-3 0,-1 0-1 16,1 1 0-16,-4 2-5 0,0 2-11 0,5-5-7 0,-5 5-18 15,4-2-18-15,-4 2 10 0,0 0 2 0,-7 18 3 16,0-5 7-16,1 5 1 0,-1-1 3 0,-5 5 4 15,1 2 0-15,5-6 0 0,-1 8 1 0,5-6 4 16,-2 6 5-16,7-3 1 0,-1-1 4 0,5-5 0 16,6 5 1-16,9-1 7 0,5-8-18 0,5-1-35 15,4 0-62-15,15 3-81 0,5-8-117 0,-2-9-245 0,-3-1-597 16,0 1 265-16</inkml:trace>
  <inkml:trace contextRef="#ctx0" brushRef="#br0" timeOffset="80163.95">28712 3643 243 0,'2'-4'239'16,"-1"-2"-15"-16,-1 3-4 0,0 3-10 0,1-6-15 16,-1 6-15-16,3-3-20 0,-3 3-18 0,1-6-18 15,-1 6-16-15,0 0-14 16,0 0-11-16,0 0-12 0,0 0-11 0,5 12-5 16,-2 0-8-16,-1 4-5 0,2 0-1 0,-1 9-6 15,-1 4-1-15,2-2-3 0,-3 2-3 0,1-1-3 16,-2 0-1-16,1 1 0 0,-1-2-4 0,0 1 0 15,0-3-1-15,0-5-2 0,0-2 1 0,2-1 3 16,0-2-1-16,-2-6-11 0,0-1 1 0,-2-2-3 16,2 1 1-16,0-2 9 0,2-2 28 0,-2 2 31 15,0-2 26-15,0-3 37 0,0 5 28 0,0-5 22 0,0 0 19 0,0 0-16 16,0 0-23-16,6-15-21 0,-3 8-15 0,2-5-12 0,0 1-18 16,1-6-6-16,1-1-11 0,-1 1-6 0,2-1-12 15,3-6-3-15,-6 6-10 0,4-7-5 0,1 10-9 16,-2-4-1-16,1 5-4 0,4-3-8 15,-7 3 0-15,3 4-10 0,-5 2 1 0,4 0 1 0,-6 1 0 16,6 2-9-16,-4 1-4 0,0 0-10 0,-2 3 2 16,1-2-11-16,-3 3-2 0,0 0-6 0,15 6 0 15,-10 0 2-15,2 3-8 0,1 5-5 0,1 2-3 16,-6 1-5-16,3 4 11 0,3 2 8 0,-2 2-5 16,0 0 3-16,0 1 4 0,-5-8-4 0,0 1 9 15,0 0-3-15,3-2 2 16,-4-1-4-16,1 1 10 0,0-5 2 0,-2-3-1 15,0 1 4-15,2-3-6 0,-2-1 1 0,0-1 14 16,0-2-12-16,0 1 11 0,2-1-7 0,-2-3 2 16,0 0 0-16,0 5 1 0,0-2 4 0,0-3-3 15,1 4-2-15,-1-4 4 0,0 0-2 0,0 0 5 16,0 0-2-16,0 0 3 0,0 0 3 0,4 3-5 16,-4-3 10-16,0 0-16 0,0 0 10 0,0 0-7 0,0 0-5 15,0 0-11-15,0 0-5 0,0 0-13 0,0 0-19 16,0 0-51-16,0 0-39 0,0 0-19 0,2-11-22 0,0 7-35 15,-1 0-47-15,3-3-66 0,-4-3-274 0,4 1-651 16,1 1 288-16</inkml:trace>
  <inkml:trace contextRef="#ctx0" brushRef="#br0" timeOffset="80464.67">29373 3632 112 0,'0'-4'385'0,"2"2"-25"0,-2 2-26 0,2-5-26 0,-2 5-31 16,0 0-29-16,0 0-24 0,1-3-28 0,-1 3-25 15,0 0-21-15,0 0-21 0,0 0-16 0,0 0-10 16,5 10-13-16,-2 0-8 0,-2 0-6 0,2 3-6 15,-1 5-9-15,0 2-3 0,1-3-4 0,2 9-1 0,-1 0-9 16,1-1-5-16,-2-1-9 0,-1-4-18 0,2 2-18 0,-4-3-23 16,2-2-17-16,0 1-23 0,-2-3-27 15,1 0-24-15,-1-2-33 0,2-2-11 0,0 0-30 16,-2-5-25-16,0 2-45 0,-4-1-140 0,3-3-437 16,-1 1 194-16</inkml:trace>
  <inkml:trace contextRef="#ctx0" brushRef="#br0" timeOffset="80633.75">29456 4045 160 0,'0'0'260'15,"0"0"1"-15,5 1-5 0,-5-1-8 16,0 0-14-16,0 0-14 0,0 0-14 0,0 0-16 0,0 0-18 16,5 0-19-16,-5 0-13 0,0 0-13 0,0 0-12 0,0 0-16 15,0 0-30-15,0 0-26 0,0 0-41 0,5 1-45 16,-5-1-54-16,5 2-83 0,-5-2-260 0,0 0-476 15,0 0 211-15</inkml:trace>
  <inkml:trace contextRef="#ctx0" brushRef="#br0" timeOffset="81755.53">29529 4230 116 0,'0'0'216'0,"0"0"-21"0,0 0-17 16,0 0-16-16,0 0-21 0,0 0-11 0,0 0-15 16,0 0-13-16,0 0-11 0,0 0-9 0,-5 4-7 15,5-4-15-15,0 0-2 0,0 0-12 0,0 0 3 16,0 0-8-16,0 0-2 0,0 0-2 0,0 0-8 0,0 0-3 0,0 0-1 15,0 0 0-15,0 0-2 0,0 0-4 0,0 0 0 16,0 0-2-16,0 0 4 0,0 0-6 0,0 0-3 16,0 0 3-16,0 0-5 0,0 0 0 0,0 0-3 15,0 0-1-15,0 0-1 0,0 0-1 0,0 0-7 16,0 0 5-16,2 4-2 0,-2-4 7 0,0 4-11 16,0-4 5-16,-1 4-1 0,1-4 0 0,-1 6-6 0,1-6 7 0,-2 4 1 15,2-4 0-15,0 5 2 0,0-5-1 0,0 0-2 16,2 2 5-16,-2-2 9 0,0 0 21 0,0 0 14 15,0 0 23-15,0 4 24 0,0-4 16 16,0 0-4-16,0 0-12 0,0 0-10 0,7-9-5 16,-5 6 2-16,-2 0 0 0,0 3-8 0,4-6-1 0,-4 3-6 15,0 3-10 1,0 0-3-16,2-5-8 0,-2 5-6 0,0-3-2 16,0 3-9-16,0 0-9 0,0 0-16 0,3-2-17 15,-3 2-23-15,0 0-27 0,0 0-36 0,0 0-36 0,0 0-37 16,0 0-13-16,0 0-35 0,0 0-246 0,0 0-502 15,-11 8 222-15</inkml:trace>
  <inkml:trace contextRef="#ctx0" brushRef="#br0" timeOffset="82704.56">28533 4434 48 0,'-20'-2'166'0,"3"2"-5"15,6 0-13-15,1 2-10 0,2-2-13 16,1 0-15-16,1 0-8 0,1 1 2 0,5-1-7 16,0 0-9-16,-9 1-7 0,9-1 0 0,0 0 1 15,-5 1 6-15,5-1 3 16,0 0 6-16,0 0 5 0,-9 0 4 0,9 0-3 16,0 0 2-16,0 0-7 0,0 0-6 0,-4 3-5 15,4-3-11-15,0 0-6 0,0 0-7 0,0 0-7 16,0 0-8-16,0 0-1 0,0 0-10 0,0 0-3 15,0 0-2-15,0 0 3 0,0 0-9 0,0 0-7 16,0 0 2-16,0 0-4 0,0 0-1 0,0 0-1 16,0 0-5-16,0 0 1 0,0 0-2 0,0 0-1 0,0 0 1 0,0 0-3 15,0 0 2-15,0 0-3 0,0 0 0 0,0 0-4 16,0 0 1-16,0 0 0 0,0 0 0 0,0 0 3 16,0 0-5-16,0 0 0 0,0 0 3 15,0 0 0-15,0 0 0 0,0 0 7 0,0 0-12 16,0 0 4-16,0 0-4 0,0 0 0 0,0 0 2 0,0 0-1 15,0 0-1 1,0 0 1-16,0 0 0 0,0 0-1 0,0 0 3 16,0 0-2-16,0 0 1 0,0 0-1 0,0 0 6 15,0 0-5-15,0 0 2 0,0 0 1 0,0 0 0 16,0 0 0-16,0 0 2 0,27 2-2 0,-9-2 0 0,5 0-1 16,9 0 0-16,4 0 4 0,20 0-6 15,0-1 4-15,8 0-3 0,29-2 1 0,-1 1 1 16,4-1 0-16,1 3-1 0,6-3 0 0,0 4-1 0,-8 1-3 0,4-7 3 15,-37 5 0-15,34-3-3 0,-39 2 14 0,2-1-13 16,-6-1 1-16,1 2 1 0,-16-2 0 0,1 1 0 0,-3 0 11 16,-1 0 20-16,-7 1 5 0,-8 0 11 15,-4 0 6-15,-6 2 15 0,2-2 13 0,-6-1 1 16,3 1 5-16,-4-1 2 0,-1 2-2 0,-4 0-14 16,10-2-15-16,-10 2 1 0,8 2-9 0,-8-2-4 0,0 0 6 15,0 0-16-15,8-2-20 0,-8 2-12 0,0 0-4 0,0 0-11 16,6 0-21-16,-6 0-7 0,0 0-18 0,0 0-15 15,0 0-18-15,0 0-17 0,0 0-16 16,0 0-11-16,0 0-15 0,0 0-7 0,0 0-2 16,0 0-12-16,0 0-27 0,0 0-38 0,0 0-207 15,-15 5-476-15,15-5 210 16</inkml:trace>
  <inkml:trace contextRef="#ctx0" brushRef="#br0" timeOffset="85138.99">28445 4860 18 0,'-5'-3'250'0,"4"1"-2"16,1 2-2-16,-3-5-10 0,3 5-18 0,-2-3-15 15,2 3-18-15,0-5-20 0,0 5-17 0,6-4-16 16,1 1-12-16,-1 1-16 0,5 0-7 0,1-1-13 16,0 1-6-16,-1 2-10 0,2 2-8 0,-1 0-8 0,1 2-6 0,-2 1-7 15,4 4-6-15,-2 3-6 0,-1 1-2 0,-3 1-3 16,-1 2-4-16,1 9-1 0,-8-8-1 0,4 2-1 16,-6 2-5-16,-3 3 3 0,0 1-2 15,-2-7-3-15,1 0 4 0,-3 0-3 0,-3 1-4 16,-3 2 3-1,5-6-2-15,-3 0 0 0,-1-1-1 0,3-2 1 16,0 0-1-16,2-5 5 0,2 1-3 0,1-3 1 0,-1-1-3 16,2 0 6-16,0 0 5 0,1-1 16 0,-1-2 20 15,4-1 24-15,-3 5 40 0,3-5 32 0,0 0 5 16,0 0-24-16,0 0-8 0,0 0-24 0,5-19-7 16,1 9-9-16,5-4-5 0,1-3-12 0,5-3-7 15,-1-1-9-15,1-1-6 0,2 3-5 0,-5 3-7 16,-1 0 0-16,-2 2-1 0,2-1-11 0,-4 1 5 0,5 1-6 0,-6 6-5 15,0-2 4-15,-2 3-8 0,0 0 4 0,-2 2-5 16,0 0-18-16,-1 2 2 0,0-3-8 0,0 3-33 16,-3 2-15-16,4-1-16 0,-4 1 10 0,4 7 4 15,-2-4 9-15,-2 4 5 0,1 6 4 0,1-4 3 16,-1 4 4-16,1-2 2 0,0 5 4 0,2 1 11 16,1-3-2-16,0 2-11 15,0-1-13-15,1-1-24 0,-1-2-32 16,2 2-37-16,-1-2-42 0,1-4-56 0,-1 0-285 0,2-2-572 15,3-3 254-15</inkml:trace>
  <inkml:trace contextRef="#ctx0" brushRef="#br0" timeOffset="85423.55">29139 4850 238 0,'0'-3'354'0,"0"-3"-15"0,0 6-7 0,0-5-35 0,0 5-35 15,0-3-24-15,0 3-29 0,0 0-19 0,0 0-26 16,0 0-17-16,0-7-21 0,0 7-35 0,0 0-13 16,0 0-10-16,0 0-3 0,4 15-12 0,-4-6-2 15,1 3-2-15,1-1-5 0,-1 1-5 0,0 6-6 16,-1 0-2-16,-1 1-22 0,2 4-25 0,-2-2-26 15,1-2-33-15,-1 7-39 16,-2-2-34-16,2-3-36 0,-1 4-71 16,0-4-191-16,-1 0-483 0,1-4 214 0</inkml:trace>
  <inkml:trace contextRef="#ctx0" brushRef="#br0" timeOffset="85592.69">29170 5404 188 0,'1'3'371'15,"-1"-3"-4"-15,0 0-24 0,1 6-18 0,-1-6-22 16,0 0-25-16,0 0-21 0,2 6-29 0,-2-6-25 0,0 0-16 16,0 0-25-16,0 0-26 0,0 0-29 0,2 2-42 15,-2-2-41-15,5 0-52 0,-5 0-53 16,0 0-79-16,16-5-100 0,-9 3-243 0,-2-5-544 16,4 3 241-16</inkml:trace>
  <inkml:trace contextRef="#ctx0" brushRef="#br0" timeOffset="86108.61">29606 4889 26 0,'0'-5'315'0,"0"5"-8"0,0-4-7 0,0 4-15 16,1-6-16-16,-1 6-31 0,0 0-22 0,0 0-22 0,1-2-31 16,-1 2-13-16,0 0-20 0,0 0-23 0,0 0-11 15,0 0-10-15,0 0-12 0,-1 15-9 16,0-6-6-16,2 3-2 0,-2 5-10 0,1-4-2 15,-2 3 0 1,2 1-5-16,-1 3 0 0,0-1-10 16,-1 0-5-16,1 2-2 0,-1-2-2 0,0-1-1 0,1 2 1 15,0-6-4-15,-1-1 5 0,0-5-8 0,1 0 3 16,2 0-2-16,-2-2-2 0,1-2 4 0,-2 0 32 16,2 1 44-16,0-1 36 0,0-4 25 0,0 0 10 15,0 0-19-15,0 0-17 0,11-14-9 0,-4 5-16 16,3 1-11-16,-3-1-8 0,3-8-8 0,0 2-18 0,2 1-13 0,-2-2-3 0,-1 3-5 15,-1 3-3-15,-5 2-5 0,5 0 4 0,-4 2-8 16,0 3-4-16,-1-1-7 0,1 0-10 0,0 1-30 16,-1 1-19-16,-3 2-5 0,0 0-1 0,6 6 5 15,-2 1 8-15,4-1 4 0,-1 3-14 0,0 2-25 16,1-2-28-16,2 4-34 0,-1 3-29 0,1-2-35 16,-2-2-44-1,4 2-63-15,-4-4-316 0,1 0-673 0,2-3 298 16</inkml:trace>
  <inkml:trace contextRef="#ctx0" brushRef="#br0" timeOffset="86292.88">29989 5066 237 0,'0'0'279'0,"0"0"-31"15,0 0-25-15,0 0-21 0,0 0-27 0,0 0-28 16,11 3-37-16,3-3-53 0,1-1-60 0,5-1-81 16,0 2-182-16,-2-3-287 0,1 1 128 0</inkml:trace>
  <inkml:trace contextRef="#ctx0" brushRef="#br0" timeOffset="86787.42">30237 4954 244 0,'1'-8'299'0,"2"7"-30"0,1-2-28 16,-4 3-25-16,10-5-24 0,-5 4-21 0,2 0-21 15,4 3-9-15,-1 1-20 0,0-1-13 0,0 2-12 16,1 3-10-16,-4-1-8 0,2 4-10 0,-4 0-10 0,4 2-6 0,-4-1-4 15,-1 5-5-15,-1 1-7 0,-2 0-3 0,-1-1 0 16,-1-5-6-16,-2 6-1 0,-1-4-2 0,-1-1-2 16,-4 2 0-16,3 1-1 0,-2-7 2 0,4 1-2 15,-1-2 1-15,1 0 1 0,-2-3 1 0,6 1 12 0,-4-1 5 16,-1-2 15-16,5 1 21 0,0-3 51 16,-4 2 21-1,4-2 30-15,0 0 19 0,0 0-20 0,0 0-27 16,4-11-17-16,1 3-16 0,0-2-11 0,6-4-11 15,0 1-1-15,3-3-17 0,-4 1-13 0,3-2-3 16,1 3-8-16,-2 1-4 0,0 0-5 0,0 0-4 16,-3 5-8-16,-2 1-2 0,-1 1-3 0,-3 1-3 15,1 2-5-15,0-2-7 0,-1 2-18 0,-2 1-14 16,-1 2-28-16,5-3-24 0,-5 3-21 0,0 0 6 0,6 5 13 0,-6 2 5 16,2-1 9-16,-2 1 3 0,1 2 6 0,-1 3 9 15,1-3-1-15,1 2 2 0,0 0-20 0,-1 1-19 16,2-3-16-16,0 0-25 0,-1 3-27 0,1-7-29 15,-1 3-39-15,2-4-79 0,-1-1-272 0,-3-3-612 16,0 0 271-16</inkml:trace>
  <inkml:trace contextRef="#ctx0" brushRef="#br0" timeOffset="87010.84">30613 4788 126 0,'0'0'334'0,"0"-5"-36"0,0 5-31 0,3-1-31 16,-3 1-28-16,0 0-19 0,11 8-21 0,-5-1-14 15,2 3-11-15,3 7-12 0,-1 7-8 0,1 2-6 16,-1 3-7-16,-1 1-15 0,-2 4-6 0,0-3-6 16,-7 2-10-16,0-1-5 0,-3 0-9 0,-3 1-11 15,-2-3-11-15,-3 1-13 0,-6 0-14 0,-1-5-15 16,-1 2-21-16,-9-4-23 0,-3-2-40 0,-1-2-52 0,2-4-73 0,-5-4-231 0,-3-2-481 15,-2-5 213-15</inkml:trace>
  <inkml:trace contextRef="#ctx0" brushRef="#br0" timeOffset="87510.56">29483 4734 228 0,'0'-6'233'0,"0"6"-27"0,0 0-26 0,0 0-17 16,0 0-21-16,0 0-13 0,0 0-12 0,-8 12-18 0,4-1-9 16,0 6-8-16,-2 7-8 0,-3 5-7 0,0 3-8 15,3 0 4-15,-2 3-3 0,3-1-8 0,1 3 3 16,0-1-7-16,4 11 1 0,6-14-7 0,-1 1 3 0,7-5-5 16,5 4-6-16,1-4 3 0,6-2-3 15,3 0-2-15,5-6-1 0,11 3-20 0,-7-9-61 16,11 0-88-16,-12-7-248 0,2-2-418 0,0-3 185 0</inkml:trace>
  <inkml:trace contextRef="#ctx0" brushRef="#br0" timeOffset="88095.57">30908 4750 210 0,'0'0'266'0,"0"0"-13"0,1-4 0 0,-1 4-2 0,0 0 0 0,1-5-1 16,-1 5-5-16,0 0-4 0,0 0-15 0,3-4-20 16,-3 4-12-16,0 0-26 0,0 0-20 0,0 0-19 15,0 0-11-15,0 0-16 0,0 0-29 0,0 0-16 16,0 0-11-16,0 0-5 0,-1 14-5 0,1-4-8 0,0 3 5 0,0 5-6 15,-2 1 2-15,2 8-14 0,0-1 2 0,2 1 7 0,-1 0-5 16,1 1 3-16,1 0-3 0,-1-4 4 0,1 1-37 16,-1-6-25-16,2 0-27 0,-2-2-34 0,-1 0-34 15,0 0-44-15,1-1-37 0,1-3-43 0,-3-2-245 16,2-1-545-16,0-2 242 0</inkml:trace>
  <inkml:trace contextRef="#ctx0" brushRef="#br0" timeOffset="88259.16">30925 5407 324 0,'-1'2'352'16,"1"-2"-1"-16,0 7-4 0,0-7-12 0,0 4-18 0,0-4-29 0,0 4-32 16,0-4-16-16,0 0-31 0,7 0-53 0,-7 0-79 15,15-5-76-15,-4 2-99 0,2 0-148 0,-3-1-240 16,-6-1-525-16,5-1 234 0</inkml:trace>
  <inkml:trace contextRef="#ctx0" brushRef="#br0" timeOffset="90556.96">30627 3813 115 0,'0'-6'194'15,"1"-1"0"-15,-1 3 3 0,1-1 1 0,-1-3-1 0,0 2 0 0,1 0-7 16,2-1-8-16,-3 2-8 0,1-2-2 0,1 2-5 16,-2 0-1-16,0 1-11 0,1-1-13 0,0 2-15 15,-1 3-13-15,3-5-14 0,-2 2-15 0,-1 3-14 16,0 0-24-16,0 0-25 0,0 0 1 0,0 0-5 15,1 24-2-15,-1 1-2 0,0 4-1 0,-2 2 2 16,0 4-2-16,6 13-6 0,-5-2 6 0,2-1-2 0,2-8-14 0,2 9-1 16,-5-14-5-16,2-2 1 0,1 4 4 0,-1-4 0 15,0-2-2-15,0-8 3 0,2-2 2 0,-2-2 2 16,-1 1-1-16,-1-6 3 0,0-1-8 0,1 1 9 16,-1-5-4-16,-1-1 3 0,3 2-2 15,-3-2-1 1,2-2 5-16,-1-3-2 0,0 7 0 0,2-5 0 0,-2-2-2 15,1 5-3-15,-1-5-12 0,0 3-10 0,0-3-13 16,0 0-13-16,2 3-17 0,-2-3-13 0,0 0-18 0,0 0-13 0,0 0-62 16,0 0-83-16,0 0-148 0,-7-10-435 0,7 5 192 15</inkml:trace>
  <inkml:trace contextRef="#ctx0" brushRef="#br0" timeOffset="90879.63">30724 3938 133 0,'0'-4'249'0,"0"4"-28"16,0 0-21 0,-2-4-21-16,2 4-20 0,0 0-15 0,0 0-17 15,14 8-13-15,-7-4-11 0,4 2-9 0,5 2-8 16,0 2-11-16,1 2-4 0,-2-3-10 0,7 8-15 15,-4 1-9-15,-4-5-12 0,-3 1-10 0,0-4-6 0,-4-1-6 16,0 1-7-16,-2 0 0 0,-4-2-7 0,0-1 2 16,-3 0 0-16,-2 1 4 0,-4 1-1 0,-1-4 5 0,-6 3-4 15,0-2 8-15,-2 1 1 0,0-1-7 0,-2 1 5 16,0-5-5-16,2 4 3 0,4-2-3 0,-4-4 3 16,3 4 2-16,1-3-1 0,3 0-11 0,-2 0-16 15,3-1-22-15,2 0-42 0,7 0-53 0,-10-2-155 16,10-3-321-16,1 1 142 0</inkml:trace>
  <inkml:trace contextRef="#ctx0" brushRef="#br0" timeOffset="91465.03">30980 3545 114 0,'6'-2'164'0,"0"0"-17"0,-1-2-13 0,0 4-18 16,5-3-7-16,-2 6-14 0,1-3-11 15,0 2-8-15,1 2-10 0,3 1-6 0,-3 2-8 0,-1 1 3 16,1 6-8 0,-3 1-7-16,-1 3 0 0,-3 0-4 0,-1 3-2 0,-3 7-10 15,-3-2 8-15,-1 4-2 0,-4-4 0 0,1 0-8 16,-1-2 9-16,-1-1 0 0,1-6 2 16,2 1 7-16,-5-3 8 0,8-5 10 0,-5-1-3 15,4-1 1-15,1 1 4 0,-1-4 10 0,3 0 14 16,-1-2 18-16,-1 1 36 0,3-1 18 0,1-3 20 15,0 0-2-15,0 0-15 0,0 0-16 0,5-17-21 16,4 8-13-16,0-6-16 0,1 1-9 0,4-6-3 16,2-5-16-16,2 3-5 0,-3-1-8 0,3 1-9 15,-3-2-2-15,2 4-1 0,-6 5-10 0,3-1 2 0,-3 1-9 0,-2 4 3 16,-1 0-1-16,-2 1-6 0,1 2-2 0,-5 1 3 16,4 3-8-16,-5-2-1 0,4 3 0 0,-4 0-5 15,2-1-4-15,-2 2-8 0,-1 2-27 0,4-3-21 16,-4 3-19-16,0 0 8 0,0 0 6 0,-1 9 3 15,-2 0 8-15,-2-1 3 0,-4 7 6 0,4 1 3 16,-2-2 4-16,1 2 4 0,2 4 6 0,2 3 2 0,-2-6 3 16,4 1 11-16,4 0-9 0,2-1 6 0,6 5 1 15,2-7 3-15,8 5-14 0,3-4-44 0,5-5-60 16,6 1-91-16,-1-7-311 0,20 1-569 0,-18-5 251 16</inkml:trace>
  <inkml:trace contextRef="#ctx0" brushRef="#br0" timeOffset="92397.63">31916 3910 59 0,'-5'-4'194'0,"-2"-1"-20"0,-2 1-13 16,-1 0-17-16,-3 3-16 0,3-2-10 0,-4 7-11 0,-4 0-15 15,0 0-5-15,-1 4-16 0,3 0-2 0,2 1-7 16,-2 0-9-16,1 2-1 0,1 3-7 0,-1-1-8 0,4 1 1 16,2 0-4-16,-1 1-2 0,5-1-5 0,1-2-4 15,0 0-1-15,4-2 2 0,0 0-4 0,3 0-1 16,-2-2-4-16,0-2 19 0,3 1 10 16,5-3 9-16,-4-2 6 0,3 0 5 0,2-1 3 15,2-2 4-15,1-1 3 0,-1-2 7 0,4 0 1 0,-5-3 7 0,6 0 6 16,-2-4-6-16,-4 4-4 0,6-4-3 0,-3 2-6 15,-5 0-9-15,0 1 1 0,1 2 0 0,-2-1 13 16,-2 2-24-16,1 2 4 0,-1 0-19 0,-2 0-3 16,-3 0-10-16,4 0-6 0,-5 3-3 0,7 0-5 0,-7 0-1 15,9 11-2-15,-3-6-2 0,-1 6-2 16,2 3-1-16,0 3 0 16,1-1-2-16,-4 3 0 0,3 7-4 0,-3-3 7 15,-1 2-5-15,1-5 3 0,-2 5-4 0,0-7 7 16,0 1-6-16,-1-3 2 0,-1 0-1 0,-1-6-1 15,1 1 2-15,0-3-3 0,0-2-1 0,1 1 9 16,-1-1 6-16,0-3 31 0,0-3 48 0,0 4 36 16,0-4 40-16,-1 5 34 0,1-5 32 0,0 0-25 15,0 0-26-15,2-14-22 0,0 3-20 0,0 0-12 0,4-6-20 0,0-2-25 16,2-7-22-16,2-1-26 0,1-3-18 0,0 1-19 16,1 3-12-16,-3 0-16 0,0 8-9 0,-3 3 2 15,2-1-19-15,0 6-33 0,-3-2-34 0,1 5-52 16,1-5-48-16,-5 6-50 0,5-4-59 0,-1 5-68 15,-2-3-284-15,1 3-736 0,-1 1 326 16</inkml:trace>
  <inkml:trace contextRef="#ctx0" brushRef="#br0" timeOffset="93003.54">31986 3498 37 0,'0'0'297'0,"0"0"-22"16,0 0-23-16,0 0-22 0,0 0-20 0,0 0-22 15,0 0-19-15,0 0-24 0,0 0-15 0,0 0-15 16,0 0-18-16,0 0-7 0,0 0-11 0,0 0-9 16,1 12-7-16,-1-5-6 0,2 3-5 0,-2 0-5 15,0 3 2-15,0 3-9 0,0 3-3 0,1-2-6 0,0 2-1 0,-2-2 1 16,2-3-2-16,-1-2-6 0,2-2 2 0,-2 0-4 16,0-2-4-16,1-1 0 0,-2-5-2 0,1-2 5 15,0 11 0-15,0-11 42 0,1 4 22 0,-1-4 53 16,0 0 2-16,0 0-13 0,0 0-8 0,0 0-20 15,21-16-1-15,-13 11-21 0,1-6 1 0,1 4-12 16,-1-3-7 0,0 3-2-16,-1 0-6 0,-1 0-1 0,0 4-30 15,-4-1 14-15,3 0-4 0,-2 1 0 0,-4 3-5 0,5-5-10 16,-5 5 0-16,6-2-20 0,-6 2-13 16,0 0 7-16,0 0-19 0,18 6-3 0,-9 1-21 15,0 1-27-15,-1 1-33 0,1-1-38 0,1 6-46 16,3-4-85-16,-7-1-295 0,4-2-627 0,-1-1 277 15</inkml:trace>
  <inkml:trace contextRef="#ctx0" brushRef="#br0" timeOffset="93583.05">32418 3618 42 0,'0'0'190'0,"-6"3"-17"16,6-3-6-16,0 0-26 0,0 0-15 0,0 0-7 15,0 0-12-15,0 0-12 0,-2 3-12 0,2-3-5 16,0 0-7-16,0 0-11 0,0 0 1 0,0 0-12 16,0 0 3-16,0 0-5 0,0 0-3 0,0 0 4 15,0 0-3-15,0 0 6 0,0 0 3 0,0 0-2 0,0 0 0 0,0 0 4 16,0 0-6-16,0 0 1 0,0 0-1 0,0 0-1 16,0 0 1-16,0 0-6 0,0 0-3 0,0 0-1 15,0 0-2-15,0 0-1 0,0 0-3 16,0 0-2-16,0 0-1 0,0 0-3 0,0 0 3 15,0 0 2-15,0 0 3 0,0 0 2 0,0 0 3 0,0 0 0 16,0 0 3 0,0 0-2-16,0 0-1 0,0 0 2 0,0 0 1 15,0 0-1-15,0 0-1 0,0 0 5 0,0 0-3 16,0 0 9-16,0 0-3 0,0 0 5 0,0 0-11 16,0 0-2-16,0 0-3 0,14-6-4 0,-2 4-3 15,-1 1-3-15,6-1-14 0,2-1 5 0,0 2 3 16,2-2-7-16,-1 2 2 0,3 0-3 0,-3-2-4 15,0 2 0-15,-2-2 0 0,-8 3-18 0,0-1 26 0,-2 1-15 0,0-1 0 16,-3 1-13-16,-5 0-18 0,9-2-23 0,-9 2-19 16,0 0-17-16,5-1-11 0,-5 1-12 15,0 0-20-15,0 0-33 0,-22 4-44 0,14-3-65 0,8-1-158 16,-18 0-465-16,8 3 206 0</inkml:trace>
  <inkml:trace contextRef="#ctx0" brushRef="#br0" timeOffset="94082.57">32759 3466 119 0,'4'-1'173'0,"6"1"-17"0,-2 0-16 0,0 1-14 16,-8-1-16-16,0 0-16 0,0 0-4 0,38 17-7 16,-28-8-15-16,-10-9-1 0,18 24-7 0,-12-12-6 15,1 3-4-15,-5 2 1 0,-2-17-6 0,3 28-8 0,-6-10 11 0,-1-3-5 16,-3 2 4-16,-2 0-8 0,3-2 4 0,-2 2 0 16,-2-4 3-16,3-1 1 0,0-3-3 15,0 0 1-15,2-6 0 0,-1 3 5 0,2 0-3 16,0-2 16-16,0 1 5 0,3-3 23 0,1-2 35 0,0 0 26 15,-8 3 25-15,8-3 31 0,0 0 15 0,0 0-27 16,0 0-19 0,4-13-23-16,1 6-14 0,2-5-18 0,-1 1-14 15,-6 11-8-15,22-32-5 0,-8 18-23 0,-3-3 1 16,1 2-9-16,2 0-7 0,-1 1-7 0,-1 0-3 16,-1 2-6-16,-11 12-5 0,16-17 1 0,-16 17-4 15,10-8-5-15,-10 8-8 0,0 0-2 0,9-13-5 16,-9 13-7-16,0 0-40 0,0 0-28 0,0 0-32 15,0 0-1-15,0 0 13 0,0 0 9 16,0 0 1-16,0 0 13 0,0 0 4 0,8 39 7 0,-8-39 6 0,-4 22 7 16,6-5 0-16,0-2 5 0,-2-15 4 0,9 26 1 15,-3-11-1-15,3 1-33 0,4-3-50 0,8 1-79 16,2 2-140-16,-4-11-227 0,1-1-601 0,-20-4 266 16</inkml:trace>
  <inkml:trace contextRef="#ctx0" brushRef="#br0" timeOffset="106310.27">25480 5632 161 0,'0'0'220'0,"0"0"-24"0,0 0-20 0,17-5-19 0,-8 4-16 16,5 2-10 0,0 1-15-16,5 1-19 0,-2 2-3 0,2 2-12 0,3 0-9 0,-5 3-8 0,2 2-6 0,-5 1-10 15,2 1-4-15,-3 1-4 0,0 2 0 0,-3 8-9 16,-1-3-2-16,-3 3-4 0,-4-5-3 0,-6-1-7 15,0 7-1-15,-5-3 3 0,-1 2 2 0,-4-3-3 16,4-5-3 0,-7 4-5-16,3-6 5 0,-5 3 0 0,5-7 10 15,-3 0 5-15,4-1 1 0,2-2 2 0,2-1 9 16,-3-2 9-16,7 0 11 0,-3-2 19 0,4-1 19 16,1 2 24-16,-3-3 26 0,6-1 10 0,0 0-19 15,-3-7-24-15,6-4-13 0,3 2-12 0,3-5-6 16,5-1-15-16,3-4-12 0,3-3-13 0,3 1-4 0,1-4-10 15,1 4 0-15,0-1-7 0,2 2 0 0,-4 1-6 0,1 2-2 16,-2 1-4 0,-7 5 3-16,3-1 1 0,-5 2-4 0,-4 3 0 0,1 2-1 0,-1-2-1 0,-4 4-12 0,-1-1 3 31,0 2 1-31,0 1-19 0,0-3-22 0,-4 4-9 0,0 0 6 16,0 0 3-16,-2 17 5 0,-5-8 3 0,-2 6 4 15,0 1 2-15,-4 1 3 0,4-1 0 0,0 2 7 16,-1 0 2-16,1 6-1 0,1-7 1 0,1-1 12 15,4 3-5-15,2-3 0 0,1 1 3 0,4-1 1 16,6 1-7-16,0-2-12 0,9-2-38 0,7-4-52 16,8 0-56-16,5-4-77 0,-5-1-260 0,7-5-545 15,-5-2 241-15</inkml:trace>
  <inkml:trace contextRef="#ctx0" brushRef="#br0" timeOffset="106595.66">26296 5869 267 0,'0'0'321'0,"-5"-2"-21"0,5 2-28 0,0 0-27 16,0 0-25-16,0 0-25 0,0 0-24 0,11-8-20 15,1 6-16-15,-1 2-33 0,5-3-29 0,2 2-36 16,-2-2-32-16,2 2-41 0,5 0-42 0,-4-2-53 0,4 3-60 16,-6-2-152-16,2 2-373 0,-6 0 165 15</inkml:trace>
  <inkml:trace contextRef="#ctx0" brushRef="#br0" timeOffset="106780.83">26283 6014 5 0,'-2'2'257'16,"-1"-1"-9"-16,3-1-19 0,0 0-24 0,0 0-18 16,0 0-17-16,24-1-18 0,-2 0-14 0,8-3-16 15,1 4-12-15,5-4-25 16,1-1-31-16,0 1-41 0,2-1-48 0,12-2-67 15,-13 3-70-15,-1-1-106 0,-1 3-301 0,0-4 133 16</inkml:trace>
  <inkml:trace contextRef="#ctx0" brushRef="#br0" timeOffset="107131.34">27132 5799 184 0,'-12'0'229'0,"-1"-2"-15"0,4 2-17 15,-2 0-17-15,-1 5-17 0,2-3-20 0,-4 4-12 0,1-2-10 16,-2 3-12-16,1 2-10 0,0 2-11 0,4-2-7 16,-2 3-9-16,3-3-8 0,0 6-2 0,4-5 0 0,0 2-5 15,4-3 3-15,-3 3-2 0,4 2 6 0,6-4 4 16,-1 1 2-16,4-2 9 0,8 3 1 0,8-2 0 15,1-2-8-15,2-4-9 0,-1 0-4 0,4-4-5 16,-2-2-4 0,-6 0-10-16,4-5 3 0,-8 2-5 0,0-4-3 0,-2 0-3 15,-2-4 5-15,-1-2-3 0,-5 4-8 16,-4 0 9-16,1-6-11 0,-6 0-7 0,-2 2-8 16,-5-1-15-16,-4 1-19 0,-1 0-27 0,-11-1-25 15,-3 4-42-15,-8 2-49 0,2-2-64 0,-3 6-236 0,4 0-506 0,2-1 224 16</inkml:trace>
  <inkml:trace contextRef="#ctx0" brushRef="#br0" timeOffset="108654.36">26090 3271 95 0,'0'0'225'0,"0"0"-22"0,0 0-20 0,0 0-25 31,0 0-19-31,0 0-15 0,0 0-21 0,0 0-8 16,0 0-11-16,0 0-7 0,5 13-6 0,-3-5-12 16,-1 4-4-16,1-1-7 0,0 6-1 0,-1 0-10 15,0 0-1-15,1 1-3 0,-2 3-2 0,1-1-3 16,-1-2-5-16,2 6-2 0,-2-6 0 0,0-1-5 0,0 1-6 15,0-6 9-15,2 1-5 0,-2-4-3 0,0 0-1 16,1-2 0-16,-1-2 5 0,0 0 23 0,0-2 22 0,0 2 16 0,0-5 19 16,0 4 14-16,0-4 20 0,-3 4 17 0,3-4 17 15,0 0 27-15,0 0 21 0,0 0-25 0,0 0-27 16,9-12-21-16,-2 3-12 0,3-4-19 0,-1-3-7 16,2 0-9-16,3-5-14 0,4-1-21 0,-1 0-2 15,-2 2-4-15,-1-2-4 0,0 7-10 0,-1-1-4 16,-1 2-2-16,-3 3 0 0,-4 3-9 0,0-1-5 15,1 3 4-15,-2 3-6 0,1-3-3 0,-4 4-5 16,3 0-1-16,-1-1-11 0,-3 3-24 0,2-2-28 16,-2 2 12-16,4 8-2 0,-1-1 3 0,2 1 0 15,0 4 14-15,3 4 0 16,-2 2 4-16,-1 0 0 0,3 7 9 16,-3-7 0-16,-1 1-1 0,0-1 4 0,-1 0 5 0,1-1-4 15,-2 0 6-15,0-6 4 0,-1 0 0 0,3 2-3 16,-4-4-2-16,0-1 3 0,0-1-4 0,0-2 6 15,0-1 6-15,0-4 3 0,2 5 2 0,-2-5 25 16,0 7 1-16,0-7 17 0,0 0 11 0,2 3-10 16,-2-3 6-16,0 0 0 0,4 4-3 0,-4-4-7 0,0 0-2 15,0 0-6-15,0 0-3 0,0 0 2 0,0 0-11 16,1 3-4-16,-1-3 4 0,0 0-8 0,0 0-2 16,0 0 1-16,0 0-4 0,0 0-1 0,0 0-8 15,0 0-6-15,0 0-8 0,0 0-28 0,0 0-10 16,0 0-13-16,0 0-13 0,0 0-28 0,0 0-35 15,0 0-39-15,0 0-37 16,0 0-49-16,0 0-120 0,0 0-199 0,0 0-626 16,0 0 277-16</inkml:trace>
  <inkml:trace contextRef="#ctx0" brushRef="#br0" timeOffset="111421.31">2074 8786 6 0,'0'0'102'0,"0"0"-3"0,0 0 0 0,0 0 4 16,0 0 3-16,0 0-3 0,0 0-3 0,0 0 3 16,0 0-6-16,0 0-6 0,0 0 0 15,0 0-5-15,0 0-5 0,0 0 6 0,0 0-11 16,0 0-4-16,0 0-6 0,0 0-4 0,0 0-5 0,0 0-6 0,0 0-4 0,0 0 0 15,0 0-4-15,0 0 1 0,0 0-4 0,0 0 2 16,0 0-3-16,0 0-2 0,0 0-4 0,0 0 2 16,0 0-4-16,0 0-5 0,0 0-3 0,0 0 1 15,8-4-5-15,3 4-1 0,0 0 0 0,11-2-2 16,-2-2-3-16,11 0-2 0,2 0-1 0,2-1 1 16,-2-2 0-1,0 2 1-15,3 1-4 0,-8-1 1 0,0 1-1 16,-7 1-3-16,-2-1 3 0,-7 3-3 0,0-3-2 0,-2 3 1 15,-3 0-5-15,-2 1-9 0,1 0-16 0,-6 0-20 16,0 0 0-16,4 2-2 0,-4-2-15 0,-9 5-39 16,1-1-32-16,-3 0-193 0,-1 0-355 15,-1 2 157-15</inkml:trace>
  <inkml:trace contextRef="#ctx0" brushRef="#br0" timeOffset="111825.66">2103 8970 129 0,'0'0'157'0,"0"0"3"16,11 1 2-16,-3 1-1 0,2-2-8 0,8 2-10 16,0-4-9-16,5 2-10 0,6-2-11 0,2 1-7 15,0 1-14-15,-1 0-7 0,1-1-8 0,-3 0-3 16,-5-1-10-16,-6 1-6 0,2 1-7 0,-7 0-7 0,-4 0-4 0,0 0-4 31,-2 0-2-31,-6 0 0 0,11 0-16 0,-8-1-4 16,-3 1-1-16,0 0-8 0,0 0-15 0,0 0-17 15,0 0-29-15,-16 5-19 0,9-4-32 0,-2-1-36 16,1 0-168-16,0 1-336 0,3-1 149 0</inkml:trace>
  <inkml:trace contextRef="#ctx0" brushRef="#br0" timeOffset="112408.59">2388 8631 215 0,'0'0'241'0,"-3"-4"-11"0,3 4-30 0,0 0-21 16,0-5-20-16,0 5-12 0,0 0-21 0,0 0-12 16,0 0-12-16,0 0-11 15,0 0-9-15,17 6-8 0,-8-2-7 16,1 1-8-16,2 3-5 0,5-2-7 0,-1 4-8 0,2-2-10 16,6 6-12-16,-7-4-9 0,8 2-8 0,-2 0-6 15,0 2-10-15,-5-5-5 0,-2-1 0 0,0 0-2 16,-1 0-2-16,-2-4 5 0,-4 0 0 0,2 0 3 15,-4-2 3-15,-1 0 11 0,-1-1 20 16,2 0 17-16,-7-1 9 0,6 0-4 0,-6 0 1 0,0 0 13 0,5-2 5 16,-5 2 5-16,4-4 2 0,-4 4-1 0,0 0-1 15,1-4-5-15,-1 4-6 0,0 0-10 0,0 0-6 16,0 0-14-16,0 0-5 0,0 0-5 0,0 0-4 0,-10 9 1 16,0 0-1-16,-2 3-2 0,-8 10-3 0,3-1 1 15,-3 3-3-15,1 3 1 16,-3 3 0-16,-9 9 0 0,11-7-2 15,-11 7 0-15,13-7 1 0,-1-3 0 0,3 2-1 0,3-5 2 16,2 0-4-16,3-9 4 0,0-1-1 0,5-6 2 16,-3 2 0-16,5-4-3 0,-2-2 3 0,0 1 7 15,0-3 4-15,2 1 11 0,-2-2 12 0,2 0 21 16,1-3 20-16,-2 5 25 0,2-5 5 0,-2 5 21 16,2-5 13-16,0 0-2 0,0 0-13 0,-1 4-5 15,1-4-13-15,0 0-11 0,0 0-7 0,0 0-10 16,0 0-13-16,0 0-3 0,0 0-11 0,0 0-6 0,0 0-66 15,0 0-61-15,0 0-39 0,0 0-48 0,10-12-57 16,-5 8-59-16,0 0-344 0,1 0-677 0,1-1 299 16</inkml:trace>
  <inkml:trace contextRef="#ctx0" brushRef="#br0" timeOffset="113425.32">3406 8540 168 0,'2'-4'268'0,"-2"-3"-15"0,2 4-10 0,-2 3-18 16,0-6-22-16,0 2-18 0,0 4-26 15,0-2-15-15,0 2-19 0,0 0-20 16,0 0-16-16,0 0-12 0,1 12-8 15,2-1-7-15,-3 7-6 0,-3 8-5 0,2 6-6 0,1 2-4 16,-5 14-3-16,2-13-6 0,0 10-4 0,0 1 0 16,2 0-4-16,-1-12 2 0,1-3-5 0,2 2-1 15,-2 0-3-15,1-5-3 0,-3-1-1 0,2-3-1 16,0-7-1-16,1 3 0 0,-1-10 2 0,2 1-3 16,-2-4-3-16,-2 0 2 0,3-2 1 0,3 1 1 15,-3-2 2-15,-3-1 16 0,2 1 10 0,2-1 13 0,-1-3 13 16,0 0-1-16,0 0-3 0,0 0-5 0,0 0-38 15,0 0-33-15,0 0-24 0,0-12-26 0,0 5-37 16,0-1-41-16,0-3-43 0,-1-1-71 0,1-1-163 16,0-4-453-16,1 3 202 0</inkml:trace>
  <inkml:trace contextRef="#ctx0" brushRef="#br0" timeOffset="113625.8">3395 8558 218 0,'-3'-5'288'0,"3"-2"-17"0,0 3-12 16,-4-2-10-16,5 1-31 15,-1-1-23-15,3-1-21 0,2 0-20 0,4 0-13 16,5 0-15-16,0 1-15 0,8 0-12 16,10 1-6-16,-3-1-25 0,2 2-32 0,1 6-38 15,-3 1-47-15,2 2-41 0,-3 0-43 0,-1 5-57 0,-10-3-183 16,0 4-404-16,-4 2 179 0</inkml:trace>
  <inkml:trace contextRef="#ctx0" brushRef="#br0" timeOffset="113926.84">3554 9247 225 0,'0'0'254'0,"-3"2"-21"16,3-2-19-16,0 0-16 0,-3 3-16 0,3-3-17 16,0 0-14-16,0 0-11 0,0 0-19 0,-1 4-13 15,1-4-11-15,0 0-12 0,0 0-6 0,0 0-5 0,9 4-7 16,-2-5-4-16,4 2-8 0,1-2-3 0,7-2-6 15,11-1-4-15,-2 1-4 0,6-2-14 0,2-1-29 16,-1 0-40-16,-1 0-54 0,1-2-72 0,-6 0-229 16,1 1-431-16,-10 3 191 0</inkml:trace>
  <inkml:trace contextRef="#ctx0" brushRef="#br0" timeOffset="114449.43">3442 8981 6 0,'0'0'232'0,"-4"1"-11"0,4-1-5 0,0 0-16 16,0 0-12-16,0 0-9 15,0 0-17-15,0 0-18 0,0 0-15 0,0 0-10 16,0 0-15-16,0 0-8 0,0 0-10 0,-5 1-6 0,5-1-8 16,0 0-6-16,0 0-7 0,0 0-4 0,0 0-6 15,0 0-1-15,0 0-8 0,0 0-1 0,0 0-2 0,0 0-6 0,0 0 2 0,22-2 3 16,-8-1-14-16,5 3-1 0,10-7 1 0,2 4-7 16,2-1 9-16,3-2-3 15,0 2-10-15,1 1 0 0,-4-1-1 0,0 1-1 16,-3-1-1-16,-4 1-1 0,-5 2-3 0,-2 1 0 15,-2-1-1-15,-6 1-5 0,1 0-12 0,-4 0-15 16,-2 0-10-16,-1 0-13 0,-5 0-9 0,8 0 2 16,-8 0-9-16,0 0-18 0,0 0-29 0,-19 8-13 15,12-4-37-15,-6-4-186 0,2 2-379 0,3-2 169 16</inkml:trace>
  <inkml:trace contextRef="#ctx0" brushRef="#br0" timeOffset="114881.39">4780 8740 132 0,'6'-2'288'0,"-6"2"-16"0,0 0-18 16,0 0-16-1,4-3-27-15,-4 3-19 0,0 0-25 0,0 0-18 16,0 0-16-16,0 0-18 0,0 0-11 0,0 0-13 16,0 0 1-16,-6 14-18 0,-2-7-7 0,3 2-9 15,-4 6-8-15,-4-1-1 0,3 3-4 0,-2 0-9 16,1-1-2-16,-7 4-1 0,7-2-5 0,0 1-1 16,-4 0-2-16,6-2 10 0,-4 4-33 0,2-6-15 15,1-1-13-15,-1 1-19 0,0-3-18 0,2 1-21 0,0-2-28 0,2-3-20 16,0 0-43-16,-2-1-218 0,4-3-424 0,0 0 189 15</inkml:trace>
  <inkml:trace contextRef="#ctx0" brushRef="#br0" timeOffset="115234.48">4536 8835 177 0,'0'0'324'0,"-4"-3"-12"0,4 3-21 0,1-4-21 16,-1 4-25-16,0 0-27 0,-1-7-25 0,1 7-24 15,0 0-22-15,0 0-14 0,0 0-11 0,0 0-13 0,14 11-12 0,-5-5-10 16,0 2-12-16,5 6 3 0,1 0-18 16,6 3-8-16,-2 1 1 0,0 1-7 0,0 0 4 15,-1-2-17-15,4 2 1 0,-7-4-2 0,3 3-3 16,-4-7-4-16,-1 4-6 0,2-4 0 0,-2 1-2 0,-5-4-4 15,2 0 4-15,-4-4-2 0,-1 0 2 0,1 0-7 16,-3 0 3-16,1-2-2 0,0 1 0 0,-1-2 8 0,-1 2 5 16,-2-3 1-16,3 4-1 0,-3-4 3 0,2 4-2 15,-2-4 0-15,0 0-4 0,0 0-8 0,0 0-12 16,5 0-15 0,-5 0-18-16,0 0-15 0,0 0-22 0,0 0-66 0,0 0-76 15,0 0-53-15,0 0-246 0,-3-12-551 0,1 7 244 16</inkml:trace>
  <inkml:trace contextRef="#ctx0" brushRef="#br0" timeOffset="115550.96">5084 8603 14 0,'0'0'177'0,"0"0"-19"16,10 5-8 0,-6 0-16-16,1 2-8 0,0 3-7 0,4 7-8 0,0 0 0 15,0 9-3-15,0 1-4 0,1 3-6 0,-2 1-11 16,-3 0-2-16,0 2-12 0,0-1 6 15,-5 0-6-15,0-3-11 0,-6 1-3 0,1 2-3 16,-3-5-5-16,-6 2-3 0,1-4-3 0,-4 1-3 0,-3 3-2 16,-3-2-13-16,-2-3-32 0,-3-2-42 0,-3-3-65 15,-5-2-234-15,2-3-375 0,-2-2 167 0</inkml:trace>
  <inkml:trace contextRef="#ctx0" brushRef="#br0" timeOffset="116044.89">4586 8560 23 0,'-2'-5'258'0,"2"5"-19"0,0 0-22 0,-2-3-20 16,2 3-22-16,0 0-22 0,0 0-15 0,0 0-18 15,-12 6-12-15,2 3-12 0,-4 4-7 0,-1 8-10 16,-5 2-9 0,0 6-7-16,-9 13-8 0,1 1-2 0,-2 0-5 0,3 4-2 15,2-4 2-15,3 0-2 0,3 1 9 0,2-10-5 16,7-2-2-16,1-2-1 0,3 2 2 0,4-3-4 15,2 0-1-15,5-1-3 0,7-3-2 16,2-4-3-16,8-3-7 0,6-3-28 0,13-5-58 0,11 2-89 16,2-14-288-16,2 7-470 0,-1-10 208 0</inkml:trace>
  <inkml:trace contextRef="#ctx0" brushRef="#br0" timeOffset="116613.53">5623 8884 120 0,'0'0'171'0,"0"0"-7"0,0 0-11 0,0 0-16 15,0 0-13-15,0 0-8 0,0 0-12 0,0 0-8 0,0 0-6 16,0 0-10-16,0 0-4 0,0 0-1 0,0 0 1 15,0 0-7-15,0 0 10 0,0 0-5 16,0 0 11-16,0 0 3 0,0 0 6 0,18-4-9 0,-6 3-9 16,-1-1-5-16,8 2-10 0,0-2-4 0,3 1-4 15,5 1-8-15,1 0-3 0,0 0-5 0,2 0-2 0,-3 0-5 16,-6 0-2-16,0 0-2 0,-3 0-4 0,-1 0-8 16,-4 0-22-16,1 2-27 0,-5-2-32 0,-1 0-51 15,-3 3-39-15,3-3-30 0,-8 0-177 0,2 2-394 16,-2-2 174-16</inkml:trace>
  <inkml:trace contextRef="#ctx0" brushRef="#br0" timeOffset="116967.08">5695 9060 81 0,'0'0'250'0,"0"0"-7"16,0 0-4-16,-9 1-8 0,9-1-9 0,0 0-15 15,0 0-12-15,0 0-19 0,0 0-14 0,0 0-18 0,0 0-5 16,22-2-21-16,-10-1-14 0,9 3-11 0,0-3-6 15,10-2-9-15,-3 0-8 0,4 1-11 0,-1 1-1 0,1 1 0 16,-4 0-15-16,-5 1-3 0,-4-1-3 0,0 0-9 16,-6 1 7-16,-2 0-10 0,0 1-2 15,-2-1-4-15,-4 1-4 0,1 0-10 0,-6 0-19 16,9 0-36-16,-9 0-47 0,0 0-81 16,0 0-110-16,0 0-156 0,0 0-479 15,0 0 213-15</inkml:trace>
  <inkml:trace contextRef="#ctx0" brushRef="#br0" timeOffset="149069.76">6856 8665 36 0,'0'0'73'16,"0"0"-1"-16,0 0-3 0,4-1-8 0,-4 1-4 15,0 0-2-15,0 0-18 0,1-5 8 0,-1 5 3 0,3-2-6 0,-3 2 1 16,0 0-6-16,0-5 10 0,0 5-3 0,0 0-2 16,1-3 0-16,-1 3 3 0,0 0-6 0,2-2 1 15,-2 2 6-15,0 0-12 0,2-6 4 0,-2 6 6 16,0 0-9-16,0-4 4 0,0 4 4 0,0 0-8 0,0 0-3 15,1-2 1-15,-1 2-1 0,0 0-4 16,0 0-5-16,0 0-1 16,0 0-3-16,0 0 1 0,0 0-8 0,0 0-1 15,0 0-4-15,0 0 1 0,0 0 0 0,0 0 1 16,0 0-7-16,3 12 1 0,-3-8 8 0,0 4-11 16,1 1 0-16,-2 2 0 0,1 2 3 0,1 2 0 15,-1 2 0-15,0 1-4 0,0-1 6 0,0 2-4 16,-1 0 2-16,1-2-3 0,1 0 4 0,-1 0 1 15,4-1-4-15,-4 1 0 0,-4 0-3 0,8-1 5 0,-4-3 3 16,0-1-5-16,1 0 5 0,3 2-4 0,-4-4 2 0,0 0-2 16,1-2 1-16,-1-1 1 0,3 0-1 0,-3-1-1 15,1 0-2-15,-1-1-1 0,0-2 7 0,0 2-3 0,2-1-1 16,-2-4 11-16,2 5 7 0,-2-3 7 0,0-2 8 16,0 0 4-16,0 0 5 0,0 5 2 0,0-5 7 15,0 0 2-15,0 0 0 0,0 0-2 0,0 0-2 0,0 0-7 16,0 0-3-16,0 0-4 0,0 0-7 15,0 0 4-15,0-17-8 0,0 11-4 0,1-3-2 16,2 0 0-16,-3-3-5 0,4-2 2 0,-3-2-4 0,3-2-3 16,2-1-1-16,-1-5-8 0,3 6 0 0,0-6 2 15,1-2-5-15,0 4 5 0,-3-3-6 0,2 6 5 16,1 0-2 0,0 2-2-16,-2 0-1 0,3 0 0 0,-2 4-3 15,0-1 11-15,0 0-8 0,0 2 0 0,0 4 0 0,1-1 2 16,0 2 1-16,1-1-4 15,-1 1-2-15,0 0 6 0,1 4-2 0,-2 1-1 0,1-1 1 0,1 3-3 0,-2 1 4 0,2 1-2 16,0 3-2-16,2 2-1 0,-2 0 1 0,3 6 2 16,-3 3 0-16,3 1 3 0,-3 0-2 15,2 5 4-15,-5-3-3 0,5 5-4 0,-5 1 3 16,-3-6 0-16,1 2 2 0,3 2-4 0,-4-4 7 16,-2 0 1-16,2-2-8 0,-1-2 4 0,-2 2 0 0,-1-5 0 15,1-2 2-15,3 1-4 0,-4-1 6 16,0-3-3-16,0 1-3 0,0-3 4 0,1 0 4 15,-1 1 3-15,2-3 14 0,-1 1 10 0,-1-4 10 16,0 0 1-16,-3 4 1 16,3-4-6-16,0 0-2 0,0 0-5 0,0 0-5 15,0 0 1-15,0 0-2 0,0 0-5 0,0 0-5 16,0 0 1-16,0 0 0 0,0 0-6 0,0 0 2 16,0 0-2-16,3-11-1 0,-3 11-4 0,0 0 6 0,0 0-8 15,0 0 0-15,0 0 6 0,0 0-7 0,0 0 0 16,0 0 2-16,0 0-3 0,0 0-2 15,0 0-5-15,0 0-5 0,0 0-10 0,0 0-7 0,0 0-11 0,0 0-7 16,0 0-8-16,0 0-5 0,0 0-5 0,0 0-9 0,0 0-15 16,0 0-14-16,0 0-29 0,0 0-75 0,0 0-136 15,0 0-370-15,0 0 165 0</inkml:trace>
  <inkml:trace contextRef="#ctx0" brushRef="#br0" timeOffset="149639.1">7480 8497 142 0,'0'-5'150'0,"0"-1"-11"0,0 2-14 16,0-1-7-16,1-2-1 0,-1 2-10 0,0 1-7 0,-1-1-2 16,-2 2-11-16,3 3-3 0,2-7-15 15,-2 7-6-15,1-3-7 0,-1 3-12 0,0 0 2 0,0 0-9 16,0 0-5-16,0 0-2 0,7 16 0 0,-5-5-3 16,-1 9 0-16,-1 4 5 0,1 4-7 0,-1 2 1 15,2 1-4 1,0 7 9-16,0 9-3 0,-1-11-2 0,3 8 5 15,-3-10-1-15,2 0-5 0,0 2 1 0,2-2-4 16</inkml:trace>
  <inkml:trace contextRef="#ctx0" brushRef="#br0" timeOffset="153761.99">7527 8576 123 0,'0'-4'141'0,"0"4"-7"16,1-5-5-16,-1 5-12 0,3-4-7 0,-3 4-6 0,1-5-8 0,2 4-13 15,-3 1 3-15,1-5-13 0,-1 5-7 0,2-5-3 16,-2 5-9-16,2-4-4 0,-2 4-4 0,1-3-1 16,-1 3-8-16,0-7 3 0,0 7-2 0,0-5-2 15,0 5-3-15,0-7-7 0,0 2 1 0,0 3-7 16,4-4 1-16,-8 0-1 0,3 3-3 0,1 3-1 16,-2-5-3-16,0 1 3 0,2-1-2 0,0 5 1 0,-1-4-2 0,1 4-1 15,-3-3-1-15,3 3 0 0,0 0 1 0,-1-6-3 16,1 6-6-16,-4-2 4 0,4 2-4 0,-2-5-2 15,2 5 4-15,0 0-1 0,-3-2 2 0,3 2-1 16,0 0-1 0,0 0 2-16,-3-4 8 0,3 4 2 0,0 0 1 15,-1-3 3-15,1 3-1 0,0 0 4 0,0-7 2 16,0 7-4-16,0 0 1 0,-2-3 1 0,2 3 3 0,2-7 7 16,-2 7-10-16,-2-3-1 0,2 3-2 0,0 0-3 15,-2-5 0-15,2 5 1 0,0 0-5 0,0 0 1 16,0 0-2-16,0 0-1 0,0 0-4 0,0 0-19 15,0 0-9-15,0 0-4 0,0 0-1 0,0 0 3 16,4 15-1-16,-3-5 4 0,2 8 2 0,-3 2 2 0,3 6 0 16,-1 4 3-16,2 1 1 0,0 3 1 0,-1 0 0 0,8 13 4 15,-6-12 1-15,0-1 1 0,3 2-1 0,-2-1 3 16,3 1-1-16,-1-2 7 0,0-3-4 0,-1 2 0 16,2-1-2-16,-5-3 0 0,2-1 4 0,-3-1-2 15,6 1 1-15,-5-4 2 0,-1-4-1 0,0-2 2 16,-2 0-4-16,2-1 2 0,-3 2-2 0,1-2-1 0,-2 0 5 15,1 0-3 1,0-6 2-16,0 1-3 0,-1 0 1 0,-1-2 3 16,4 0-1-16,-4 0 0 0,2-2-2 0,-1-1-2 15,1 0 3-15,-1 0 3 0,1-1-2 0,-2-2-1 16,4 3-1-16,-2-2 3 0,0-1-3 0,0 1 0 16,1-1 4-16,-1 0-7 0,0-2 3 0,0-2 0 15,0 8 2-15,0-6 2 0,0-2-5 0,0 6 5 0,0-6-4 16,-1 4 5-16,1-4-6 0,0 0 2 0,1 4-1 0,-1-4 2 15,0 0 0-15,0 0 0 0,0 5 0 0,0-5 2 16,0 0 2-16,0 0-3 0,0 0 0 0,0 0 0 0,0 0-2 16,0 0 2-16,0 4-1 0,0-4 3 15,0 0 1-15,0 0-6 0,0 0 6 0,0 0-3 16,0 0-1-16,0 0 1 0,0 0-1 0,0 0-1 16,0 0 1-16,0 0 0 0,0 0 0 0,0 0 0 0,0 0 1 0,0 0-3 15,0 0-11-15,0 0-40 0,0 0-59 0,0 0-52 16,-6-13-163-16,2 9-351 0,0-2 156 0</inkml:trace>
  <inkml:trace contextRef="#ctx0" brushRef="#br0" timeOffset="154482.91">7599 8797 8 0,'0'0'135'16,"-1"-3"-8"-16,1 3-3 0,-3-5-10 0,3 5 1 16,-1-4-15-16,1 4-3 15,-3-3-3-15,3 3-3 0,0 0-12 0,0 0-3 16,0-4-10-16,0 4-1 0,0 0-9 0,0 0-5 15,0 0-7-15,0 0-6 0,0 0-3 16,0 0-5-16,8-3 0 0,-2 3-6 0,2 0 1 0,2 0-3 16,4 1-5-16,3 1 3 0,3-2-4 0,2 2-2 15,0 0-1-15,4 1-1 0,5 1-2 0,-4 4 1 16,0-6-3-16,-3 7-1 0,-3-3 1 0,0-2-1 0,-2 3-3 0,-2-1-2 16,-4-2 2-16,-3 1-4 0,-1 0-2 0,1 2-2 15,-9-2-3-15,3 1 10 0,-4 0-7 0,-4 0-3 0,-6 3 5 16,-4 0-3-16,-4 1 4 0,-8 0-1 0,-4-1-1 0,2 0 1 31,-4-3 4-31,0 4 1 0,5-6-3 0,-6 2 0 16,2 1 0-16,4-5 3 0,6 2-3 0,2-1-1 0,1 0 2 0,1-1-1 0,4 1 1 0,3-2-1 15,1 0 1-15,1 1-2 0,2-1 0 0,-1-1 1 16,7 0-6-16,-7 1-3 0,7-1-4 0,-4 3-3 16,4-3-25-16,0 0-30 0,0 0-59 15,14 3-118 1,-5-3-268-16,-9 0 119 0</inkml:trace>
  <inkml:trace contextRef="#ctx0" brushRef="#br0" timeOffset="-207548.32">8335 8310 83 0,'0'0'130'15,"-10"0"-6"-15,10 0-11 0,0 0-9 0,-6 1-4 16,6-1-5-16,0 0-13 0,0 0-65 0,0 0 35 0,0 0 10 0,0 0 12 16,0 0 2-16,0 0 1 0,0 0 3 0,0 0-5 15,0 0 6-15,0 0-1 0,0 0 4 16,-7-3 2-16,7 3-2 0,0 0-9 0,0 0-2 0,0 0-7 15,0 0-1-15,0 0 0 0,0 0-8 0,0 0-4 16,0 0-7-16,0 0-4 0,0 0-5 0,0 0-2 16,0 0-4-1,0 0 0-15,0 0-5 0,0 0 0 0,0 0 6 0,0 0-4 16,0 0 4-16,5-7 2 0,-5 7 0 0,0 0 5 16,0 0 0-16,0 0 2 0,0 0-2 15,0 0-3-15,0 0-5 0,0 0 2 0,2-3-4 0,-2 3 4 16,0 0-4-16,4-2-1 0,-4 2 0 0,0 0 0 15,0 0 1-15,0 0-2 0,0 0-2 0,2-4-3 16,-2 4 0-16,0 0 2 0,0 0-3 0,0 0-4 0,-6-3 1 0,6 3-1 16,0 0 0-16,0 0-1 0,0 0 0 0,0 0-4 15,0 0 3-15,0 0-2 0,0 0-3 0,0 0-2 16,0 0 1-16,0 0-4 0,0 0 6 0,0 0-9 16,0 0 1-16,0 0 0 0,0 0-1 0,0 0-1 15,0 0 0-15,0 0-1 0,0 0 3 0,0 0-2 16,0 0-7-1,0 0 2-15,0 0-1 0,0 0-5 0,0 0 1 0,0 0-11 16,0 0-3-16,0 0-5 0,0 0-6 0,0 0 6 16,0 0 0-16,10 7 8 0,-2-6-1 15,6 1 2-15,4-2 2 0,4 2 1 0,10 0-3 0,5 1 3 16,4-2-6-16,14-1 7 0,1 0-6 0,3 0 4 16,-4-4 0-16,6 2 3 0,-5 0 3 0,1-1-2 15,-19 3 2-15,-1-3 0 0,-3 0 2 0,-5 2 3 0,-9-2 2 0,-6 3-4 16,-1-1 2-16,-3-2 5 15,2 2 4-15,-6 1 3 0,-1-2 3 0,3 2 2 0,-8 0-2 0,6-2 0 16,-6 2 1-16,7 0-9 0,-7 0-6 0,0 0-25 16,0 0-27-16,0 0-29 0,0 0-23 0,-26 2-37 15,17-1-35-15,-5 0-217 0,4 1-431 0,-2 1 191 16</inkml:trace>
  <inkml:trace contextRef="#ctx0" brushRef="#br0" timeOffset="-206870">8459 8375 13 0,'-3'-5'246'0,"3"0"-10"0,0 1-11 0,0 4-15 16,-1-8-13-16,-3 4-12 0,4 4-19 0,4-4-18 15,-4 4-17-15,0-4-14 0,0 4-8 0,0 0-19 16,0 0-28-16,0 0-32 0,0 0-27 0,0 0-10 16,0 0-1-16,0 0 6 0,0 0-2 0,4 17 1 15,-3-7 0-15,4 4 0 0,-1 2-1 0,4 3 0 16,3 3 0-16,-1 2 5 15,1-1-3-15,1 2 1 0,1 2 6 0,1-3-3 16,0 0 1-16,1 0-2 0,-3-6 0 0,7 1 2 16,-2 0-1-16,-2-3 0 0,-2-5 3 0,2 0-1 15,1-3-2-15,-6 0 2 0,3-4-2 0,-4 1 6 16,0-2-3-16,-3 0 8 0,0-2 8 0,1 1 18 16,-2-1 14-16,-5-1 10 0,10 0 10 0,-10 0 10 15,8-3 5-15,-8 3-7 0,5-4 2 0,-5 4 1 0,4-3-5 0,-4 3-3 16,4-3-6-16,-4 3 1 0,0 0-17 0,0 0-15 15,3-1 4-15,-3 1-27 0,0 0-30 0,0 0-30 16,0 0-1-16,3 11 4 0,-6-3 6 0,-2 8 3 16,-1 9 1-16,-3 1 4 0,-4 6 3 0,2 1 5 15,-5 14 3-15,0-1-3 0,-1 4 3 0,-1-1 5 16,0 3 2-16,3 3-1 0,-3-3 4 0,0-1 0 0,5-2 3 0,-3-1-3 16,6-16 1-16,1 1-4 0,2-4 6 0,-2 0 1 15,3-5 0-15,1-6 5 0,1 1-3 0,-3-4-2 16,6-4 0-16,-5-1 0 0,5 0 1 0,-2 0-2 31,1-4 2-31,-1-2-1 0,2 4 10 0,-1-4-11 16,1 0 1-16,0-1 5 0,1-3 0 0,-2 6-3 0,1-3 3 15,1-3-1-15,0 0 1 0,-1 3 2 0,1-3-1 0,0 0-4 16,0 4 4-16,0-4 0 0,0 0-1 16,0 0-3-16,0 0 7 0,0 0-15 0,0 0-28 0,0 0-28 15,0 5-35-15,0-5-39 0,0 0-6 0,-4 3-17 16,4-3-215-16,-1 4-406 0,1-4 180 0</inkml:trace>
  <inkml:trace contextRef="#ctx0" brushRef="#br0" timeOffset="-205783.96">8477 9732 120 0,'-12'3'158'0,"3"-2"0"0,0 0 0 0,4-1-2 16,0 2-5-16,5-2-4 0,-8 1-8 0,8-1-15 15,-6 0-6-15,6 0-13 0,0 0-10 0,0 0-6 16,0 0-5-16,0 0-12 0,0 0-4 0,0 0 0 16,23-3-3-16,-19 2-1 15,-4 1 7-15,9-1 5 0,-9 1 0 0,0 0 3 16,6-3-3-16,-6 3-4 0,3-1 0 0,-3 1-3 16,0 0-7-16,0 0 2 0,0 0-12 0,0 0-4 15,0 0 0-15,0 0-6 0,0 0-5 0,6 0-5 16,-6 0 1-16,0 0-5 0,0 0-3 0,0 0 0 15,0 0-1-15,0 0-7 0,0 0 13 0,0 0-14 16,0 0 6-16,0 0-8 0,0 0 1 0,0 0 0 0,0 0-1 0,0 0 5 16,0 0-4-16,0 0 0 0,0 0-1 0,0 0-2 15,0 0-3-15,0 0 0 0,0 0-4 0,0 0 3 16,0 0-2-16,0 0 8 0,0 0-8 0,0 0-4 16,0 0 1-16,0 0 0 0,0 0 2 0,0 0-4 15,0 0-1-15,0 0 1 0,0 0 1 0,0 0 3 16,0 0-2-16,0 0 0 15,0 0 2-15,0 0-2 0,0 0 3 16,0 0 0-16,0 0-4 0,0 0 0 0,0 0-2 0,0 0 3 16,0 0-2-16,0 0-1 0,0 0 6 0,11 0-12 15,-11 0 5-15,0 0 2 0,7 0-3 0,-7 0 1 16,0 0 1-16,8 0-2 0,-8 0 4 16,6-3-1-16,-6 3-1 0,0 0 2 0,0 0 2 0,10 0-1 15,-10 0-1-15,0 0-5 0,0 0 2 0,7 0 1 0,-7 0-3 16,0 0 3-16,5-2 0 0,-5 2-3 0,0 0 8 15,0 0-4-15,0 0-3 0,0 0-2 0,0 0 2 0,0 0 0 16,0 0 0-16,0 0 4 0,0 0-2 0,0 0 2 16,0 0-1-16,0 0-2 0,5 0 4 0,-5 0-5 15,0 0 4-15,0 0-5 0,0 0 4 0,0 0-1 16,0 0 0-16,0 0 2 0,0 0-2 0,0 0 0 0,0 0 9 16,0 0-7-16,0 0-2 0,0 0 0 0,0 0-1 15,0 0 0-15,0 0 1 0,0 0-2 0,0 0 1 16,0 0 2-16,0 0-5 0,0 0 4 0,0 0 0 0,0 0 0 15,0 0-1-15,0 0 2 0,0 0-7 16,0 0 6-16,0 0-1 0,0 0 2 0,0 0-5 16,0 0 4-16,0 0-1 15,11 2 1-15,1-2-6 0,5-2 5 0,6 0 1 0,11 1 2 16,4-1-1-16,15-3 1 0,3 3 0 16,0-5-2-16,2 4-2 0,-3-2 1 0,1 0 2 15,-4 0 11-15,1 1-11 0,-16 0 1 0,-3 1 1 16,-2-3-2-16,0 2 0 0,-11 4 0 0,-4-3 5 0,-4 1-5 15,1-1 5-15,-5 1 22 0,-1 0 10 16,-3 2 32-16,-5 0-8 0,13 0 1 0,-13 0-6 0,6-2 1 0,-6 2-12 16,4 0-9-16,-4 0-5 0,6-1-19 0,-6 1-33 15,0 0-44-15,6 0-56 0,-6 0-60 0,0 0-38 16,0 0-71-16,-7 7-248 0,2-4-581 0,5-3 257 16</inkml:trace>
  <inkml:trace contextRef="#ctx0" brushRef="#br0" timeOffset="-176830.61">10856 8190 2 0,'0'0'119'0,"0"0"-4"0,0 0-5 0,0 0-9 16,0 0-5-16,0 0-6 0,0 0-3 0,0-5-8 16,0 5-1-16,0 0 5 0,1-6-10 0,-1 6 1 15,0 0-4-15,0 0-3 0,0-4 1 0,0 4-9 16,-1-5 0-1,1 5 3-15,0 0-3 0,0 0-5 0,1-5-1 16,-1 5-3-16,0 0-5 0,0 0-2 0,0 0-1 16,0 0-9-16,0-4-2 0,0 4-16 0,0 0-2 0,0 0-24 15,0 0 0-15,0 0-5 0,0 0 5 0,0 0-3 16,0 17 2-16,0-10 5 0,0 4-6 0,-1 0 0 16,0 6 3-16,1-1 1 0,1 2 4 0,0 1-8 15,2 7 6-15,-2-1 0 0,-1 0 8 0,5 0-8 0,-5-1 1 0,4 1 3 16,-4-5 1-16,3-2 0 0,-2 2 1 15,0-3 1-15,0 1 0 0,1 2-6 0,-1-5 6 0,4 1-3 16,-4-3 8-16,2-1-7 0,-2-2 0 0,0 2 1 16,2-2 7-16,-3-3-7 0,0 0 5 0,0 0-7 15,0-3 3-15,0 4-3 0,3-5 8 0,-3-1-4 16,0 3 0-16,0-5 1 16,0 4 12-16,0-4 14 0,0 0 11 0,1 6 3 15,-1-6 10-15,0 0 7 0,0 4 14 16,0-4 6-16,0 0 7 0,0 0 12 0,0 0 5 0,0 0 6 15,0 0 8-15,0 0 13 0,0 0-6 0,0 0-10 16,0 0-13-16,0 0-9 0,0-20-9 0,1 12 2 16,0-4-22-16,2-5-8 0,0-1-4 0,0-1-5 15,5-5-6-15,-3-3-2 0,4 1-5 0,0 2-5 0,0-2-2 0,-1 1-1 16,1 6-5-16,-2 1-1 0,2 1-8 0,0-3 3 16,0 4-3-16,1-1 2 15,-1 5-2-15,-1 0-1 0,-3 3-2 0,5-1-1 16,-6 2-5-16,4 2 1 0,-3 0-2 0,-1 1-7 0,1 1 1 15,0 1 1-15,-4-2-13 0,3 3-3 0,-4 2-6 16,12 0-14-16,-7 2 3 0,2 3 13 16,2-2-11-16,-1 5 2 0,2 0 4 0,-1 5 6 15,1 1-2-15,0 1 2 0,-1 2-1 0,-1 1 7 16,5 5 2-16,-5 1-1 0,-2 1 0 0,2-1 2 16,-4-5 4-16,-2 0 1 0,3 2 0 0,0-1-3 15,-5-2 7-15,0-2-2 0,0 1 2 0,1-5 1 16,-1 0 0-16,3-1 3 0,-3-3-4 0,0 0 0 15,0-3 4-15,0 2-1 0,-3-2-3 0,6-3 7 0,-6 1-1 0,3-3 2 16,0 9 0-16,0-9 2 0,0 3 0 0,0-3 1 16,0 0 0-16,3 4 0 0,-3-4 1 0,0 0-5 15,0 0 5-15,0 5-5 0,0-5 4 0,0 0-1 16,0 0-2-16,0 0 0 0,0 0 1 0,0 0 1 0,1 2 3 16,-1-2-8-16,0 0 1 0,0 0 4 0,0 0-3 15,0 0 0-15,0 0 3 0,0 0-2 0,0 0 1 16,0 0-1-16,0 0 3 0,0 0-5 0,0 0-8 0,0 0-14 15,0 0-18-15,0 0-26 0,0 0-56 0,0 0-96 16,0 0-56-16,3-10-188 0,-3 10-498 0,0-8 220 16</inkml:trace>
  <inkml:trace contextRef="#ctx0" brushRef="#br0" timeOffset="-175860.12">11508 8515 35 0,'-12'0'182'0,"2"0"2"0,5 0-3 0,-3-1-2 0,8 1-11 15,-9 1-14-15,9-1-6 0,-10-1-11 16,10 1-13-16,-4-1-7 0,4 1-12 0,0 0-13 16,0 0-8-16,0 0-6 0,-9 0-11 0,9 0-7 15,0 0-4-15,0 0-7 0,0 0-5 0,0 0-5 0,0 0-3 0,0 0-4 16,0 0-1-16,0 0-4 0,0 0-2 0,0 0-1 15,0 0-1-15,0 0 2 0,0 0 0 0,0 0 2 16,-5-2-1-16,5 2 5 0,0 0-8 0,0 0-2 16,0 0-3-16,0 0-2 0,0 0-1 0,0 0-1 15,0 0-1-15,0 0 0 0,0 0-3 0,0 0-1 16,0 0-1-16,0 0 3 16,0 0 1-16,0 0-5 0,0 0 3 0,0 0-1 15,0 0-4-15,0 0 1 0,0 0 1 0,0 0-4 16,0 0 4-16,0 0-1 0,0 0 0 0,0 0-1 15,0 0 1-15,0 0-4 0,0 0 1 0,0 0-2 16,0 0 2-16,0 0-1 0,0 0-1 0,0 0 0 16,0 0 0-16,0 0 4 0,0 0-4 0,0 0 0 15,0 0 9-15,0 0 8 0,0 0 3 0,0 0-3 0,0 0 6 0,0 0 4 16,0 0 3-16,0 0-3 0,0 0 0 0,0 0 0 16,9-7-5-16,-9 7 5 0,4-5-9 0,-4 5 1 15,0 0-5-15,6 0-1 16,2 0-2-16,-8 0 0 0,5-2-3 15,-5 2 0-15,5 0-3 0,-5 0 2 0,4-2-4 0,-4 2 3 0,0 0-1 16,0 0 0-16,0 0 1 0,0 0-4 16,0 0-1-16,0 0 2 0,0 0-2 0,0 0 1 15,8 0-1-15,-8 0 0 0,0 0 1 0,0 0-1 16,0 0-1-16,0 0-4 0,0 0 6 0,0 0-3 16,0 0-2-16,2-3 2 0,-2 3-3 0,0 0-1 15,0 0 3-15,5-5-1 0,-5 5 0 0,0 0 3 16,16 0-2-16,-6-1-2 0,5 0 3 0,4-2-2 15,-1 3 3-15,9-7-1 0,-5 2-2 0,-2 3 2 0,7-3-1 0,-4 2 2 16,-1-1-1-16,-3 1-1 0,0 1 0 0,-1-2 1 16,-6 1 1-16,-1 2 0 0,0 0-1 0,-4 1 0 15,-2-1 0-15,2 1-1 0,-7 0 2 0,8-2 0 16,-3-1 1-16,-1 3 1 0,-4 0 0 0,5-4-1 16,-5 4-2-16,0 0-4 0,0 0-10 0,0 0-10 15,8 1-12-15,-8-1-18 0,0 0-19 0,0 0-27 0,5 3-30 0,-5-3-37 16,0 0-35-16,0 0-223 0,0 0-459 0,0 0 203 15</inkml:trace>
  <inkml:trace contextRef="#ctx0" brushRef="#br0" timeOffset="-175390.68">12131 8289 65 0,'-5'-4'285'0,"5"4"-14"0,0-4-18 16,0 4-11-16,0-5-10 0,0 5-21 0,0 0-18 0,0 0-16 15,-1-2-20-15,1 2-28 0,0 0-12 0,0 0-14 16,0-6-10-16,0 6-12 0,0 0-11 15,0 0-15-15,0 0-22 0,0 0-12 0,0 0-5 16,0 0-2-16,0 0-4 0,1 15-2 16,-1-8 3-16,4 6-2 0,-3-2-4 15,3 5-2-15,-3 1 3 0,3 1-3 0,3 7 1 16,-5-5-1-16,1-4 6 0,2 4-6 0,0-3-1 16,-4 0 4-16,3-5-3 0,0 4-2 0,-3-4-2 0,2-1 3 15,-2-2 0-15,2-2-1 0,-3 0 2 0,1-3-4 16,0 1 9-16,0-1-4 0,-1 1 0 15,2-3 3-15,-2-2-1 0,1 5-1 0,-1-5 4 0,0 0 2 0,0 5 1 0,0-5 3 16,0 2-3-16,0-2 0 0,0 0-6 16,0 0 4-16,0 0-3 0,4 4 1 0,-4-4-2 15,0 0-4-15,0 0-9 16,0 0-7-16,0 0-10 0,0 0-12 0,0 0-18 16,0 0-64-16,0 0-67 0,0 0-251 0,-8-11-473 15,7 6 209-15</inkml:trace>
  <inkml:trace contextRef="#ctx0" brushRef="#br0" timeOffset="-175103.03">12361 8092 86 0,'0'0'191'0,"0"0"-20"0,14 4-18 0,-10 1-15 16,5 2-12-16,-1 3-13 0,4 4-1 0,5 5-13 16,0 4-5-16,1 0-11 0,0 4-7 0,-1-1-5 15,0 7-6-15,-3-1-8 0,1 16-6 0,-3-16-4 0,-6-1-1 16,-1 2-5-16,-1-1-7 0,-9 0 5 0,0-1-7 0,-9 0 2 16,-3-1-3-16,-4 2-6 0,-17 2-3 0,-6-1-19 15,-5-1-44-15,-10-3-58 0,-30 2-218 0,-2-2-344 16,3-12 153-16</inkml:trace>
  <inkml:trace contextRef="#ctx0" brushRef="#br0" timeOffset="-174589.51">10650 8112 87 0,'-2'-5'214'0,"2"5"-12"0,0 0-26 0,-3-4-15 16,3 4-15-16,0 0-22 0,0 0-10 16,0 0-16-16,0 0-8 0,-11 9-10 0,4-1-13 15,-2 5 1-15,-1 3-13 0,-8 9-8 16,0 4-8-16,-6 13-1 0,2-1-4 0,1 5-4 16,3 3 3-16,2 0-6 0,6-2-4 0,4-11-2 15,2-2-8-15,4 1 7 0,6 1-5 0,4-5 4 16,2 2-5-16,6-4 3 0,6-2 0 0,17 3-2 15,4-7-2-15,6-5-12 0,5-3-44 0,9-8-67 16,2-6-218-16,25-1-355 0,-31-4 157 0</inkml:trace>
  <inkml:trace contextRef="#ctx0" brushRef="#br0" timeOffset="-173740.26">12913 8117 264 0,'0'0'279'0,"-2"-5"-9"0,2 5-10 0,0 0-10 16,0-4-15-16,0 4-15 0,0 0-15 0,0 0-30 15,0 0-10-15,0 0-19 0,-1-4-16 0,1 4-15 0,0 0-14 16,0 0-1-16,0 0-25 0,0 0-11 0,0 0-19 16,0 0-6-16,0 0-4 0,0 14 4 0,0-4-11 15,1 2-8-15,0 5-2 0,-1 1-2 0,0 9-2 16,-1-1 3-16,2-2-5 0,2 3 0 0,0 1-1 16,-3 0 2-16,2 1-4 0,0-3 0 0,-1 1-2 15,2-9 7-15,0 0-9 16,-1-1-3-16,-2-2 6 0,3-3-3 0,-2-2-1 15,0-2 2-15,1 1-4 0,0-5 3 0,-2 3 0 16,1-2 2-16,-1 0 3 0,3-4-7 0,-3 3 9 16,0-4-5-16,0 4 3 0,0-4 1 0,4 4-2 15,-4-4-2-15,0 0 2 0,2 3-1 0,-2-3-1 16,0 0-1-16,0 0-3 0,0 0 14 0,0 0-11 16,0 0-5-16,0 0-11 0,0 0-17 0,0 0-17 0,0 0-27 0,0 0-34 15,0 0-47-15,0 0-52 0,13-7-28 0,-9 6-225 16,2-2-496-16,2 0 220 0</inkml:trace>
  <inkml:trace contextRef="#ctx0" brushRef="#br0" timeOffset="-173489.78">13004 8814 256 0,'0'0'422'0,"-1"4"-14"0,1-4 0 0,0 0-5 15,0 0 0-15,0 6-5 0,0-6-13 16,0 0-22-16,0 0-31 0,0 0-30 0,0 0-34 0,0 0-27 16,0 0-27-16,0 0-41 0,0 0-65 0,0 0-91 15,0 0-104-15,0 0-120 0,10-13-149 0,-5 5-387 16,7 2-802-16,2-9 354 0</inkml:trace>
  <inkml:trace contextRef="#ctx0" brushRef="#br0" timeOffset="-171366.18">9872 9266 98 0,'0'0'153'16,"0"0"-15"-16,0 0-18 0,0 0-6 0,0 0-11 15,4-2-15-15,-4 2 0 0,0 0-14 0,0 0-12 16,4-3 0-16,-4 3-10 0,3-2-2 0,-3 2-6 0,8-3-9 15,-8 3 3-15,9-2-6 0,-5 1-3 0,1 0-4 0,4 0-3 16,0-1-3-16,4 0 1 0,-2 2-8 0,6-3 5 16,1 2-2-16,-4 0-2 0,4-1-6 15,1 1 5-15,0-3 3 0,0 4-4 0,2 0-6 16,-1-3 1-16,1 2 0 0,8 0-4 0,-1-1 5 0,3 1 1 16,-2 1-5-16,2-1 10 0,1-2-4 0,0 3-2 0,1-2 1 15,0-1 0-15,2 3-1 0,-1-3-6 0,-1 2 5 16,3-2-3-16,-3 2 0 0,2-1 8 0,1-2-6 0,-1 3 2 15,-1-3-5-15,3 4-2 0,1-1 2 0,-1-1 2 16,3 0-2-16,0 0 0 0,10-1-1 16,-11 0 3-16,-1 1-4 0,-1 1 1 0,4-2 4 0,0 0-4 15,12 1-1 1,-4 2 3-16,-9-1-2 0,12-4 3 0,-13 1-5 16,0-1 0-16,12 0 0 0,-11 3-4 0,-2-2 11 15,12 0-6-15,-12 1 0 0,2 1 0 0,-3-2-2 0,4 3 5 16,-1-2 2-16,-1 2 0 0,-1-2-4 15,15-1-2-15,-14 3 4 0,11-2-1 0,-12 3-5 16,1-1 3-16,-2 1 4 0,1-3 1 0,1 3-5 16,-2-1-1-16,1 1-1 0,-1 0 0 0,-2 0 2 0,2 0 4 0,-2 0-6 15,-1 0 5-15,1 0-6 16,0 0 7-16,-2 0-8 0,2-1 8 0,0 1-2 0,0 0-2 0,-2-3-3 16,0 3 2-16,2-2 5 0,-1 2-8 0,-2-3 2 15,0 1 1-15,2 1 2 0,-4 0-4 0,6 2 6 16,-3-3-5-16,-1 2-4 0,-1 0 5 0,1-2-1 15,0 2 4-15,-3 0-1 16,3-2 0-16,-4 2 1 0,1-3-3 0,-8 3-3 16,12 0 9-16,-6-1-7 0,1 0 4 0,0-1-3 15,3-1 2-15,0 5-3 0,-2-4 3 0,0 0 1 16,1 2 0-16,-1-3 0 0,1 2-2 0,0-2 2 16,2 1-2-16,-2-1-2 0,0 1 2 0,0 0-2 0,-2 1 4 15,1-2 0-15,1 2-6 0,-1 0 6 16,-1-2-4-16,1 2 4 0,-1-2-4 0,3 1-1 0,-3 1 1 0,0-1-2 15,3 0 4-15,-3 0 0 0,1 1 0 0,1 1 3 16,1-3-2-16,-1 2-2 0,0 0 2 0,0-1-2 16,2 1-4-16,-1-1 7 0,-2 2-4 0,3-2 9 15,-2-1-6-15,0 2-4 0,-4 1 2 0,7-1 2 0,-2-1 2 16,1 2-3-16,1-2 4 0,0 2-8 0,-1 0 4 16,1 0 6-16,1-1-7 0,-5 1 1 0,-2 0-2 0,1-2 3 15,-1 2-2-15,-7 0 2 0,8-3-2 0,-5 3-1 16,-1-2 4-16,6 1 0 0,-6-1-5 0,5 0 1 15,2 0 4-15,-1 2-2 0,0-2-2 0,-6 1-1 16,6-1 3-16,3 2-3 0,-3-2 3 0,1 2-1 16,-1-1 5-16,-2-2-6 0,2 2 0 0,-1 0 6 15,-4 1-4-15,0-2 0 16,4 2 1-16,-7-1 1 0,2-1-2 0,0 2-3 16,6-2 0-16,1 2 3 0,-1-3-2 0,-7 2-1 15,6 0 4-15,1-1 0 0,-7 1 2 0,2 0 0 16,-2 1 0-16,3 0-3 0,4-3 4 0,-1 3-3 15,-4 0 4-15,-2-2 5 0,7-1 1 0,1 1 3 16,-7 1-4-16,1 0 2 0,-3 0 10 0,3-1-3 0,-1 1 2 16,-3 1 4-16,4-1 3 0,4-2-4 0,-7 3 6 0,1-3-2 15,1 3 6-15,-1-2-11 0,-1 0 5 0,1 1-3 16,-2-1 0-16,2 0 1 0,-2 0-5 0,-1 2 0 16,0-3-1-16,1 1-6 0,-2 0 0 0,0 1-3 15,-4-1 0-15,3 1-5 0,-5 0-1 0,3 1 1 16,-2-3-2-16,0 3 1 0,-3-2 1 0,3 0 2 15,-5 1 8-15,1 0 1 16,-3 0-1-16,4-1-2 0,-5-1-2 0,6 2 1 16,-3 1-2-16,-1-1-3 0,1 1-2 0,-7 0 2 15,11-3-2-15,-6 3-5 0,-5 0 5 0,10 0-1 16,-10 0-4-16,9 0 0 0,-9 0 2 0,5 0-2 16,-5 0 0-16,0 0 4 0,0 0-2 0,8-1-5 15,-8 1 1-15,0 0-2 0,0 0-6 0,4-1-12 16,-4 1-19-16,0 0-27 0,0 0-37 0,0 0-14 0,1 5-27 0,-1-5-182 15,0 0-354-15,-13 0 158 0</inkml:trace>
  <inkml:trace contextRef="#ctx0" brushRef="#br0" timeOffset="-137128.65">10607 9711 97 0,'10'-6'117'0,"-5"3"-14"16,-1 2-7-16,4-1-14 0,3 2-3 0,-2 0-10 15,4 0-5-15,1 0-7 0,-1 2-4 0,3 1-8 0,-3 0-9 0,4 1-2 16,-4 1 1-16,-1 1-9 0,2 3 3 0,0 3-6 15,-5-2-2-15,0 3-4 0,0 2-3 0,-1 0 4 0,-2 2 4 16,-3-2-13-16,-2 4 2 0,-1-1-5 0,-1 7 4 16,-6-5 1-16,2 6-5 0,-6-3 6 15,-2 0 6-15,-1-1-3 0,-3-2 0 0,-2-1-3 16,8-5 4-16,-5-2-5 0,4 0 8 0,-1-2-5 0,-3 2 0 16,6-5 1-16,-1 1 5 0,2-3-9 0,1 1 3 15,2-2 2-15,-2 0 3 0,4-2 10 0,3 1 23 16,-3-1 27-16,4-2 23 0,-4 3 26 0,4-3-4 0,0 0-14 15,0 0-8-15,7-16-13 0,-1 5-8 0,4-6-10 16,6-5-4-16,1 1-10 0,0-4-3 16,5 1-9-16,-1-2-2 15,1 0-6-15,3 3-5 0,-2-3-1 0,1 4-6 16,-1-1-2-16,2 2-2 0,-5 3-4 0,-1 0-3 16,-4 6 3-16,-3 0-4 0,-1 2 2 0,-2 5-4 15,-1-2 2-15,-1 2-1 0,-3 2 3 0,0 1-7 16,-1-3-5-16,-1 3-8 0,2 0-27 0,-4 2-4 0,0 0 4 15,0 0-1-15,0 12 7 0,-4-2 1 16,-2 3 0-16,-1 4 0 0,-2 1 6 0,3 1 1 0,-3 6 4 0,0 0 1 16,2 0 5-16,1-6-4 0,3 6 2 0,3-6 0 15,-2-2 1-15,4 0 1 0,3-2 4 0,2 4 0 16,3-7-1-16,7 0 4 0,7 0-12 0,7 0-29 16,6-9-45-16,16-1-69 0,-2-4-228 0,-1 0-415 15,-11-4 185-15</inkml:trace>
  <inkml:trace contextRef="#ctx0" brushRef="#br0" timeOffset="-136290.18">11473 9954 172 0,'0'0'168'0,"-9"-1"3"16,9 1-10-16,0 0-3 0,0 0-7 0,-10 0-16 0,10 0-10 16,0 0-15-16,0 0-9 0,0 0-10 0,0 0-13 15,0 0-4-15,-4 1-7 0,4-1-6 0,0 0-8 0,0 0 2 16,0 0-4-16,0 0-3 0,0 0-3 0,0 0-5 16,0 0-1-16,0 0-4 0,0 0-3 15,0 0-5-15,0 0 1 0,-5-3-7 0,5 3-2 0,0 0-6 16,0 0 3-1,0 0-3-15,0 0 1 0,0 0-2 0,0 0 0 16,0 0-1-16,0 0-4 0,0 0-2 0,0 0 5 16,0 0-3-16,0 0-2 0,0 0 0 0,0 0 6 15,0 0-1-15,0 0-2 0,0 0 2 0,0 0 5 16,0 0 0-16,0 0 3 0,0 0 2 0,0 0 3 16,0 0-3-16,0 0 0 0,0 0 2 0,0 0-2 0,0 0-4 15,0 0 3-15,0 0-6 0,0 0 3 0,0 0-5 0,0 0 0 16,0 0-2-16,0 0 3 0,0 0-3 0,0 0-2 15,0 0 0-15,0 0 1 0,0 0-8 0,0 0 5 0,0 0 2 16,0 0-5-16,0 0 0 0,0 0 3 0,0 0-3 16,0 0 3-16,0 0-4 0,0 0 2 15,0 0-4-15,0 0 5 0,0 0-3 0,18-1-1 0,-8 0 0 16,3 0 4 0,6-4-2-16,3 3-2 0,0 0 3 0,6 0-2 15,-1-2-2-15,3-1 2 0,-3-1 0 0,1 3-3 16,-6-2 2-16,-3 2 0 0,3 2 0 0,-3-2 2 0,-5 3-2 15,-1-1 0-15,-3 1 0 0,0-2 0 0,-2 2-1 16,-3-1-6-16,1 1 0 0,-6 0-6 16,8-1-9-16,-8 1-12 0,5-3-10 0,-5 3-5 0,0 0 1 15,0 0-9-15,0 0-13 0,0 0-17 0,0 0-34 0,-13 8-29 16,8-8-206-16,5 0-385 0,-9 3 171 0</inkml:trace>
  <inkml:trace contextRef="#ctx0" brushRef="#br0" timeOffset="-135920.1">12034 9786 115 0,'3'-4'295'0,"-3"4"-5"0,2-8-7 0,-2 6-22 0,0 2-12 15,0 0-28-15,-1-6-18 0,1 6-23 16,0 0-17-16,1-4-23 15,-1 4-15-15,0 0-17 0,0 0-25 0,0 0-26 16,0 0-11-16,0 0-3 0,0 0-7 0,3 10-2 16,-2 0-4-16,0-1-4 0,1 1-4 0,-2 4 0 15,1-4-2-15,3 3-5 0,0 3-2 0,-2 1 0 16,1 1 3-16,-1-3-6 0,3 3 3 0,-1-6-5 0,-3-2-1 16,3 0 5-16,-4 1-4 0,2-5 4 0,0 4-5 15,-1-4-4-15,1 1 2 0,-2-2-1 0,2-2-1 0,0 1 3 16,-2 0-3-16,0-4 2 0,2 4 3 0,-2-1 2 15,0-3-8-15,1 4 4 0,-1-4-2 0,0 3-8 16,0-3-2-16,0 0-11 0,3 4-3 0,-3-4-2 16,0 0-16-16,0 0-9 0,0 0-12 0,0 0-16 15,0 0-25-15,0 0-84 0,0 0-262 0,0 0-483 0,-13-11 214 16</inkml:trace>
  <inkml:trace contextRef="#ctx0" brushRef="#br0" timeOffset="-135672.69">12346 9616 117 0,'0'0'216'0,"0"0"-20"0,0 0-22 0,13 6-23 15,-8 3-14-15,4-1-9 0,-3 3-16 0,6 6-11 16,2 3-5-16,-2 3-12 0,1 2-6 0,1 0-9 0,-2 4-7 15,-2 0-4-15,-2 2-7 0,-3 1-3 0,-3 1-3 16,-3 1-3-16,-3-2-3 0,-2-1-3 0,-8 1 0 0,-3-1-5 16,-14 10-2-16,-3-5-3 0,-4-2-10 0,-8-3-21 15,-3-1-34-15,-7-1-44 0,-3-5-77 0,-29 5-156 16,24-12-341-16,-1-5 151 0</inkml:trace>
  <inkml:trace contextRef="#ctx0" brushRef="#br0" timeOffset="-135086.57">10484 9689 39 0,'0'-2'160'0,"0"2"-2"16,-1-7-9-16,2 4 5 0,-1 3-1 0,0-5-1 0,0 5-8 15,0 0-14-15,-1-4-16 0,1 4-13 0,0 0-10 16,0 0-7 0,0 0-10-16,0 0-9 0,-4-3-7 0,4 3-9 15,-12 8-7-15,1 2 0 0,-2 1-7 0,-8 9-7 0,1 1 3 16,0 4-9-16,-3 2-3 0,2 3-5 16,2 0-2-16,-6 16 0 0,4 0-2 0,6 0 0 15,3-13-2-15,5 1 0 0,2 0 3 0,2-2-7 16,6-3 3-16,3 0-1 0,4 1 2 0,7-5-2 0,6 0 4 15,19-2 5-15,13-3-8 0,8-8-26 0,26-4-41 0,3-5-67 16,-31-6-213-16,35-6-367 0,-29 1 162 0</inkml:trace>
  <inkml:trace contextRef="#ctx0" brushRef="#br0" timeOffset="-134297.79">12632 9590 198 0,'0'0'246'0,"0"0"-20"16,0-5-11-16,0 5-14 0,0 0-15 0,0 0-17 16,0 0-19-16,0 0-17 15,0 0-14-15,0-4-17 0,0 4-14 0,0 0-15 0,0 0-9 0,0 0-5 0,-1 13-10 0,2-3-2 16,-1 3-9-16,3 4-2 0,-2 2-8 0,-1 5 1 15,1 1-5-15,-1 4-6 0,3 0 0 0,2-2-4 16,-5 3 1-16,5 0-1 0,-1-3-3 0,-2 2 2 16,2-5-3-16,-2-3 1 0,0-2-1 0,-1-3-3 0,2-2-2 15,-2-2 1-15,1-2-1 0,-2-1-1 16,1-1 1-16,0-1-1 16,-1-2 1-16,2 2-1 0,-2-5 2 0,0 3-1 15,0-5-1-15,2 7 4 0,-2-4 10 0,0-3 5 16,0 0 2-16,1 4 3 0,-1-4 0 0,0 0-3 15,1 3-1-15,-1-3-3 0,0 0-1 0,0 0-4 16,0 0-2-16,0 5-4 0,0-5-15 0,0 0-14 16,0 0-17-16,0 0-29 0,0 0-32 0,0 0-33 15,-2 3-3-15,2-3-24 0,-5 4-225 0,5-4-415 0,-4 4 184 0</inkml:trace>
  <inkml:trace contextRef="#ctx0" brushRef="#br0" timeOffset="-134116.62">12742 10399 8 0,'0'0'436'0,"-3"5"-7"16,3-5-19-16,0 0-24 0,3 4-33 0,-3-4-37 15,0 0-28-15,-3 3-32 0,3-3-21 0,0 0-64 16,0 0-98-16,9-8-105 0,-2 3-114 0,4-2-144 15,-2-2-193-15,3-4-522 0,-7 4 232 0</inkml:trace>
  <inkml:trace contextRef="#ctx0" brushRef="#br0" timeOffset="-131279.63">13243 9593 110 0,'0'-6'213'16,"0"0"-8"-16,-1-1-11 0,1-2-4 0,0 3-12 0,0-2-19 16,0 1-6-16,1 1-12 0,-2-1-9 0,2 2-10 15,-1-1-9-15,0 3-10 0,0-1-12 0,0 0-8 16,0 4-12-16,0-5-11 0,0 5-27 0,0 0-12 15,0 0 0-15,0 0-6 0,3 14 1 0,-6-2-4 16,2 5 0-16,-2 12-2 0,-2-1 0 0,1 4-5 16,0 3-1-16,-1 1 2 0,-4 12-3 0,4 3 3 0,0-5-4 15,5 6-1-15,-4-5 4 0,4-1-2 0,-1-10-2 16,2 0 3-16,-1-4 0 0,0 2 1 0,4-3-3 16,-4-3 2-16,1 0 1 0,3-9-3 0,-1 0 0 15,-2-1 0-15,3-3-2 0,-3-3 0 0,-1-3 3 16,0 1-1-16,5 0-2 0,-5-4 4 0,0-2 1 15,0 1-4-15,3 1 2 0,-3-4 1 0,0 2-4 0,0-4 1 0,0 5 1 16,0-5 1-16,0 6-2 0,0-6 1 0,0 0 4 16,1 2-1-16,-1-2 1 0,0 0-2 0,0 4 0 15,0-4 0-15,0 0 0 0,0 0-4 0,0 0 6 16,0 0-5-16,4 3 1 0,-4-3 2 0,0 0-3 16,0 0 0-16,0 0 3 0,0 0-3 0,0 0-3 15,0 0 5-15,0 0-1 16,0 0 1-16,0 0-3 0,0 0 1 15,0 0 2-15,0 0-2 0,0 0-2 0,0 0 2 0,0 0-1 0,0 0 1 16,0 0-1-16,0 0 2 0,0 0-2 16,0 0 6-16,0 0-7 0,0 0 1 0,0 0-3 15,0 0 8-15,0 0-3 0,0 0-3 0,0 0 2 16,0 0-4-16,0 0-1 0,0 0 5 0,0 3-1 0,0-3 0 16,0 0 1-16,0 0 1 0,9-1 2 0,-9 1-2 0,20-5 1 15,-3 1 1-15,15-1-1 0,5-4-4 0,15-3 3 16,2-1 3-16,2 1 0 0,-5 3-1 0,-1-5-4 15,-13 7 0-15,4-1 4 0,-6 1-3 0,-2 0 3 16,-4-1-1-16,-2 5-1 0,-8-1 0 0,-5-1 2 16,-5 3-7-16,0 1-14 0,0-2-11 0,-4 2-7 15,3 1-6 1,-4-3-12-16,-4 3-18 0,0 0-26 0,0 0-42 0,0 0-36 16,0 0-164-16,-21-4-367 0,11 3 164 0</inkml:trace>
  <inkml:trace contextRef="#ctx0" brushRef="#br0" timeOffset="-130461.44">13326 9586 37 0,'0'0'109'0,"0"0"-19"0,0 0-10 0,0 0-5 16,-9 0-6-16,9 0 2 0,0 0-12 0,0 0-9 0,0 0-4 15,0 0-4-15,0 0 4 0,0 0-7 0,0 0-6 16,0 0 1-16,0 0-5 0,0 0-7 0,0 0-10 16,0 0 9-16,0 0-8 0,0 0 10 0,0 0-9 15,0 0-3-15,0 0 4 0,0 0-5 0,0 0 7 16,0 0 13-16,0 0 7 0,0 0 2 0,0 0-3 0,0 0-7 15,0 0 6-15,0 0-8 0,0 0 7 0,0 0 7 0,29-1-12 16,-9-2 8-16,9-3 1 0,-1 3 4 0,4-4-1 16,1 2-4-16,-1 1 0 0,-1-1-7 0,-3 0-3 0,0 1 1 15,-9 0-10-15,3 2 5 0,-12 0 2 16,3-1-3-16,0 1 7 0,-6 0-8 0,1 2 0 16,0-1 5-16,-3 0-8 0,0 0 1 0,-5 1 0 15,9 0-5-15,-9 0 0 16,6-2-7-16,-6 2-1 0,0 0-16 0,8 0-31 15,-8 0 0-15,0 0-17 0,0 5-40 16,0-5-63-16,-3 7-105 0,3-7-288 0,0 0 127 0</inkml:trace>
  <inkml:trace contextRef="#ctx0" brushRef="#br0" timeOffset="-126839.82">14274 9808 205 0,'0'0'197'0,"0"-7"4"0,0 7-13 15,0-3-2-15,0 3-12 0,-4-7-13 0,4 7-7 32,0-2-16-32,0 2-13 0,0 0-12 0,3-3-13 15,-3 3-12-15,0 0-10 0,0 0-12 0,0 0-10 16,0 0-16-16,0 0-7 0,0 0-7 0,0 0-2 15,0 0-3-15,0 0-2 0,1 15-4 0,1-7-1 16,-2 3-2-16,0 1 0 0,0-1-2 0,0 5 0 0,0 1-1 0,0 2 2 16,0 0-4-16,-2 1-1 0,2-3-2 0,0 0 2 15,0 0 1-15,0-1-3 0,0-6-1 0,-1 2 3 16,-2-3 1-16,3-1-2 0,-1-3 2 0,1 2-3 16,1-3 2-16,2 0 2 0,-6 0 7 0,3-4 29 15,3 5 36-15,-3-5 33 0,0 0 1 0,0 0-17 16,0 0-6-16,11-13-10 0,-3 0-11 0,1-2-5 0,1 1-3 0,4-3-10 15,3-3-1-15,-1-1-8 0,-5 6-9 0,1 1 2 16,-4 6-3-16,0-4-8 0,1 3 0 0,-4 1-5 16,1 1 0-16,-2 2-4 0,-1 1-7 0,1 2-6 0,-2-2-14 15,3 2-1-15,-5 2 0 0,0 0-2 16,14 7-1 0,-10-2 2-16,3 2-1 0,1 1-2 0,-3 3-5 15,3 4 7-15,0-6-10 0,-6 4-8 0,6-1-10 0,-3 0-12 16,0 0-13-16,-1-1-14 0,0 1-19 0,0-1-28 15,-3 1-24-15,4-2-37 0,0 0-62 0,-5-5-167 16,4 2-451-16,0-2 200 0</inkml:trace>
  <inkml:trace contextRef="#ctx0" brushRef="#br0" timeOffset="-126270.55">14856 9932 90 0,'-7'1'157'0,"7"-1"-5"0,-6 0-6 0,6 0-8 0,0 0-10 16,-8 3-8-16,8-3 2 0,0 0-10 0,-5 0-3 15,5 0-4-15,0 0-7 0,0 0-4 16,0 0-4-16,0 0 2 0,0 0-3 0,0 0-3 0,0 0 1 16,0 0-6-16,0 0-8 0,0 0-3 0,0 0-8 15,0 0-1-15,0 0-12 0,0 0-5 0,0 0-2 16,0 0-1-16,0 0-9 0,0 0-1 0,0 0-6 0,-9-3 0 0,9 3-4 31,0 0-2-31,0 0-3 0,0 0-3 0,0 0 3 16,0 0-2-16,0 0-2 0,0 0-3 0,0 0-3 15,0 0 2-15,0 0-1 0,0 0-3 0,0 0 2 0,0 0 1 0,0 0-2 16,0 0-1-16,0 0-1 16,0 0 1-16,0 0-1 0,22-5-1 0,-12 4 1 0,4 0-1 15,3-3 0-15,3 3-1 0,-1-1-1 0,2-3-1 0,-1 2 4 16,2 2-1-16,0-2-2 0,-2 0-1 0,-2 3 2 15,-1-2-1-15,-6-1 1 0,1 1-1 0,-5 0-2 16,0 1 8-16,0 0-3 0,-3-2-3 0,-4 3 0 16,7 0 2-16,-7 0-7 0,0 0-10 0,7 0-10 15,-7 0-9-15,0 0-2 0,0 0-12 0,0 0-10 16,0 0-18-16,0 0-28 0,-14 8-28 0,10-4-23 0,-2-2-48 0,0-2-125 16,6 0-353-16,-8 2 157 0</inkml:trace>
  <inkml:trace contextRef="#ctx0" brushRef="#br0" timeOffset="-125900.78">15263 9774 273 0,'0'0'297'0,"1"-2"-17"0,-1 2-20 0,3-3-22 0,-3 3-20 15,0 0-27-15,0-7-20 0,0 7-17 0,0 0-18 16,0 0-18-16,0 0-14 0,1-2-20 0,-1 2-14 0,0 0-11 16,0 0-5-16,4 11-5 0,-3-8-7 0,1 5-5 15,-1 1-4-15,0 1-4 0,1 0-4 0,0 2-4 0,-2 0 3 16,1 2-4-16,2 1-3 0,-1-1-1 0,0 1-4 16,0 2 5-16,0-5-5 0,0 0-1 0,1-1 0 15,-1 0 0-15,-2-2-1 0,2-2-3 0,-1-1 0 16,-1 1 0-16,1-3 1 0,-1 0-1 0,1 0-2 0,-1 0 0 15,0-4 4-15,3 4-1 0,-3-4-2 0,0 5 4 16,0-5-3-16,0 4 0 0,0-4-2 0,0 0-3 16,0 0 1-16,0 0-5 0,0 0 1 0,1 3-8 0,-1-3-12 15,0 0-13-15,0 0-13 0,0 0-56 0,0 0-68 16,0 0-67-16,-5-12-193 0,5 4-466 16,0 3 207-16</inkml:trace>
  <inkml:trace contextRef="#ctx0" brushRef="#br0" timeOffset="-125652.79">15452 9629 110 0,'0'0'185'0,"0"0"-14"0,12 7-18 0,-7-2-18 16,3 4-11-16,-1 0-12 0,5 5-9 0,0 2-9 15,3 6-9-15,1 2-8 0,-7 1-8 0,5 1-6 16,-7 1-1-16,-1-1-6 0,-1 3-10 0,-1 1-1 0,-4 0-3 16,-4 1-3-1,-5-1-4-15,-7-1-7 0,-2 0-5 0,-5 0-14 16,-5-2-12-16,-8 7-22 0,5-12-41 0,-11 5-82 16,6-11-123-16,-15 4-293 0,0-6 129 0</inkml:trace>
  <inkml:trace contextRef="#ctx0" brushRef="#br0" timeOffset="-125199.05">14062 9693 33 0,'0'-5'228'0,"1"2"-13"0,-1 3-4 0,0-8-4 0,0 8-24 16,0-5-15-16,0 5-20 0,-1-4-18 0,1 4-14 15,0 0-16-15,0 0-14 0,0 0-8 0,-4 10-8 16,-1 1-5-16,-1 6-11 0,-6 5-5 0,3 4-5 16,-2 6-6-16,1 0-3 0,2 2-4 0,-1 13 3 15,8-10-4-15,-1-2-6 0,5 0 2 0,2-2-4 16,4-1-4-16,4-2-2 0,7-2 4 0,3-2-5 15,5-3-12-15,16 4-20 0,-9-10-33 0,15 0-42 16,5-8-53-16,3-4-221 0,-1-4-396 0,3 1 176 16</inkml:trace>
  <inkml:trace contextRef="#ctx0" brushRef="#br0" timeOffset="-124565.95">16031 9933 169 0,'0'0'168'0,"0"0"-16"0,-9-1 2 0,9 1-15 15,0 0-8-15,0 0-12 0,-8 0-12 0,8 0-9 16,0 0-14-16,0 0 1 0,0 0-8 0,-6-3-9 0,6 3-9 0,0 0-3 16,0 0-5-16,0 0-1 0,0 0-3 0,0 0-2 15,-7 0 2-15,7 0-8 0,0 0 2 0,0 0-2 16,0 0 1-16,0 0-2 0,0 0 1 0,0 0-9 31,0 0-2-31,0 0 6 0,0 0-3 0,0 0-2 16,0 0 1-16,0 0 0 0,0 0 1 0,0 0-1 15,0 0 1-15,0 0-4 0,0 0-2 0,0 0-2 0,21-2-4 0,-7 1 0 16,7-3-6-16,-1 3 1 0,11-3 0 0,-1-2-3 16,2 1-1-16,4 2-1 0,-4-2 3 0,3 1-1 15,-6 0-1-15,0 0 5 0,-7 0-2 0,-4 3 1 16,-4-2-1-16,-2 3-2 0,0-2 0 0,-7 2 1 15,3 0 0-15,-4 0-3 0,-4 0-3 0,9-3 2 16,-9 3-5-16,8 0-3 0,-8 0-14 0,0 0-15 0,0 0-22 0,0 0-27 16,0 0-42-16,0 0-56 0,0 0-211 0,-23 3-420 15,17-1 186-15</inkml:trace>
  <inkml:trace contextRef="#ctx0" brushRef="#br0" timeOffset="-122516.88">16811 9599 177 0,'0'0'174'0,"2"-6"-22"16,2 3-14-16,0 1-16 0,1 1-10 0,-5 1-13 15,15 1-11-15,-6 1-13 0,2 1-6 0,0 3-6 16,3 0-7-16,1 5-9 0,-2-2-3 0,1 5-2 16,0 1-8-16,-1 1 0 0,0 4-3 0,-2-3-9 15,-2 0 2-15,3 4 2 0,-7-1-5 0,1-1-6 16,-1-2 0 0,-1 2 2-16,-3 0-3 0,-1-1-5 0,-1-1 2 15,-1 2 0-15,-3-8-4 0,1 7 7 0,-3-4 0 0,1-2-1 16,-1-4 6-16,-1 3 2 0,0-6-4 0,-1 3 0 15,1-3-1-15,2-1 5 0,-2 0 4 0,2 0 15 16,1-1 15-16,-2-1 20 0,4 0 19 16,3-2 1-16,-8 0-1 0,8 0-3 0,-4-7-8 0,4 2-7 15,0-5-8-15,5 0-6 0,-1 0-9 0,6-7-3 0,-1 1-4 16,4-1-6-16,5-2-7 0,-8 4-3 0,3 1-3 0,-2-1-3 16,2 3-3-16,-1 0 0 0,-3 2-5 0,1 1 0 0,-3 1-2 15,1-1 2-15,-3 3-6 0,0 1 1 0,2-1-3 16,-1 5-4-16,-3-3 2 0,-1 2-11 0,2-2-19 15,-4 4-4-15,0 0-1 0,0 0 1 0,4 8 3 16,-4-8 4-16,-4 13 1 0,4-4 5 0,-3 3-5 16,2 0 6-16,1 5 1 0,0-2 1 0,0 2 1 15,0-3 3-15,4 3-2 0,-3 2 3 0,5-4-14 0,2 0-11 16,1 0-22-16,4-2-37 0,4-3-62 0,1-3-97 16,2-2-136-16,2-5-418 0,6 0 185 15</inkml:trace>
  <inkml:trace contextRef="#ctx0" brushRef="#br0" timeOffset="-121915.64">17485 9835 7 0,'-13'2'163'0,"0"-2"-10"0,1 1-13 0,1 0-11 15,3-1-6-15,1 1-14 0,2-1-7 0,5 0-6 16,-11 3-7-16,7-2-8 0,4-1 3 0,-6 0 1 16,6 0-6-16,0 0 0 0,0 0-7 0,-7 0 1 15,7 0-3-15,0 0-2 0,0 0 2 0,0 0 0 16,0 0 4-16,0 0-1 0,0 0 2 0,0 0 2 16,0 0-1-16,0 0-1 0,0 0-3 0,0 0-4 15,0 0-4-15,0 0-7 0,0 0-3 0,0 0-4 0,0 0-5 16,0 0 0-16,0 0-9 0,0 0-5 0,0 0-3 15,0 0-3-15,0 0-2 0,0 0-2 0,0 0-2 16,0 0-3-16,0 0-2 0,0 0-1 0,0 0-4 0,0 0 3 16,0 0-4-16,0 0 1 0,0 0-3 0,0 0 1 31,0 0-3-31,0 0 1 0,0 0-1 0,0 0-1 16,0 0-1-16,0 0-1 0,0 0 1 0,0 0-1 0,0 0 5 15,28-4-5-15,-11 3-1 0,3-1 2 0,2 2-2 16,6-2-2-16,-6-1 4 0,6 3-1 0,-9-2-1 15,4 0 0-15,-5 0 0 0,0-1-3 0,-5 2-3 0,-1 0 0 16,-3 0-2-16,-1-1 0 0,-1 2-9 0,0-1-5 16,-2-1-18-16,-5 2-17 0,5-4-24 0,-5 4-27 15,0 0-16-15,0 0-20 0,-9-5-20 0,9 5-21 16,-5-3-180-16,-2 0-393 0,4 1 175 0</inkml:trace>
  <inkml:trace contextRef="#ctx0" brushRef="#br0" timeOffset="-121593.46">17855 9667 93 0,'-2'-2'334'0,"2"2"-7"15,0-9-12-15,0 9-10 0,0-5-41 0,0 5-21 0,0-3-13 16,0 3-32-16,0 0-28 0,2-7-17 0,-2 7-22 15,0 0-18-15,0 0-11 0,0 0-14 0,0 0-9 16,0 0-13-16,5 17 1 0,-3-8-15 16,2 0-4-16,-1 2 0 0,-1-1-11 0,2 7-2 0,0-3-5 15,0 3-4-15,-2-1 0 0,1 1-5 0,0-4-1 0,-1 0 2 16,-1-2-2-16,2 0-5 0,-3-2-4 0,1-2-4 16,0 0-18-16,-1 0-10 0,0-2-2 0,0-2-9 0,0 1 2 15,2 0-2-15,-2-4 3 0,0 0 1 0,-2 6 6 16,2-6-6-16,2 3 0 0,-2-3-16 15,0 0-49-15,0 0-64 0,0 0-47 0,0 0-52 0,-4-16-187 16,4 11-481 0,1-5 213-16</inkml:trace>
  <inkml:trace contextRef="#ctx0" brushRef="#br0" timeOffset="-121345.81">18076 9508 184 0,'0'0'226'0,"3"-2"-26"0,-3 2-22 0,0 0-20 16,0 0-13-16,13 8-14 0,-6 1-11 0,4 3-7 15,-1 4-11-15,3 5-7 0,1 5-7 0,-1-2-6 16,-2 3-7-16,-2 0-9 0,-1 2-7 0,-4 1-5 16,-4-3 0-16,0 2-8 0,-4 2-2 0,-1 2-6 15,-7-2-3-15,-1 0-1 0,-4-3-6 0,-4 2-4 0,-3-4-9 0,-4 1-13 16,-1-6-26-16,-12 8-23 0,6-11-28 0,-12 4-51 15,0-5-228-15,-4-8-384 0,-2-1 170 0</inkml:trace>
  <inkml:trace contextRef="#ctx0" brushRef="#br0" timeOffset="-120891.46">16607 9492 162 0,'0'-4'196'0,"2"0"-7"0,-1 1-7 15,-1 3-16-15,0-9-14 0,0 9-14 0,1-1-20 16,-1 1-9-16,0 0-14 0,0 0-12 0,0 0-8 15,0 0-6-15,0 13-12 0,-1-1-3 0,-2 6-10 0,-2 7-3 0,0 4-8 16,-5 5-3-16,0 10 0 0,1 0-5 0,2-8 0 16,-1 12-6-16,1 4-1 0,6-6-3 0,2-11 3 15,3 12-2-15,2-13 2 0,6-4-4 0,-1 0-2 16,7-2 2-16,3-3-4 0,3-4 3 0,4-3 2 16,7 1-1-16,14-2-11 0,-13-7-27 0,19 1-42 15,-3-5-77-15,0-2-198 0,1-5-367 0,0-3 163 0</inkml:trace>
  <inkml:trace contextRef="#ctx0" brushRef="#br0" timeOffset="-120312.66">18345 9561 233 0,'-1'-4'231'0,"0"-1"-1"0,0 2-14 15,1-2-14-15,-2 0-11 0,2 5-11 0,0-7-12 16,-2 5-10-16,2 2-11 0,-2-5-12 0,2 5-13 15,0 0-13-15,-1-5-9 0,1 5-11 0,0 0-9 0,0 0-8 16,0-3-10-16,0 3-9 0,0 0-5 0,0 0-5 16,0 0-13-16,0 0-1 0,0 0-4 0,0 0-2 0,-2 11-2 15,0-1-3-15,0 1-4 0,0 6 0 0,0 3-1 16,-2 5-7-16,0 3 3 0,2 1-4 16,-2-3 2-16,5 4-3 0,-1-1 3 0,1-5-2 15,1 3 0-15,2 1 5 0,0-4-6 0,0 1 0 0,0 0 2 0,-1-7-26 16,-1-1-12-16,0-2-15 0,0-1-14 0,1-3-14 15,-2 1-17-15,2-1-17 0,-1-1-24 0,1-1-16 16,-1-4-43-16,-2 2-178 0,0-2-400 0,0-2 176 0</inkml:trace>
  <inkml:trace contextRef="#ctx0" brushRef="#br0" timeOffset="-120159.28">18307 10198 155 0,'0'4'230'0,"0"-4"-24"0,0 0-18 0,0 0-17 0,1 3-15 15,-1-3-19-15,0 0-11 0,0 0-18 0,0 0-40 0,0 0-55 16,15-7-63-16,-8 2-202 0,1-2-272 0,-1-1 121 16</inkml:trace>
  <inkml:trace contextRef="#ctx0" brushRef="#br0" timeOffset="-118856.39">18287 9273 121 0,'0'0'223'0,"-4"-3"-17"16,4 3-16-16,0 0-20 0,0 0-17 0,0 0-16 0,7-5-17 0,-7 5-11 15,13 3-10-15,0-1-11 0,5 1-8 0,2 0-20 16,2 3-14-16,-2-3-16 0,10 0-10 0,-7 1-13 15,5 1-9-15,-9-2-6 0,3 0 3 0,-3-3-9 16,0 0 0-16,-2 1 0 0,-4-2 7 0,-1 1 2 16,1-3-2-16,-4 1-2 0,-3-1 6 0,2 0 3 15,-3-1 15-15,-1 1 6 0,1 0 5 0,-2-3 8 0,2 1 7 0,-3 0 3 16,1 3 11-16,-2-5 4 0,2 1 2 0,-2 2 10 16,-1 1 1-16,4-2 2 0,-4 1-8 0,0 4-7 15,1-5-4-15,-1 2-6 0,0 3-7 0,0 0-2 16,3-4-7-16,-3 4-7 0,0 0-1 0,0 0-20 15,0 0-1-15,0 0-4 0,1 9-1 0,-1 3-1 16,0 4 0-16,0 9-2 16,0 4 3-16,0 4-4 0,-4 14 1 0,4 2 3 15,-5 4-2-15,5-2-1 0,-4 2 3 0,4-5-2 16,0-2 0-16,0-9-2 0,0 10 3 0,3-10-2 16,-2 9-2-16,3-9 3 0,1 9 2 0,-2-13-1 15,1-3 2-15,2-1-3 0,-5 0 2 0,3-1 1 16,-2-1 0-16,1-3-3 0,-3-4 2 0,1 0 0 15,1-1 0-15,-4 0 1 0,2 0 5 0,-1 0-4 0,-2-1-2 0,2-3 4 16,0-2-3-16,0 2 1 0,1-2-2 0,-2-3-1 16,1 1 4-16,0 0-4 0,1-3 4 0,-3 0-2 15,3-1 1-15,0-2 0 0,-2 0 2 0,2 0 1 16,0-1 2-16,2-1-6 0,-2-3 3 0,-2 7 2 16,2-7-2-16,0 4 3 0,0-4 2 0,0 5 11 15,0-5 3-15,0 0 5 16,0 0 3-16,0 0 0 0,0 3 1 0,0-3-2 15,0 0-4-15,0 0-1 0,0 0-3 0,0 0-3 16,0 0-2-16,0 0-1 0,0 0-2 0,0 0 0 16,0 0-1-16,0 0 0 0,0 0 8 0,0 5 5 15,0-5 6-15,0 0 4 0,0 0 3 16,0 0 1-16,0 0 4 0,0 0 0 0,0 0 1 0,0 0-6 16,0 0-5-16,0 0-4 0,0 0 1 0,0 0 0 0,0 0-2 0,0 0 0 15,0 0 1-15,0 0 3 0,0 0 5 0,0 0 1 16,0 0-2-16,0 0 5 0,0 0-7 0,0 0-2 15,0 0-1-15,0 0-3 0,0 0-1 0,0 0-4 16,0 0 1-16,0 0-5 0,0 0-2 0,0 0-4 16,0 0 0-16,0 0 0 0,0 0 1 0,0 0-9 15,0 0 4-15,0 0-3 0,0 0-1 0,0 0-1 0,0 0-2 0,0 0 1 16,0 0-1-16,0 0 1 0,0 0-2 16,0 0 4-16,0 0-6 0,0 0 6 0,0 0-6 15,0 0 5-15,0 0-4 0,0 0 2 0,0 0-2 0,0 0 3 31,0 0-6-31,0 0 6 0,0 0-2 0,0 0 0 16,0 0 0-16,0 0 1 0,0 0-3 0,0 0 0 16,0 0 4-16,0 0-3 0,0 0 4 0,0 0-6 0,0 0-1 0,0 0 4 15,0 0-4-15,0 0 5 0,0 0-2 16,0 0 0-16,0 0-2 0,0 0 5 0,0 0-6 0,0 0 0 16,0 0 3-16,0 0 2 0,0 0-3 0,0 0 3 15,0 0-3-15,0 0-6 0,0 0-7 0,0 0-5 16,0 0-8-16,-12-6-4 0,12 6 1 0,-19 0 3 15,1 1 1-15,0 1 5 0,-2-1-2 0,-8-1 3 0,-1 2 1 0,0 1 2 16,-3-1 2-16,-1 2 1 0,-3-4 3 0,3 3-2 16,-1-3-10-16,5 3 2 0,8-2 0 0,0 0 4 15,2-1 12-15,6 2-7 0,-2-2-1 0,5-2-3 16,2 4 5-16,-1-2 3 0,4 1-7 0,-3-1 3 16,8 0-3-16,-9 0 1 0,9 0-6 0,-5-1-1 15,5 1-6 1,0 0-19-16,-7-3-43 0,7 3-63 0,-2-4-62 15,2 4-299-15,2-8-555 0,-2 4 246 0</inkml:trace>
  <inkml:trace contextRef="#ctx0" brushRef="#br0" timeOffset="-116553.77">19678 8095 61 0,'0'-5'198'0,"0"5"-10"0,-2-6-13 15,4 3-18-15,-2 3-19 0,0 0-16 0,0 0-13 16,0 0-17-16,0 0-13 0,-4 19-5 0,4-2-3 15,0 9-11-15,-2 5-6 0,0 6-5 0,-1 9-9 16,1 8-5-16,2 0 0 0,0 3-3 0,0 1-2 16,2-2 1-16,0-2-5 0,5-3-4 0,-1-2 0 15,1-15-4 1,1 0 1-16,1-1 2 0,-1-3-10 0,-2-1 1 0,3-4-6 16,-5-7 10-16,4 0-5 0,-3-2-7 0,1 0 12 15,-3-6-5-15,1 2 1 0,-3-6 0 0,0 4-4 16,2-6 1-16,-2 1 2 0,0-1 3 0,1 1-5 0,-1-2-4 15,-1-3 4-15,1 5 1 0,0-2 2 0,-1-3 0 16,2 3-2-16,-2-3-1 0,0 0-3 16,0 0-13-16,0 0-31 0,0 0-24 0,0 0-55 0,-18-8-62 15,11 3-120-15,1-2-323 0,2-1 143 0</inkml:trace>
  <inkml:trace contextRef="#ctx0" brushRef="#br0" timeOffset="-116136.57">19685 8363 150 0,'0'-5'220'0,"-2"3"-11"0,1-5-20 0,1 7-17 15,0-5-17-15,0 5-17 0,1-7-15 0,4 5-12 16,3-1-13-16,-3 2-11 0,9 1-9 0,4-1-9 16,1 2-4-16,2 0-9 0,7 6-7 0,0-4-3 15,1 4-5-15,1 2-9 0,-1 1 2 0,-1 0-9 16,0 5 1-16,-2-1-6 0,-3 3-6 0,-8-5-1 0,0 3-3 16,-3-1-8-16,-2-1-9 0,-5-1-1 0,-1-1-4 0,-4 1 0 15,-5 0 4-15,-3-1-3 16,-4 1 1-16,-6 0 4 0,-9-1 3 15,-1-2-2-15,-3 1-3 0,3-3 5 0,1-1 3 0,-2-3-3 16,1 1 2-16,6-1 0 0,2-2 9 0,0 0-5 16,1-1-6-16,6 0 3 0,-1 0 2 0,5 0 7 15,3 0 7-15,-3-1 5 0,5 0 3 0,4 1 0 16,-7-2-1-16,7 2-18 0,-2-3-28 0,2 3-25 16,11-7-27-16,0 2-45 0,-2 1-214 0,0-2-361 15,2 0 160-15</inkml:trace>
  <inkml:trace contextRef="#ctx0" brushRef="#br0" timeOffset="-114246.69">19913 7778 78 0,'4'-3'134'15,"1"-1"-16"-15,5-2 8 0,-1 2-10 0,0 0-14 0,4-1 3 16,0-1-20-16,-3 4 2 0,9-2-11 0,-1 4-17 16,-5-1 1-16,0 3-4 0,1 1-1 0,-1-1-7 0,0 4-6 15,2 0-4-15,-3 2-2 0,-4 1-7 0,1 5-3 16,-2 1-1-16,1 2 2 0,-3 1-1 0,-2 0-6 16,-2 0 1-16,-1 2-5 0,-5 3 0 0,0-3-2 15,-4-2 0-15,0 0-5 0,0-2-6 0,-5 1 14 16,5-4 0-16,-2-1 5 0,1-2-5 0,1-1-3 0,2-2 6 15,-1 0 0 1,4-3 7-16,-2 0 10 0,4-2 8 0,-1 1 17 16,1 0 22-16,2-3 12 0,-4 1-6 0,4-1-9 15,0 0-10-15,5-9-5 0,0 0-7 0,8-4-6 16,-2-1-7-16,2 1-6 0,6-5-5 0,2-2-3 16,-2 1-2-16,-4 4-4 0,2-4-4 0,-2 5-3 15,-3 1 1-15,2-1-3 0,-5 7-4 0,-2-3 2 16,1 3-2-16,-3 0-2 0,-1 3 0 0,0 0-1 0,-2-2-3 0,2 2-4 15,-1 1-7-15,-3 3-9 0,2-1 0 0,-2 1 1 16,0 0 5-16,0 0-2 0,-7 17-2 0,3-10 3 16,-3 4 0-16,2 1 1 0,-1 1-2 0,2 2 3 15,0 0-9-15,2 2 14 0,-1-5-3 0,2 7 2 16,2-7-4-16,2-1 2 0,2 1 2 0,5 3-9 0,1-5-15 16,4 0-32-1,4-1-39-15,9-4-54 0,-1 0-258 0,2-5-443 16,-11-1 197-16</inkml:trace>
  <inkml:trace contextRef="#ctx0" brushRef="#br0" timeOffset="-113601.38">20565 7945 168 0,'-8'0'171'0,"3"0"-16"16,-3 0-11-16,8 0-6 0,-7 0-6 0,7 0-14 15,0 0-6-15,-8 0-16 0,8 0-13 0,0 0-10 16,0 0-6-16,0 0-1 0,0 0-8 0,0 0-5 16,0 0-2-16,15-7-3 0,-11 5 8 0,-4 2-1 15,4-1-5-15,-4 1-2 0,0 0-3 0,5-1-2 0,-5 1-1 16,0 0-3-16,0 0-7 0,0 0-3 0,8-1-2 0,-8 1-3 15,0 0-2-15,0 0-4 0,0 0 0 0,0 0-5 16,0 0 0-16,0 0 1 0,0 0-1 0,0 0-5 16,0 0-5-16,0 0 5 0,0 0-1 0,0 0-4 15,0 0 6-15,5-2-4 0,-5 2-1 0,0 0 1 16,0 0-1-16,0 0-1 0,0 0 0 0,0 0 0 16,0 0 0-1,0 0-1-15,0 0-1 0,0 0-1 0,0 0 2 0,0 0 1 16,0 0-2-16,10 1 13 0,2-2-4 0,2-1-4 15,4 1 2-15,2 1 6 0,8-3-8 16,3-1 0-16,2 1-1 0,0 0-4 0,3-1 4 0,1 1-2 16,-2 2-3-16,-3-3 3 0,-2 1-1 15,-10 2 0-15,-1-1-1 0,-5 1 0 0,-3 0-1 0,-2 1 6 16,1-1-4-16,-5 1-1 0,2-2 0 0,-7 2-3 0,9-1-5 16,-9 1 2-16,0 0-9 0,0 0 1 0,0 0-7 15,0 0-16-15,0 0-15 0,0 0-13 0,-21 3-18 0,15-2-21 16,1 0-20-16,5-1-30 0,-8 0-154 0,8 0-330 15,-9 0 146-15</inkml:trace>
  <inkml:trace contextRef="#ctx0" brushRef="#br0" timeOffset="-113378.99">21132 7784 139 0,'2'-3'294'16,"-2"3"-3"-16,1-6-11 0,-1 6-26 0,1-4-24 16,-1 4-23-16,1-3-20 0,-1 3-22 0,0 0-20 15,2-3-23-15,-2 3-12 0,0 0-11 0,0 0-9 16,5 13-4-16,-3-1-15 0,1 2-8 0,-1 6-10 16,4 5-18-16,-1 1-10 0,-3 2-27 0,5 0-31 15,-2 2-33-15,0-1-47 0,1-1-68 0,-1-1-245 16,-1-9-460-16,-4-6 203 0</inkml:trace>
  <inkml:trace contextRef="#ctx0" brushRef="#br0" timeOffset="-107837.79">22231 8482 73 0,'-10'-4'106'0,"-2"1"-6"0,-4-4-9 0,-1 4-16 16,-2 3-7-16,-1-2-10 0,-1 2-1 0,-6 2-9 15,4 1 2-15,0-1-5 0,-5 5 3 0,3 1-9 0,0 2-1 0,0-1-8 16,3 1 6-16,3 0-10 0,2-1 9 0,2 3-9 15,-3 0 3-15,4 0-9 0,4 3-5 0,0-2 6 16,1 0-3-16,2-1-2 0,3-2-3 0,2 3 1 16,1-6 0-16,1 2-6 0,2-4 14 0,1 3 3 15,2-4 14-15,1 0-2 0,8-3 5 0,-3 1 2 16,5-2 4-16,-3-3 4 16,7-3 4-16,-3-1 9 0,2 2 1 0,-2-6 0 15,-2 5-1-15,4-5-6 0,-1 3-1 0,0-2-5 0,-3 0-4 0,3 0-4 16,-9 4-4-16,1 0-3 0,-1 1-4 0,-1 3-3 15,-3-3-5-15,1 2-5 0,0 1-4 0,1 2-2 16,-7 0-6-16,12 2-1 0,-6 1-4 0,2 5 0 16,-2 1 2-16,2 1-1 0,1 7-3 0,1 6-2 15,-1 1-1-15,5 1-1 0,-5 2 6 0,1 0-2 16,0 2 0-16,-1-1-1 0,-1 2-1 0,0-1 2 16,-1-3 3-16,-3-1-6 0,1 0 1 0,-1-5 3 15,-2-3-2-15,-1-4 0 0,0 0 0 0,0-4 1 16,1 2-1-16,-2-5 2 0,2 0-1 0,-2 1 17 15,0-3 23-15,0 0 24 16,0-4 25-16,0 7 31 0,0-7 34 0,0 3 29 0,0-3 19 0,0 0-25 0,0 0-18 0,6-12-22 16,-2 2-8-16,0-2-16 0,1-5-12 0,6-6-13 15,0-2-5-15,2-2-15 0,2-2-7 0,-1 0-3 32,0-1-9-32,-2 2-6 0,1 0-8 0,1 5-1 15,-5 6-10-15,0 1 2 0,-2 6-5 0,0-2 0 16,-2 4-2-16,-1 0-11 0,-3 3-16 0,3 0-29 0,-2 1-35 15,2 1-37-15,-3-1-36 0,2 1-49 0,-3 3-11 0,0 0-16 16,0 0-30-16,2 11-71 0,-4-5-219 0,0-3-584 16,-1 1 259-16</inkml:trace>
  <inkml:trace contextRef="#ctx0" brushRef="#br0" timeOffset="-106189.33">22291 7879 48 0,'2'-5'228'15,"0"-4"-5"-15,-2 2-4 0,3 2-20 0,-1-4-9 16,-2 4-8 0,4-2-9-16,-3 2-14 0,-1 0-9 0,0 2-14 0,4 1-14 15,-4 2-16-15,0-6-15 0,0 6-11 0,4-4-10 16,-4 4-8-16,0 0-7 0,4 11-6 0,-3-2-16 16,0 4-4-16,-1 4 1 0,0 3-6 0,0 5-5 15,0 1 7-15,0 0-8 0,-2 1-1 0,2-1-4 16,-3-6 1-16,3-1-3 0,0 0 4 0,-1-2-4 15,-2-4-3-15,2-1 3 0,1-4-3 0,0-1 1 0,0 0-2 16,-2-3 3-16,0 2 0 0,2-2 30 0,0-4 36 0,2 6 37 16,-2-6 8-16,2 2 6 0,-2-2-26 0,0 0-14 15,8-12-9-15,-3 2-6 0,1-1-7 0,3-5-10 16,0 2-8-16,4-3 13 0,-3 2-21 0,2 0-1 16,-1 2-16-16,-1-1 7 0,-4 6-1 0,0 0-9 15,0 3-2-15,-3 1-3 0,1-2-14 0,-2 4-17 0,-2 2-10 16,5-1 4-16,-5 1 1 0,8 9-2 0,-3-2-6 15,1 3-8-15,-2-1 2 0,3 8-13 0,-3 0-11 16,1-1-19-16,2 2-23 0,-4-1-31 0,1 0-22 0,2-2-33 16,-5-4-70-16,5-1-221 0,0-3-519 15,0-2 230-15</inkml:trace>
  <inkml:trace contextRef="#ctx0" brushRef="#br0" timeOffset="-105634.43">22945 8041 98 0,'-5'-1'185'0,"0"-2"-7"0,-4 2-12 16,4 0-18-16,1-2-11 0,4 3-9 0,-7-3-12 15,7 3-16 1,-8-1-8-16,8 1-11 0,0 0-7 0,-4 0-10 0,4 0 0 16,0 0-9-16,-6-1-1 0,6 1-1 0,0 0-2 15,0 0-3-15,0 0-1 0,-4-3 2 0,4 3 7 16,0 0 1-16,0 0-1 0,0 0 8 0,0 0 4 16,0 0-1-16,0 0-2 0,0 0 5 0,0 0-11 15,0 0-4-15,0 0 0 0,0 0 2 0,0 0-7 16,0 0-6-16,0 0-3 0,0 0 0 0,0 0 0 15,0 0-2-15,0 0 1 0,0 0 0 0,0 0 0 0,0 0-3 0,0 0-3 16,0 0-1-16,0 0-6 0,0 0-2 0,0 0-1 16,0 0 0-16,0 0-10 0,0 0 3 0,0 0-1 15,0 0-1-15,0 0-6 0,0 0 4 0,0 0-2 16,0 0 1-16,0 0-4 0,0 0 2 0,0 0 0 16,0 0-2-16,0 0 13 0,0 0-13 0,0 0-1 0,0 0-1 15,0 0 0-15,16-4-2 0,-4 4 2 0,7-5-2 0,-3 1-3 16,5 1 4-16,0 2-5 0,1-3 14 15,-1 3-11-15,2-3-1 0,-2 0-4 0,-2 1 2 0,0 1-1 16,0-2 2-16,-5 2 2 0,-4 0-2 0,2 0 4 31,-2 1-9-31,-2-3-1 0,-2 4-6 0,1-2-12 16,-1 2-9-16,-2 0-16 0,-4 0-16 0,5-3-21 16,-5 3-35-16,0 0-30 0,0 0-13 0,0 0-32 0,-19-2-38 0,11 0-168 15,3 1-433-15,5 1 192 0</inkml:trace>
  <inkml:trace contextRef="#ctx0" brushRef="#br0" timeOffset="-105302.22">23417 7839 121 0,'0'-8'329'15,"5"1"-6"-15,-4 1-17 0,-1 2-12 0,3 0-19 16,-2 0-24-16,-1 0-22 0,0 1-22 0,0 3-27 15,3-4-21-15,-3 4-15 0,1-5-26 16,-1 5-30-16,0 0-15 0,0 0-7 16,0 0-7-16,5 14-10 0,-5-3-3 15,3 1-8-15,-2 6-1 0,2 0-3 0,-1 4-3 16,-2-5-8-16,3 4 2 0,-3-2-1 0,5 1 0 16,-4-3-6-16,-1 0-4 0,3-2 2 0,-2-2-4 0,-1-2 12 15,1-1-14-15,-1-1 1 0,3-2 1 0,-2-1-7 16,0 0 2-16,-1-1 5 0,0-2 0 15,2 0-3-15,-2 1 1 0,0-4 9 0,0 5-10 0,0-5-6 0,0 3-4 16,0-3-16-16,0 0-6 0,0 0-6 0,0 0-14 16,0 0-26-16,0 0-52 0,0 0-58 0,0 0-49 15,0 0-70-15,-2-18-160 0,4 7-497 0,0 1 220 16</inkml:trace>
  <inkml:trace contextRef="#ctx0" brushRef="#br0" timeOffset="-105083.58">23648 7736 65 0,'0'0'191'0,"7"-1"-18"0,-7 1-19 16,10 5 4-16,-5 0-7 0,3 2-12 0,-1 4-4 16,2 1-12-16,-1 8-17 0,-2 2-4 0,2 2-11 0,-5 5-3 0,-1-2-14 15,-3 1-3-15,0 3-8 0,-4-1-2 0,-3-1-9 16,-4 2-2-16,-7-3-4 15,0-2-8-15,-3 2 0 0,-5-5-14 0,-11 8-24 0,5-10-24 0,-11 4-46 0,9-10-55 16,-15 2-204-16,-1-5-357 0,14-4 157 0</inkml:trace>
  <inkml:trace contextRef="#ctx0" brushRef="#br0" timeOffset="-104532.24">22245 7545 112 0,'0'0'134'16,"0"0"-14"-16,-4-4-12 0,4 4-9 0,0 0-15 16,0 0-7-16,-14 8-1 0,8 0-4 0,-4 2-6 0,-6 2-7 15,0 11 4-15,-6 3-2 0,3-1-1 0,-3 7 2 0,-5 7-9 16,-1 2-2-16,1 4-3 0,6-2 0 0,3 1-3 15,1-1-1-15,7-11-6 0,1-1 0 16,8 1-7-16,-3-2-6 0,7 0-1 0,3-3 1 16,0-1 1-16,8 0-6 0,5-3 1 0,7-1 1 0,7-3 3 15,13 1-4-15,4-3-28 0,2-3-61 0,2-2-76 0,0-7-130 16,-2-3-295-16,0-2 131 0</inkml:trace>
  <inkml:trace contextRef="#ctx0" brushRef="#br0" timeOffset="-103867.56">24162 7933 173 0,'-5'-1'177'0,"5"1"-18"0,0 0-13 0,-7-3-10 16,7 3-12-16,0 0-15 0,0 0-7 15,0 0-4-15,0 0-8 16,0 0-10-16,0 0-3 0,0 0-10 0,0 0-5 0,0 0-8 0,0 0-4 0,0 0-8 16,-6-1-3-16,6 1-4 0,0 0-1 0,0 0-1 0,0 0 0 31,0 0-3-31,0 0 0 0,0 0-6 0,0 0-2 16,0 0-4-16,0 0 1 0,0 0-3 0,0 0-1 15,0 0 2-15,0 0-3 0,0 0-2 0,0 0 4 16,0 0-1-16,0 0-5 0,0 0 3 0,0 0 5 15,0 0-3-15,22 4-1 0,-2-5-1 0,10-1 3 16,4 1-8-16,3 1 0 0,16-3 0 0,-1 2-6 16,-1-2 3-16,-14 0 3 0,5 2-2 0,-5-1-3 0,-2-2 0 0,-4 1 0 15,-10 3 4-15,-2 0-3 0,-6-1 6 0,0 1-8 16,-4-1 3-16,-3-1-1 0,2 2 0 0,-4-1-4 16,-4 1-2-16,4-3-8 0,-4 3-15 0,0 0-13 15,0 0-12-15,0 0-14 0,-21-1-26 0,17 1-32 16,-4 0-42-16,-3-3-135 0,6 2-324 0,-3 0 144 15</inkml:trace>
  <inkml:trace contextRef="#ctx0" brushRef="#br0" timeOffset="-103167.76">24875 7690 34 0,'4'-4'164'0,"2"3"-13"0,1-4-8 0,4 2-11 16,-1 3-16-16,3-3-9 0,1 0-11 0,0 4-6 15,5 1-5-15,-2 1-10 0,3 2-10 0,0 2-6 16,-4-2 0-16,3 4-11 0,-3 3-5 0,0 1-4 16,-3 0 0-16,-1 3-12 0,-3 1 5 0,-3-2-12 0,-2 3 6 0,-3-1-4 15,-2 2 1-15,-3 0 0 0,-4 6-2 0,-6-4 2 16,0 0-1-16,-4 0-1 0,0-4-1 0,1-4 4 16,0-2 3-16,-2 0-6 0,2-2 10 0,-1 0-7 15,7-4 0-15,-1-1 1 0,3 2 0 0,3-4-1 16,-2 1 11-16,3-1 21 0,0 1 18 0,1-1 28 15,0 0 22-15,4-2-4 0,0 0-15 0,0 0-12 0,8-10-9 16,-2 0-8-16,11 1-8 0,-3-4-6 0,10-4-7 0,1-1-6 16,-2 2-3-16,0-4-8 0,2 2-3 0,-2 2-4 15,0 0-7-15,-6 5 2 0,-1 1-3 0,-5 3 0 16,-2 2 0-16,-2-1-2 0,0 0 1 16,-2 4-9-16,-1-2 0 0,0 1-9 0,-4 3-13 0,6-1-11 15,-6 1 0 1,0 0 0-16,4 8 3 0,-4-6 0 0,-2 6 2 15,2 3-3-15,-2 1 1 0,2 3-3 0,2-3 6 16,1 5 4-16,-1 0-5 0,5 0-10 0,-1-2-7 0,6 1-20 16,-1 1-27-16,2-4-29 0,4 0-47 15,8-1-75-15,-9-4-204 0,5-1-470 0,-2-5 208 16</inkml:trace>
  <inkml:trace contextRef="#ctx0" brushRef="#br0" timeOffset="-102766">25628 7933 16 0,'0'0'186'16,"0"0"-11"-16,-5 0-11 0,5 0-10 0,0 0-13 15,0 0-13-15,0 0-3 0,0 0-15 0,0 0-6 16,-3 2-9-16,3-2-10 0,0 0-2 0,0 0 1 16,0 0-3-16,0 0 0 0,0 0-6 0,0 0 3 0,0 0-5 0,0 0-3 15,0 0-8-15,0 0-2 0,0 0-1 0,0 0-8 16,0 0 0-16,0 0-6 0,0 0-4 0,0 0-1 16,0 0-4-16,0 0-2 0,0 0-1 0,0 0 0 15,0 0-2-15,0 0-2 0,0 0-2 0,0 0 0 16,0 0-8-16,0 0-1 0,0 0 2 0,22-3-1 15,-11 2-7-15,8-1 1 0,2 1 0 0,8 1-3 0,-2 0-1 0,5-3-1 16,6 2-1-16,-1 0-8 0,0-3-5 0,1 2-11 16,-4 0-17-16,-1 0-14 0,-6-3-9 0,-8 5-7 15,-1-1-21-15,-5-2 2 0,-3 1-12 0,0-1-21 16,-3 1-21-16,-2 0-42 0,-3-2-154 0,-2 0-359 16,0 4 159-16</inkml:trace>
  <inkml:trace contextRef="#ctx0" brushRef="#br0" timeOffset="-102428.04">26219 7728 208 0,'0'0'313'0,"0"-5"-18"15,0 5-21-15,0 0-23 0,2-5-27 0,-2 5-25 16,0-3-22-16,0 3-21 0,0 0-21 16,0 0-12-16,0 0-13 0,0 0-13 0,6 12-10 15,-5-4-8-15,3 3-9 16,0 0-9-16,-3 6-6 0,3-1-6 0,1 1-7 16,-4 0-2-16,6 2-4 0,-5 0-6 0,1 1-3 15,-2-3-1-15,3-1 1 0,-4 1-3 0,3-4-8 16,-2-5 2-16,-1 0-1 0,1 0-2 0,-1-3 0 15,3 2 0-15,-6-2-5 0,6-1 4 0,-6-1 1 16,3-3-1-16,0 6-2 0,0-6-2 0,0 7 2 16,0-7-4-16,0 0-2 0,0 0-26 0,0 0-41 0,0 0-30 0,0 0-32 15,8-16-39-15,-4 8-37 0,-2-2-261 0,1-1-497 16,2-4 219-16</inkml:trace>
  <inkml:trace contextRef="#ctx0" brushRef="#br0" timeOffset="-102165.28">26534 7529 226 0,'4'-2'221'16,"-1"-1"-24"-16,-1 0-19 0,4 3-21 0,-6 0-11 16,10 1-14-16,1 4-15 0,-1 4-10 0,1 3-9 15,8 7-1-15,-6 6-2 0,0 4-14 0,-2 3-2 16,-3 4-9-16,1 10-3 0,-9 0-5 0,-2 2-6 0,-5 0-7 0,-6-4-1 15,1-9-3-15,-8 7-9 0,1-11 1 0,-5-2-6 16,-8 8-4-16,-8-3-1 0,-2-5-5 0,-6-5-26 16,-2-2-25-16,-4-1-29 0,0-4-51 0,-1-6-85 15,-2-2-157-15,2-4-380 0,0-7 168 0</inkml:trace>
  <inkml:trace contextRef="#ctx0" brushRef="#br0" timeOffset="-101641.52">24883 7442 9 0,'0'0'176'0,"0"0"-15"0,0 0-20 0,0 0-17 15,-10 14 0-15,3-4-17 0,-2 9-14 0,-5 7 2 16,0 7-5-16,-4 14 0 0,-1 0-8 0,0 1-8 16,5 1-7-16,2 1-8 0,3 0-2 0,7 0-6 15,3-3-3-15,3-11-1 0,6 8-6 0,4-9-6 16,4-4-1-16,10 8 2 0,-2-12-5 0,3-3 0 16,13 7 0-16,-11-10-33 0,14 1-55 0,-12-7-119 0,1-7-108 0,2 1-307 15,-3-8 137-15</inkml:trace>
  <inkml:trace contextRef="#ctx0" brushRef="#br0" timeOffset="-98033.95">7939 10433 45 0,'2'-5'166'0,"1"-1"-14"16,1-1-12-16,2 3-18 0,4 0-6 0,3-2-11 15,-3 3-11-15,4 0-2 0,-1 3-15 0,5 0-10 16,-1 5 0-16,2 0-10 0,-3 1-6 0,2 4-3 15,-1 2-7-15,-1 2 0 0,4 6-6 0,-2-2 0 16,-2 7-4-16,-7-3-5 0,-1 6 2 0,-6-1 0 0,2 3-6 0,0 0-1 16,-8 1-2-16,-1 1-4 0,-3 0 1 0,3-2-3 15,-6-1 0-15,-2-3-3 0,1-2 2 0,-2 0-3 16,4-6 1-16,-1-1 7 0,1-3 1 0,-2 1 3 16,4-6-1-16,1 0 6 0,0-2 16 0,3-2 20 15,1 0 25-15,0-1 18 0,0-1 11 0,3-3-7 16,0 0-11-1,0 0-12-15,-4-13-3 0,8 5-11 0,-1-5-7 0,6-5-5 0,1-5-7 16,4-3-7-16,-1-4-4 0,4-1-5 0,6-10-1 16,-7 9-6-16,2 0-1 0,-1 3-3 0,-1-1 1 15,1 1-8-15,0 4-1 0,-6 1-1 0,2-2-6 0,-4 10-1 16,-1 3-3-16,2-2 2 0,-4 5-1 0,-1 1-4 16,-1 1 4-16,1 2-3 0,-2 1-5 15,2 3-1-15,-4-3-4 0,3 3-3 0,-4 2 0 16,0 0 2-16,6 8-3 0,-4 2 3 0,0 1-1 0,-1 5 4 15,2 3-3-15,-2 6 2 0,3 5-1 0,-3-4 0 16,8 5 3-16,-4 1 1 0,4-1 9 0,4-1-15 16,-3-2-20-16,7 0-9 0,1-6-22 15,0 0-27-15,1-2-38 0,5-5-45 0,0-2-105 0,3-8-145 16,1-2-454-16,3-3 201 0</inkml:trace>
  <inkml:trace contextRef="#ctx0" brushRef="#br0" timeOffset="-97718.2">8741 10639 211 0,'-1'-6'297'0,"1"6"-19"0,-1-7-20 0,1 7-20 0,0-3-22 16,0 3-22-16,0-5-24 0,0 5-15 15,5-6-17-15,0 3-14 0,5 0-13 0,3-1-18 16,2-1-18-16,6 2-37 15,-1-1-36-15,4 1-39 0,-6 3-48 0,4-5-65 16,-3 3-238-16,-1 2-420 0,-3 0 186 0</inkml:trace>
  <inkml:trace contextRef="#ctx0" brushRef="#br0" timeOffset="-97549.22">8865 10855 170 0,'0'0'173'0,"0"0"-1"0,0 0-9 16,0 0-14-16,18 0-11 0,-5-2-17 0,1-2-15 16,5-1-11-16,1 0-13 0,8-3-33 0,-7 5-46 15,5-6-56-15,-5 4-175 0,1-2-247 0,-3 1 109 16</inkml:trace>
  <inkml:trace contextRef="#ctx0" brushRef="#br0" timeOffset="-97317.21">9338 10533 195 0,'-3'-6'354'0,"3"1"-9"0,-3 1-27 16,3 0-20-16,-3 0-31 0,3 4-28 0,0-5-28 0,0 5-19 15,0 0-26-15,0 0-26 0,0 0-16 16,0 0-11-16,0 0-15 0,-1 21-12 0,2-5-7 15,-1 2-8-15,3 7-6 0,0 4-8 0,1 0-19 0,0 0-24 16,0 2-44-16,0-1-44 0,-3 6-43 0,2-3-49 16,-6-1-57-16,-1-3-254 0,-1-1-517 0,1-10 229 15</inkml:trace>
  <inkml:trace contextRef="#ctx0" brushRef="#br0" timeOffset="-95830.68">8767 7636 83 0,'-2'-3'212'0,"4"-2"-8"16,-2 0-8-16,0 5-12 0,0-6-18 0,0 6-18 15,0-3-15-15,0 3-15 0,0 0-16 0,0 0-11 16,0 0-5-1,4 9-5-15,-2 1-12 0,1 4-6 0,-1 2-2 16,2 3-6-16,0 2-6 0,0 3-11 0,-2 2-3 0,1-1-1 16,1 1-7-16,-2-6 0 0,2 5-6 0,-1-4-3 15,-1-4-2-15,0 2 2 0,1-2-3 0,2-5-3 16,-3-1 1-16,0-1-1 0,-1-3-6 16,2 0 3-16,-3-3 2 0,1 3 27 0,1-2 25 0,0-1 26 15,-2-1 24-15,0-3 28 0,0 4 33 0,0-4 20 0,0 0 13 16,0 0-27-16,0 0-21 0,9-16-17 0,-5 4-15 15,3-4-14-15,0-2-11 0,6-9-13 0,-2 1-8 0,2 0-12 16,4-1-5-16,-5-2-5 0,4-2-8 16,-2 6-6-16,1-1-5 0,-3 1-1 0,-3 9-8 15,1 1-6-15,-1 2 0 0,-3 3-1 0,1 3-4 16,-1-2-13-16,-2 4-6 0,0 2-7 0,-1 1-17 0,1 0-5 0,-4 2-14 16,13 4 2-16,-3 4 1 0,-1 5 17 0,-1 3-14 15,2 0 1-15,-1 2 2 0,0 6 7 0,1 2 0 31,-1-1 2-31,3 2-4 0,-5-3 10 0,2 3-1 0,-2-4-1 16,-3-3 9-16,1-2 4 0,1 0 0 0,0-2 2 16,-2-3-4-16,-1-3 2 0,-1 0 2 0,-2-5 2 15,2 2 13-15,0-1-17 0,-2-1 1 0,1-2 0 0,2 1 9 16,-3-2 0-16,0-2 0 0,3 7 4 0,-3-5 4 16,0-2 11-16,0 0-4 0,0 0 4 0,2 3-6 15,-2-3 1-15,0 0 0 0,0 0-1 0,0 0-1 16,2 4-10-16,-2-4-23 0,0 0-17 0,0 0-27 15,0 0-21-15,0 0-32 0,0 0-39 0,0 0-42 16,0 0-46-16,0 0-21 0,-3 5-16 0,-1-1-243 0,1 0-564 0,0-4 251 16</inkml:trace>
  <inkml:trace contextRef="#ctx0" brushRef="#br0" timeOffset="-38296.03">6523 13007 50 0,'0'0'157'0,"0"0"-10"0,-8 0-14 0,8 0-4 16,0 0-13-16,0 0-8 16,-7 0-14-16,7 0-12 0,0 0-6 0,0 0-12 15,-7 2-7-15,7-2-4 0,0 0-9 0,0 0-3 16,0 0-2-16,0 0-3 0,-5 2-6 0,5-2 0 15,0 0-2-15,-4 3-5 0,0-3-3 0,4 0-2 16,0 0-5-16,0 0 1 0,0 0-5 0,-4 2 4 16,4-2-4-16,0 0 1 0,0 0-1 0,0 0 3 15,0 0-4-15,0 0 0 0,0 0 1 0,0 0-5 0,0 0 0 0,0 0-1 16,0 0 0-16,0 0-2 0,0 0 3 0,21 0-1 16,-7-2 3-16,14 0 0 0,7-1 4 0,0-2-3 15,19-2 1-15,0-2-3 0,-4 1-1 0,1 3 4 16,-13 1-8-16,13-6-3 0,-14 7 12 0,0-4-9 15,-3 5 2-15,-2-3 1 0,-6 3-6 0,-7 1 3 16,0-1 1-16,-6 2-4 0,-1-2-13 0,-2 2-23 0,-5 0-19 0,3 2-20 16,-8-2 13-16,4 3 3 0,-4-3-9 0,-8 5-31 15,-1-1-112 1,-2 0-231-16,-6 0 103 0</inkml:trace>
  <inkml:trace contextRef="#ctx0" brushRef="#br0" timeOffset="-37898.99">6612 13227 23 0,'-6'1'160'0,"-3"1"-21"0,4 0-6 15,0-1-9-15,1 0-8 0,4-1-16 0,-7 0-10 0,7 0-11 16,-6 3-4 0,6-3-6-16,0 0-7 0,0 0-8 0,0 0 0 15,21-3-10-15,-4-1 4 0,13-1-9 0,3-2-2 16,4 0-2-16,14 0-2 0,-1 1-1 0,1-1-2 0,-14 2-1 15,4 0-10-15,-5 0 7 0,0 1-4 16,-4-2-5-16,0 4-1 0,-3-3-11 0,-2 3 13 16,-12 0-4-16,-1 1-3 0,-1-1 3 0,-4 0-1 15,1 0-6-15,-6 2 2 0,2 0-3 0,0-1-4 0,-6 1-5 0,10 0 1 16,-10 0-26-16,0 0-21 0,0 0-17 0,0 0-15 16,0 0-31-16,0 0-133 0,0 0-263 0,-14 5 117 15</inkml:trace>
  <inkml:trace contextRef="#ctx0" brushRef="#br0" timeOffset="-37064.44">7886 12798 186 0,'0'-5'188'0,"0"5"-8"16,0-4-9-16,0 4-14 16,0-5-12-16,0 5-20 0,0 0-10 0,0 0-15 15,0 0-15-15,2-4-7 0,-2 4-12 0,0 0-6 16,0 0-8-16,0 0-9 0,2 17-1 0,1-6-15 15,-1-1 5-15,1 6-4 0,-3 0 1 0,1 3-9 16,-1 0 2-16,-2 8-2 0,0 0-6 0,1-3 0 16,0 3 4-16,-1-1-6 0,0-1-2 0,-1-7 4 15,2-1-2-15,-2 0-5 0,2-2-2 0,-2-1 4 0,1-6-3 0,1 3-3 16,0-5 5-16,-1 1-7 0,2-2 5 0,0-2 5 16,0 1 25-16,-1 0 28 0,1-4 32 0,0 0 28 15,0 6 25-15,0-6-1 0,0 0-14 0,0 0-21 16,4-13-7-16,1 6-8 0,0-5-18 0,0-7-2 15,5 2-7-15,3-7-15 0,1-3-8 0,1 1-10 16,2 3-2-16,1-3-5 0,-3 2 0 0,3 5-9 0,-5 2 3 0,1 3-6 16,-1 1-6-16,-2-1 0 0,-3 6 2 0,1-2-2 15,-1 3-4-15,0 1-11 0,-1 1 6 0,-2 2-1 16,3 1-6-16,-3-1 1 0,4 3-4 0,-2 2 0 16,4 0 1-16,0 4 2 0,-1 0-3 0,3 4 2 15,1 3-3-15,-2 1-2 0,3 6 3 0,-6-6 5 16,4 2-8-16,-3 6 6 15,-1-5-1-15,0-1 2 0,-2 2-3 0,0-2 13 16,-1-2-14-16,1 2 3 0,-2-6 0 0,-3 1 1 16,1-3-1-16,1 0 1 0,-3-2 4 0,0-1-5 15,1-2 5-15,-1 2-4 0,1-2 7 0,1 2-4 16,-3-3 2-16,0-2-1 0,1 2 4 0,-1-2-4 16,0 0-1-16,0 5 2 15,0-5 2-15,0 0-2 0,0 0-4 0,0 0 5 0,0 0 1 0,0 0 0 0,-1 5-4 0,1-5-3 16,0 0 5-16,0 0-16 0,0 0-11 0,0 0-16 15,0 0-15-15,0 0-7 0,0 0-23 0,0 0-14 16,4 3-18-16,-4-3-9 0,0 0-32 0,0 0-49 16,0 0-43-16,0 0-169 0,0 0-453 0,9-13 201 15</inkml:trace>
  <inkml:trace contextRef="#ctx0" brushRef="#br0" timeOffset="-36628.63">8583 12705 30 0,'-2'-5'217'0,"2"2"-16"0,-1-1-3 15,1 4-9-15,0-7-16 0,0 7-20 0,-1-4-17 16,1 4-14-16,-2-2-19 0,2 2-9 0,0 0-10 0,0 0-10 16,0 0-7-16,4 15-5 0,-2-6-11 0,0 7-8 0,-1 1-2 15,2 8-6-15,0 2-5 0,-1-2-3 0,2 5-1 16,0 0-3-16,-1-1-3 0,1 2-5 0,0 1 0 16,0 2 0-16,-4-1-4 0,1 0-3 0,2-3-2 15,1 0 6-15,-3-4-4 0,-1-6 0 0,1 4-2 16,2-4-2-16,-3-3 3 15,0-1 1-15,0-5-4 0,0 0-1 16,0-2 2-16,0 0-1 0,1-3 0 0,-1-1 2 0,0 2-4 16,0-2 5-16,0-1-2 0,0 1-2 0,3-3 7 15,-3-2-6-15,0 6 2 0,0-6 2 0,1 4-4 16,-1-4-9-16,0 0-9 0,0 5-12 0,0-5-9 16,0 0-17-16,0 0-9 0,0 5-17 0,0-5-19 15,0 0-36-15,0 0-183 0,0 0-343 0,0 0 152 0</inkml:trace>
  <inkml:trace contextRef="#ctx0" brushRef="#br0" timeOffset="-36063.78">8612 12879 75 0,'-3'-3'177'0,"3"3"-13"0,0 0-14 0,3-6-11 15,-3 6-14-15,3-3-12 0,-3 3-12 0,7-3-14 0,-2 1-2 16,3 1-17-16,1-1-7 0,1 2 7 0,4-3-16 16,2 3-11-16,1 0 1 0,1 0-6 0,4 1 5 15,-3 1-11-15,3-2-6 0,1 5 3 16,0-4-3-16,2 5-3 0,-5-1-5 0,-1 2 2 0,0-1-7 15,-4 3 0-15,1-2 1 0,-6 3 2 0,0-3-4 0,-1 3-3 16,-1 0-2-16,-4-1-2 0,-3 1 1 0,-1 1 6 16,-4-3-6-16,-2 2 5 0,-8 2 0 0,-2-2 3 15,-4 0 4-15,-7 1 1 0,-1-1 3 0,-4-3 6 16,3 3 2-16,1-4 6 0,-1 0 2 0,9-3 13 16,1-2 3-16,1 2 2 0,5 0-6 0,3-3 2 15,0 1-5-15,2 0-3 0,4-1-2 16,4 0 2-16,-9 0-7 0,4 0 1 0,5 0 1 0,0 0-8 0,0 0-5 0,0 0-1 0,0 0-4 15,0 0 0-15,14-5-2 0,-5 2-2 0,1 3-16 16,-1-1-30-16,-1 1-36 0,1 0-46 16,4-3-58-16,-7 3-225 0,-6 0-429 0,13 0 189 15</inkml:trace>
  <inkml:trace contextRef="#ctx0" brushRef="#br0" timeOffset="-27901.83">9614 12615 78 0,'0'0'108'16,"-4"-3"-4"-16,4 3-4 0,0 0-3 0,0 0-2 0,0 0-16 0,0 0-1 15,0 0-2-15,0 0-7 0,0-4-12 0,0 4 3 16,0 0-8-16,0 0-5 0,0 0 3 0,0 0-7 16,-8-3 2-16,8 3-9 0,0 0-6 0,0 0 3 15,0 0-8-15,-7 0 1 0,7 0-5 0,0 0-5 16,-8 0-2-16,8 0 2 0,0 0 3 16,0 0 1-16,0 0 3 0,0 0 3 15,0 0 0-15,0 0-6 0,0 0-10 0,0 0 12 0,0 0-23 0,0 0 13 16,0 0-3-16,0 0-1 0,33 0-5 15,-12 0 0-15,11 0 5 0,2-2 1 0,-1-1 1 0,6-1-4 16,-2 1 3-16,1-1-1 0,-1 3-7 0,-1-4 4 16,-3 3 2-16,-1 0-2 0,-2-2-5 0,-9 3-7 15,0-2 8-15,-3 2-15 0,1 0-8 0,-8 2-24 16,0-2-19-16,-1 1-33 0,-4 0-9 0,-2 1-121 16,-4-1-246-16,0 0 108 0</inkml:trace>
  <inkml:trace contextRef="#ctx0" brushRef="#br0" timeOffset="-27332.1">9647 12627 121 0,'-4'-2'161'0,"4"2"-21"15,0 0-15-15,0 0-16 16,0 0-2-16,0 0-17 0,0 0-13 0,0 0-11 16,0 0-10-16,0 0 1 0,0 0-12 15,12 12 3-15,-3-7-11 0,2 2 2 0,2 3-8 16,2 2 0-16,2 0-9 0,6 2 3 0,0 3-10 0,-1-2-1 16,2 0 6-16,-1 0 2 0,0 1-13 0,-6-4 2 15,0-2-3-15,1 2 5 0,0-3-3 0,1 1-4 16,-2-3 7-16,1 0-7 0,0-2-2 0,-2 1 2 0,-3-2 1 15,0-2 0-15,-1 0-2 0,0-2 3 0,0 1-8 0,-2-2 5 16,-1-1 0-16,-1 2 4 0,-2-2 6 16,0 2 10-16,3-2 3 0,-5-1 6 0,3 1 2 15,-7 2 2-15,6 0 9 0,-6 0-18 0,5-3-2 16,-5 3-2-16,4 0-6 0,-4 0-3 0,0 0-9 0,0 0-6 16,6 5-1-16,-6 2 2 0,0 5 1 0,-6 6-7 0,-3 9 3 15,-3 3 1-15,-3 18-3 0,1 1 5 0,-5 4-1 16,0 3-1-16,-3 0 5 0,4 0-4 0,3-3 1 0,-2 1-8 15,7-3 4-15,-4-1 2 0,5-17-1 16,1 1 0-16,-2-2 0 0,1-1 2 0,4-1-8 16,1-2 2-16,-1-4-1 0,1-4 6 0,-1-2-2 15,3-3 2-15,0-2 2 16,2 1-2-16,-1-4 2 0,1-3 2 0,0-2 1 16,-3 3-2-16,6-1-6 0,-6-1 4 0,6-3-1 15,-6 2 3-15,3-5-1 0,0 5 0 0,0-5 2 16,-1 3 0-16,1-3 0 0,0 0-4 0,0 7 1 15,0-7 0-15,0 0-10 0,0 4-24 0,0-4-19 16,0 0-35-16,0 0-209 0,0 0-318 0,0 0 140 16</inkml:trace>
  <inkml:trace contextRef="#ctx0" brushRef="#br0" timeOffset="-26868.9">9891 13815 122 0,'-5'1'173'15,"1"0"-8"-15,4-1-14 0,0 0-15 0,-10 0-11 16,10 0-13-16,0 0-13 0,0 0-10 0,-6 0-11 0,6 0-8 16,0 0-9-16,0 0-3 0,0 0-6 15,0 0-5-15,0 0-3 0,0 0-10 0,0 0-1 16,0 0-2-16,13 5-8 0,-13-5 1 0,6 3-3 16,-6-3-2-16,6 0 1 0,-5 3-2 0,3-1-6 15,-4-2-4-15,13 3 2 0,-1-3 2 16,0 0-3-16,10 0 3 0,9-1 0 0,1-1-3 0,5-1-2 15,15 1 0-15,4-2 0 0,2-1 3 16,4 1-6-16,-3-1-3 0,-3 0 1 0,0 1 2 0,-4-1-2 0,-15 3-2 16,-2 0-1-16,0-1 7 0,-4 0-4 0,-12 1-1 15,-1 0 2-15,-7 2 0 0,2-3-1 16,-6 3 0-16,0-2 2 0,-2 2-1 0,-5 0 19 16,10-2 2-16,-6 2 2 0,-4 0-4 0,0 0-1 15,8-1-5-15,-8 1-15 0,0 0-30 0,0 0-32 16,0 0-39-16,-12-7-52 0,5 7-140 0,2-2-315 15,0-1 139-15</inkml:trace>
  <inkml:trace contextRef="#ctx0" brushRef="#br0" timeOffset="-25350.77">9867 14183 103 0,'-3'-3'156'0,"3"3"-10"0,0 0-4 16,0-6-15-16,0 6-17 0,6-6-7 0,-1 4-11 15,2 2-15-15,2-5-3 16,1 2-6-16,4 2-12 0,-1 0-7 0,6 1-2 16,-2 1-8-16,5 1-3 0,-2 1 1 0,-2 1-6 15,1 4-6-15,-2-2 2 0,-1 2-10 0,2 4-5 0,-9 2 2 16,4-3-12-16,-8 4 22 0,4 0-15 0,-4 0-7 16,-5 2 6-16,-2 0-6 0,-1-1 3 0,-6 1-1 15,-1-3-5-15,0 2 5 0,-3-1-6 0,-1-6-2 16,0 4 8-16,0-2-2 0,-3-1 0 0,3 1 0 0,-1-3 3 15,1 0 4-15,5-2-6 0,0-2 9 0,1 0 1 16,3-2 8-16,1 0 10 0,-1-1 12 0,0 1 10 0,5-2 13 16,0 0 2-16,-9 2 9 0,9-2-7 0,0 0-7 15,0 0-6-15,9-11-4 0,-3 4-9 0,3 0-3 16,2-3-6-16,4-2-1 0,-1 1-4 16,0-3-3-1,1 0-3-15,2-1-6 0,-2 0 0 0,2 3 1 0,-3-2-3 16,0 1 0-16,0 1-9 0,0-1 5 0,-1 2 1 15,-7 2-2-15,3 1-2 0,-4 1-2 0,2 1 2 16,-2 3 0-16,-1-2-3 0,0 0-6 0,-2 2 2 16,2 1 1-16,-4 2-4 0,4-3-6 0,-4 3-4 15,0 0-15-15,0 0-1 0,0 0-1 0,0 0 4 16,0 0 3-16,0 15 0 0,-4-6 3 0,0 2-1 0,-1 0 4 0,4 4 2 16,-2 0-1-16,-1-3 0 0,4 5 2 0,0-1 2 15,3-3 2-15,-2-1 3 0,3-1-2 16,5 4 0-16,1-1-3 0,3-4-15 0,4 0-27 0,2-3-32 15,9-3-55-15,-3 0-210 0,6-1-376 0,-4-6 167 16</inkml:trace>
  <inkml:trace contextRef="#ctx0" brushRef="#br0" timeOffset="-25027.81">10614 14273 168 0,'-1'-3'213'0,"1"3"-12"15,0 0-15-15,0 0-15 0,0 0-19 0,0 0-17 16,0-5-13-16,0 5-12 0,0 0-15 0,0 0-4 16,9-4-9-16,-5 3-14 0,8 1-10 0,3-3-21 15,3 1-25-15,1 1-30 0,0 0-36 0,2-1-36 16,0 1-48-16,-3-2-130 0,0 2-288 0,-7-1 128 16</inkml:trace>
  <inkml:trace contextRef="#ctx0" brushRef="#br0" timeOffset="-24865.2">10641 14402 14 0,'0'0'171'0,"-2"2"-8"0,2-2-14 16,0 0-15-16,0 0-13 0,24-3-8 0,-5 0-16 15,12-2-13-15,-2 3-8 0,3-3-29 0,1 3-47 16,3-6-43-16,0 3-145 0,0 0-204 0,-4-2 91 15</inkml:trace>
  <inkml:trace contextRef="#ctx0" brushRef="#br0" timeOffset="-24447.33">11249 14184 96 0,'-6'1'132'0,"1"1"-12"0,1-1-13 16,-1 2-12-16,1-1-6 0,-4 2-17 0,2-1 0 15,1 2-8-15,-1 2-8 0,1-2-4 0,-2 2-6 16,-2 3-3-16,4-3-5 0,-1 4-11 0,1-2 1 0,-3 0-8 15,4 3 5-15,0-4-10 0,2 2-7 0,-1-3 23 16,2 2-15-16,1-1 3 0,0-2-6 0,2-1 1 16,1 2 6-16,4 1 30 0,3-3 2 0,1-1 11 0,8 3-1 15,1-6 0-15,9-1-1 0,0-1 4 16,2-6 3-16,-4 2 2 0,-6-2 1 0,0 1 2 0,-3-2 1 16,0-2-2-1,-3-1 2-15,0-1-10 0,-2-1-7 0,-3-1-6 16,-2 2-3-16,-4-3-4 0,-3-2-9 0,-2 0-2 15,-6 2-10-15,-3 1-16 0,-3-1-15 0,-9 1-19 16,-5 5-26-16,-1 0-43 0,0 1-38 0,-2 5-90 16,2-2-119-16,6 0-371 0,3 1 164 0</inkml:trace>
  <inkml:trace contextRef="#ctx0" brushRef="#br0" timeOffset="-23346.74">10286 12076 96 0,'0'-7'232'0,"1"3"-6"15,1-1-13-15,-1 0-11 0,-1-2-11 0,2 3-9 16,0-1-11-16,-2 2-13 0,0 3-11 0,2-5-17 0,-2 5-15 0,3-4-13 15,-3 4-18-15,0-5-18 0,0 5-19 0,0 0-8 16,0 0-8-16,0 0-4 0,2 17 0 0,-2-8-5 16,0 3-2-16,2 5-3 0,-2 3 3 0,-2-2-5 15,1 6-2-15,1 2-4 0,-1-6 1 0,0-1-2 16,-1-1 2-16,2 1 1 0,-1-3-3 0,1-4-2 16,0-2-1-16,1-1 1 15,-2-1 1-15,1-1 1 0,0-5 2 0,0 3 27 16,0-2 31-16,0 2 33 0,0-5 31 0,0 0 5 15,0 0-10-15,0 0-14 0,6-13-15 0,-2 4-6 16,4-6-4-16,-2-1-11 0,1 1-14 0,2 0-2 16,-2-2-9-16,2 2-1 0,-4 4-14 0,1 0-4 15,-3 2-2-15,5 2-4 0,-7 2-5 0,3 0-3 16,0 1-16-16,-3-1-19 0,3 5-8 0,-4 0-1 0,9-3 1 0,-9 3 2 16,14 7-18-16,-6-2-12 0,2 2-11 0,3 3-17 15,-3 4-15-15,5-2-17 0,-3 3-20 0,3-1-29 16,-2-1-41-16,1 1-55 0,-5-4-220 0,1-3-515 15,1-2 229-15</inkml:trace>
  <inkml:trace contextRef="#ctx0" brushRef="#br0" timeOffset="-22861.53">10876 12125 143 0,'0'0'145'0,"0"0"-8"0,-6 0-7 16,6 0-6-16,0 0-6 0,0 0-3 0,0 0 0 15,0 0-4-15,0 0-5 0,0 0-8 0,0 0-7 16,-9 0-4-16,9 0-8 15,0 0-2-15,0 0-5 0,0 0 3 0,0 0-8 16,0 0-3-16,0 0-1 0,0 0-8 0,0 0-4 16,0 0-6-16,0 0-4 0,0 0-4 0,0 0-6 15,0 0 1-15,0 0-7 0,0 0-3 0,0 0 1 16,0 0-1-16,0 0-3 0,0 0-3 0,0 0-3 0,0 0-1 16,0 0-1-16,0 0 0 0,0 0-4 15,0 0 0-15,0 0 0 0,0 0-1 0,0 0-2 0,0 0 6 0,0 0-4 16,0 0-2-16,0 0 4 0,0 0-1 0,0 0 3 15,0 0 4-15,0 0 3 0,0 0-1 0,0 0-1 16,26-4 5-16,-16 3-4 16,8-2-1-16,0 1-2 0,1 1-1 0,-1-3-4 0,2 1-1 0,3 0 1 0,-4 1 0 15,3 0 1-15,0-1-2 0,-4 0-1 16,-4 3-1-16,-1-1 0 0,-1-1-2 0,-2 2-1 0,0-3-5 0,-2 3-1 16,-3 0-12-16,-5 0-14 0,9-1-13 0,-9 1-22 15,8 0-17-15,-8 0-2 0,4 3-6 0,-4-3-12 16,0 0-22-16,0 0-37 0,-4 7-167 0,4-7-353 15,0 0 157-15</inkml:trace>
  <inkml:trace contextRef="#ctx0" brushRef="#br0" timeOffset="-22623.77">11481 11911 281 0,'0'0'282'16,"0"-5"-29"-16,0 5-28 0,0-3-25 0,0 3-25 0,0 0-23 15,0 0-14-15,0 0-12 0,4 21-17 0,-3-9-13 16,4 6-9-16,-1 1-7 0,0 9-16 0,1-4-13 16,0 5-11-16,0 0-19 0,3 0-33 0,-5 2-36 15,0-2-62-15,-3 0-259 0,0-3-399 0,0-6 177 16</inkml:trace>
  <inkml:trace contextRef="#ctx0" brushRef="#br0" timeOffset="-20187.36">13219 12485 96 0,'0'-6'181'0,"0"2"-8"15,2 0-10-15,-2-1-7 0,0-1-14 0,0 6-11 0,0-5-16 16,0 5-8-16,0-6-14 0,0 6-9 0,0 0-9 0,0-3-13 15,0 3-5-15,0 0-10 0,0 0 2 0,3 9-12 16,-1-2-1-16,-2 3-7 0,4 2-8 0,-1 3 2 16,-2 4-3-16,3-1-4 0,-3 8 6 15,3-2-1-15,0 0-7 0,-3-4-5 0,4 9 2 0,-5-10 0 16,3 0-1 0,-2-1-2-16,0-1 5 0,0-5-7 0,-1-1-3 15,2 1 4-15,-2-3-5 0,0-1-5 0,0-1 8 16,1-2 1-16,-1 0-1 0,0 0 8 0,0-1 33 15,0-4 33-15,0 5 28 0,0-2 23 0,0-3 8 16,0 0-5-16,0 0-15 0,0 0-11 0,8-14-15 16,-4 3-10-16,2 0-9 0,0-5-6 0,3-1-6 15,2-6-4-15,1-1-8 0,-3 8 1 0,0 1-14 0,0 2 3 0,-4 1-9 16,2 5-5-16,-3-2-7 0,-1 4 4 0,0 1-9 16,0-1-5-16,0 2-7 0,0 0 2 0,-3 3-12 15,0 0 1-15,13 6 0 0,-6 0 0 0,2 2-1 16,-1 3 0-16,-2-1 1 0,2 4-3 0,2 1-14 15,-1-1 5-15,0 1-16 0,1-2-2 0,-1 1-17 16,-1 0-14-16,1-1-18 16,-3-1-24-16,-2 0-34 0,2-2-10 0,1-1-55 15,-5-2-231-15,4-2-476 0,-2-2 212 0</inkml:trace>
  <inkml:trace contextRef="#ctx0" brushRef="#br0" timeOffset="-19335.95">14039 12726 5 0,'-5'2'166'0,"5"-2"1"0,-10 0-17 0,7 1 3 16,3-1-6-16,-4 2-1 0,4-2-7 0,0 0-13 16,0 0-8-16,-9 0-11 0,9 0-14 0,0 0-3 15,-5 1-7-15,5-1-2 0,0 0-5 0,0 0 0 16,0 0-3-16,0 0-10 0,0 0-2 0,0 0-8 16,0 0 1-16,0 0-6 0,0 0-5 0,0 0-2 15,0 0-4-15,0 0 7 0,0 0-9 0,0 0-2 16,0 0-2-16,0 0 0 0,0 0 0 0,0 0 0 15,0 0-5-15,0 0-3 0,0 0-2 0,0 0-1 16,0 0 0-16,0 0-3 16,0 0-1-16,0 0-2 0,0 0 1 0,0 0-3 15,0 0-1-15,0 0-4 0,0 0 1 0,0 0-2 16,0 0-1-16,0 0 1 0,0 0-2 0,0 0 3 16,18-4-2-16,-18 4-4 0,5-2 3 0,-5 2-1 15,4-2-2-15,-4 2 3 0,9 0-4 0,-9 0-2 16,0 0 2-16,10-2 2 0,-10 2 0 0,5 2-2 0,-5-2 5 15,0 0-4-15,8 0 0 0,-8 0 0 0,0 0 1 0,5-3-1 16,-5 3 1-16,0 0-3 0,0 0 1 0,0 0 1 16,0 0-1-16,0 0 2 0,0 0-2 0,0 0 1 15,0 0-2-15,0 0 3 0,0 0-3 0,0 0 0 16,9 0 4-16,-9 0-6 0,0 0 1 0,0 0-3 16,0 0 4-16,0 0-2 0,0 0 3 0,0 0-2 15,0 0 2-15,0 0 2 0,0 0 0 0,0 0-4 0,0 0 3 16,0 0 1-16,0 0-5 0,0 0 4 0,0 0-2 0,0 0 3 15,8-1 0-15,-2 1-1 0,2-3 0 0,6 2-1 16,4-1-1-16,2-1-1 0,2-3 0 0,6 3 4 16,-1-1-1-16,2 3-2 0,-1-3 0 0,-6 3 0 15,0-2 0-15,-1 0 3 0,-2 1-3 0,0 0 0 16,-7 0 1 0,1 2 2-16,-1-2-1 0,-6 0-4 0,4 2 0 15,-6-1-6-15,-4 1-10 0,9 0-8 0,-9 0-15 16,9 0-15-16,-9 0-11 0,0 0-7 0,6 1 4 0,-6-1-9 15,0 0-9-15,0 0-12 0,-12 6-27 0,8-4-25 16,4-2-176-16,-8 2-357 0,8-2 159 0</inkml:trace>
  <inkml:trace contextRef="#ctx0" brushRef="#br0" timeOffset="-18983.27">14718 12523 205 0,'-2'-5'268'0,"2"1"-20"0,-1-1-18 0,1 5-16 16,0-8-12-16,0 8-21 0,0-7-18 0,0 7-16 16,-3-2-23-16,3 2-14 0,0 0-17 0,0 0-20 15,0 0-9-15,0 0-7 0,0 0-7 0,4 16-7 16,-5-6-4-16,2 2-1 0,1 5-6 0,-2 1-5 15,2-1-7-15,-1 1 5 0,2 2-5 0,-3-6-3 0,1 3-1 0,-1 0 0 16,3-5-2-16,-3-2-1 0,1 0 0 0,-1 1-2 16,0-3-2-16,0-1-3 0,1-1 4 0,2-1-1 15,-3-1-1-15,0 1 2 0,0-2-3 0,0-3 4 16,0 5 0-16,0-5-2 0,0 4 2 0,0-4 0 16,1 2-2-16,-1-2 0 0,0 0-1 0,0 0 0 15,0 0-2-15,0 6-17 0,0-6-31 0,0 0-34 0,0 0-49 16,0 0-60-16,0 0-230 0,0 0-449 0,0 0 199 15</inkml:trace>
  <inkml:trace contextRef="#ctx0" brushRef="#br0" timeOffset="-15064.03">13014 12412 73 0,'0'-4'161'0,"0"-1"-6"15,0 2-7-15,0 3-15 0,-1-5-13 0,1 5-15 16,-3-3-15-16,3 3-1 0,0 0-14 0,0 0-8 16,-14 15-20-16,4-2 7 0,-4 8-7 0,1 4-4 15,-6 2 4-15,5 6-13 0,-2 10-2 0,4-12-8 16,2 2 9-16,1-1-14 0,2 0-4 0,7-1 4 15,2-4-7-15,2 2 2 0,7-2 1 0,2-1 0 0,6-4-1 16,8 0-5-16,7-4 5 0,16 1-9 0,6-4-27 16,3-6-50-16,1-2-65 0,3-6-113 0,-3-4-271 0,-1-2 121 15</inkml:trace>
  <inkml:trace contextRef="#ctx0" brushRef="#br0" timeOffset="-14431.4">14885 12175 184 0,'0'-3'192'0,"0"3"-24"16,0 0-19-16,0 0-15 0,0 0-16 15,0 0-8-15,10 0-16 0,-10 0-10 0,16 8-11 16,-4-2-9 0,2 4-8-16,8 5 0 0,1 4-3 0,1 3-2 15,1 2-9-15,0 5-4 0,-2 1-1 0,1 12-5 16,2-2-5-16,-2 3-2 0,-6 1-2 0,-5-12-1 0,-8 3 1 0,0-1-5 15,-2 2 2-15,-11-1-9 0,-1-2-3 0,-5-1-10 16,-15 10-8-16,-5-4-12 0,-6-3-28 0,0-3-38 16,-6-2-77-16,1-4-98 0,-3 1-284 15,12-14 126-15</inkml:trace>
  <inkml:trace contextRef="#ctx0" brushRef="#br0" timeOffset="-13291.42">12256 13455 92 0,'-3'-3'102'0,"3"3"-14"15,0 0 0 1,0 0 0-16,0 0-15 0,0 0 0 0,0 0-9 16,0 0-7-16,0 0-8 0,0 0 2 0,0 0-5 15,14-2-13-15,-14 2-2 0,11 0-3 0,-3 0 1 16,3 0-2-16,2 0 0 0,0-3-4 0,0 3-3 15,6 0 0-15,0 0 0 0,2-3-3 0,5 1-5 16,4 2 4-16,0-3-3 0,6-1-8 0,1 2 6 16,13-1 5-16,4-1-5 0,1-1 6 0,2 0-8 0,2-1 2 0,6 0-9 15,0-1-2-15,29-3 5 0,-32 2-4 0,2 1 3 16,0 2 16-16,31-4-17 0,-30 2 8 0,27-1-12 16,-2-1 1-16,1 4 0 0,0 0 4 0,-25 3-6 15,25-4 2-15,-26 2 1 0,31 3-2 0,-35-1-1 16,5-1-2-16,0 1-5 0,27-4 7 0,-29 5-12 15,1-3 4 1,27-4 6-16,-28 7-7 0,0 0 1 0,0-2 3 0,0 0-4 16,1-2-2-16,-1-1 5 0,2 3-5 0,-2-5 6 15,0 4-3-15,1-2 8 0,1 0-11 0,24-4 9 16,-25 6-1-16,24-6-2 0,-23 0 4 0,24 3-4 16,-24 0 6-16,-1 5 4 0,26-11-6 15,-34 4 7-15,2 1 0 0,0 1-1 0,2-1 5 0,-2-1-4 16,1 4-2-16,3-7-9 0,-2 5 10 0,3 0-9 0,0 2 10 15,-4-2 0-15,1-1-7 0,-3-1 9 0,1 5-6 16,-2-2 2-16,-1-1 0 0,-1 4-1 0,1-1 4 16,-1-1-3-16,-1-3 0 0,-3 3-11 0,4 1 13 15,-18 1 3-15,2-1 2 0,0 1-6 0,-3-1 8 16,-3 3 6-16,-1-4 0 0,-1 1-3 0,-3-1-1 16,-1 2 19-16,-8 0-1 0,-3 1-6 0,-3-2-5 0,1 0 11 0,-2 0 3 15,-2 4 6-15,-2 0 1 0,-3-2 1 0,1 1 1 16,-2 0-1-16,-4 1 1 0,10-3-14 0,-7 2 3 15,-3 1-4-15,0 0-4 0,7 0-5 0,-7 0-3 16,0 0-2-16,0 0-5 0,0 0-13 0,4-1-11 0,-4 1-16 16,0 0-4-16,0 0-2 0,0 0-5 15,0 0-22-15,-11 9-26 16,4-9-45-16,-4 2-100 0,2 1-253 0,1 0 112 16</inkml:trace>
  <inkml:trace contextRef="#ctx0" brushRef="#br0" timeOffset="-10403.75">12941 13739 71 0,'-1'-5'156'0,"1"5"0"16,0 0-7-16,-2-4-11 0,2 4 0 0,-3-1-13 16,3 1-8-16,0 0-8 0,0-7-10 0,0 7-7 15,0 0-10-15,0 0-8 0,0 0-4 0,0 0-7 16,0 0-10-16,5-1-11 0,-5 1-1 16,14 0-4-16,-5 0 0 0,4 0-14 0,6 2 2 15,0 5 0-15,-1-4-5 0,5 2-2 0,-3 3-4 16,7 0-4-16,-9 2 1 0,0 0-2 0,-2 0-7 0,1 2 4 15,-2 0-2-15,-3 1-1 0,1 0-6 0,-5 0 0 16,-1 2-6-16,-3-1 1 0,0 2-2 0,-4-1-4 16,-4 1 4-16,0 0 0 0,-6 0 0 0,1-2-1 0,-1 0-5 0,-7 0 2 0,3-2 7 15,0 0 2-15,-1 0-1 0,0-5 3 0,3 3 3 16,2-5-8-16,-2 2 7 0,3-2-7 0,3-3 6 16,0 1-1-16,1-1 1 0,1 1 11 0,1-1 18 15,-1 0 18-15,4-2 11 0,0 0 17 0,0 0-8 16,0 0-6-16,0 0-10 0,4-13-1 0,4 4-8 15,6-3-4-15,0-2-6 16,5-6 1-16,1 2-7 0,0 1 1 0,0-3-4 16,-1 3-2-16,3-2-1 0,-7 8-1 0,2-3-4 15,-2 1 0-15,-1 0-5 0,2 1-3 0,-6 2 3 16,-1 1-2-16,2 3-3 0,-3 0 0 0,-2 3 1 16,0-1-11-16,-2 1-14 0,2 0-17 0,-4 1 2 15,2 1-2-15,-4 1 3 0,0 0 6 0,5 9 4 16,-5-3-2-16,0 1 4 0,0 3-1 0,-4 1 4 0,3 2-2 0,-1-1 2 15,-2 8 1-15,2-4 6 0,1 2 7 0,1-1-6 16,1 1-2-16,1-3 6 0,0 2 1 0,2-2 1 16,3-1 0-16,-1-2 0 0,5 0-2 15,0-2 10-15,5-3-6 0,2-1 2 0,1 0-19 16,8-3-30-16,4 0-43 0,-2-4-45 0,-8 1-167 0,7-4-331 16,-8-1 147-1</inkml:trace>
  <inkml:trace contextRef="#ctx0" brushRef="#br0" timeOffset="-10124.59">13823 13794 78 0,'-2'-4'258'0,"0"-1"-14"0,2-1-19 15,0 6-10-15,-1-5-16 0,1 0-23 0,0 5-9 16,0-3-22-16,0 3-16 0,0 0-14 0,-3-5-13 16,3 5-30-16,0 0-27 15,0 0-7-15,0 0 1 0,0 0-10 0,4 15-2 16,0-6-2-16,-3 2-2 0,3 8-4 0,-3-1-4 16,3 10-16-16,-4 0-5 0,0 2-13 0,4 3-15 15,-7-1-31-15,3 2-12 0,-1-1-24 0,1 2-9 16,0-2-35-16,-4-2-160 0,3-2-330 0,-4-2 146 15</inkml:trace>
  <inkml:trace contextRef="#ctx0" brushRef="#br0" timeOffset="-9952.34">13855 14442 163 0,'0'0'267'0,"0"0"-11"0,5 4-12 0,-5-4-9 15,0 0-13-15,1 3-17 0,-1-3-17 0,0 0-17 16,0 0-16-16,0 0-14 0,0 0-20 0,0 0-11 0,0 0-9 0,0 0-37 31,4 2-31-31,-4-2-57 0,0 0-59 0,12-5-54 16,-2 1-63-16,0 1-172 0,-1-2-403 0,1-4 178 15</inkml:trace>
  <inkml:trace contextRef="#ctx0" brushRef="#br0" timeOffset="-7466.19">14928 13682 31 0,'0'-5'193'0,"0"0"-5"0,0 0-16 0,0 0-11 0,3 0-7 0,-3-1-11 16,0 6-9-16,0-7-9 0,0 7-12 0,1-4-9 15,-1 4-14-15,0-4-17 0,0 4-14 0,0 0-14 16,0 0-9-1,0 0-1-15,0 0-10 0,0 22 3 16,-1-8-7-16,-2 1 0 0,2 3-4 0,-2 10 3 0,2 0-3 16,-5-3-3-16,3 2-2 0,2 0 2 0,-1-1-4 15,0-9-2-15,-2 4-3 0,3-4 1 0,-1 1-1 16,0-5 2-16,2-3-1 0,0 0-1 0,0-2 4 16,0-1-1-16,-2-3 0 0,2 1 8 0,-2-1 32 0,2 0 38 15,0-4 25-15,2 4 18 0,-2-4-11 0,0 0-12 16,6-9-12-16,1 1-7 0,-1-3-9 15,4-1-4-15,-1-5-13 0,0 0-6 0,5-6-6 16,0-1-6-16,-1 8 8 0,-3 0-15 0,-1 3-2 0,1 0-8 0,-5 5 1 16,-1 2-6-16,0 1-5 0,0 0-7 0,-1 3-17 15,-1 0-14-15,-2 2 0 0,9-2 3 0,-9 2 0 16,9 6-2-16,-4 2 5 0,-1 1 2 0,5 1 2 16,-3 0 0-16,3 3-2 0,-2 3-19 0,1 0-7 15,0-1-14-15,1 1-15 0,-2 1-14 0,0-6-20 16,-1 1-29-16,1-1-26 15,-2-2-42-15,0 0-208 0,4-2-442 0,-1-4 196 16</inkml:trace>
  <inkml:trace contextRef="#ctx0" brushRef="#br0" timeOffset="-6765.07">15670 13839 137 0,'-7'0'147'0,"7"0"-11"0,-9 1-2 0,9-1-8 15,-7 1-8-15,7-1-3 0,0 0-15 0,-8 0-10 16,8 0-10-16,0 0-9 0,0 0-1 0,-5 1-5 0,5-1-14 0,0 0-3 16,0 0-4-16,0 0 6 0,0 0-3 0,0 0 0 15,0 0-6-15,0 0-1 0,0 0-1 0,0 0-5 16,0 0 2-16,-8-3-3 0,8 3 5 0,0 0-4 16,0 0 0-16,0 0-10 0,0 0 3 0,0 0-2 15,0 0 1-15,0 0-4 0,0 0-2 0,0 0-1 16,0 0-3-16,0 0-3 15,0 0-3-15,0 0 4 0,0 0-5 16,0 0 0-16,0 0 0 0,0 0 1 0,0 0-2 0,0 0 0 16,0 0-1-16,0 0-6 0,0 0 0 0,0 0 8 15,0 0-8-15,0 0 2 0,0 0-4 0,0 0 4 16,0 0-1-16,0 0 0 0,0 0-1 0,0 0 2 16,0 0 1-16,0 0-3 0,0 0 2 0,0 0-4 15,0 0 2-15,0 0 2 0,0 0-3 0,0 0 2 0,0 0-2 0,0 0-1 16,0 0 2-16,28-2 2 0,-11 2-5 15,5-3 6-15,0 2 2 0,7-3-8 0,1 2 6 16,2-2-3-16,-1-1-8 0,0 0 11 0,-3 2-1 16,1 0-2-16,-1-1-2 0,-7 2 4 0,-1-1 2 15,-4 1-2-15,-3 2-8 0,-1-2-18 0,-2 2-13 0,-2 0-10 16,-3-1-20 0,-5 1-26-16,12-2-16 0,-12 2-4 0,0 0-15 15,0 0-12-15,0 0-126 0,0 0-288 0,0 0 128 16</inkml:trace>
  <inkml:trace contextRef="#ctx0" brushRef="#br0" timeOffset="-6449.44">16296 13682 8 0,'1'-7'282'0,"-1"2"-23"15,0-2-14-15,1 2-10 0,-1 0-3 0,0 0-22 16,1-2-19-16,1 5-13 0,-2-2-15 0,0 4-18 0,1-6-16 0,-1 6-14 16,0-3-18-16,0 3-12 0,0 0-29 15,0 0-18-15,0 0-3 0,0 0-7 0,0 0-6 16,4 15 0-16,-1-5-2 0,-2 1-3 0,3 6-1 16,-3 3-3-16,1-1-1 0,0 7 2 0,-1-6-1 0,0 5-2 31,0-6 0-31,-1-2-13 0,0 3-12 0,0-4-12 0,-1-1-21 15,1 2-18-15,0-5-23 0,1 0-17 0,-2-2-8 16,1 1-30-16,-1-3-22 0,-2 4-191 0,3-7-386 16,-2 1 172-16</inkml:trace>
  <inkml:trace contextRef="#ctx0" brushRef="#br0" timeOffset="-5578.54">16692 13784 166 0,'-7'1'165'0,"7"-1"-6"0,0 0-14 16,-10-1-12-16,10 1-12 0,0 0-14 0,0 0-11 16,-6 1-9-16,6-1-7 0,0 0-7 15,0 0-4-15,0 0-10 0,0 0-3 0,0 0-8 16,0 0-8-16,0 0 0 15,0 0-4-15,0 0-11 0,0 0 2 0,0 0-1 0,0 0-2 16,0 0 0-16,0 0-5 0,0 0-1 16,0 0-2-16,0 0 1 0,0 0-1 0,0 0-3 15,0 0 4-15,0 0-2 0,0 0 2 0,0 0-3 0,20-2 5 16,-20 2-1-16,0 0 7 0,0 0-6 0,0 0 2 16,0 0-4-16,3-4-1 0,-3 4-3 15,0 0-3-15,9-2 1 0,-9 2 0 0,0 0 0 0,6-1-4 0,-6 1 0 16,0 0 2-16,5 0-1 0,-5 0-6 0,0 0 5 15,0 0 0-15,0 0-8 0,7 0 11 0,-7 0-5 16,0 0 2-16,0 0 1 0,0 0 0 0,0 0 0 16,0 0 4-16,0 0-5 0,0 0 0 0,0 0-1 15,0 0 1-15,0 0-4 0,0 0 1 0,0 0 2 0,0 0-2 16,0 0 3 0,0 0-4-16,5-2-3 0,-5 2 5 0,0 0-2 15,0 0 0-15,0 0 3 0,0 0-1 0,0 0-4 16,0 0-2-16,0 0 1 0,0 0 3 0,4-3 2 15,-4 3-4-15,9-2 0 0,-9 2-3 0,14 0 5 16,-7-1-5-16,4 0 2 0,1 1 4 16,1-3-6-16,6 3 1 0,2-3 4 0,-1 1-3 0,0-1 2 0,10-1 0 15,1 2-2-15,-6-1 1 0,-3 0-1 0,0 2 4 0,-3-3-6 16,-6 3 3-16,4 0 1 0,-4-2 0 0,-3 2-6 16,-2 1 9-16,-2-3 4 0,2 3 7 0,-8 0-5 15,9-1 5-15,-5 1-8 0,-4 0 8 0,0 0-5 16,9 1-3-16,-9-1 1 0,0 0-4 0,0 0-12 15,5 0-8-15,-5 0-8 0,0 0-3 0,0 0-14 16,0 0-24-16,-9 8-22 0,5-6-9 0,0 2-35 0,-1-1-29 16,0 0-147-16,4-3-330 0,1 0 147 0</inkml:trace>
  <inkml:trace contextRef="#ctx0" brushRef="#br0" timeOffset="-3927.08">17296 13534 48 0,'5'0'106'0,"7"0"-17"15,2 3-4-15,-4-3-17 0,4 4 9 16,3 1-17-16,-1 3-11 0,-2 0 2 0,2 1-6 0,-3 0 0 15,2 5-8-15,-5-1-5 0,0 3 4 0,-1 0-20 16,-4-2-5-16,0 1 16 0,-3 1-8 0,-1 1-2 16,-5 0-1-16,-1-2 12 0,-2 2-5 0,-2 0 3 15,-2-5 9-15,-1 2-1 0,-1-2-2 0,0-1 16 0,-1-2-3 0,0-1 0 16,1-2-3-16,3-1 0 0,1-3 11 0,0 2 5 16,4-3 6-16,-2 2 14 0,5-2 16 15,-5 1 19-15,7-2 24 0,-7 0 8 0,7 0-17 16,-4-6-9-16,5 0-3 0,3 0-19 0,1-5-13 0,3 0-4 15,2-3-13-15,4-3-5 0,0 2-10 0,-1-1-3 16,1 4-4 0,4-2-5-16,-4-2-4 0,-1 3-5 0,1 0-4 15,-5 5-3-15,-1-1-2 0,0 1-1 0,-1 3-4 16,0-1 0-16,-3 1-1 0,0 2-6 0,1 0-1 16,-5 3-12-16,5-4-12 0,-3 3-14 0,0-2-15 15,-2 3-1-15,0 0 1 0,0 0 6 0,4 8 3 16,-3-5 3-16,-1 2 3 0,0 2 1 0,4-1 0 15,-4 5 8-15,4-3 3 0,-3 3-1 0,5-1 2 0,-2 1 1 0,4 0-1 16,0-1-1-16,-2 3-5 0,4-5-12 0,3 4-23 16,-1-6-29-16,-1 1-25 0,2-1-33 0,2 0-50 15,-4-3-158-15,2-1-380 0,-1-2 168 0</inkml:trace>
  <inkml:trace contextRef="#ctx0" brushRef="#br0" timeOffset="-3649.3">17756 13430 169 0,'2'-4'159'0,"-2"4"-19"15,0 0-19-15,11 4-12 0,-1 1-4 0,-1 4-15 0,3 3-3 16,2 3-2-16,0 5-5 0,2 4-11 0,0 2-8 15,-1 4-4-15,-2-1-2 0,-3 3-12 0,-2 14-6 16,-3-11 5-16,-6 13 0 0,-1-13-8 0,-7-1 0 16,-1 0 2-16,-3-1-9 0,-3-3 5 15,-5 1 0-15,-13 6-7 0,-6-3-3 16,-1-4-11-16,-6-3-21 0,-3-1-33 0,-5-5-59 0,-4-3-174 0,2-5-297 16,-3-6 133-16</inkml:trace>
  <inkml:trace contextRef="#ctx0" brushRef="#br0" timeOffset="-2920.7">14387 13558 80 0,'1'-4'149'16,"-1"4"-5"-16,2-3-14 16,-2 3-14-16,0 0-4 0,6-2-21 0,-6 2-9 0,0 0-12 15,0 0-4-15,0 0-7 0,0 0-8 16,0 0-8-16,-2 14-6 0,-3-4-1 0,1 2-4 16,0 9 1-16,-7 2-3 0,-1 5-12 0,1 2-1 15,-2 1-5-15,2 2 7 0,3 2-7 0,-5-3-2 0,8 1 8 16,1-1-6-16,3-1-6 0,5-2 3 0,-3-1-3 15,3-2 2-15,6-1 1 0,3 0 0 0,4-5 1 0,8-1 0 16,7-3 0 0,19 0-1-16,4-5 1 0,9-3 3 0,34 1 1 15,0-8-18-15,-4-1-12 0,-1-2-26 0,4-3-40 0,-1-2-161 16,-5-3-264-16,2-1 117 0</inkml:trace>
  <inkml:trace contextRef="#ctx0" brushRef="#br0" timeOffset="-2155.77">18081 13357 152 0,'0'0'199'0,"1"-7"-5"0,-1 3-7 0,0 4-15 16,0-3-8-16,0 3-15 0,1-3-17 0,-1 3-13 0,0 0-10 16,0 0-11-16,0-6-14 0,0 6-16 0,0 0-7 0,0 0-6 15,0 0-8-15,0 0-2 0,0 0-9 0,0 21-4 16,0-9 2-16,0 3-7 0,-1 4-5 0,0 10-3 0,-1-4-2 15,-1 4-1-15,3 0 1 0,-3 0-6 0,1 1 1 16,0 0-1-16,2 3-3 0,-1-2 3 16,0 2-3-16,1 1 4 0,0-1-1 0,1-3-14 15,-2-1-14-15,1-3-19 16,0 3-11-16,-1-4-11 0,1-4-21 0,1-6-17 16,0 4-18-16,0-4-44 0,-2-3-131 0,2 2-313 15,1-4 140-15</inkml:trace>
  <inkml:trace contextRef="#ctx0" brushRef="#br0" timeOffset="-1991.27">18151 14219 249 0,'0'0'256'0,"0"0"-7"0,0 0-18 16,0 0-17-16,0 0-22 0,0 0-16 0,0 0-20 0,0 0-29 15,0 0-67-15,0 0-83 0,19-7-87 0,-10 4-187 16,0-2-320-16,-1-2 141 0</inkml:trace>
  <inkml:trace contextRef="#ctx0" brushRef="#br0" timeOffset="649.65">19146 12197 135 0,'0'-5'159'0,"0"5"-2"16,0-7-11-16,0 7-7 0,0-6-9 0,2 2-8 0,-2 4-13 15,0-4-12-15,0 4-8 0,0-4-12 0,0 4-10 16,0 0-9-16,0 0-9 0,0 0-4 0,0 0-3 16,2 12-7-16,-2-2-5 0,-1 6-5 15,1 9-5-15,-1 4 3 0,-1 1-7 0,-1 6 4 0,0 8-3 16,3 2-4-16,-4-1-6 0,4-7-1 0,0 8-3 15,0-11 0 1,4 1 0-16,-1-2 3 0,-1-1-4 0,2-1-2 16,1-3 2-16,-1 0 3 0,1-4-2 0,-1 1 1 0,1-6-2 15,-1-4-2-15,0 1 1 0,0 0 1 0,-2-6 1 16,1 0-7-16,-1-1 9 0,0 2 0 0,0-6-2 16,-1 2 1-16,-1-1-1 0,2-1-1 15,-1-2 0-15,1 1 0 0,0 0-4 0,-2-3-4 0,0-2 3 16,1 7 1-16,-1-7-7 0,0 5 2 0,0-5-2 0,1 2-7 15,-1-2-8-15,0 0-18 0,0 0-71 0,0 0-165 16,0 0-299-16,0 0 133 0</inkml:trace>
  <inkml:trace contextRef="#ctx0" brushRef="#br0" timeOffset="1018.93">19135 12501 110 0,'0'-3'153'0,"1"-2"-17"0,3 3-15 0,1 0-7 16,2 0-19-16,3 0-8 0,4 2 0 0,-1 2-9 16,4 0-12-16,4 2-5 0,-2 2-4 0,0 3-3 15,-1 1-9-15,0-1-7 0,0 1 2 0,1 3-10 16,-1-2 2-16,-4 4-7 0,-1 0-4 0,-3-1 0 15,-2 2-2-15,-4-6 5 0,-3 2-8 0,-2 0-3 16,-4 1 1-16,-4-1-6 0,-4 0 1 0,-4-2 2 16,-2 0 0-16,-8 0-2 0,-1-1 5 0,1-3 0 0,0 0 3 15,-1-1 2-15,7-3-10 0,0 1 9 0,1-1 3 0,1-2-2 16,6 0-4-16,0 0-5 0,3 0 5 0,2 0-2 16,-1 0-5-16,9 0-6 0,-8-4-19 0,8 4-19 15,4-5-25-15,4 2-24 0,2-3-29 16,2 1-134-16,-2-1-269 0,8-1 120 0</inkml:trace>
  <inkml:trace contextRef="#ctx0" brushRef="#br0" timeOffset="1597.9">19466 12068 53 0,'6'-4'139'0,"7"0"-2"0,-4 0-15 0,2 2-13 16,1 1-17-16,-3-1-10 0,6 2-2 0,-2 2-13 15,0 0-5-15,0 2-6 0,-2 3-7 0,1 0-2 16,1 3-13-16,-2 4 4 0,-2-1-3 0,-4 3-7 0,0 1-9 0,0 4 7 16,-3-1-6-16,-6 4 2 0,1 1-5 0,-2-5-3 15,-1-2 0-15,-6 7 3 0,1-9 0 0,-1 1-1 16,-1 0 7-16,2-5 0 0,1 1-1 0,2-4-6 15,-1-3 10-15,3 2 6 16,-1-5 14-16,1 2 13 0,1-3 18 0,-2 1 17 0,5-2 6 0,2-1-12 0,0 0-6 16,0 0-9-16,2-13-5 0,6 3-9 0,1 1-8 0,4-7-6 15,5-3-3-15,0-1-5 0,4-4-6 0,-1 3-3 16,2 0-9-16,-1 1-3 0,-2 1-1 0,-6 4-1 16,0 3-2-16,-1-1-2 0,-4 5-3 0,-3-2 1 15,1 7 2-15,-2-1-3 0,-1-4-4 0,0 6-3 16,-2-1-14-16,1 2-3 0,-3 1 3 0,0 0 0 15,0 0-3-15,-7 18 5 16,2-6-4-16,-1 2 5 0,-1 3-4 0,1 3 2 16,2 5 1-16,0-2 2 0,4 4 3 0,4-2-2 15,4-1 5-15,3-1-3 0,5-2 0 0,7-2 0 16,5 0-13-16,8-5-40 0,15 2-68 0,-13-10-246 16,18-2-405-16,-2-4 180 0</inkml:trace>
  <inkml:trace contextRef="#ctx0" brushRef="#br0" timeOffset="3286.07">21016 12460 50 0,'0'0'102'0,"0"-5"21"0,0 0-10 15,0 5-9-15,0-9 3 0,0 6 3 0,0-2-16 16,0 1-8-16,-3 0-1 0,2-1-9 0,0 0-3 0,-3 1-12 0,0 0 2 16,-4 0-23-16,-2 1 9 0,0 0-10 0,-8 3 2 15,-2 0-4-15,-8 3-4 0,-3-1-8 0,0 4 3 16,-1 1-5-16,-1 2-3 0,1 0 2 0,1 4-10 15,2-4 0-15,3 7 3 0,2-3-2 0,0 1 5 16,10-3-14-16,-4 1 0 0,6 0 0 0,1 0 5 16,2 2-9-16,5-4 3 15,-1 0 2-15,3-2-8 0,2-2 3 16,0 1 2-16,3-2 3 0,5 2 7 0,1-3-4 0,5 1-1 16,3-4-1-16,-1-1-1 0,6 0 4 0,-1-2 6 15,-1-2 0-15,0-2 6 0,0 1 1 0,-1-2-2 16,8-4 4-16,-7 5-3 0,-1-1-2 15,0-1 0-15,-3 2-4 0,-5 1 5 0,2 0-6 0,-3 2 2 16,-1 0-6-16,0 1 1 0,0 0-5 0,0 2-4 0,-1 2 4 16,-2-1-8-16,4 3-2 0,-1 3 5 0,0 3-5 15,0-3-1-15,1 6 0 0,0 3 4 0,-2-1-5 16,1 1 1-16,1 4 5 0,-5 0-7 16,3-3 7-16,-3 2-2 0,3 0 2 0,-3 1-5 0,0-3 0 15,-1 2 6-15,0-4 1 0,-3-1 0 0,-1-3-2 16,4 1-1-16,-1-3 5 0,-3-2-2 0,2 0-6 0,-1 0 3 0,-1-5 7 15,0 3 31-15,3 0 26 0,-3-5 30 0,-3 3 27 16,3-3 30-16,3 3 14 0,-3-3 12 0,4 2 14 16,-4-2-11-16,0 0-34 0,2-8 9 0,1-2-29 15,1 0-13-15,0-1-2 0,3-6-17 0,2-2-11 0,0-6-10 16,3-1-5-16,0 1-14 0,-1-1-6 16,0 3-2-16,3 0-13 15,-9 5 0-15,2 2-8 0,1 2-8 0,-4 4-18 16,1 0-15-16,-1 1-17 0,0 4-18 0,0-2-21 15,-1 2-29-15,0 2-38 0,-1 0-47 0,0 1-59 16,-2 2-42-16,0 0-251 0,0 0-583 0,0 0 258 16</inkml:trace>
  <inkml:trace contextRef="#ctx0" brushRef="#br0" timeOffset="3919.38">21096 11988 125 0,'2'-2'204'0,"-2"2"-19"0,0 0-22 0,4-7-15 0,-4 7-17 0,0 0-16 0,0 0-14 15,0 0-13-15,0 0-9 0,0 0-8 0,4 14-7 16,-3-4-6-16,-1 0-8 0,1 2-8 0,-1 5-3 16,0 1-3-1,-1 2-6-15,-3-3 0 0,3 3-2 0,-3 4-7 16,2-7 0-16,0 1 0 0,1-2-5 0,-2-4 4 15,3-2-6-15,-1-3-1 0,1-1 1 0,1 0 1 16,-1-2 1-16,1 0 39 0,-1-4 31 0,-1 6 24 16,1-6 20-16,0 0-8 0,0 0-13 0,0 0-12 0,10-11-11 15,-3 3-7-15,2-1-8 0,-3-1-5 0,3-1-7 16,-3 2-6-16,4 0-7 0,-2 0-3 0,1 2-6 0,1-2-3 16,-6 8-6-16,1-5-5 0,-1 4-1 0,0-3-8 15,1 3-9-15,-1 1-2 0,-4 1-2 0,11 1-3 16,-3 1-7-16,1 3-12 0,4 3-19 0,-3-4-17 15,5 9-24-15,2-3-30 0,2 1-37 0,3 3-57 16,-4-4-240-16,-2-3-480 0,4 0 213 0</inkml:trace>
  <inkml:trace contextRef="#ctx0" brushRef="#br0" timeOffset="4204.2">21527 12108 22 0,'0'0'185'16,"0"0"-7"-16,0 0-14 15,0 0-10-15,0 0-13 0,0 0-13 0,0 0-13 16,0 0-7-16,0 0-12 0,0 0-11 0,0 0-8 16,0 0-6-16,31-3-8 0,-11 1-3 0,2 1-7 15,6 0-8-15,5-2-6 0,-1 3-15 0,-1-1-30 16,-4 1-39-16,-2-3-46 0,-2 2-187 0,-4 0-301 16,-2-3 133-16</inkml:trace>
  <inkml:trace contextRef="#ctx0" brushRef="#br0" timeOffset="4526.64">22051 11947 61 0,'0'-5'237'0,"0"5"-7"0,0 0-11 16,0-7-15-1,0 7-19-15,0-3-19 0,0 3-16 0,0 0-20 0,0 0-16 0,0 0-13 0,0 0-12 0,0 0-13 16,0 0-7-16,0 0-8 0,8 12-3 0,-6-2-10 16,-1 2-8-16,3 3-1 0,0 2-2 15,-4 2-7-15,4 0 0 0,-4 0-23 0,5 6-3 0,-5-4-21 16,4 3-15-16,1-6-21 0,-4 3-26 0,-5-1-25 15,7-3-66-15,-2 0-152 0,-1-5-348 0,4-6 153 16</inkml:trace>
  <inkml:trace contextRef="#ctx0" brushRef="#br0" timeOffset="5228.24">22500 12104 132 0,'-7'0'135'0,"7"0"-17"0,-10 0-10 16,10 0-12-1,-9 1-12-15,9-1-6 0,0 0-4 0,0 0-8 16,-8 0-8-16,8 0-2 0,0 0-8 0,-4 2-2 0,4-2-4 16,0 0-2-16,0 0-9 0,0 0 2 15,0 0 0-15,0 0 0 0,0 0 5 0,0 0 0 16,0 0-4-16,0 0 2 0,0 0-4 0,0 0 5 15,0 0-4-15,0 0-2 0,0 0-2 0,0 0-6 0,0 0 2 16,0 0-3-16,0 0-1 0,0 0-3 0,0 0 0 0,0 0-4 16,0 0-1-16,0 0-5 0,0 0 1 0,0 0 0 15,0 0 2-15,0 0-3 0,0 0 1 0,0 0 1 0,0 0 3 16,0 0 5-16,0 0 1 0,0 0 5 0,0 0 1 16,29-4-8-16,-18 4 6 0,8-1-6 15,0 0-1 1,2-2 1-16,2 2-4 0,5 1-1 0,0-3 2 0,5 2 0 15,-6-1-6-15,1-1-2 0,-6 2 2 0,-3 0 2 16,0 0-1-16,-6 1-4 0,1 0 7 0,-5-2-2 16,-1 1 1-16,-2 1 2 0,-6 0 2 0,12-2-5 0,-9 2 1 15,-3 0-3-15,8-2-2 0,-8 2-1 0,0 0-6 16,0 0 0-16,0 0-8 0,0 0-16 16,0 0-23-16,0 0-24 0,0 0-25 0,0 0-39 15,-15 8-171-15,10-7-331 0,5-1 147 0</inkml:trace>
  <inkml:trace contextRef="#ctx0" brushRef="#br0" timeOffset="7833.09">23068 11872 60 0,'1'-3'148'0,"2"2"-16"0,0-3-14 0,0 2-8 15,3-2-11-15,1 1-9 0,0 3-11 0,-1-3-6 16,4 2-5-16,2 1-10 0,-1 1-6 0,3 2 0 0,-5-3-11 15,1 5-2-15,3 2-5 0,-4-2-9 0,0 5-5 32,1-1-3-32,2 3-3 0,-2 0 2 0,-1 3-6 15,-3-2 6-15,-1 3-4 0,-2 0-2 0,0 0 2 0,-3 1 8 16,-3 0-17-16,-2 2 5 0,0 0 1 0,-2-2 1 16,-3 0 8-16,1 0 1 0,0-5 3 0,-2 3 3 15,2-1 0-15,-3-5-2 0,3-1 2 16,3 1 0-16,-2-1-1 0,3-5-4 0,-2 3-2 0,4-3 11 15,-3 1 7-15,3-1 16 0,2-1 23 0,1-2 18 0,-5 5 19 16,5-5 11-16,0 0 7 0,0 0-14 0,0 0-9 16,0 0-13-16,11-18-9 0,-1 10-9 0,3-6-8 0,5-6-8 15,1 3-5-15,3-2-5 0,-3 0-5 16,0 2-5-16,-5 2-13 0,0 2-4 0,0 0-4 16,-3 5-2-16,-4-1 0 0,1-1-2 0,-2 5-2 0,-1 0-1 15,1 1 0-15,-3 1-8 0,1-2-3 0,0 3-9 0,-4 2-22 16,3-2 0-16,-3 2-1 0,0 0 3 0,2 11 5 15,-2-6 2-15,-1 5-2 0,1 0 6 0,0 4 1 0,1-2-1 16,4 5-1-16,-5-3-10 0,4-2-3 0,1 6-15 16,3-4-10-16,-2 6-28 0,7-6-37 15,0-2-48-15,-2 3-249 0,5-5-454 0,0-3 201 16</inkml:trace>
  <inkml:trace contextRef="#ctx0" brushRef="#br0" timeOffset="11301.47">25671 12094 107 0,'1'-9'157'15,"1"1"1"-15,-1-1-6 0,0 2-5 0,-1 0-11 16,3 1-6-16,-3 2-12 0,1-1-8 0,-2 2-14 16,1 3-13-16,1-5-13 0,-1 5-27 0,0 0-5 15,0 0-7-15,-6 17-3 0,-4 6-3 0,-3 8 0 0,-6 20-7 16,-3 5 2-16,-8 26-5 0,-2 3 0 0,-1-3 0 15,6 0-6-15,4-2 2 0,9-25-8 0,5 1 5 0,6 2-7 16,1 3 7-16,9-8-6 0,5 5 7 0,1-3-1 16,11-1-4-16,6-6 3 0,4-2-2 0,6-6 3 15,2-2-7-15,4-7 6 0,3 0-2 0,2-6 5 16,-4-3-5-16,2-1-3 0,-15-9 2 0,-1 0-3 16,-1-3 2-16,-5 2 0 0,-9-6 0 0,-1 1 5 15,-6-3-5-15,1 0 2 16,-5-2 3-16,0 2-7 0,-1-1 8 0,-2 1 5 15,2-3 8-15,-6 0-1 0,7 1-1 0,-7-1-4 16,0 0-10-16,4-6-36 0,-4 6-52 0,-6-9-77 16,3-1-129-16,-1 2-312 0,-1-3 138 0</inkml:trace>
  <inkml:trace contextRef="#ctx0" brushRef="#br0" timeOffset="11570.9">26794 12501 5 0,'0'-7'194'0,"0"5"-21"0,0 2-33 16,0 0-17-16,0 0-19 0,0 0-2 0,0 0-13 0,0 23-6 15,2-5-7-15,-2 1-16 0,0 8-2 16,2-1-10-16,1 6-7 0,-2-1 7 0,2-2-7 16,-1 0-10-16,1-1-17 0,1 0-8 0,-3-1-18 0,0-1-2 0,0-8-14 0,-1-2-20 15,0-4-33-15,-1-2-129 0,1 0-226 0,-2-3 101 16</inkml:trace>
  <inkml:trace contextRef="#ctx0" brushRef="#br0" timeOffset="11988.49">26682 12293 115 0,'1'-17'180'0,"4"1"-10"0,3 3-12 0,-2-2-10 16,2 4-14-16,2-1-6 0,3 0-7 0,2 2-16 16,-1-1-10-16,4 6-5 0,1-4-10 0,-1 2-8 15,4 6-5-15,-3-3-3 16,4 4-6-16,-1-2-8 0,0 5-2 0,-2 1-6 15,-2 1-8-15,0 3-4 0,-1 0-12 0,-2 5-3 0,-4-1-2 16,-1 5-4-16,-2 1-6 0,-3 6 2 0,-5 2-2 16,-2 0-2-16,-5 4-5 0,-5-1 1 0,-4 1-2 15,-5-1-1-15,0-1 0 0,-1 3 2 0,-3-5 0 16,-1-1 2-16,3-1-4 0,-1-6 2 0,7-1 4 16,2-7-4-16,6 1 1 0,0-6-1 0,1 1 4 0,1 0-2 15,3-2-1-15,1-2 3 0,-2 1 0 0,3 2-3 16,-1-2-1-16,2 1 2 0,1-1 4 0,0 2-1 0,2 0-2 15,2-1-2-15,1 1-4 0,3 3 2 0,4 1 7 16,0-1 1-16,2 3 4 0,1 1-6 0,2-3 1 16,-4 0 0-16,2 3 3 0,-6-4-4 15,4 1-2-15,-1-2 1 16,-2 2 7-16,-1-3 0 0,0 1-6 0,-2 0-13 16,1 0-13-16,-3-2-7 0,1 2-11 0,0-3-14 15,-2 1-39-15,1-1-12 0,-3 1-165 0,0-1-296 16,0 0 131-16</inkml:trace>
  <inkml:trace contextRef="#ctx0" brushRef="#br0" timeOffset="12821.73">27221 12855 149 0,'0'0'239'16,"5"0"-11"-16,-5 0-11 0,0 0-12 0,0 0-19 15,0 0-14-15,0 0-16 16,5-5-15-16,-5 5-13 0,6-3-18 0,-1 3-12 16,2-4-20-16,3 0-12 0,1-1-8 0,0 1-12 15,-1-1-3-15,3 1-12 0,-3-4-4 16,2 4-7-16,-2-4 6 0,-1 0-5 0,0 2-3 16,-1-2-4-16,-1 1-2 0,-3-2 2 0,1 1-7 0,0-1 0 15,-2 2 3-15,-2 0-4 0,-2 1-1 0,1-1-3 16,-4 2 0-16,-1-2-4 0,-3 2 7 0,-3 0-8 0,-1 5 0 15,-7-3 4-15,6 3-4 0,-6 0 2 0,3 3-2 0,-4 0 1 16,3 2-3-16,1 1 0 0,5-1 0 0,-2 3-1 16,3 0 0-16,-4 1 0 0,6 1-4 15,3-1 3-15,2 3-2 0,2-2 0 0,1 0 3 16,4 3 3-16,1-4-2 0,7 5 2 0,3-2-2 0,5-2 3 16,5-1 2-16,5-1 0 0,2-1 1 0,1-5-9 0,1-2 0 15,1 0 1-15,-1-4-7 0,-1 1-7 0,-4-2-4 16,2-3 3-16,-7-1 3 0,0-4 0 0,-8 2 4 31,5-6 1-31,-9 3 0 0,1-3 3 0,-3-7-3 0,0-3 6 16,0 0 9-16,-6-5 1 0,5-2 9 0,-5 2 6 15,-1-3 14-15,1-1 5 0,2 2 12 0,-4 2 10 16,-2 3 14-16,4 0 4 0,-4 10 3 0,0 2-2 0,0 2 2 16,0 4-12-16,0 1-2 0,0 3-10 0,1 3-6 15,2-4-8-15,-3 5-21 0,0 3-44 0,0 0 2 16,0 0 4-16,1 12-1 0,-1 3 1 0,2 8 0 15,-2 5 2-15,0 8 0 0,-2 12 9 16,1 1-6-16,1 4 0 0,-3-2 1 0,2 1 1 16,-1-3 4-16,0-3 2 0,0-8-3 0,0-1 2 0,2-5-1 0,0 4 0 0,2-5 4 15,-4-2 0-15,2-10-3 0,0 1 5 0,4-5 2 16,-4-3 0-16,-2-2 1 0,2-3 0 0,0 0 12 0,2-2 35 16,-2-3 32-16,0 2 31 0,0-4 10 0,0 0-6 15,0 0-13-15,0 0-12 0,-6-21-11 0,6 5 0 16,0-3-22-16,0-6-11 0,4-5-7 15,0 4-3-15,2-5-7 16,-1 4-5-16,0 2 0 0,1-1-6 0,2 7-1 16,-4 2 1-16,1 0-15 0,0 3 9 0,3 5-2 15,-2-1-4-15,-2 2-4 0,4 1-7 0,0 0 6 16,3 2 0-16,-1 2-3 0,2 1-16 0,6 2-6 0,-7 2-6 16,5 3-7-16,-5 0-9 0,2 1-8 0,-2 2 1 15,0 0-5-15,-1-1-9 0,-3-1-3 0,-1 2 3 16,0 0-5-16,-5-1 5 0,2 0 6 0,-6-4 1 0,2 2 8 15,-7 2 12-15,-1-3-5 0,-8-1 6 16,-2 1-1-16,-2-1 5 0,0-3-5 0,2 0 2 0,-1 0-10 16,1-4-10-16,-1 1-27 0,1 0-23 0,5 0-18 15,2-1-32-15,2-1-29 0,5 1-182 0,1 1-396 16,6-3 175-16</inkml:trace>
  <inkml:trace contextRef="#ctx0" brushRef="#br0" timeOffset="13532.81">28081 12775 67 0,'0'0'200'0,"0"0"-2"0,0 0-2 15,3 0-8-15,-3 0-11 0,0 0-12 0,0 0-16 0,0 0-15 16,0 0-11-16,9-5-13 0,-3 1-10 0,0-2-10 15,3 1-8-15,-2-2-10 0,0-2-5 0,2 0-3 16,0-5-10-16,1 0-1 0,-2-3-4 0,1 0 0 16,0-8-5-16,1 3-2 0,-1-6-1 0,3 0-10 0,-5 3-1 15,1-1-2-15,0-1-1 0,-3 0-4 0,-2 8 1 16,1-8 2-16,-1 0-1 0,0 11 5 0,-5-4-1 16,4 4-1-16,-2-1 1 0,0 2-1 0,0 1 0 15,-2 1-3-15,1 4-3 0,1 2-2 0,-1 1-1 16,1 2-1-1,-2-1-4-15,2 5-6 0,-1-5-5 0,1 5-6 16,0 0-2-16,-11 10 3 0,4-2-2 0,-2 6-1 0,2 3-1 16,-2 7 1-16,0 2 0 0,-4 3 0 0,5 3 0 15,-1 0-4-15,2 4 4 0,-1 0 0 0,4-4 3 16,0 3-2-16,3-1-2 0,1-2 5 0,1-3-6 16,5-1-2-16,0-8 1 0,0-3 2 0,5 0-1 15,0-2 0-15,7-2 1 0,5 2-2 0,2-5-2 16,2-3 2-16,2-5 3 0,3-2-4 0,3-4 0 0,-2-2 5 0,-2-2-1 15,1-1 0-15,-3-2-2 0,-1-3 4 0,-4 0-2 16,-1-1 2-16,-6 2 0 0,0 0 0 0,-2 0 3 16,-2 3 4-16,-4 1 4 0,-3-2 11 0,-2 2 11 15,0 2-3-15,1 2-5 0,-2 0-2 0,-2 0-3 16,-2 2-5-16,1 3 0 0,-5-4-5 0,5 4 0 16,-21 5 1-16,7 5-4 15,-4-5 1-15,4 7-4 0,-5-1 4 0,2 1-2 16,2 0-3-16,2 2 1 0,-2-1-1 0,5 2-1 15,-1-2-5-15,3-3-7 0,3 1 0 0,1-4-3 16,0 0 1-16,0 1 3 0,1-3 3 0,1-3 3 16,0 1 4-16,2-3 2 0,6 4 5 0,-6-4 3 15,19-4 1-15,-4 3 4 0,2-3 1 0,-1-1-5 16,2-2 0-16,-4 2 5 0,-1 2-1 0,1-2-4 0,-1-2-2 16,-2 5 0-16,1-2 9 0,-3 0-10 0,2 2 0 15,0 0-4-15,-5 0 0 0,3-1-6 0,-1 3-11 16,-1-2-23-16,2 1-32 0,3 1-51 0,-2-1-73 0,-1 0-247 15,2-2-476-15,0 0 210 0</inkml:trace>
  <inkml:trace contextRef="#ctx0" brushRef="#br0" timeOffset="16897.68">29065 12625 132 0,'-4'-3'192'0,"4"3"-13"0,0 0-15 0,0 0-5 15,0 0-14-15,0 0-15 0,0 0-7 0,0-5-13 0,0 5-15 16,0 0-11-16,0 0-8 0,0 0-10 0,0 0-2 0,0 0-9 16,0 0-1-16,0 0-10 0,0 0-3 0,8-1-3 15,-8 1-4-15,10 0-3 0,-5-1-6 0,3-1 1 16,1 2-4-16,1-3 0 0,2 2-5 0,-1 0-1 15,-1-2-1-15,2-1-4 0,1 1 4 0,-2-2-2 16,0 1-4-16,-2 1 8 0,-1-1 0 0,-3 2 12 16,2-2-1-16,-4 2 2 15,3 0-4-15,-3 0-2 0,-3 2-1 0,6-3-2 16,-6 3-2-16,2-2-10 0,-2 2-1 16,0 0-4-16,0 0 0 0,0 0-4 0,0 0 2 0,-15 14 1 15,3-7-1-15,3 0-2 0,-4 5-2 0,1-1 4 16,2 0-2-16,0 1-9 0,3 0-5 0,-1-3 6 0,4 2-5 15,1 0-6-15,0 1 14 0,3-2-1 16,1 1 0-16,2 0 0 0,2 0-3 0,1-2 7 0,4-2-1 0,2-1 0 16,6 2 3-16,1-3-11 0,0-2 13 0,-1-3-3 15,5 0 0-15,0 0 4 0,0-5 2 0,-4-2 7 16,3-1 5-16,2-1 2 0,-6-1 7 0,1 0 8 16,4-5 0-16,-8 4 22 0,1-1 3 0,-3-3-2 15,1 2 2-15,-4-1 3 0,-2 5 8 0,1-1 6 16,-4 5 0-1,-1-2-8-15,0 1-4 0,1 2-5 0,-1-1-7 0,-2 1-9 16,2 1-9-16,-4 3-10 0,4-4-22 0,-4 4-15 16,0 0 8-16,0 0-10 0,0 0 1 0,0 16 2 15,-3-8 2-15,-1 1-5 0,3 6 6 0,-3-5 0 16,2 2 1-16,-2 4 1 0,1-5 2 0,2 1-5 16,0 1-13-16,-1-3-16 0,1 0-8 0,-3 0-8 15,4-1-17-15,-1-1-14 0,1-3-8 0,-1-1-4 0,-1 1-5 16,0-2 16-16,2-3-1 0,-4 2-24 0,4-2-49 0,0 0-47 15,-4-7-120-15,2-4-355 0,-1 3 157 0</inkml:trace>
  <inkml:trace contextRef="#ctx0" brushRef="#br0" timeOffset="17031.74">29443 12420 22 0,'-2'-10'247'16,"0"1"-18"-16,2 2-12 0,0 1-17 15,0 1-18-15,0 0-19 0,0 2-19 0,0-1-20 16,0 4-15-16,2-5-29 0,-2 5-22 0,0 0-27 0,11 7-23 31,-7-2-30-31,2 3-45 0,3 1-30 0,-4 0-175 16,6 2-293-16,-1 0 129 0</inkml:trace>
  <inkml:trace contextRef="#ctx0" brushRef="#br0" timeOffset="17614.84">29728 12605 126 0,'8'0'223'0,"-8"0"-21"0,0 0-12 16,4 4-16-16,-4-4-17 0,0 0-16 0,0 0-14 0,2 1-17 16,-2-1-13-16,0 0-12 0,0 0-6 0,0 0-4 15,7 5-12-15,-7-5-9 0,6 2-4 0,-1 2-7 16,-2-3-9-16,2 2-7 0,0-3-1 0,-5 0-5 16,10 2-2-16,-5-2-1 0,-5 0-4 0,13-2 1 15,-7-1-5-15,0 3-2 0,1-2 5 0,-1-1-6 16,1-1 2-16,-1 0-2 15,-2 0-1-15,1 4-2 0,-1-4 0 0,2 1 4 16,-2 1-1-16,-4 2-2 0,4-3 2 0,-4 3 0 16,5-2 1-16,-5 2-3 0,4-3-1 0,-4 3-1 15,4-1-4-15,-4 1 4 0,0 0-3 0,0 0-4 16,5 4 0-16,0-2 1 0,0 4 4 0,-1 0-3 16,0-2-2-16,1 7 1 0,0-4 3 0,0 5-6 15,3 4 3-15,-4 0-6 0,1 1 4 0,-1-1 1 0,-3 2-2 0,4 1 3 16,0 8 0-16,-5-3 2 0,0 2-4 0,0-1 1 15,-1 1-1-15,-4-7 3 0,1 6 0 0,-1 1-3 16,-4-2 7-16,-4 0-2 0,4-7 0 0,0-4-1 16,-3-1 1-16,5-2 4 0,-2-1-1 0,0-2 1 15,0 0 10-15,3-2 17 0,-2 0 33 0,4-5 38 16,-4 0 18-16,8 0-3 0,-9-5 5 0,5-4 16 0,1 0-10 16,4-7-18-16,5-3-8 0,7-8-10 0,6-4-5 0,11-9-15 15,6-4-12-15,6 2-4 0,21-20-3 16,-18 20-9-16,21-16-5 0,-23 20-5 0,1 1 0 0,-2 5-5 15,-13 9-3-15,-3 4-3 0,-6 4 4 0,-6 3 0 16,-5 4-1-16,0-1 2 0,0 6-8 0,-4-3 12 16,-1 2-46-1,1 2-41-15,-1 0-19 0,-4 2 4 0,0 0-3 16,-5 14-16-16,-8-1-21 0,-2 6-37 0,-7 5-39 16,0-2-78-16,-3 2-237 0,3-2-541 15,1-1 241-15</inkml:trace>
  <inkml:trace contextRef="#ctx0" brushRef="#br0" timeOffset="18400.74">27681 13812 50 0,'9'-7'184'0,"2"0"-22"0,-2 0-15 0,4 1-20 0,1 0-10 16,-2 1-15-16,3 2-3 0,-1 3-18 0,5 1-10 15,-2 3-12-15,0-1 3 0,-2 4-6 0,0 6-8 16,-2-2-3-16,0 2-8 0,-4 3-3 0,-3 0-3 15,-2 4-1-15,-1-2-5 0,-3 7-4 0,-4 0-13 16,-1-5 11-16,0-1-3 0,-6 5-5 0,-1-2 1 0,1-3-5 16,0-4-2-16,-1-3 2 0,3 2 3 0,2-6 2 0,-2 1-8 15,2-3 6-15,2 0 17 0,0-3 8 16,1 0 24-16,2-1 36 0,-1 1 29 0,3-3 20 16,0 0 0-16,0 0-14 0,0 0-17 0,0 0-13 15,12-17-10-15,1 4-8 0,2-1-8 0,3-4-6 0,2-1-11 16,4-2-6-1,-2 2-4-15,-1-1-7 0,0 2-2 0,2 1-3 16,-5-1-7-16,-5 3 7 0,-4 7-12 0,0 1 0 16,-1 0-5-16,0 0 2 0,0 0-4 0,-3 4-1 15,-1-1-2-15,0 0-9 0,1 3-9 0,-5 1-24 16,4-3-5-16,-4 3 1 0,0 0 0 0,0 12 2 16,-5-5 7-16,0 6-1 0,-2 1-1 0,2 1 4 15,-1 2 4-15,1 0 0 0,0 0 3 0,2 2 2 0,3-2 1 0,3 0-1 16,2 0 2-16,4 0-1 0,3 1-2 0,11 0-25 15,5-1-40-15,3-1-66 0,9-6-96 0,-1-2-187 16,15-3-463-16,0-3 205 0</inkml:trace>
  <inkml:trace contextRef="#ctx0" brushRef="#br0" timeOffset="19019.62">28859 14108 116 0,'0'0'201'0,"-10"-3"-19"0,10 3-20 16,0 0-14-16,10-9-14 0,-5 4-16 0,3-3-8 0,1-2-12 15,4-1-8-15,-2-1-4 0,2-4-11 0,-3 0-8 16,4-5-7-16,3-1-9 0,-4-1 0 16,1-3 0-16,-1 0-12 0,3-3-2 0,-2 0-2 15,0-2-6-15,0 3-2 0,0-5 1 0,-2 4-4 16,-2-1-4-16,-1 2 0 15,-4 3 2-15,2-1 15 0,-4 9 4 0,0 2 5 16,-2 3 5-16,1 0-3 0,-4 6-2 0,4 0-5 16,-1-1-8-16,-1 4-5 0,0-1-9 0,0 4-7 15,0 0-2-15,0 0-2 0,-17 15-1 0,8-2-6 16,-1 5 1-16,-3 6-2 0,-1 5-1 0,5 2-3 16,-10 13 1-16,6 2 3 0,0 0 3 0,5-12-4 15,3 0 1-15,1 2-1 0,2-5 0 0,2 0-2 0,4-3 5 0,-1-2 0 16,3-2-1-16,0-7 2 0,2-2 13 0,-3-1-1 15,3-4 3-15,-3-1 0 0,4-3 2 0,-4 0 20 0,3-4 22 16,-2-1 9-16,4-1 10 0,-1 0 4 0,2-1-2 31,0-3-7-31,-2-1-6 0,-1-2-6 0,-2 0-2 16,2-1-9-16,-2 0 3 0,-2-3-13 0,0 4-4 16,-2-4-4-16,0 5-6 0,-2-1 2 0,0-1-11 0,-2 3-9 15,0-2-15-15,-3 3-24 0,-2-1-16 0,0 2-17 16,-6 1-18-16,1-1-16 0,1 2-28 0,1 1-30 15,-1 1-37-15,4-1-37 0,-1 3-207 16,4 0-470-16,4-3 208 0</inkml:trace>
  <inkml:trace contextRef="#ctx0" brushRef="#br0" timeOffset="19537.99">29443 13837 32 0,'-2'-5'289'0,"4"1"-23"0,-2 4-27 0,0-7-21 16,0 4-28-16,0 3-14 0,4-3-36 0,-4 3-40 0,0 0-27 16,0 0-6-16,0 0-7 0,0 0-4 0,5 10-11 0,-1-3-3 15,2 1-12-15,3 2-12 0,-1-1-7 32,0 0-5-32,-1-1-7 0,2 0-6 0,-1 0 1 0,1 0 0 15,0-4 0-15,-3-2 2 0,1-1 1 16,-1 1-1-16,2-4 2 0,-8 2-1 0,11-3 0 0,-4-1 4 15,0 0 6-15,2-4 1 0,-2 3 21 0,-2 0 5 0,1-2 4 16,0 2 8-16,0 1-1 0,-3-1 0 0,1 2-1 16,-2 0-3-16,0 1-8 0,-2 2-12 0,5-5-13 15,-5 5-13-15,0 0 1 0,0 0 3 0,12 10-9 16,-10-1 5-16,-1 4-4 0,5 7 0 0,-2 3 2 16,1 6-5-16,-1 0 6 0,-2 2 0 0,4 3 3 15,-2 1-1-15,-4 0 0 0,0 0 0 0,0 1 0 0,0-1 6 0,-4-1-1 16,-2-4 6-16,2-3-8 0,0-7 0 0,-1-2 1 15,1-3 0-15,-1-3 0 0,1 0 0 0,-3-5 5 16,2 1 5-16,-2-5 3 0,-6-2-2 0,2-3 4 16,-2-1 4-16,-2-6 17 0,-1 1 2 0,3-3 7 15,-2 1 17-15,3-5 11 0,0-2 7 0,3-1 1 16,0-7 0 0,8-2-2-16,0 1-12 0,2-2-9 0,9 0-4 0,3 1 0 15,1 3-11-15,3 2-6 0,2 0-3 0,0 3-4 0,5 0-4 16,3 4-8-16,1 1-17 0,0 2-21 15,0 3-29-15,-6 3-25 0,-4-1-36 0,1 2-46 16,2 0-67-16,-9 2-238 0,5-1-500 0,-2 2 221 0</inkml:trace>
  <inkml:trace contextRef="#ctx0" brushRef="#br0" timeOffset="19957.53">30196 13811 149 0,'0'0'175'0,"0"0"-12"16,0 0-20-16,10 11-13 0,-5-5-15 0,0 3-6 15,3 3-14-15,-2 3-12 0,0 4-6 0,-1 0-6 0,-1 1-16 16,-3 6-1-16,0 1 5 0,-3-2-9 15,-2-7-5-15,-4 7-8 0,2-9-3 0,-3 4-8 0,0-3-1 0,1-2-3 16,-1-1 0-16,0-3-6 0,4-3 3 0,0-2-1 16,0 0 11-16,1-3 28 0,1 2 24 0,0-3 22 15,3-2 5-15,0 0 10 0,0 0-4 0,-7-8-9 16,7 1-11-16,9-3-10 0,-1-3-9 0,3-2-6 16,7-4-7-16,6-3-8 0,-2 2-4 0,4 1-7 15,-1 0-5-15,2 4-5 0,-4 0 0 0,-9 6-5 0,1 0-5 0,-3 1-3 16,-2 5-3-16,-6-2 0 0,4 1-11 0,-3 2-16 15,-1-1-5-15,1 3-4 0,-5 0 0 0,8 7-4 16,-4-2-5-16,-1 2-1 0,1 2 2 0,-3 1-4 16,0 2-14-16,1 4-21 0,-1-1-23 0,2 1-29 15,-1 0-59-15,1-3-250 0,8 0-461 0,-6-4 204 16</inkml:trace>
  <inkml:trace contextRef="#ctx0" brushRef="#br0" timeOffset="20422.16">30800 13979 104 0,'0'0'134'0,"-10"-1"-8"15,10 1-10-15,0 0-13 0,0 0-8 0,0 0-12 16,0 0-5-16,0 0-7 16,0 0-2-16,0 0-12 0,-8-1-8 0,8 1-1 15,0 0-3-15,0 0 6 0,0 0 1 0,0 0-4 16,0 0-2-16,0 0 0 0,0 0 1 0,0 0-3 16,0 0 1-16,0 0-8 0,0 0-6 0,0 0-1 15,0 0-7-15,0 0-1 0,0 0 5 0,0 0-7 16,0 0 5-16,0 0-4 0,0 0 2 0,0 0 3 15,0 0 4-15,0 0-1 0,0 0 2 0,0 0-2 0,0 0 6 0,0 0 5 16,0 0 1-16,0 0 10 0,0 0-6 0,0 0-5 16,0 0 5-16,0 0 0 0,0 0 4 0,0 0 0 15,0 0-4-15,0 0-3 0,0 0-4 0,0 0-5 16,26-4-1-16,-16 2-7 0,9-1-3 16,-1-2-1-16,4 3-3 0,7-1-2 0,3 0-2 0,2 0-4 15,0 1 1-15,-6-2-3 0,-5 2 1 0,0 1-9 0,-1 1-8 16,-9 0-15-16,1-2-25 0,-2 0-23 0,-1 1-35 15,-5 1-30-15,0-2-24 0,-6 2-37 0,4-2-136 16,-4 2-361-16,0 0 160 0</inkml:trace>
  <inkml:trace contextRef="#ctx0" brushRef="#br0" timeOffset="20632.16">30961 13851 27 0,'0'-5'285'0,"0"5"-18"16,0-4-21-16,0 4-21 0,0 0-25 0,-4-3-19 15,4 3-24-15,0 0-23 0,0 0-9 0,0 0-20 0,0 0-8 16,-5 16-10-16,3-3-11 0,-3 4-9 0,2 2-12 16,-1 6-7-16,-3 1-5 0,1-1-18 0,4 2-15 0,2-1-27 15,-1 0-18-15,2 1-43 16,1-8-35-16,2 1-63 15,0-5-165-15,-1-4-368 0,3 0 163 0</inkml:trace>
  <inkml:trace contextRef="#ctx0" brushRef="#br0" timeOffset="20905.79">31502 13764 202 0,'2'-9'299'0,"2"1"-16"16,-1 0-23-16,-2 3-20 0,2 1-29 0,-2 0-24 16,2 0-22-16,-3 4-39 0,0 0-22 0,0 0-11 15,0 0-14-15,1 15-6 0,-2 4-3 0,-2 10-2 0,-2 1-28 0,1 2-18 16,0 1-19-16,-1 3-25 0,-4 10-36 15,3-11-40-15,-1 1-77 0,-3-5-187 0,0-1-393 16,2-4 174-16</inkml:trace>
  <inkml:trace contextRef="#ctx0" brushRef="#br0" timeOffset="47270.94">7153 16154 24 0,'0'0'103'0,"0"0"-11"15,0 0 8-15,-8-2-22 0,8 2-5 0,0 0-12 16,0 0 2-16,0 0-10 0,0 0-5 0,0 0-8 0,0 0-3 16,0 0-11-16,0 0-4 0,0 0-7 0,0 0 0 15,0 0 22-15,0 0-26 0,-6 0 9 0,6 0-12 16,0 0 1-16,0 0-5 0,0 0 3 0,0 0 9 16,0 0 0-16,0 0 8 0,0 0 4 0,0 0 9 15,0 0-3-15,0 0 1 0,0 0 3 0,0 0-6 16,0 0 1-16,0 0-6 0,0 0 2 0,0 0-4 0,0 0-8 15,0 0 0-15,0 0-7 0,23 0 7 0,-3-2-2 16,7-3-3-16,7 3 1 0,2-2-6 16,18 3 7-16,-3-4-11 0,0 1 14 0,0-1-8 0,-12 4-7 15,-1-1 7-15,-3 0 1 0,-3-1-13 16,-1-1 3-16,-2 2 7 0,-8 4-4 0,-2-5-4 0,-6 1-11 0,-3 1-13 16,-1 1-10-16,-1-1-17 15,-8 1 1-15,5 1-6 0,-5-1-11 16,0 0-13-16,-18 6-23 0,4-3-66 15,-1-2-182-15,-6 4 81 0</inkml:trace>
  <inkml:trace contextRef="#ctx0" brushRef="#br0" timeOffset="47666.81">7162 16400 20 0,'0'0'88'16,"0"0"-17"-16,0 0-13 15,0 0 6-15,0 0-10 0,0 0-1 0,0 0-9 16,0 0-4-16,0 0-7 0,0 0 1 0,0 0-2 16,28 1 7-16,-10-3-10 0,13-2-1 0,3 1-6 15,17-4 0-15,4-2 10 0,9 1 15 0,29-2-2 16,2-4-4-16,-6 2 0 0,-25 5 9 0,-2-1-11 16,-6 1-4-16,-1-1-3 0,-17 6-3 0,-6 0-8 15,-4-3 2-15,-4 2-1 0,-6-4-4 0,-6 7 0 0,-2-2 2 16,-1 2 3-16,-3 0-9 0,-6 0-1 0,9-5 3 0,-9 5-12 15,0 0-18-15,0 0-16 0,0 0-4 0,-17-6-16 16,7 6-17-16,-1 0-22 0,2 1-83 16,-3 0-186-16,12-1 83 0</inkml:trace>
  <inkml:trace contextRef="#ctx0" brushRef="#br0" timeOffset="48521.74">8817 15965 28 0,'0'0'178'0,"-2"-4"-13"15,2 4-20-15,0 0-11 0,0 0-18 0,0 0-10 16,-1-5-16-16,1 5-12 0,0 0-11 16,0 0-6-16,0 0-6 0,0 0-9 0,5 10 0 0,-4-3-10 15,1 1-3 1,0 5-6-16,-2-2-1 0,1 5 0 0,-1 1-4 15,3 3 1-15,-3 3-14 0,0 1 10 0,0 2-3 16,0-7 2-16,-3 0-6 0,3 3 2 0,0-5-4 0,-1 0-4 0,1-1-2 0,0-3 4 0,0-2-4 16,0-2 0-16,0 0 3 0,0-2 2 0,-2 1-6 15,2-6 4-15,0 3 1 0,-2 0 27 0,2-5 33 16,0 5 32 0,0-5 32-16,0 0 12 0,0 0-17 0,0 0-17 15,0 0-12-15,8-17-11 0,-3 7-6 16,0-5-12-16,4-1-5 0,4-6-7 0,0-2-3 15,1 0-15-15,0 2-3 0,1 0-8 0,1-1-1 16,-2 8-3-16,-4 0-1 0,0 1-4 0,0 5-1 16,-2-2-1-16,2 1-5 0,-1 2-2 0,0 2-2 0,-1 0-5 15,-1 2-1-15,4 1 0 0,-4 1-4 0,4 2-3 0,1 2 11 16,1 0-9-16,2 4-1 0,2 1-3 0,1 5 1 16,-1 0 0-16,-1 0 1 0,4 5 1 0,-2 3-1 15,0 4 1-15,-1-5 4 0,-2 8-4 0,-6-10 4 16,-1 0-1-16,2-2-2 0,-4 1-1 0,2-1 2 15,-3-2-2-15,-1-2-2 0,1-3 6 0,-1-2-5 16,0 1 5-16,-3-2-2 0,2 0 4 0,-2 0-2 0,0-2 12 0,2 2-10 16,-2-3 1-16,-1 2 2 0,0-4 3 15,3 3-4-15,-3-3 1 0,0 0-2 0,1 5 3 16,-1-5-3-16,0 0 1 0,0 0 0 0,0 5-1 16,0-5-3-16,0 0-15 0,0 0-12 0,3 1-13 15,-3-1-12-15,0 0-23 0,0 0-22 0,0 0-17 0,0 0-52 16,0 0-79-1,0 0-142-15,0-12-418 0,3 8 186 0</inkml:trace>
  <inkml:trace contextRef="#ctx0" brushRef="#br0" timeOffset="48938.06">9572 15827 11 0,'0'-4'168'0,"0"4"-15"15,-1-4-20-15,1 4-17 0,0 0-16 0,0 0-7 16,0 0-13-16,0 0-8 0,2 17-11 0,1-5-7 15,-1 5-5-15,2 1-4 0,-2 7-9 0,4 4-5 16,-3-1 3-16,1 5-6 0,1 0-6 0,-1 2-2 16,4 11-3-16,-2-10 0 0,-1-1-2 0,-1-1 8 15,1-1-8-15,-2-4-3 0,1-2 2 0,-2 0-8 0,1-6 5 0,-1-2-9 16,0-2 0-16,0-1 5 0,0-4-6 0,-1-2 10 16,1-2-6-16,0 1 5 0,-2-2-12 0,0-1 2 15,1 1 11-15,-1-3-5 0,0 0-1 0,0 0 5 16,0-4-5-16,0 6 6 0,1-2-4 0,-1-4 2 15,-1 4-17-15,1-4-18 0,-1 4-9 0,1-4-19 16,0 4-9 0,0-4-20-16,0 0 9 0,0 0-11 0,0 0-19 15,0 0-64-15,0 0-181 0,0 0 80 0</inkml:trace>
  <inkml:trace contextRef="#ctx0" brushRef="#br0" timeOffset="49338.62">9613 16076 35 0,'0'0'136'16,"6"-1"-16"-16,2-1-6 0,-1 1-14 0,6-1-6 15,0 2-13-15,7 0-13 0,-2 0-7 0,5 2 0 16,-1 1-9-16,6 2-3 0,-1 2-8 0,-8-1 2 16,2-1-13-16,-2 4 2 0,-3 0 0 0,2 4-7 15,-5-3 0 1,-3-1 0-16,-1 1-6 0,-4-1-8 0,0 3 2 16,-2-3 3-16,-6 1 2 0,-3 0 1 0,-3-1 15 15,-5 1-9-15,-7 0 4 0,-8 1 4 0,-3-4-11 0,-1 0 7 16,-3 0 5-16,7-2 2 0,-2 0 6 0,1-3-2 15,1 0-4-15,10 1 2 0,1-1-3 0,7-1-11 16,1 0-5-16,2-1 2 0,3 0-8 0,-3 1-2 16,4 1-11-16,4-2-21 0,-2 2 1 15,2-2-9-15,0 0-22 0,0 0-44 0,27 3-44 0,-13-1-109 0,5-2-269 16,-1-2 120-16</inkml:trace>
  <inkml:trace contextRef="#ctx0" brushRef="#br0" timeOffset="54014.51">11465 15545 19 0,'0'-4'187'0,"3"-1"-8"0,-3-1-4 0,1 3-12 16,2-1-19-16,-2 0-12 0,-1 4-14 0,1-7-13 0,-1 5-14 0,0 2-11 15,0 0-4-15,0 0-14 0,0 0-8 0,0 0-9 16,0 0-6-16,8 13-2 0,-4-4-12 0,1 4 2 15,-4 4-2-15,2 1-5 0,-2 7 0 0,2 1-3 16,-6 1 0-16,3-4-4 0,0 4-8 0,0-3-11 16,-4 0 0-16,3-5-3 0,-4-1 6 0,1 0 2 15,4-5 4-15,-4-1 0 16,3 0-2-16,-2-2-2 0,2-3 4 0,1-1-2 16,-1 0 5-16,-2-1 17 0,3-1 28 0,0-4 27 15,-1 5 33-15,5-3 23 0,-4-2 5 0,0 0-12 16,0 0-17-16,5-11-9 0,0 1-7 0,5 0-10 15,-1-4-11-15,4-3-7 0,0 1-6 0,1-6-5 16,1 2-8-16,-3 5-8 0,-2 2 2 0,1 0-4 16,-3 5-9-16,0 0 0 0,-1 1-4 0,-2 1-6 0,-1 3-10 15,-2 1-14-15,1-1-11 0,-3 3 1 0,0 0-2 16,16 5 2-16,-10 0 0 0,-1 5 4 0,3-1-5 16,1 4-10-16,1 1-13 0,-2 0-5 0,1 1-14 0,2-1-17 15,-2 2-14-15,3-3-20 0,-6-3-26 16,3 5-32-16,0-5-37 0,0-1-190 0,-1-2-428 15,2-2 190-15</inkml:trace>
  <inkml:trace contextRef="#ctx0" brushRef="#br0" timeOffset="54678.47">12099 15755 17 0,'-10'0'131'0,"1"1"-7"0,1-1-6 0,4 2-14 15,4-2-22-15,-10 0 5 0,10 0-10 0,-6 1-5 16,6-1-4-16,0 0-6 0,0 0-8 0,-6 0-5 15,6 0 1-15,0 0-4 0,0 0 13 0,0 0-11 0,0 0-2 16,0 0-2-16,-7 2-6 0,7-2 5 16,0 0 2-16,0 0-3 0,0 0 0 0,0 0-2 0,0 0 1 0,0 0-6 15,0 0 1-15,0 0-5 0,0 0-1 0,0 0-9 16,0 0 10-16,0 0-3 0,0 0-5 0,0 0-2 16,0 0 5-16,0 0-3 0,0 0-3 0,0 0 2 15,0 0-2-15,0 0 2 16,0 0-5-16,0 0 0 0,0 0-2 0,0 0 5 15,0 0-7-15,0 0-3 0,0 0-9 0,0 0 12 16,0 0-4-16,0 0 1 0,0 0 1 0,0 0 3 16,0 0 0-16,0 0-1 0,0 0 1 0,0 0-1 15,0 0-3-15,18-3 3 0,-3 0-6 0,6-2 3 16,7 2-2-16,4 0 0 0,-3 0-3 0,2 3-4 16,-3-3 3-16,0-1-1 0,-5 1 3 0,-2 1 0 15,-2 0 1-15,0 0-5 0,-6 1 9 0,-2-2-9 16,0 2 1-16,-5 0-1 0,0-1-1 0,1 2-3 0,-7 0-5 15,10-1-11-15,-10 1-16 0,6 0-15 0,-6 0-18 16,0 0-12-16,0 0-17 0,6-1-23 0,-6 1-21 16,0 0-30-16,0 0-89 0,0 0-280 0,0 0 125 15</inkml:trace>
  <inkml:trace contextRef="#ctx0" brushRef="#br0" timeOffset="54932.2">12545 15540 238 0,'-1'-4'246'16,"1"4"-10"-16,0-8-13 0,0 8-15 0,0 0-22 16,0-8-18-16,0 8-23 0,0 0-16 0,-3-4-19 15,3 4-15-15,0 0-10 0,0 0-9 0,0 0-11 0,3 24-3 16,-3-12-10-16,1 3-3 0,3 6-9 0,1 4-1 15,-1 4-3-15,1-2-3 0,0-1-1 16,-1 1-27-16,0-2-14 0,1 1-24 0,0-1-18 0,-2-4-26 0,-1-2-47 16,-2 1-20-16,3-3-48 0,-6-1-130 0,3-3-348 15,0-3 155-15</inkml:trace>
  <inkml:trace contextRef="#ctx0" brushRef="#br0" timeOffset="56209.88">13115 15780 25 0,'0'0'95'0,"0"0"-22"0,0 0 8 0,0 0-6 0,0 0-13 16,0 0 0-16,0 0-9 0,0 0-4 0,0 0-5 0,0 0-5 16,0 0 0-16,0 0-4 0,0 0-9 0,0 0 0 15,0 0 2-15,12-3-7 0,-5 2 3 0,0 0 5 16,0 1-8-16,2-2-13 0,4-1 6 0,0 3-5 15,-2-3 19-15,2 0-20 0,1 0-6 0,-1 0 7 16,-1-1-3-16,-1-1 14 0,-1 0 10 0,-2-1-5 16,2 1 0-16,-4-1 17 0,1 3 6 0,-3-2 19 0,1 1 2 0,0-2 3 15,-4 4-4-15,2-2-8 0,-3-1-13 0,0 5-2 16,-3-6-6-16,3 6-1 0,-11-4-7 0,0 4-3 16,-6 2-12-16,-1-1-2 0,-9 6 4 15,-4 2-1-15,-1 1-4 0,-2 2 1 0,3 3-4 16,0 2-4-16,1 2-1 0,-1 1-2 0,3 3 3 0,1-1-6 15,4 2 0 1,0 2-3-16,4-1 5 0,4 0-4 0,3 1 0 16,3-2 1-16,4 2 9 0,4-9-8 0,2 3-1 15,3-1-4-15,5 1 3 0,2 2 6 0,7-3 1 16,4-3 5-16,2-1-5 0,7-1-12 0,1-4 14 16,0-2 1-16,0-1-5 0,0-3 5 0,-3 0-1 0,-2 0 9 15,-5-2 5-15,-6-2 10 0,-2 0 14 16,-1-2 9-16,-3 2 11 0,-2 0 10 0,1 2 7 15,-4-2 4-15,-5 0 1 0,11 1-3 0,-8-1-6 16,-3 0-1-16,8 2-9 0,-8-2-5 0,0 0-14 16,8 0 1-16,-8 0-13 0,0 0-21 0,0 0-29 0,0 0-28 15,0 0-38-15,0 0-40 0,6 0-49 0,-6 0-41 16,0 0-186-16,0 0-427 0,0 0 189 0</inkml:trace>
  <inkml:trace contextRef="#ctx0" brushRef="#br0" timeOffset="58484.25">13485 16081 81 0,'5'-3'117'0,"2"2"-11"0,1 2 0 15,2 1-27 1,4 1-3-16,2 1-5 0,0 2-11 0,0 3-8 16,1 1-1-16,-3 1-6 0,4 2-1 0,-5 1-9 15,1 2-8-15,-2-1 12 0,-6 0-9 0,4 1-10 16,-6 2-1-16,0-3-16 0,-3 2 9 0,-2 2-6 16,-3-5-1-16,0-2-2 0,-3 1 0 0,0 0 2 15,-3-1-2-15,1-3 12 0,-1-1 6 0,1 0 2 16,-1-3-1-16,2 2 10 0,0-4 10 0,4 2 16 0,-2-3 8 15,2 1 23-15,2 1 12 0,-3-2 15 0,5-2 8 16,0 0 4-16,0 0-16 0,0 0-11 0,-5-11-7 16,8 5-13-16,6-3-5 0,-2-1-10 15,4-5-11-15,3-1-2 0,4-6-7 0,1-1-4 16,-1 3-5-16,0-2-2 0,4 1-8 0,-4 1 2 0,0-2-1 0,-6 7-6 16,1 0-3-16,-5 6-3 0,1 0 1 0,0 2-2 15,-6 0 1-15,3 1-7 0,-3 3-1 0,0-1-4 16,2 1-7-16,0 1-16 0,-5 2-2 0,0 0 2 15,0 0 1-15,0 9-1 0,0 0 6 0,-5 7 0 16,1-4 2-16,3 5 0 0,-3-1 2 0,4 2 0 16,0-1-2-16,0 2 2 15,0-1 2-15,1-1 0 0,7 1 1 0,2-1 2 16,4-4 3-16,13 4-10 0,4-5-25 16,6-3-32-16,19-1-67 0,3-7-37 0,-3-1-214 15,0-2-417-15,-1-7 185 0</inkml:trace>
  <inkml:trace contextRef="#ctx0" brushRef="#br0" timeOffset="59138.83">14674 15629 39 0,'0'-6'179'16,"0"6"-24"-16,-2-3-10 0,2 3-19 0,0 0-13 16,0 0-16-16,0 0-12 0,0 0-8 0,0 0-4 0,2 13-16 15,-2-2-9-15,0 6-1 0,2 1-10 0,1 7-4 16,-3 5-5-16,3-1-1 0,-1 1-3 15,2 4-8-15,-3 0 4 0,3-1 0 0,0-1-7 16,0 3 3-16,1-3-3 0,-3 1 0 0,2-1 0 0,-1-3-7 0,0-1 8 16,-1-3-1-16,-1-5-2 0,3-3-2 0,-4-5-2 15,3 0 3-15,-2 0-4 0,-1-2-3 0,0-3 3 16,1 0 2-16,-1-2 3 0,3 0-4 0,-3 0 3 16,0-2-1-16,-3 1-1 0,3-4-2 0,3 6-1 15,-3-6-1-15,0 1-6 0,0-1 9 0,0 0-58 16,0 0-62-16,0 0-139 0,-3-12-272 0,6 6 121 0</inkml:trace>
  <inkml:trace contextRef="#ctx0" brushRef="#br0" timeOffset="59524.03">14765 15838 61 0,'0'0'158'0,"0"-5"-15"0,0 5-18 0,0 0-12 16,0 0-10-16,0 0-12 0,15 3-11 0,-5-3-18 0,4 4 3 0,2 1-2 16,2 0-12-16,0 0-1 0,-1 2-12 0,10 5-5 15,-10-3 4-15,-1 1-4 0,2 2-5 0,-2-1-3 16,-3 0 6-16,-2 3-14 0,-6-5-5 0,-1 2 4 15,1-3-10-15,-5 4 3 0,-2 0 8 0,-5-5 7 16,-2 5-4-16,-5-3 5 0,-5 2 2 0,-7 0-1 16,-2-1 1-1,0-5 5-15,-3 2 1 0,2-2-2 0,0-2 1 16,1-1 1-16,6-1-3 0,1 0 4 0,4 0-6 0,4 1-3 16,3-2 1-16,-1 0-6 0,6 1-2 15,0-1 5-15,5 0-3 0,-9 2-5 0,9-2-7 16,0 0-19-16,0 0-21 0,0 0-19 0,38-3-50 15,-17 0-31-15,-1 2-152 0,2-3-305 0,0 0 135 16</inkml:trace>
  <inkml:trace contextRef="#ctx0" brushRef="#br0" timeOffset="61505.25">15060 15279 69 0,'10'3'62'0,"4"2"-5"16,-1 2-3-16,1 3-2 0,-4 0-11 0,3 3 0 16,-3 4-14-16,-2 1 1 0,0 0 1 0,-1 7-5 15,-4-5-2-15,-3 6 8 0,-3-2 2 0,-2 3-2 0,-4-3 1 0,0-5-4 16,-1 2-2-16,1-3-4 0,-2-1 18 0,0-3-15 15,-1 1 11-15,5-3 2 0,0-5 11 0,-1 3 13 16,2-3-2-16,0-4 7 0,3 4 13 0,0-5 17 16,-1 0 20-16,3 1 5 0,1-3 14 0,0 0-2 15,0 0-13-15,0 0-15 0,0 0-10 0,8-20-12 16,3 9-7-16,4-5-9 0,2-5-5 0,2 1-9 0,0-3-6 0,2 1-3 16,-2 1-4-16,4 0-9 0,-5-1 3 0,2 4-6 15,-7 5-4-15,-1-1-1 0,-5 5-1 0,0-1-3 16,0 3-4-16,-2 1-2 0,-1 2-3 0,0 2-7 15,-3-1-15-15,-1 3-9 0,0 0-1 0,0 0 3 16,6 9 1-16,-10 1 0 0,1 0 4 16,1 4 0-16,-5 2 0 0,2 2-9 15,-1 0 12-15,3 7-1 0,1-4 1 16,-1-3 6-16,4 3-5 0,4-3 4 0,1 2 0 16,4-2 2-16,8 4 4 0,5-4-6 0,6-3-24 15,8-1-41-15,15 0-56 0,6-2-72 0,-2-5-150 16,-3-7-378-16,-14 0 168 0</inkml:trace>
  <inkml:trace contextRef="#ctx0" brushRef="#br0" timeOffset="62444.88">16311 15777 62 0,'-1'-7'216'0,"-3"-4"-22"0,-3 2-19 0,1 0-20 16,-4 0-14-16,1 2-10 0,-8-1-21 0,-2 0-8 0,-2 6-15 0,-2-1-8 16,-8 3-10-16,3 3-6 0,-5 2-3 0,2 0-10 15,0 7-10-15,3-3-2 0,1 3-5 0,3 1-8 16,0 0 7-16,6-1-9 0,2 0-7 16,1 1 2-16,5 2-5 0,0-3 1 0,2-2-4 15,3 1-1-15,1-2-6 0,0-3 6 0,4 1-4 0,0-2 3 16,0 2 0-16,4-3-2 15,0 2 8-15,1-5-5 0,5 2-2 16,3-1 5-16,0-2 8 0,1-2 4 0,0 1 2 16,2-4 3-16,2 0 4 0,-2-2-3 0,1 0-2 15,2 0-3-15,-3-1-1 0,-3 1 1 0,-2 2-3 16,2-2-2-16,-4 5-4 0,3-1-5 0,-6 1-4 16,0 0 1-16,1 1-5 0,0 1-3 0,0 3 2 15,-2-1-3-15,1 3-2 0,2 0 1 0,-2 5 2 0,1-1-3 0,-2 1-2 16,1 5 0-16,0 0-1 0,-2 1 3 0,2 1-5 15,-4 1 5-15,3-2-1 0,-3 1 0 0,0 1 0 16,-2-1-2-16,0-1 11 0,0 0-7 0,0-5 0 16,0 0 3-16,0-5-3 0,1 5 5 0,-1-8 0 15,0 3 2-15,2-3 26 0,-2-3 35 0,0 7 42 16,0-7 36-16,0 0 31 16,0 0 13-16,0 0-4 0,0 0-27 15,0 0-13-15,7-17-14 0,-3 5-15 0,5-5-11 16,-2-1-16-16,6-7-7 0,0 1-10 0,4-5-7 15,-7 3-19-15,8 3-1 0,-4 0-12 0,-4 7-6 0,3-1-6 16,-4 3-12-16,-3 2-3 0,2 3-18 0,-3-1-14 16,-1 6-22-16,1-3-29 0,-1 3-39 15,1 0-37-15,-1 2-50 0,5 1-29 0,-3 1-54 0,1-3-251 0,0 3-581 16,-7 0 258-16</inkml:trace>
  <inkml:trace contextRef="#ctx0" brushRef="#br0" timeOffset="62977.28">16393 15262 249 0,'0'-3'234'0,"0"3"-21"16,1-6-20-16,-1 6-23 0,0-3-17 0,0 3-20 15,1-5-14-15,-1 5-15 0,0 0-11 0,0 0-14 0,0 0-6 16,7 13-12-16,-6-8-4 0,0 6-6 0,1 1-4 16,-2 4-7-16,3 9 0 0,-3 0-4 15,0-4-6-15,0 4-3 0,0 1 1 0,-3-9-4 16,0 1-7 0,3-1 5-16,0-2-5 0,-1-6-4 0,0 2 5 15,1-6-1-15,-2 3-2 0,2-2-1 0,0-3 10 0,0 1 46 16,0-4 27-16,2 5 16 0,-2-5-14 0,0 0-9 15,0 0-10-15,12-12-10 0,-7 6 0 0,3-3-13 16,1 2 4-16,-1-2-16 0,-1 3-2 16,-3 3-7-16,5-6-8 0,-3 3-5 0,2 3-1 15,-3-1-1-15,4 1-7 0,4 0-15 0,-3 0-12 0,1 3-8 0,2 0-21 16,0 2-16-16,1 0-24 0,3 4-26 0,1 0-31 16,0-2-51-16,2 1-67 0,-1 2-167 0,-1-4-458 15,-4 0 203-15</inkml:trace>
  <inkml:trace contextRef="#ctx0" brushRef="#br0" timeOffset="63330.51">16896 15387 101 0,'0'0'115'0,"-6"1"-16"0,6-1-3 16,-8 0-19-16,8 0 3 0,0 0-16 0,0 0-1 15,-5 3-10-15,5-3 2 0,0 0-14 0,-8 1 3 16,8-1-9-16,0 0 3 0,0 0 10 0,0 0 7 16,0 0 8-16,0 0 13 0,0 0 4 0,0 0-5 15,0 0-2-15,0 0-5 0,0 0-4 16,0 0-8-16,0 0-2 0,0 0-3 0,0 0-7 0,0 0-2 0,0 0-3 15,0 0-2-15,27-5-3 0,-14 4-7 16,5-5-4-16,0 4-3 0,-4-2 2 0,-1 3-1 16,1-2 0-16,-3 2-3 0,0 1-15 0,-3 0-16 0,0-3-14 15,-2 2-18-15,0 1-10 0,-6 0-10 0,7-2-28 16,-2 1-42-16,-5 1-139 16,0 0-296-16,1-3 130 0</inkml:trace>
  <inkml:trace contextRef="#ctx0" brushRef="#br0" timeOffset="63624.73">17182 15230 233 0,'-1'-2'257'0,"1"2"-14"0,0-7-22 0,0 7-23 15,0-5-21-15,0 5-25 0,0-4-17 0,0 4-16 16,0 0-16-16,0 0-4 0,0 0-20 0,0 0-11 0,4 14-7 16,-4-7-10-16,3 3 2 0,-2 2-10 0,2 5-3 15,-1 9-3-15,3 1-2 0,-2 2-3 0,-2-4-9 0,1 0-22 32,1-5-15-32,0-1-20 0,-2-1-25 0,0 1-29 15,-1-1-23-15,-1-1-17 0,1-2-35 0,-3-2-148 0,1-3-336 0,-1-4 149 0</inkml:trace>
  <inkml:trace contextRef="#ctx0" brushRef="#br0" timeOffset="64333.18">17568 15404 26 0,'0'0'109'0,"0"0"7"15,0 0-20-15,-10 0-6 0,10 0-15 0,0 0-1 16,0 0-10-16,0 0-5 0,0 0-1 0,0 0-5 16,0 0-5-16,0 0-23 0,0 0 29 15,0 0 5-15,0 0-11 0,0 0 7 0,0 0-8 16,0 0 2-16,0 0-3 0,0 0 1 0,0 0-10 0,0 0 7 15,0 0-11-15,0 0 3 0,0 0-1 0,0 0-6 0,0 0 2 16,0 0-6-16,0 0-4 0,0 0 1 0,0 0 5 16,0 0-4-16,0 0-1 0,0 0-3 0,0 0 1 15,0 0-8-15,0 0 13 0,0 0 6 0,0 0 5 0,0 0 3 16,0 0-2-16,0 0-5 0,0 0-4 16,22-4-1-16,-14 4-3 0,-1-2-5 0,5-3 1 15,-2 3-6-15,5 1 5 0,3-3-1 0,1-2-5 16,2 2-4-16,-2 1 0 15,1-1 3-15,-1 0-3 0,1 1-4 0,-6 3 5 0,-1-2-7 0,-2-1 1 16,-6 3 4-16,3-3-3 0,-2 3-1 0,-2 0-1 0,-4 0 1 16,9 0-6-16,-9 0-16 0,0 0-12 0,6-2-11 15,-6 2-19-15,0 0-15 0,0 0-25 0,0 0-26 16,-15 7-46-16,15-7-92 16,-10 2-284-16,10-2 127 0</inkml:trace>
  <inkml:trace contextRef="#ctx0" brushRef="#br0" timeOffset="64780.78">18036 15245 109 0,'5'-4'184'0,"-1"1"-13"15,4 2-24-15,-2 0-21 0,1 1-12 0,-7 0-12 16,15 4-10-16,-9-1-13 0,2 1-8 0,-3 3-4 15,1 1-11-15,1 2-2 0,-5 2-3 0,1-1-10 16,-3 6-5-16,-1 0-3 16,-2-1 0-16,-1 2-3 0,-3-1-5 0,-1 1-2 15,1-4-1-15,-3 0-3 0,0 1-3 0,2-5-3 16,-2-2 10-16,4 2-4 0,2-4-13 0,0 0 5 16,0-1 1-16,2 0 18 0,-2-3 21 0,1 2 20 15,2-2 30-15,-3 1 23 0,4-3 19 0,0 0 25 16,0 0-16-16,0 0-17 0,0 0-7 0,9-15-21 15,-1 7-12-15,0-2-9 0,3-4-9 0,2-3-9 0,2-2-5 0,-2 3-2 16,1 0-6-16,-4 2-10 0,2 1-3 16,-6 2-4-16,4 4-6 0,-5-3-2 0,1 3-2 15,-3 5-10-15,1-5-1 0,1 5-4 0,-1-1-8 0,-3 0-10 16,-1 3-29-16,0 0-10 0,0 0 5 0,0 0 1 16,0 0 3-16,0 0 2 0,-4 17 5 0,3-8 3 15,-2 9 4-15,1 0 1 0,0 3 0 0,4-3-8 0,0 2 0 16,8 5 0-16,2-4-9 0,6-1-18 0,5 1-33 15,8-1-63-15,3-4-124 0,2-6-181 0,15-1-494 16,-15-5 218-16</inkml:trace>
  <inkml:trace contextRef="#ctx0" brushRef="#br0" timeOffset="65786.11">10514 15854 29 0,'0'0'163'0,"0"0"-6"0,-7-1-14 15,7 1-5-15,0 0-7 0,0 0-10 0,0 0-10 16,0 0-10-16,0 0-7 0,0 0-9 0,0 0-10 0,0 0-4 16,0 0-7-16,19-3-12 0,-7 3 1 0,8-2-8 15,8-2-7 1,0 1-3-16,6-2-4 0,-5 5-4 0,2-3-10 15,-11 1-19-15,3 2-17 0,-2 0-32 0,-1 0-17 16,-10 0-23-16,3 0-23 0,-8 0-126 0,0 0-259 16,-5 0 115-16</inkml:trace>
  <inkml:trace contextRef="#ctx0" brushRef="#br0" timeOffset="66291.08">10471 15909 115 0,'0'0'99'0,"0"0"-12"15,2 7-5-15,1-5-9 0,4 2-11 0,3 1 8 0,0 5-16 0,3 0-6 16,1 0-7-16,0 5-5 0,1-1-6 0,7 5 3 16,-3 1-7-16,3-1-7 0,1 0 12 0,-2 2-14 15,-1-1 14-15,0-2-17 0,-4-4-2 0,-1 0 6 16,-1-2 3-16,0-2-8 0,-5-1-7 0,0-2 5 15,-4-2 0-15,1 0 2 0,1 0-11 0,-4-3 23 16,0 1 32 0,1-3 4-16,0 3 7 0,-4-3-3 0,0 0 8 15,0 0-6-15,10-5 9 0,-10 5 4 0,4-2 1 0,-4 2-4 16,1-3-4-16,-1 3-12 0,0 0-8 0,0 0-9 16,0 0-16-16,0 0-31 0,0 0 0 0,0 0 1 15,-5 17-2-15,-5-1-1 0,-4 6-2 0,-4 5 5 16,-5 6-2-16,-4 9 2 0,-4 4-1 0,2-2-11 15,1-3 11-15,0 4 2 0,2-5-3 0,6-9 2 0,1 1 0 16,-2-3-1-16,7-3 0 0,-1 1-1 0,6-5-4 16,-1-6 8-16,3 0-1 0,2-3-4 0,1-4 8 15,1-1-2-15,0-3 2 0,-1 2 1 0,3-2 5 16,0-1 16-16,-3 0 12 0,4 0 5 0,0-4 11 16,-3 5 6-16,3-2 5 0,0-3-4 0,0 0 0 15,0 0-10 1,-1 4-1-16,1-4-7 0,-1 3-6 0,1-3-13 15,0 0-12-15,0 0-34 0,0 0-28 0,0 0-30 0,0 0-44 16,0 0-53-16,0 0-181 0,18 2-389 16,-18-2 173-16</inkml:trace>
  <inkml:trace contextRef="#ctx0" brushRef="#br0" timeOffset="66969.75">10507 16900 25 0,'-6'1'158'0,"6"-1"-4"16,0 0-7-16,0 0-13 0,0 0-6 0,0 0-9 15,-7 2-11-15,7-2-15 0,0 0-10 0,0 0-8 16,0 0-4-16,0 0-10 0,0 0-2 0,0 0-5 15,0 0 5-15,0 0 5 0,0 0-1 0,0 0-4 16,0 0-1-16,0 0 3 16,0 0-11-16,0 0-1 0,0 0 2 0,0 0-6 15,0 0-1-15,0 0-4 0,-4-3-3 0,4 3-7 16,0 0 4-16,0 0 3 0,0 0 6 0,0 0-8 16,0 0 0-16,0 0-4 0,0 0 1 0,0 0-6 15,0 0-3-15,12-5-1 0,-12 5-2 0,9-2-3 0,-4 0-2 16,-5 2-2-16,8-3-2 0,-8 3 1 0,6-2-2 15,-6 2-4-15,5 0 5 0,-5 0-2 0,4-2-2 0,-4 2-3 16,0 0 1-16,0 0 2 0,5-1-2 0,-5 1-2 16,0 0 0-16,0 0 0 0,0 0 1 15,0 0 1-15,0 0-6 0,0 0 3 0,9 0-1 16,-9 0-3-16,0 0 10 0,0 0-6 0,0 0-1 0,0 0-4 16,0 0 10-16,0 0-9 0,0 0-1 0,0 0 3 15,0 0 1 1,0 0-3-16,0 0-1 0,3 3 3 0,-3-3-4 15,0 0 3-15,0 0 1 0,0 0-2 0,0 0-1 16,0 0 2-16,0 0-1 0,0 0 2 0,0 0-1 16,0 0 1-16,0 0-3 0,0 0 4 0,0 0-4 15,0 0 5-15,0 0 0 0,0 0 7 0,6 0-8 16,3-3-2-16,5 1 3 0,4-3-2 0,13 1 8 16,1-4-8-16,4 1 3 0,3 1-6 0,21-3 4 0,0 0 0 0,7 1 3 15,25-5-5-15,-26 7 29 0,1 1-4 0,0-1-3 16,-3 0 0-16,-4 3-1 0,-9-2-4 0,-14 1-1 15,-4 1-3-15,-2 1 2 0,-13-1-4 16,-1 3 3-16,-6 0-2 0,1-2 15 0,-6 1 6 16,0 1 5-16,0-1-2 0,-6 1-4 0,7-3-1 0,-1 3-3 15,-2-1-8 1,-4 1-19-16,0 0-19 0,0 0-38 0,0 0-49 16,0 0-60-16,0 0-83 0,0 0-173 0,-26 8-456 15,14-8 202-15</inkml:trace>
  <inkml:trace contextRef="#ctx0" brushRef="#br0" timeOffset="68171.39">10589 17184 145 0,'1'-5'186'0,"3"0"-15"0,1 2-21 0,-1 1-17 16,6-1-15-16,2 1-10 0,-2 1-14 15,9 2-9-15,-6 1-11 0,6 1-3 0,-1 1-5 0,0 4-15 16,-6-3-5-16,5 4-3 0,-3 1-8 0,0 2-2 16,-1 0-5-16,-4 3-10 0,-3-3-2 0,-3-1-7 0,2 5 0 15,-5-2-6-15,0 3-2 0,-5-2-2 0,-3 1-1 16,-1-3 8-16,-5 3 1 0,1-3-4 0,-2-2 1 15,1-1 0-15,-1-2-4 0,3 0 9 0,0-4-6 16,3 3 16-16,1-5 6 0,1 2 12 0,1-1 16 16,1-2 13-16,1 3 14 0,4-4 17 0,-8 0 8 15,8 0-2 1,0 0-10-16,-3-5-7 0,3 5-4 0,3-11-12 0,3 2-12 16,0-3-2-16,8-2-10 0,-1-2-3 0,9-6 1 15,-1 2-12-15,0-1-7 0,3 1-1 0,-4-1-5 16,1 4-3-16,-6 4 1 0,-2 1-3 0,1 0-1 15,-2 3-1-15,-6 0-2 0,4 3 2 0,-6 0-5 16,2 1 0-16,0 2-3 0,-3 0-5 0,1-1 3 16,-4 4-19-16,5-5-19 0,-5 5-21 0,0 0-1 0,0 0 4 15,0 0 6-15,0 0 4 0,7 16 4 0,-9-6 1 16,0 2 4-16,-3 3 7 0,0-1 3 16,2 3 5-16,-2 0-5 0,0-1 5 0,4 0 3 0,-2-4 3 15,3-1 0-15,0-1 1 0,0 2 6 0,4-3-7 16,-2 0 9-16,5 0-3 0,2-3 7 0,4 0-10 15,6-1-34-15,6 2-32 0,3-4-54 0,4-3-69 0,-10 0-134 16,9 0-360-16,-4 0 159 0</inkml:trace>
  <inkml:trace contextRef="#ctx0" brushRef="#br0" timeOffset="68440.25">11377 17263 23 0,'0'0'226'0,"0"-2"-19"0,0 2-16 15,0 0-18-15,2-5-19 0,-2 5-14 0,5-2-21 16,-5 2-26-16,16-6-23 0,-6 3-23 16,5 2-43-16,2-2-36 0,4 1-49 0,-3 0-142 15,-7 2-241-15,2-3 107 16</inkml:trace>
  <inkml:trace contextRef="#ctx0" brushRef="#br0" timeOffset="68620.1">11307 17391 20 0,'0'0'216'0,"0"0"-13"0,0 0-21 0,0 0-16 16,0 0-21-16,26-2-7 0,-6 0-20 0,12-6-26 16,1 6-37-16,3-3-43 0,2-2-42 0,2 2-48 15,-3-2-129-15,-4 2-223 0,-1-3 98 0</inkml:trace>
  <inkml:trace contextRef="#ctx0" brushRef="#br0" timeOffset="69003.45">11951 17159 47 0,'-10'2'90'16,"1"3"-8"-16,0 1-14 0,-1 2 2 0,-3 1-12 0,1 0-6 0,-2 1-10 15,4 2-2-15,1-3 5 0,2 2-17 0,-2-2 5 16,3 0-4-16,5 0-3 0,-1-1-2 0,0 4-4 15,2-5 5-15,3-2 46 0,3 4 21 0,3-3 2 16,10-1 5-16,3 1-4 0,5-6-19 0,6 3 2 16,-2-8-7-16,-1 1 3 0,-9 1 1 0,5-5 1 15,-7 1 5-15,-4-2-5 16,0 0-7-16,-2-4-4 0,-4 4-9 16,-1 0-4-16,-6-3-7 0,-2-1-13 0,-1 1-26 15,-9-2-48-15,-7 1-33 0,-8-2-37 0,-6 5-48 16,-5 2-136-16,0 2-320 0,-2 3 142 0</inkml:trace>
  <inkml:trace contextRef="#ctx0" brushRef="#br0" timeOffset="73164.88">10815 15523 120 0,'0'0'116'16,"0"-4"-10"-16,0 4 7 0,0 0-8 0,0 0-4 15,0 0-7-15,0 0-4 0,0 0 2 0,0 0-10 16,0 0 0-16,0 0 2 0,0 0-2 0,0 0-1 0,0 0 2 0,0 0-2 16,0 0 3-16,0-6 0 0,0 6-5 0,0 0 0 15,0 0-6-15,0 0 2 0,0 0-7 0,0 0 3 16,0 0-7-16,0-3-2 0,0 3-5 0,0 0 0 16,1-6-4-16,2 2-1 0,-3 4-5 0,0-3-1 15,0 3-5-15,0-7 12 0,0 0-16 0,0 3-4 16,0-3 0-16,0-1-3 0,0 2-6 0,0-5-2 0,1 2-2 0,-2-3 1 15,1 3-4-15,0-1-3 0,0-2 0 0,0 0-6 16,0 3 2-16,0-3 3 0,-3 2-9 0,3 1 1 16,0 0-1-16,0 4-3 0,-1 1-4 15,0-3-2-15,-2 2-7 0,2 1-10 0,-3 3 0 0,4 1-6 16,-14 0 5-16,0 1 3 0,-5 6-6 0,-7 2 6 16,-1 3 3-1,-3 3 0-15,-5 3-1 0,1-1 3 0,-2 1 2 16,-9 6 16-16,-2-4-1 0,14-3 1 0,-3 0 0 0,1-2-2 15,3-1 3-15,2 1-2 0,2-5-1 0,2 1 3 16,7-4-2-16,1-3-1 0,2 2 1 16,3-5 2-16,0 0-1 0,0 2 4 0,8-2 27 15,-4-2 25-15,4 1 5 0,-4-3-3 0,5 1 2 16,-1-5 4-16,1-1-1 0,-2-1 3 0,2-2-12 0,2 0-6 0,0-1 0 16,2-5-9-16,0-4-9 0,4 3-5 0,0 0 1 15,2 1-5-15,-2 3-4 0,-3 3-2 0,3 0-1 16,0 6-7-16,0-1-5 0,-4 0-11 0,6 5-9 15,4-1-3-15,1 2 0 0,-1 2 1 0,9 5-2 0,1 0 7 16,2 8-2-16,4-1 0 0,-1 3 2 0,1 2-4 16,2-1 1-1,-4 2 3-15,2 0-3 0,0 0 0 0,-3-1-4 16,1 0-3-16,-6-1-6 0,-2-5-2 0,1-3-21 16,-2 0 2-16,-6-2 4 0,1 1-1 0,-1-5 11 15,-1 0-2-15,-3-1 9 0,0-2 4 0,3-1 4 16,-2-3 4-16,2-4-4 0,2 0-7 0,-2-1-8 0,-2-1-10 15,5-1-21-15,-4 0-18 0,2-1-29 16,0 1-54-16,2-2-47 0,-3 4-150 0,2 2-392 0,2 0 174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07:46.5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4077 2704 90 0,'0'0'168'0,"0"0"-4"0,-4-1-5 0,4 1 7 15,0 0-19-15,0 0-5 0,0 0-11 0,-5-2 0 0,5 2-10 0,0 0-4 16,0 0-8-16,0 0-11 0,0-4-4 0,0 4-8 16,0 0-10-16,0 0-5 0,0 0-5 15,0 0-6-15,0 0-1 0,0 0-8 0,0 0 0 16,0 0-7-16,0 0-4 0,0 0-5 0,0 0-1 16,0 0-6-16,0 0-4 0,0 0 1 0,0 0-5 0,0 0-2 15,0 0 0-15,0 0-6 0,0 0-1 0,0 0-3 0,0 0 4 16,0 0-8-16,0 0-2 0,0 0-5 0,0 0 0 15,0 0-1-15,0 0 1 0,13 6 1 0,-13-6-1 16,18-1 3-16,-3 0-3 0,3-1 3 0,10 0-3 16,4 1 1-16,-3-3 1 0,6 1 2 0,-2 0-1 15,-1 1 1-15,-2 0-4 0,-2 1 0 0,-11 0 2 16,0-2 1 0,-2 3 0-16,-4 0 0 0,0 0-14 0,-3 0-6 0,-3 0-8 15,-5 0 1-15,10 0-4 0,-5 0-4 0,-5 0-8 16,0 0-14-16,0 0-14 0,8 3-12 15,-8-3-7-15,0 0 1 0,0 0 10 0,0 4 18 16,0-4-14-16,-4 5-24 0,0-2-40 0,-1 1-132 16,0-2-291-16,5-2 129 0</inkml:trace>
  <inkml:trace contextRef="#ctx0" brushRef="#br0" timeOffset="1334.21">4095 2705 115 0,'0'-4'251'0,"0"4"-15"0,0 0-22 0,0 0-19 16,0 0-20-16,0 0-21 0,0 0-18 16,0 0-23-16,0 0-31 0,0 0-29 0,0 0-41 15,-8 6-18-15,8-6 2 0,0 14-2 0,0 2 8 16,-1 6-6-16,-4 10 4 0,5 2-4 0,-4 12-1 16,-1 3 13-16,1 3-4 0,4-3 3 0,-5 4 2 0,6-5 1 0,-5-14 0 15,3 15-5-15,-4-13 1 0,3-2 1 16,0 0 0-16,-2-2 5 0,4-3-1 0,-1-1-3 0,2-1 7 15,2-9 3-15,-3-1 1 0,0-4 2 0,1-2-3 16,-1 0 3-16,4-1-6 0,-3-3 3 0,-1-2-5 16,2 2 3-16,-4-3-7 0,2-4 4 0,2 9 0 15,-2-9 0-15,0 5 8 0,0-5 4 0,2 4 2 0,-2-4-1 16,0 0-3-16,0 0-1 0,-5 4 2 0,5-4-8 16,0 0-1-16,0 0 0 0,0 0 1 0,0 0-3 15,0 0-2-15,0 0-2 0,0 0 2 0,0 0-6 16,0 0 3-16,0 0-2 0,1 8-4 0,-1-8 1 15,0 0 3-15,0 0-3 0,0 0 3 0,0 0-3 16,0 0 1-16,0 0 2 16,0 0 2-16,0 0-4 0,0 0 2 0,0 0 2 15,0 0-4-15,0 0-1 0,0 0 3 0,0 0 12 16,0 0 3-16,0 0 0 0,0 0 5 0,0 0 8 16,0 0-10-16,0 0 3 0,0 0-1 0,0 0 1 15,0 0 0-15,0 0-2 0,0 0-2 16,0 0-3-16,0 0-1 0,0 0 1 0,23-10-5 15,-5 7-4-15,5-3 1 0,4-2-1 0,6 3-2 0,0-4 0 0,2 3-2 16,0-2-1-16,-2 3 1 0,-5-1-3 0,-9 2 2 16,3-1-2-16,-3 3 3 0,-6 1-4 0,-2-2-1 15,-2 2-1-15,-2-2 5 0,-1 3-7 0,-1 0 5 16,-5 0-4-16,8-2-10 0,-8 2-19 0,0 0-4 16,6 0-9-16,-6 0-13 0,0 0-25 0,0 0-32 15,-31 2-40 1,19 0-40-16,-4-2-171 0,-2-2-393 0,3 2 174 15</inkml:trace>
  <inkml:trace contextRef="#ctx0" brushRef="#br0" timeOffset="1750.92">3993 3285 47 0,'0'0'187'0,"-10"3"-16"0,10-3-10 0,0 0-15 16,0 0-10-16,0 0-15 0,0 0-12 0,0 0-15 15,0 0-9-15,0 0 0 0,0 0-6 0,0 0-1 16,28 0-8-16,-8-4-5 16,12 1-2-16,0-3-14 0,5 3 3 15,-1-2-9-15,1-2-4 0,-3 3-6 0,-2-2 2 0,-1 0-6 16,-12 4-12-16,2-2 5 0,-5 3 3 0,-3-2-4 16,-3 0 0-16,-1 2 2 0,-1 0-6 0,-3 1 14 15,0-1 1-15,-5 1 2 0,8-2-5 0,-8 2-3 16,6 0-10-16,-6 0-7 0,4-2-7 0,-4 2-26 15,0 0-34-15,0 0-35 0,0 0-44 0,0 0-36 0,0 0-131 16,0 0-327-16,0 0 145 0</inkml:trace>
  <inkml:trace contextRef="#ctx0" brushRef="#br0" timeOffset="2083.08">5264 2895 215 0,'2'-3'291'0,"-2"3"-25"0,2-4-25 0,-2 4-22 15,0 0-27-15,2-1-17 0,-2 1-27 0,0 0-24 16,0 0-33-16,0 0-15 0,0 0-11 0,0 0-8 15,-6 18-7-15,5-6-6 0,-3 3-2 0,-5 9-7 16,-1 0-1-16,-3 2-2 0,2 0-2 0,-3-1-7 16,1 2 4-16,-5-3-3 0,5 0-3 0,-3 0 0 15,1 2-2-15,0-3 1 0,4-6-3 0,-7 5 6 0,6-6-8 32,-1-1-8-32,2-2-15 0,3-3-14 0,-2-2-27 0,-4 3-14 0,9-3-20 0,-3-2-14 0,3-3-29 31,0 0-59-31,5-3-151 0,0 0-363 0,0 0 162 15</inkml:trace>
  <inkml:trace contextRef="#ctx0" brushRef="#br0" timeOffset="2394.67">5029 3025 146 0,'3'-7'346'0,"-3"1"-11"0,-3 0-11 0,3 6-26 0,0-7-27 15,0 7-29-15,-1-5-28 0,1 5-25 16,0 0-21-16,0-6-28 0,0 6-24 0,0 0-18 15,0 0-6-15,10 14-15 0,-2-3-8 0,6 1-6 0,1 10-5 0,4-2-4 16,5 4-8-16,-2-2 0 0,1 0-3 0,0-1-4 16,0 1-8-16,-1 0-3 0,0-2 0 0,-1 2 11 15,-1-4-14-15,-1-1-2 0,-6-2-6 0,1-2 3 16,-3-4 5-16,-3 0-8 0,-1-2 0 0,-3-3-5 16,0 1 1-16,0-1 1 0,1 0-4 0,-5-4 1 15,4 3 5-15,-4-3-4 16,5 5 9-16,-5-5 0 0,5 2 1 0,-5-2-3 15,0 0 0-15,0 0-5 0,0 0-2 16,0 0-50-16,0 0-40 0,0 0-23 0,0 0-24 16,-10-13-31-16,7 7-43 0,2 1-52 0,-4-5-251 0,1 1-545 0,1-3 241 0</inkml:trace>
  <inkml:trace contextRef="#ctx0" brushRef="#br0" timeOffset="2637.75">5586 2856 3 0,'0'0'253'0,"0"0"-31"16,0 0-20-16,0 0-8 0,18 9-26 0,-13-3-6 16,4 5-16-16,0 6-11 0,4 5-8 0,-3 5-11 15,-1 2-7-15,-4 6-4 0,3 0-10 0,-1 12-10 16,-4 1-6-16,-3-13-8 0,-5 12-5 0,-3-12-2 15,-2 0-7-15,-4-3-5 0,-4 1-12 0,-4-3-20 16,-1-1-18-16,-3-4-39 0,-10 8-38 0,5-14-68 16,-16 6-244-16,-3-11-419 0,-2-2 187 0</inkml:trace>
  <inkml:trace contextRef="#ctx0" brushRef="#br0" timeOffset="2969.37">4955 2748 253 0,'0'-5'247'0,"0"5"-28"0,-4-3-27 0,4 3-30 16,0 0-20-16,0 0-12 0,-4 13-19 16,-1 0-7-16,-3 5-17 0,0 11-6 0,-4 2-7 15,-6 15-12-15,4 6 0 0,1-2-5 0,-1 2-3 16,3 0 3-16,1-1-13 0,4 0-4 0,4-5-3 0,2-10-2 16,2-3-2-16,4-2-2 0,4-1 0 0,4-5-2 0,4 1-2 15,2-4-4-15,3-2-3 0,8-2-23 0,2-3-38 16,5-5-67-16,16-3-87 0,0-4-155 0,2-6-379 15,-6 0 168-15</inkml:trace>
  <inkml:trace contextRef="#ctx0" brushRef="#br0" timeOffset="3269.85">6090 3091 7 0,'0'0'333'0,"-9"-4"-26"0,9 4-18 15,0 0-25-15,0 0-21 0,0 0-23 0,0 0-19 0,0 0-30 16,0 0-20-16,20-3-26 0,-6 0-38 0,5 1-50 0,3-1-54 16,7 2-64-16,2-2-82 0,-12 3-200 0,2-1-393 15,-2 0 175-15</inkml:trace>
  <inkml:trace contextRef="#ctx0" brushRef="#br0" timeOffset="3423.01">6125 3253 180 0,'-4'3'218'0,"1"0"-12"16,-1 1-14-16,0-4-11 0,5 5-6 0,-1-5 1 15,13 3-18-15,6-3-16 0,12-3-20 0,9 2-62 16,12-3-107-16,-11-3-248 0,9-3-317 0,-12 2 141 16</inkml:trace>
  <inkml:trace contextRef="#ctx0" brushRef="#br0" timeOffset="4692.31">7112 2937 6 0,'0'-3'272'0,"0"3"-21"0,0 0-7 16,-3-5-12-16,3 5-7 0,0 0-4 0,0-5-8 15,0 5-19 1,0 0-17-16,0 0-14 0,0 0-14 0,3-4-19 16,-3 4-17-16,0 0-17 0,0 0-13 0,0 0-16 15,0 0-20-15,0 0-11 0,0 0-4 0,0 0-7 16,1 14-6-16,2-2-2 0,-2 1 0 0,1 8-3 16,1 2-1-16,-3 4 2 0,1 1 0 0,3 1-4 15,-4 1-5-15,3-1 2 0,-2 0 3 0,3-2 2 16,-4-1-5-16,1-1 1 0,2-6 1 0,-2-2-3 0,-1-4-2 15,3-1 5-15,-3-1-5 0,1-3 3 0,-1 0-3 0,1-2 3 16,-1-3 1-16,3 4 6 0,-3-5 29 0,2 1 29 16,-2-3 33-16,3 4 30 0,-3-4 27 0,0 0 27 15,0 0 0-15,0 0-21 0,6-9-16 16,-2-1-19-16,1-6-13 0,3-2-18 0,5-6-12 16,-1-2-15-16,2 1-9 0,2-2-10 0,-1 4-6 0,-2 3 2 0,-3 4-13 15,0 2-3-15,1 1-4 0,-5 2-5 0,4 2-8 16,-4 0-5-16,2 5-7 15,0 0-8-15,-2 0-20 0,2 1-12 16,1 3-4-16,-9 0-7 0,23 6-3 0,-13-1-4 0,8 2-7 16,-3 4-1-16,3 1 2 0,3 5-3 0,-2 3 6 15,-1-2-2-15,-7-2 6 0,8 5 4 0,-2 2 6 16,-6-7 7-16,1 1 4 0,-2-5 0 0,-1 3 0 16,-1-3 2-16,-3-4 0 0,0 2 1 0,0-3 1 15,-2-2 3-15,-1 0-3 0,1 1 7 0,-2-3 3 16,3 1 2-16,-4-4 0 0,1 5 2 0,2-3-2 15,-3-2 7-15,0 0 1 0,1 6 16 0,-1-6-17 16,0 0 3-16,0 0-2 0,0 0 1 0,0 0 2 16,1 7-18-16,-1-7-14 0,0 0-17 0,0 0-17 0,0 0-16 15,0 0-16-15,0 0-19 0,0 0-37 0,0 0-60 16,12-10-45-16,-7 7-50 0,-1-2-179 0,1-4-530 0,0 1 234 16</inkml:trace>
  <inkml:trace contextRef="#ctx0" brushRef="#br0" timeOffset="5094.26">7766 2767 3 0,'0'-8'344'0,"-4"4"-10"0,3-1-17 15,1-2-20-15,-3 4-34 0,3 3-22 0,-1-3-33 16,1 3-25-16,-4-5-19 0,4 5-39 0,0 0-13 16,0 0-16-16,4 13-7 0,0-3-12 0,1 6-8 15,0 9-10-15,0 4-6 0,2 5-13 0,-1 12 7 0,2 4-5 16,-4 4-2-16,2 0-4 0,3 0-4 16,-4 2-1-16,0-5-3 0,3 0-3 0,-3-6-4 0,2-12-2 0,0 1 3 15,-1-1-1-15,1-2 1 0,-1-5-6 0,3 0 4 16,-4-9-7-16,0 2-3 0,-1-2 6 0,0-7-4 15,-1 4 4-15,1-5-1 0,-3 1-4 16,2-3 1-16,-1-3 0 0,0 1 1 0,0-2-2 16,-1 4 5-16,-1-7-5 0,1 6 0 0,-1-6 4 15,0 0-1-15,0 0-2 16,0 4 0-16,0-4-3 0,0 0-7 0,0 0-13 16,0 0-11-16,0 0-19 0,0 0-6 0,0 0-19 15,0 0-51-15,0 0-49 0,0 0-46 0,0 0-59 16,-6-17-194-16,1 12-503 0,1-4 223 0</inkml:trace>
  <inkml:trace contextRef="#ctx0" brushRef="#br0" timeOffset="5495.31">7821 3040 58 0,'0'0'279'0,"0"-8"-31"0,0 8-20 0,4-6-31 16,0 3-18-16,1 1-18 0,3 0-19 0,3-1-14 16,8 2-11-16,2 0-11 0,-1 1-2 0,9 5-7 15,-1-1-10-15,-2 5-5 0,0 0-9 0,-2 3-7 16,-1 1-5-16,0 2-5 0,-9 0-11 0,-1 2 0 0,5 1-6 15,-9-1-5-15,-5 0-3 0,-1 1-3 0,-4-1-2 16,-5 0-1-16,-2 3 3 0,-4-3 0 0,-7 4 3 16,-6-4 2-16,-3 0 3 0,-7-3-4 0,2 0 9 15,-3-3 7-15,0-2 1 0,-3 0 5 0,7-3-2 16,3-1 9-16,8-4 4 0,2 0-2 0,2-1-3 16,3 1-12-16,5 0 2 15,0-1-8-15,9 0 3 0,-10 1-7 0,10-1-4 16,-9 2-17-16,9-2-6 0,0 0-20 15,0 0-25-15,0 0-34 0,33-5-44 0,-11 3-67 16,0 2-81-16,-4-5-248 0,-3 3-550 0,-1-1 244 16</inkml:trace>
  <inkml:trace contextRef="#ctx0" brushRef="#br0" timeOffset="12286.84">9324 2730 280 0,'-4'-5'285'0,"4"1"-13"0,0 4-19 0,-1-5-20 15,-2 3-23-15,3 2-23 0,0 0-24 0,0-5-20 16,0 5-38-16,0 0-12 0,0 0-11 15,4 18-6-15,-4-7-7 0,5 18-3 0,-1 0-13 16,-4 6-11-16,6 17 4 0,-2-1-4 0,-1 7-4 16,-2-2-3-16,3 1-1 0,-3-2-7 0,3 2-2 15,-1-1 0-15,-3-3 0 0,1-2-11 0,0-15 8 0,0-2-3 0,1 1 1 16,-1-4-6-16,2-1 7 0,-1-2-4 0,0-4-1 16,1-4-1-16,-2-2 1 0,1-1-2 0,0 0 2 15,-3-6-2-15,2-1-2 0,-2 1-3 0,1-2 2 16,0-4-3-16,1-1 0 0,-1 2 3 0,0-6-1 15,1 7-1-15,-1-7 1 0,0 0 2 0,-1 8 2 16,1-8-1 0,0 0-7-16,1 4-4 0,-1-4-4 0,0 0-11 15,0 0-73-15,0 0-71 0,0 0-61 0,0 0-247 16,-5-26-503-16,7 19 223 0</inkml:trace>
  <inkml:trace contextRef="#ctx0" brushRef="#br0" timeOffset="12609.96">9301 3146 99 0,'-3'-4'257'16,"2"-1"-26"-16,1 0-27 0,-1 0-24 0,1 5-20 15,2-2-13-15,-2 2-15 0,13 0-14 0,-3 0-13 0,4 0-11 16,3 2-8-16,5 5-13 0,-2 1-2 0,4 2-11 15,2 4-7-15,-2 0-8 0,-1 1-8 0,-9-2-2 16,3 3-4-16,-4-3-4 0,-3 0-7 0,-1 0-5 16,-4-1-4-16,-2 1-1 0,-3-3-5 0,-4 1 0 15,-5 3 3-15,-8-3-1 0,3 0-1 0,-13 1-1 16,0-2-2-16,-1 1 4 16,0-2-3-16,1-3-2 0,6-3-1 0,0 0 2 15,3 2 2-15,-1-4-4 0,5 2 7 16,1-2-9-16,3-1-12 0,2 1-23 0,8-1-27 0,-9 0-85 0,9 0-204 15,0 0-381-15,8-12 169 0</inkml:trace>
  <inkml:trace contextRef="#ctx0" brushRef="#br0" timeOffset="13056.19">9857 3214 200 0,'0'0'192'0,"0"0"-27"0,-3 3-7 0,3-3-21 15,0 0-15-15,0 0-13 0,0 0 2 0,0 0-27 16,0 0-2-16,0 0-23 0,0 0 5 0,0 0-7 15,-3 4-3-15,3-4-1 0,0 0 2 0,-4 3-6 0,4-3 2 0,-4 2-1 16,4-2-4-16,0 0 2 0,-5 2-8 0,5-2-2 16,0 0-1-16,0 0-9 0,-3 2 3 0,3-2-6 15,0 0-2-15,0 0-2 0,0 0-3 16,0 0 0-16,0 0-3 0,0 0-2 0,0 0 3 0,0 0-5 16,0 0 3-16,0 0-5 0,0 0 3 0,0 0-4 15,0 0 5-15,0 0-5 0,0 0 1 0,0 0 6 0,0 0 1 16,24-4 0-16,-4 0-3 0,1-1-2 0,11-1-6 15,0 0 6-15,5-1-1 0,1 1-2 0,1-1-3 16,-1 0 3-16,-5 2 0 0,3-2-1 0,-9 3-2 16,-4-2 2-16,-4 5-4 0,-6-3-8 0,0 2-15 15,-4 1-16-15,-3 0-21 0,-1-2-46 0,-5 1-53 16,0 2-51-16,0 0-113 16,-13-4-346-16,-1 1 153 0</inkml:trace>
  <inkml:trace contextRef="#ctx0" brushRef="#br0" timeOffset="13272.11">10050 3069 59 0,'-2'-7'320'0,"0"2"-13"0,-1 1 3 0,1-1-6 0,0 0-7 16,2 5-21-16,-1-8-23 0,1 8-25 0,0 0-20 15,0-7-28-15,0 7-28 0,0 0-21 0,0 0-31 16,0 0-12-16,0 0-24 0,-3 20 7 0,3-7-6 15,0 5-7-15,3 8-4 0,0 0 2 0,-2 2-10 16,1 1-33 0,4 0-30-16,-1 0-28 0,1 2-39 0,3-3-40 15,-1-1-59-15,-1-2-69 0,-3-10-238 0,5 1-529 16,-4-6 234-16</inkml:trace>
  <inkml:trace contextRef="#ctx0" brushRef="#br0" timeOffset="13990.32">10738 2973 84 0,'-5'-3'223'0,"0"-3"-18"0,-1 2-14 0,-4 2-18 16,-1 0-13-16,-1 0-17 0,-1 4-16 15,-6 1-9-15,-3 1-17 0,-5 5-5 0,4 4-10 0,3-4-11 0,-5 6-10 0,2-1-3 16,4 6-5-16,0-1-8 0,1 3-6 0,4 0-4 0,4-6-3 16,2 1-3-16,1 0-6 0,3 0 1 15,1-6-5-15,2 3-2 0,1-5-3 0,1 1 4 16,2-2-7-16,-2-2 2 0,4 0-1 0,0-1 6 16,1-3 3-16,2 0 12 0,4-2 0 0,0 0 5 15,1-3-2-15,5-1 3 0,0-4 0 0,-3 2 0 16,2-2-1-16,-2-1 2 0,3 1-4 0,-5 1-5 15,-3 1-2-15,3 0-7 0,-4 0 0 0,0 2-4 16,-3 1-2-16,1-1-11 16,-4 3 3-16,4 0-3 0,1 2-2 0,-1 1-2 15,0 2 8-15,2 2-12 0,0 2 2 0,2 3-3 16,-2 3 0-16,0 3-4 0,0-1 5 16,-3 1 1-16,3 6 2 0,-2-5-4 0,-2 0 2 15,0 2-1-15,-3-4 1 0,2 3 1 0,-4-7-5 0,1-1 7 16,2-1-4-16,-3-2 0 0,0-1 4 0,0-2 12 15,1 0 27-15,-2-1 37 0,1-4 35 0,0 4 45 0,0-4 30 16,0 4 31-16,0-4 21 0,0 0-22 0,0 0-34 16,-3-17-22-16,7 5-16 0,0-3-15 0,0-2-18 15,2-5-8-15,3-4-20 0,0-1-18 0,0 1-12 16,1-3-8-16,3 3-11 0,-5-2-2 0,5 4-10 16,-7 7-2-16,2 0-4 0,-2 5-3 0,-2 3 0 15,-2 4-16-15,1-3-26 0,2 2-35 0,-2 1-38 0,-1 3-43 0,0-3-46 16,-1 2-45-16,-1 3-51 0,2-3-18 0,-2 3-27 31,0 0-36-31,0 0-246 0,0 0-660 0,0 0 292 16</inkml:trace>
  <inkml:trace contextRef="#ctx0" brushRef="#br0" timeOffset="14258.34">11044 2704 206 0,'1'-5'304'0,"-1"3"-35"0,0 2-32 15,5-3-23-15,-5 3-24 0,0 0-18 0,18 12-13 0,-9 3-12 0,5 7-18 16,3 7-5-16,-3 3-10 0,2 18-8 0,-4 3-11 16,-1 3-2-16,-3 0-14 0,-4 2-3 0,-4 2-7 15,-4-2-4-15,-2-2-17 0,-6 2 9 16,1-7-1-16,-8-3-5 0,-6-4-6 0,2-3-19 0,-6-3-20 15,3-7-26-15,-11 3-32 0,-2-3-40 0,-5-1-55 16,-3-5-83 0,-6-4-203-16,0-3-469 0,-7-7 208 0</inkml:trace>
  <inkml:trace contextRef="#ctx0" brushRef="#br0" timeOffset="14726.19">9053 2769 96 0,'0'0'189'16,"0"0"-27"-16,0 0-20 0,0 0-15 0,-9 18-15 15,3 0 0-15,-6 9-20 16,-2 18-4-16,0 5-6 0,0 8-9 0,1 1-3 0,-6 24-6 0,4-2-9 0,7-21 1 16,3-3 9-16,5 0 1 0,1-2-4 0,6-4-2 15,4-5-6-15,2-13 3 0,5 1 1 0,6 6-3 16,12-8 3-16,-7-10-4 0,21 5-1 0,5-6-3 16,33-1-1-16,4-9-7 0,3-9-26 0,2-7-44 15,-3-7-56-15,7-4-80 0,-11-2-177 0,-1-1-369 16,-29 0 164-1</inkml:trace>
  <inkml:trace contextRef="#ctx0" brushRef="#br0" timeOffset="15376.71">11305 2352 6 0,'0'-4'273'16,"0"4"-23"-16,0 0-26 0,1-5-22 0,-1 5-23 16,0 0-22-16,0 0-20 0,0 0-22 0,0 0-9 15,0 0-14-15,-1 16-8 0,2-6-11 0,2 7-4 0,-5 0-9 0,2 8-1 16,-1 2-10-16,0-1-3 0,-2 3 0 16,3 0-8-16,-1-4-4 0,-2-1-3 0,3-4-2 0,0-1-4 15,0-7-4-15,3 0 4 0,-3 0-3 0,1-5 1 16,-1 0-4-16,0 0-1 0,0-4 12 0,0 2 36 15,0-3 29-15,0-2 29 0,0 4 23 0,0-4-19 16,0 0-12 0,13-9-14-16,-6 1-13 0,2-1-6 0,3-3-12 15,-1 0-11-15,-2 1-7 0,4-1-2 0,-1 0-8 16,0 1 1-16,-3 1-13 0,-2 5-2 0,-1-1-3 16,-2-1-2-16,2 4-7 0,-2 2-11 0,1 0-3 15,-1 0-3-15,-4 1-7 0,19 3-3 0,-14-1-1 16,4 5-22-16,4 0-12 0,-3-1-25 0,2 6-28 15,0 0-31-15,0 0-44 0,2-2-64 0,-6-1-287 0,-2-3-565 0,1-1 250 16</inkml:trace>
  <inkml:trace contextRef="#ctx0" brushRef="#br0" timeOffset="15627.06">11747 2534 108 0,'-6'-2'286'0,"6"2"-21"0,0 0-21 0,0 0-18 16,-6-1-18-16,6 1-19 0,0 0-18 0,0 0-14 16,0 0-7-16,0 0-11 0,0 0-23 0,0 0-1 0,0 0-12 15,0 0-2-15,0 0-18 0,0 0-7 0,21-4-9 16,-5 3-6-16,6-2-4 0,5-2-14 0,2 2-29 15,-2 1-33-15,2-2-28 0,1 0-37 0,-2 0-47 16,-1-1-50-16,-7 2-239 16,-5-2-454-16,2 1 200 0</inkml:trace>
  <inkml:trace contextRef="#ctx0" brushRef="#br0" timeOffset="15844.32">12171 2331 309 0,'0'0'355'0,"0"0"-46"0,0 0-32 16,-3-4-31-16,3 4-31 0,0 0-29 0,0 0-28 16,-1 15-4-16,-3-1-15 0,4 6-15 0,-4 7-15 15,1 5-4-15,0 2-13 0,2 2-53 0,1 0-46 16,-3 11-63-16,3-11-69 0,-2-4-295 0,2-3-470 15,0-11 208-15</inkml:trace>
  <inkml:trace contextRef="#ctx0" brushRef="#br0" timeOffset="19613">16404 1874 100 0,'0'-7'133'0,"0"3"-17"0,0-2 10 16,0 0-1-16,0 0-14 0,-1 2 3 0,0 0-12 0,1 0 0 0,-1-1-13 0,1 5 3 15,-2-7-13-15,2 7 2 0,0 0-4 0,0-4-12 16,0 4-4-16,0 0-9 0,0-4-3 0,0 4-9 15,0 0-14-15,0 0-11 0,0 0-18 0,0 0-6 16,0 0-24-16,0 0-2 0,0 0 4 0,0 0 2 16,0 16 1-16,2-7 5 0,-2 4-2 0,1 5 11 15,0 2 1 1,2 6 2-16,2 5-4 0,0 3 2 0,2 12 8 0,1 1-5 0,2 4 7 0,-1 6 0 16,3-1 1-16,3 24 4 0,-7-21 4 0,-2 0-10 15,6 24 14-15,-7-27-10 0,-1 4 9 0,-1-7-5 16,0 3-4-16,0 2 1 0,-1 1 7 0,0 23-1 15,-2-30 4-15,-2 3-4 0,0-3 1 0,-1 1-2 16,-1-2 1-16,-1 2 4 0,-4-5-1 16,4-2 1-16,-1-9-5 0,-2 11 4 0,0-3 5 15,1-10-3-15,-1 11 18 0,3-9 5 0,-2-5-1 16,4 2 4-16,0 1 11 0,-2 1-1 0,1-2-3 16,4-3 5-16,0-2-8 0,0 3 4 15,0-6-9-15,0 1 0 0,0-4-6 0,4-3-2 16,-4 0-2-16,6 4 1 0,-4-5-6 0,0 1 4 0,-1-2-8 15,3 1-3-15,-1 1 1 0,-2-2-1 0,-1-1 3 0,4 3-7 16,-4-2-1-16,1-1 2 0,2 5 0 0,-2-3-2 31,-1-1-1-31,0 0-1 0,0-2 0 0,0 1-2 16,0-5 0-16,0 2 0 0,-1-1 8 0,1 0-9 0,-3-2 1 0,3-2 0 0,0 3-1 0,0-3 4 16,0-1-5-16,-1-1-2 0,1-7 3 0,0 13-2 31,0-13-2-31,1 12 1 0,-1-7-2 0,0-5 4 0,3 13-1 15,-3-5-2-15,0-8-3 0,0 15 4 0,0-10 0 0,0-5-3 16,0 14 1-16,0-1 5 0,0-2-2 0,-3 4-2 16,6-3 0-16,-2 0-1 0,-1 0 3 0,3-1-3 15,-2 1 5-15,-1 4-2 0,2-3 0 16,-4 1-1-16,2-5 2 0,0 4-1 0,2 0-2 16,-4-2 3-16,2-2-4 0,-1 3 2 0,1-6 1 0,1 2-2 0,-1-8-3 15,0 11 2-15,0-11-2 0,0 9 5 0,0-9-5 16,0 0 5-16,-1 8-2 0,1-8 0 0,0 0 3 15,0 0-7-15,1 10 3 0,-1-10-3 0,0 0 0 16,0 0 5-16,0 0-3 0,0 0 2 0,0 0-3 16,0 9 5-16,0-9-4 0,0 0 8 0,0 0-2 15,0 8-4-15,0-8 1 16,0 0 2-16,2 6-4 0,-2-6 0 16,0 0-1-16,0 0 3 0,-2 11-2 0,2-11 1 15,0 6-3-15,0-6 3 0,0 0 0 0,0 0-1 16,-1 9 0-16,1-9 2 0,0 0-4 0,0 0 2 15,0 8 1-15,0-8 0 0,0 0-2 0,0 0 2 16,0 0-1-16,0 0 0 0,0 0-1 0,0 0-2 16,0 0 2-16,1 9-1 0,-1-9 6 0,0 0-2 0,0 7 0 0,0-7-2 15,0 10 2-15,0-10 0 0,0 11-2 0,0-11 0 16,0 10 1-16,0-2-3 0,2-2 5 0,-2-6 3 16,-2 11-5-16,2-11 3 0,2 13-3 0,-2-7 0 15,0 0 1-15,0-6 0 0,3 7-1 0,-3-7 3 16,1 8-4-16,-1-8 2 0,3 7 1 0,-3-7 0 15,0 0 0 1,0 0 2-16,0 0-3 0,0 9-1 0,0-9 2 16,0 0 1-16,0 0 5 0,0 0 4 0,0 0-3 0,0 0 1 15,0 0 0-15,0 0 2 0,0 0-6 16,0 0 1-16,0 0-1 0,0 0 1 0,0 0-5 16,0 0 2-16,0 0 2 0,0 0-4 0,1 8-1 0,-1-8-2 15,0 0 5-15,0 0-1 0,0 0-1 0,0 0 0 16,0 0-1-16,0 0-2 0,0 0 1 0,0 0 2 0,0 0-3 15,0 0 2-15,0 0 1 0,0 0 0 0,0 0-2 16,0 0 0-16,0 0 2 0,0 0-2 0,0 0-2 16,0 0 0-16,0 0 2 0,0 0-3 0,0 0 0 15,0 0 1-15,0 0 7 0,0 0-10 0,0 0 3 16,0 0 0-16,0 0-3 0,0 0 2 0,0 0-3 16,0 0 6-16,0 0 3 0,0 0-4 0,0 0 0 0,0 0-2 15,0 0 2-15,0 0-1 0,0 0 1 0,23 0 1 16,-5-3-1-16,5 1 1 0,8-3-14 0,2-2-25 15,4-1-42-15,-4-1-44 0,17-4-69 0,-15-1-195 16,-1 1-419-16,-2-2 185 0</inkml:trace>
  <inkml:trace contextRef="#ctx0" brushRef="#br0" timeOffset="21694.02">16440 1774 19 0,'-5'3'99'0,"5"-3"-9"0,0 0-14 0,0 0-5 15,0 0-6-15,0 0-9 0,0 0-9 0,0 0-6 16,0 0 3-16,0 0-6 0,27-2 3 0,-7 1-6 0,11-4-5 0,6 0-1 16,15-2-8-16,8-4-13 15,-1 4-28-15,2-5-44 0,-2 4-57 0,-4-2-132 16,-2 3 59-16</inkml:trace>
  <inkml:trace contextRef="#ctx0" brushRef="#br0" timeOffset="22756.56">18031 2409 123 0,'-4'-8'183'0,"3"-6"-5"0,-2 4-15 0,1 2-11 0,-2-1-12 31,-1 0-14-31,1 1-12 0,-1 1-10 0,1 2-10 15,-4 1-21-15,2 2 1 0,6 2-10 0,-18 1-6 0,0 3-9 0,0 2-2 16,-5 6-4-16,-4 3-4 0,2 3-7 0,-3 3-2 16,5 3 1-16,-3 3-2 0,2 1-7 0,-3 10 0 15,5-10-4-15,6 1 4 0,-1 0-10 0,4 0 4 16,1-3-6-16,4 0 1 0,3-8 2 0,4 1 2 16,-1-1-4-16,5-4-1 0,-1-2 4 0,4-2-1 15,-1 1-3-15,1-1 4 0,0-4 2 0,2 0 9 16,1-2 12-16,2-4 15 0,-3 0 12 0,5-4 2 0,2 2 3 0,-2-8-4 15,2 0 2-15,1-2 2 0,-1-2 5 16,-2-1-11-16,-2-1 6 0,0-1-11 0,0 0 3 16,0 0-1-16,-1 0-4 0,-3 0 15 0,1 2-2 15,-2 5 10-15,-1-3 6 0,-2 5-16 0,1-2 0 16,0 5-6-16,-3-4 4 0,2 4-14 0,-1 3 1 16,-1-3-13-16,-1 1-1 15,0 4-12-15,4-6 8 0,-1 5-15 0,-3 1-10 16,2-4-17-16,-2 4-19 0,0 0 3 0,0 0 5 15,5 11 1-15,-3-3 2 0,0 0-1 0,-2 4 4 16,0 0-1-16,3 4 1 0,-2-1 1 0,0 2 4 16,3-1 0-16,-4 2 2 0,5-1-3 0,-2-1 1 15,-3-4 5-15,2-1 4 0,-1 3 0 0,2-6-6 16,-3 3 3-16,1-6-4 0,1 3 6 0,0-4-1 0,-2 1 1 16,0-5 10-16,0 5 17 0,0-5 17 0,0 6 21 15,0-6 9-15,0 0 6 16,9 1-6-16,-9-1-11 0,22-13-30 0,-3 3-35 15,9-5-43-15,4-2-50 0,10-8-57 0,3 1-78 16,6 3-113-16,-2-1-235 0,-15 3-624 0,-3 1 276 16</inkml:trace>
  <inkml:trace contextRef="#ctx0" brushRef="#br0" timeOffset="23372.91">18784 2601 50 0,'-12'1'198'15,"4"2"-14"-15,8-3-11 0,-12 0-13 0,12 0-13 16,-10 2-11-16,10-2-16 0,-8 1-10 16,8-1-8-16,-3 2-7 0,3-2-6 0,0 0-4 15,-5 0-6-15,5 0-3 0,0 0-10 0,0 0-3 16,0 0-11-16,-6 3 3 0,6-3-5 0,0 0-1 0,0 0-5 0,0 0-2 16,0 0-4-16,0 0 0 0,0 0-6 0,0 0-2 15,0 0-5-15,0 0-2 0,-7 1 0 0,7-1-5 16,0 0-1-16,0 0-6 0,0 0 1 0,0 0-1 15,0 0-2-15,0 0-4 0,0 0 4 0,0 0-5 16,0 0-2-16,0 0-1 0,0 0 3 0,-2 3-1 16,2-3 4-1,0 0-5-15,0 0 2 0,0 0 1 0,0 0-2 16,0 0 1-16,0 0 1 0,0 0 1 0,0 0 22 0,19 0 6 16,-6-1-1-16,7-2-6 0,12 0 2 0,-2 0-4 15,4 1-4-15,1-3-1 0,3 3-1 0,0-6-5 16,1 6 1-16,-5-1-1 0,3-1-15 15,-10 3-13-15,-4-3-23 0,-4 4-17 0,-7-2-32 16,0-1-35-16,-4 3-30 0,-4 0-36 0,-4 0-181 0,0 0-397 0,0 0 175 16</inkml:trace>
  <inkml:trace contextRef="#ctx0" brushRef="#br0" timeOffset="23589">18864 2486 250 0,'0'-5'297'0,"-4"0"3"0,3 1-15 16,1 4-17-16,-4-5-22 0,4 5-29 0,0-3-23 16,0 3-25-16,0 0-21 0,0 0-28 0,0 0-28 15,0 0-10-15,0 0-5 0,-5 17-10 0,2-4-5 16,1 6-8-16,-2 7-1 0,0 3-10 0,-1-4-13 0,1 4-31 16,1 2-28-1,1-3-28-15,1 1-38 0,1-1-43 0,1 1-54 16,-1-4-232-16,2-7-459 0,0-1 203 0</inkml:trace>
  <inkml:trace contextRef="#ctx0" brushRef="#br0" timeOffset="24190.36">19255 2750 194 0,'0'0'254'0,"0"0"-15"0,0 0-25 16,0 0-23-16,0 0-17 0,0 0-18 0,18-12-15 15,-14 9-17-15,2-4-12 0,1-1-5 0,-1 1 3 16,-1-2-10-16,0-3 3 0,3-3-2 0,-3 1-2 15,4-3 2-15,-4-2-7 0,0 0-13 0,-1-6 5 16,3 5-4-16,-3-7-8 0,0 1-4 0,0 2-1 0,-4-2-4 16,3 1 1-16,-2 6-2 0,0-1 4 0,1 4 11 15,-4-1-3-15,2 6 0 0,-2 0-6 0,2 0 3 16,-2 3 2-16,2 3-8 0,-1 1-4 0,1-2-11 16,0 6-2-16,-1-6-17 0,1 6-29 0,0 0-29 15,-1-6-32-15,1 6 7 0,0 0 5 0,-8 14 6 16,4 1 8-16,-1 2 0 15,-4 7 4-15,1 5 0 0,-2 1 7 0,4 3 3 16,-2-1 0-16,-1-1 2 0,4 2 2 0,0 1 1 16,1-5 6-16,4 1-3 0,-4-4 4 0,8 0 2 15,-4-6 3-15,4-1-2 0,1-4 2 0,1 0 3 16,1-6 4-16,-1 2 3 0,3-4-1 0,4 0 10 16,-2-2 1-16,3-2 3 0,-1-3-1 0,0 0-14 15,1-3 18-15,3-2 14 0,-5 0-7 0,-1-2-2 0,5-2 3 16,-3-2 1-16,-8 1-8 0,4 1-12 0,-4-3 9 15,-1 4-5-15,-3-2 3 0,2 1-11 0,-3 0 3 16,-4 1-7-16,-4 0-5 0,2 3-8 0,-3-1 2 16,-2 3-4-16,-1 1 2 0,-1 0 9 0,2 2-23 15,-3 1-18-15,4 2-15 0,-3-2-22 0,4 3-20 0,0-1-22 0,-1 1-22 16,2-1-25-16,5-1-22 0,-3 1-2 0,6-3-21 16,0 0-39-16,0 0-171 0,0 0-455 0,0 0 202 15</inkml:trace>
  <inkml:trace contextRef="#ctx0" brushRef="#br0" timeOffset="24475.24">19612 2130 242 0,'0'0'219'0,"0"0"-21"0,0 0-24 0,0 0-16 16,7 20-9-16,-3-1-17 0,4 8-6 0,1 7-12 0,4 12-8 16,-1 5-10-16,1 2 0 0,-3 5-7 0,3 0-8 15,-8 0-7-15,0 2-3 0,-2-4-6 0,-3-1-4 16,-6 2-4-16,-1-3-3 0,-6 0-6 0,-5-1 2 0,-5-7-7 16,-3-2 4-16,-6-2-7 0,-4-7-12 15,-4-3-16-15,-10-4-41 0,-6-3-52 0,-4-7-80 16,-32-1-233-16,0-5-425 15,27-10 188-15</inkml:trace>
  <inkml:trace contextRef="#ctx0" brushRef="#br0" timeOffset="24938.1">17765 2227 236 0,'0'0'217'0,"0"0"-26"15,0 0-19-15,0 0-24 0,0 0-26 0,0 0-14 16,-9 8-14-16,5 3-8 0,-2 14-6 0,-7 5-11 15,4 3-6-15,-7 18-8 0,2 2 24 0,-8 28-10 16,12-27-6-16,4 4-4 0,5-4-4 0,1 2-6 0,7-4-3 0,6-1 1 16,6-1-2-16,6-3-3 0,3-7 0 15,13-1-2-15,1-9-3 0,6-4-6 0,0-2-22 16,3-8-52-16,6-5-72 0,3-4-91 0,2-9-126 16,-2 0-360-16,-5-10 160 0</inkml:trace>
  <inkml:trace contextRef="#ctx0" brushRef="#br0" timeOffset="25675.91">19821 1949 237 0,'1'-4'227'0,"-1"4"-8"16,0 0-24-16,3-3-20 0,-3 3-21 0,0 0-16 16,0 0-17-16,1-3-13 0,-1 3-17 0,0 0-11 15,4 12-9-15,-4-9-9 0,2 5-5 0,-2 1-7 16,1 4-3-1,-1 1-4-15,1 5-4 0,-1-2-6 0,1 0 0 16,-1 0-7-16,0 0 4 0,2 2-6 0,-4-5-2 16,4 3-3-16,-5-9 2 0,4 2-4 0,-1-4 0 0,0-1 1 15,0 1 1-15,0 0 9 0,0-3 40 16,0-3 28-16,0 0 30 0,2 2-13 0,-2-2-12 16,0 0-10-16,14-14-12 0,-8 5-4 0,4-4-11 15,2-1-8-15,-1 1-9 0,3-3 0 0,-1 0-3 0,2 3-6 0,-2 3-5 16,-1-1 1-16,-5 5-12 0,2-2 1 0,-5 4-2 15,3 0-9-15,-5 1-2 0,3 0-8 0,1 1-2 16,-6 2-5-16,10 3 0 0,-5 1-3 0,2 1-3 16,3 5-2-16,-2-1-1 0,0 6-6 0,2 1-24 15,0 2-27-15,-1-1-31 0,-4 1-41 0,2 0-35 16,-2-1-57-16,-5 2-228 0,0-8-501 0,-2 1 222 0</inkml:trace>
  <inkml:trace contextRef="#ctx0" brushRef="#br0" timeOffset="27480.07">20598 2603 90 0,'0'0'164'0,"0"0"-4"0,0 0-13 0,0 0-7 0,0 0-4 16,0 0 1-16,0 0-5 0,0 0-11 0,0 0 4 15,0 0-7-15,-6-1-7 0,6 1-7 0,0 0-11 16,0 0-12-16,0 0-8 0,14-4-5 16,-1-1-9-16,1 2-7 0,6 0-11 0,8-3-17 15,4 1-21-15,0-1-18 0,1 1-26 0,0 0-39 31,1 4-32-31,-5-3-37 0,-8 4-148 0,-2-2-322 0,-1 1 142 0</inkml:trace>
  <inkml:trace contextRef="#ctx0" brushRef="#br0" timeOffset="27647.94">20689 2784 121 0,'7'5'157'0,"5"-5"-8"0,7 2-22 0,13-4-9 16,0 1-11-1,8-3-45-15,12 0-64 0,-14 0-139 0,3-3-151 16,-4 0 68-16</inkml:trace>
  <inkml:trace contextRef="#ctx0" brushRef="#br0" timeOffset="28066.22">21858 2230 137 0,'0'0'180'0,"-4"1"-7"0,4-1-8 16,0 0-18-16,0 0-12 0,0 0-12 15,0 0-29-15,24-1 10 0,-7-2-14 0,6 0-9 0,7-1-12 16,1 3-11-16,3 0-21 0,0-2-26 0,2 1-26 16,2 2-47-16,-7-3-32 0,0 1-146 0,-11-3-258 15,-1 3 115-15</inkml:trace>
  <inkml:trace contextRef="#ctx0" brushRef="#br0" timeOffset="28839.32">21675 2351 51 0,'4'14'100'0,"5"1"2"0,1-1-4 0,3 3 0 16,9 4-7-16,1-3-2 0,5 1 0 0,0-2-25 0,0 3-2 16,5-3-3-16,-1-1-5 0,-2-1-8 0,-2 0-6 0,-9-8-7 15,8 5 4-15,-9-7-7 0,-7 2 1 0,8-2-12 16,-10-3-1-16,2 1 1 0,0 1-6 0,-6-1 4 16,0-1-6-16,-1 0-1 0,1-1-2 0,-2 2-3 15,2-1-1-15,-4 2 5 0,-1 2-1 0,-1 3 6 16,-4 3 1-16,-3 7 2 0,-3 2 3 15,-6 5 4-15,0 5 4 0,-11 7 5 0,-1 4-1 16,1 4-1-16,5 5 10 16,-4-3-8-16,0-1 3 0,5 2 0 0,1-4-2 15,2-2-6-15,6-10 2 0,-1 0-6 0,5 0-5 16,0-2 7-16,0-2-3 0,1-3-4 0,3 2-2 16,1-10 3-16,3 0 2 0,-2-1-2 0,2-5-1 15,1 1 4-15,-1-3-1 0,2-2-3 0,-1 0-2 16,0-2 4-16,1 0-1 0,-1-3 7 0,0 1 16 15,0-4 10-15,-2 6 10 0,2-6 1 0,1 5 6 0,-1-5-8 0,1 3-3 16,-1-3-8-16,-1 3 0 0,1-3-7 0,0 0-5 16,0 0-2-16,0 0-7 0,0 0-3 0,0 0-1 15,0 0-4-15,0 0 3 0,0 0-7 0,0 0-1 16,0 0-4-16,0 0 1 0,-3 4 0 0,3-4-5 16,0 0 2-16,0 0-4 0,0 0-1 15,0 0 0-15,0 0-1 16,0 0 2-16,0 0-3 0,0 0 0 0,0 0-1 0,0 0 0 15,0 0-3-15,0 0 0 0,0 0 4 16,0 0-2-16,0 6 0 0,0-6 0 0,0 0-4 16,0 0 3-16,0 0 1 0,0 0 1 0,0 0-6 15,0 0 6-15,0 0-1 0,0 0 0 0,0 0-2 16,0 0 4-16,0 0-2 0,0 0 1 0,0 0-1 0,0 0 1 0,0 0 2 16,0 0 0-16,0 0 0 0,0 0 0 0,19-7 2 15,0 4-3-15,15-2 1 0,18-2-4 0,7 0 0 16,-1-2-1-16,32-4 5 0,1 0-6 0,-4-2 1 15,5 2-3-15,0 3 1 0,-26 1 1 0,1 1 0 16,24-4 5-16,-33 4 7 0,0 1 3 0,-22 4 0 16,-4-1 3-16,-3 0 11 0,-11 1 6 0,-4 2 8 15,0-1-4-15,-5 2 2 0,-4-2-3 16,4 1 3-16,-9 1-3 0,9-1-4 16,-9 1-2-16,9-1-11 0,-4-1-15 0,-5 2-28 0,0 0-40 0,0 0-39 15,0 0-53-15,-11-8-74 0,3 4-267 0,0 1-536 16,-1-1 237-16</inkml:trace>
  <inkml:trace contextRef="#ctx0" brushRef="#br0" timeOffset="31020.27">23273 2389 38 0,'0'-7'195'0,"0"5"-1"15,-2-5-2-15,5 3-5 0,-4-1-8 0,2 1 4 16,-1 4-9-16,-1-7-10 0,1 7-18 0,1-2-15 16,-1-3-19-16,0 5-8 0,0 0-22 0,0 0-22 15,0 0-9-15,0 0-5 0,5 10-7 0,-4-2-2 0,2 8-7 16,-3 5-1-16,-1 2-3 0,-1 8-2 0,0 0-3 16,-1 2-1-16,-1 2-1 0,2-1-4 0,-3 2 1 15,2-4 0-15,1 1 0 0,-1-2-3 0,3-1 1 16,-1-5-2-16,2 0 0 0,-2-7-2 0,-1-1 1 15,1-5-2-15,0 0-1 0,1-6 0 0,0 0 4 16,0 1 10-16,0-2 39 0,0 0 43 0,0-5 30 16,-1 6 31-16,1-6 27 0,0 0-19 0,0 0-19 15,0 0-21-15,10-21-9 16,-4 8-18-16,2-3-10 0,0-1-7 0,4-9-12 16,1 0-7-16,1-2-16 0,3-1-5 15,-2-2-5-15,2 2-5 0,-2 1 0 0,0 3-10 0,1 1-7 0,-5 7 4 16,1 2-3-16,-7 5 4 0,4 2-14 0,-7 3 2 15,2-1-1-15,-4 1-13 0,5 3-3 0,-3-1-33 16,-2 3-13-16,0 0 12 0,11 4 4 0,-3 5 2 16,-3 0-6-16,4 6 4 0,-1 2 10 0,3 6-2 15,-2-2 3-15,0 2 4 0,0 2 0 0,-2-6-2 16,-1-2 2-16,1 1 4 0,-2-1 0 0,-1-2 3 16,1 1-12-16,-1-3 16 0,-1-2 4 0,-1 0-1 15,0-1-6-15,0-3-20 0,-2-2-9 0,1 1-17 16,3-2 18-16,-4-2 1 0,0-2 7 0,2 8 2 15,-2-8 1-15,2 4 3 0,-2-4 3 0,0 5-6 0,0-5-16 0,0 0-12 16,0 0-11-16,0 0-22 0,0 0-14 0,0 0-24 16,0 0-59-16,0 0-73 0,-8 4-248 0,8-4-545 15,0 0 242-15</inkml:trace>
  <inkml:trace contextRef="#ctx0" brushRef="#br0" timeOffset="31452.64">24034 2680 204 0,'0'0'249'0,"0"-5"-16"0,0 5-23 15,0 0-20-15,0-5-19 0,0 5-19 0,4-5-15 0,-1 3-7 16,4-1-21-16,1-1-9 0,6 1-15 0,0-2-6 16,5-2-11-16,-1 2-9 0,0-2-11 0,1 0-7 15,-1-1-3 1,1 1 1-16,-2-2-7 0,-1-1-5 0,0 0-2 16,-3 1-2-16,-6-1 0 0,3 0-1 0,-3 3 5 15,-1-1-2-15,-2 1 13 0,-1 2-7 0,-2 0 0 16,-1 1-10-16,-4 0-1 0,-4 0-7 0,-1 2-2 15,-10 5 2-15,-4 1-6 0,-5 6 1 0,-4 5-3 16,-2 4-1-16,-7 8 2 0,11-3-2 0,-8 5-4 16,9-3-1-16,-3 8 2 0,10-7 0 0,0 4 0 0,8-2 4 0,0 3-3 15,7-1 4-15,3 1 2 0,4 2 0 0,6-1 0 16,7-5-3-16,5 0-12 0,5-4-18 0,4 0-34 16,3-7-39-16,3-4-67 0,6 2-80 0,-6-8-123 15,0-1-398-15,-2-2 177 0</inkml:trace>
  <inkml:trace contextRef="#ctx0" brushRef="#br0" timeOffset="31856.29">24350 2910 149 0,'0'0'213'0,"8"-3"-25"0,-8 3-18 16,8-2-18-16,-8 2-16 0,11 2-17 0,-11-2-8 16,17 2-11-16,-9 1-11 0,5 2 1 0,-2 2-14 15,0-1 5-15,7 5-5 0,-3 1-5 0,-5-1-3 16,4 5-3-16,-2-4 2 0,-1 5-7 0,-2-1-7 16,0 0-6-16,3 0-4 0,-3 3 1 0,-2-1-5 0,-2 8-4 0,-1-7-1 15,0-2-4-15,-5 3 2 0,2-3-4 0,-2 1-3 16,-6-3 7-16,2-2 3 0,0-1 6 0,0-3 9 15,-1 1 7-15,-2-3 12 0,0-2 7 0,2 1 19 16,-2-5 17-16,2-1 6 0,6 0 6 16,-17-7-1-16,13 0 18 0,-1-2-12 0,0-3-2 0,4-4-14 15,2-5-12-15,4-5-13 16,4-3-14-16,5 1-13 0,4-3-7 16,3-1-25-16,7-9 3 0,-9 14-12 0,4 4-15 15,-3-1-12-15,0 5-15 0,-4 6-26 16,-6 3-31-16,-2 3-45 0,1 0-60 0,-4 2-77 0,-4 2-65 0,-1 3-232 15,0 0-604-15,0 0 267 0</inkml:trace>
  <inkml:trace contextRef="#ctx0" brushRef="#br0" timeOffset="34274.37">25573 2546 95 0,'1'-10'167'15,"1"1"-7"-15,2-1-6 0,-1-1-6 0,-3 3-6 16,1 1-17-16,-1-3-7 0,0 4-5 0,0 0 0 15,0 1-10 1,0 1-6-16,0 4-7 0,0-7-10 0,-1 5-12 0,1 2-17 0,-9-4-6 0,1 4-5 16,-2 2-5-16,-8 1-6 15,2 2-6-15,-4 2 3 0,0 1-13 0,-2 4 6 16,-3 5-6-16,-1-1 4 0,3 3 22 0,0 4-6 16,0 1-4-16,1 0-1 0,5 3-4 0,1-1 2 15,1-1-2-15,3 3-3 0,3-3 2 0,3-1-1 16,2-4-4-16,4-1 4 0,3 0-5 0,-1-3 2 15,2-5-2-15,4 4 4 0,0-6 1 0,3-2 6 16,0-2 6-16,7 0 2 0,0-2 4 0,4-4-1 0,-2-1 1 16,1-4 5-16,3-5 0 0,2 2 4 0,-10-2-1 15,10-4-1-15,-10 4-3 0,4-8 5 0,-6 5 0 16,-1-2 5-16,-1-1 4 0,-1 0 4 0,-4-1 5 16,3 3 11-16,-5-2-17 0,3 2 27 0,-3-2 2 15,-1 8 3-15,1-1-22 0,-1 0 24 0,-3 4-8 16,3 1-9-16,-4 1-9 0,3-2-18 0,-2 3-1 0,0 1-6 0,-1 2-16 15,3-4-45-15,-3 4-5 0,0 0-14 0,0 0 8 16,0 0 1-16,1 12 1 0,-2-4 5 16,0 2 0-16,-1 5 7 0,0 2 0 0,2-3-2 15,-3 3 5-15,3 0 5 0,-1-1-5 0,-2-1 2 16,3 1 6-16,0-2-3 0,0-2 0 0,0 0-2 0,0-3 4 16,3-1 1-1,-2-1 10-15,-1-2-9 0,3 0 3 0,-2 0 2 16,-1-1-5-16,0-1 9 0,1 1 8 0,-1-4 4 15,2 5 8-15,0-4 0 0,-2-1-7 0,21-1-4 16,-6-2-1-16,7-1-3 0,4-1-31 0,5 0-68 16,1-4-69-16,1-1-100 0,2-4-352 0,2 2-657 15,10-10 290-15</inkml:trace>
  <inkml:trace contextRef="#ctx0" brushRef="#br0" timeOffset="34858.41">25893 2118 120 0,'3'-3'237'0,"-3"3"-23"15,3-6-20-15,-3 6-25 0,1-3-16 0,-1 3-16 32,0 0-16-32,0 0-14 0,14 1-11 0,-8 4-9 15,3 1-2-15,0-3-12 0,5 11 1 0,-1-4-13 16,1 4-2-16,4 6-7 0,-4 2 0 0,-1-1-6 0,-2 4-1 16,-2-1-8-16,-2 2 1 0,-1-2-5 15,-1 1-6-15,-2-1 7 0,-3-5-9 0,1-2-1 0,-2 0-6 16,-1-3-1-16,-1-4 2 0,0 0 4 0,3-3 7 15,-1-1 11-15,-2-1 21 0,3-1 21 0,-1-2 20 16,1-2 3-16,0 0-12 0,-8 0-2 0,4-6 1 16,2 0 3-16,-2-5 3 0,1 3-4 0,3-7-10 15,0-2 7-15,0 0-32 0,3-4-1 0,2 4-8 16,3-2-3-16,-2-8-11 0,3 12 4 0,1 0-12 0,-1 1-18 0,-2 6-14 16,3-1-28-16,-1-1-32 0,0 3-32 15,2 3-40-15,-4 1-38 0,6 1-45 0,-2 2-53 16,-5 0-229-16,3 4-541 0,-1-1 240 0</inkml:trace>
  <inkml:trace contextRef="#ctx0" brushRef="#br0" timeOffset="36451.67">26760 2878 165 0,'0'0'185'16,"0"0"-22"-16,0 0-14 0,7-12-10 0,-3 10-19 15,1-3-2-15,3-5-11 0,1 3-10 16,-1-5-1-16,3-1-11 0,1-1 3 0,3-7 15 16,2-3-1-16,-1 1-15 0,2-3-5 0,-4-3-9 15,4 0-3-15,-5-3-14 0,9-11-3 0,-11 9-6 16,3 1-5-16,0-16-3 0,-4 15-5 0,2-11-6 16,-6 12-1-16,4-1 0 0,-6 5 1 0,0-2 0 15,-1 4 3-15,-1 8 6 0,2 2 5 0,-4 0 3 16,0 5 5-16,0 1 0 15,0 0 3-15,-2 6-5 0,2-2-6 0,2 0-5 16,-2 6-10-16,-2-4-2 0,2 5-22 0,-2-6-24 16,2 6-21-16,0 0 7 0,0 0 3 0,0 0 4 15,-5 14 1-15,-1 1 4 0,-2 4 4 0,2 0 1 16,-4 7 6-16,0 3-4 0,0 5 4 0,0-1 3 16,1 0-2-16,-2 16 5 0,4-13 0 0,-3 10 2 15,4-12 3-15,1 0-1 0,2-3 5 0,3-1-5 0,0 1 1 16,5-5 3-16,-2 3-2 0,-2-10 3 0,4 0 4 15,-1 1 4-15,2-7-1 0,-2 5 1 0,3-4-3 16,-5-3 2-16,4-2 1 0,0 1-1 0,0 0 2 16,-1-3 2-16,0-3-2 0,1 2-1 0,0-1 3 15,1-1 3-15,1 1-3 0,3-4 9 0,2-1-2 16,-4 1 0-16,3-2 2 0,1-2 2 0,0 1 1 0,4-3-5 0,-4-2 0 16,5-1-4-16,0-1 1 0,-2 0-5 0,2-2-2 15,-5-1-1-15,0 0 0 0,-4 4 2 16,1-6-5-16,-1 4 0 0,-3 3 1 0,-1-5 4 0,1 4 6 15,-4 0 12-15,-1 3-1 0,3 0-8 0,-4 0-2 16,0 5-5-16,-7-10-2 0,1 9 0 0,-3 0-4 16,-4 1-1-1,0 2 1-15,-5 3-4 0,1 2-1 0,-1 0-1 16,3 2 1-16,2 1 0 0,-1 1-5 0,-1 0-17 16,2 4-9-16,0-3-15 0,6 3-12 0,1-1-21 0,5 2-31 15,1-3-43-15,5-3-74 0,0 1-206 0,8-4-465 0,-4 0 206 16</inkml:trace>
  <inkml:trace contextRef="#ctx0" brushRef="#br0" timeOffset="38250.01">27341 1760 61 0,'0'-5'237'0,"3"-2"-6"0,-2 3-6 0,0-1-9 0,2 1-15 0,-3 4-22 0,0-4-18 0,1 2-24 16,-1 2-6-16,4-3-33 0,-4 3-15 0,0 0-11 31,0 0-5-31,1 15-10 0,-1-3-3 0,-2 4-7 16,-1 1-6-16,-1 3-2 0,-1 0-3 0,0 5-2 15,-1 0-3-15,-1-5-5 0,2 3 0 0,0-6-2 16,1 3-2-16,3-7-4 0,-3-2 5 0,3-3-7 15,-2 2 6-15,2-5-8 0,2 1 6 0,-2-2 12 0,1 0 27 16,0-2 33-16,0-2 9 0,0 0-13 16,0 0-11-16,19-9-5 0,-10 1-11 0,8-2-5 15,-3-2-7-15,0 1 0 0,0-2-11 0,1 2-1 16,-1 1-6-16,-3 2 6 0,-1 3-9 0,-1-2-4 16,-4 2-8-16,0 2-3 0,1 1-7 0,-3-1-12 15,3 2-7-15,-6 1-4 0,9 2 5 0,-4 2-8 0,6 2-2 0,-4 0-3 16,2 2-10-16,1 0-18 0,3 5-18 0,0-2-35 15,2 3-33-15,4 0-47 0,5-4-50 0,-7 0-210 0,4-3-483 16,-1-4 213-16</inkml:trace>
  <inkml:trace contextRef="#ctx0" brushRef="#br0" timeOffset="38550.81">27970 1880 136 0,'0'0'151'0,"0"0"-11"0,0 0-17 0,-8 0-13 16,8 0-9-16,0 0-12 0,0 0-10 0,0 0-9 15,0 0-3-15,0 0-4 0,0 0-7 0,0 0-3 16,0 0 1-16,0 0 18 0,0 0-11 0,26 1 6 0,-7-1-8 0,-1 0-4 16,11 0-5-16,2-1-10 0,5 2 3 0,1-2-7 15,-3 2-18-15,2-2-29 0,-3 2-40 0,1-3-41 16,-6 0-58-16,-11 0-99 0,0-2-268 0,-3 0 118 16</inkml:trace>
  <inkml:trace contextRef="#ctx0" brushRef="#br0" timeOffset="38804.64">28587 1664 252 0,'0'0'311'0,"-4"-3"-33"16,4 3-35 0,-5-2-22-16,5 2-29 0,0 0-25 0,0 0-19 0,-5 14-15 0,5 1-14 0,-4 4-10 0,4 9-9 15,-4 2-11-15,6 6-5 0,0 0-13 0,2 8-36 16,1 2-31 0,0-10-53-16,4 10-59 0,-1-14-69 0,-3 1-194 15,-1-3-401-15,1-4 177 0</inkml:trace>
  <inkml:trace contextRef="#ctx0" brushRef="#br0" timeOffset="40568.21">28470 1630 59 0,'2'-3'142'0,"-1"0"-3"0,-1 3-15 15,7-5 2-15,-7 5-9 0,5-4-2 0,-2 2-14 16,-3 2-7-16,6 0-10 0,-6 0-4 0,7-3-15 16,-7 3-4-16,10 3-15 0,-5-2 2 0,2 3-7 15,1 1 3-15,0 2-14 0,-1 2 2 0,7 4 4 16,-3 2-8-16,2 6 1 16,-4-2-4-16,3 5 2 0,-1 1-6 0,2 3 2 15,-4 0-3-15,3-2 2 0,-3 3 3 16,-3-2-8-16,3-2 2 0,-3 2-1 0,-4 0-7 15,3-2 7-15,-5-9-10 0,-1 4 6 0,-1-3-2 16,-2-3 0-16,-1 2-1 0,-1-5 4 0,1 3 7 16,-3-5 4-16,-5 0 4 0,3 0 5 0,0-4-2 15,-10 3 0-15,9-4 7 0,-5-4 3 0,3 2 16 0,1-2 18 0,0-1 18 16,0-4 12-16,2-1 6 0,0 1-1 0,3-7-5 16,1 1 5-16,0-7-1 0,4 1-4 0,4-9-10 15,5 0-13-15,6-3-5 0,10-14-19 0,-3 13 3 16,12-8-12-16,0 1-4 0,3 3-7 0,-10 9-8 15,-3 1 1-15,2 2-5 0,-5 2-3 16,-6 7-3-16,2 0-7 16,-2 1-3-16,-7 5-1 0,4-1-4 0,-4 4-11 15,-5 0-17-15,3 0-21 0,1 0-22 0,-1 0-28 16,-4 3-29-16,0 1-40 0,0 0-26 0,0 0-20 16,0 0-2-16,0 0-36 0,0 0-184 0,-18 7-465 15,9-4 205-15</inkml:trace>
  <inkml:trace contextRef="#ctx0" brushRef="#br0" timeOffset="42656.86">21995 3695 90 0,'0'0'147'0,"0"0"-16"0,0 0-18 15,0 0-9-15,0 0-14 0,11 4-5 0,-7 0-9 16,0 2 0-16,2 1-6 0,3 4-6 0,0 5-2 15,2 1-8-15,1 6-4 0,1 3-4 0,1-1-6 16,0 1-1-16,0 2-3 0,-5 0-2 0,0 0-2 16,0 3-4-16,0-2-3 0,-4 1 1 0,3 0-4 15,-7-3 2-15,4-1-6 0,-2-1 3 0,-3-4-6 0,0-4 14 0,-3 4 4 16,1-4 5-16,-2 0 3 0,0-2 2 0,0-2 7 16,0-3 7-16,0 1 5 0,2-3 0 0,-2-1 6 15,0-3 7-15,3 1 12 0,-3-2 12 0,4 2 19 16,-4-3 17-16,4-2 29 0,0 5 22 0,0-5 18 15,0 0-22-15,0 0-16 0,-9-15-11 0,8 3-21 16,-3-2-7-16,3-6-11 16,2-7-17-16,3-4-10 0,1-3-8 0,3-2-15 15,7-10-5-15,-1 3-6 0,-2 10-9 0,2-1 3 16,-1 2-16-16,-2 4-7 0,2-5-1 16,-4 16 4-16,2 0-11 0,-2 0 1 0,-5 3-4 0,3 4-2 15,-1-1-1-15,-2 4 6 0,-2 0-4 0,1 2-11 16,-1 0 6-16,2 1-9 0,-4 0-1 0,4 1-51 15,-4-1-31-15,0 4-25 0,0 0-31 0,3-1-17 0,-3 1 18 16,0 0 13-16,0 0 1 0,0 12-12 0,-2-5-17 0,2 3-9 16,-1-4-17-16,1 5-24 0,0-5-32 15,1 3-238-15,-1-2-512 0,4-2 227 0</inkml:trace>
  <inkml:trace contextRef="#ctx0" brushRef="#br0" timeOffset="42894.4">22649 3905 329 0,'0'0'340'0,"0"0"-20"0,0 0-31 0,0 0-25 0,0 0-27 15,0 0-29-15,0 0-25 0,8-12-23 0,-3 11-32 16,1-6-28-16,1 5-28 0,2-1-29 0,3 1-30 16,1-5-42-1,1 3-37-15,-1 3-39 0,6-2-57 0,-9 0-226 0,3 1-419 0,0-1 185 0</inkml:trace>
  <inkml:trace contextRef="#ctx0" brushRef="#br0" timeOffset="43070.03">22678 4157 180 0,'-2'2'203'0,"1"2"-3"0,1-4-9 0,0 0-14 16,0 0-19-16,9 0-18 0,1 0-13 0,3-4-14 16,4-1-17-16,5 0-31 0,-3-1-43 0,11 2-44 15,-1-5-60-15,-1 2-180 0,0-2-283 0,-2 2 126 16</inkml:trace>
  <inkml:trace contextRef="#ctx0" brushRef="#br0" timeOffset="43425.9">23248 3863 127 0,'-2'-1'259'15,"-2"-2"-18"-15,1-2-19 0,0 2-24 0,3 3-18 16,-4-5-19-16,4 5-16 0,-4 0-9 0,4 0-9 16,-10 7-20-16,3 2-9 0,-3 0-11 0,0 4-7 15,-2 4-10-15,-2 7-7 0,0 0-7 0,2 2-4 16,1-1-5-16,2 3-3 0,0-4-2 0,3 2-4 16,2 1-5-16,5-10 4 0,2 2 3 0,1-3 0 0,2-1 11 15,4-4 4-15,1 1 10 0,5-6 2 0,2 0 0 0,4-4 5 16,1-2-8-16,5-7 1 0,0 1 7 0,-2-5 5 15,-2-2-10-15,0 0-4 0,-5-5-1 0,-1 0-11 16,-5 0-8-16,-4-4-4 0,-4-2-5 16,-1-5-7-16,-4 11-5 0,-5-7-14 0,-5-1-14 15,-2 4-13-15,-6 1-24 0,-4 4-37 0,-4 1-28 0,-4 9-34 0,-4-3-39 16,-2 5-52-16,-4 8-266 0,2-6-539 0,6 3 239 16</inkml:trace>
  <inkml:trace contextRef="#ctx0" brushRef="#br0" timeOffset="44813.82">22241 1858 66 0,'0'0'187'16,"0"0"-10"-16,0 0 2 0,0 0-9 0,0 0-3 0,0 0-8 0,0 0-7 15,0 0-14-15,0 0-16 0,7-8-13 0,-6 4-9 16,2 1-15-16,-3 3-10 0,2-9-4 0,0 3-8 15,-1-2-2-15,1-1-11 0,0-1 1 0,2-6-6 16,-1 5-3-16,0-7-5 0,-3 1-2 0,2-1-5 16,2-1-4-16,-3 0-2 0,1-6-5 0,0-1-1 15,-4 1-4 1,0 6 3-16,2 0-11 0,-1 0 5 0,-3-5-3 16,0 7 6-16,0 2-7 0,0 1 1 0,0 2-3 15,-1 4 0-15,-1-4-8 0,1 4 1 0,-5-1-4 16,1 4 1-16,-1 0-7 0,-4 3 4 0,-4 2-9 15,-2 4 8-15,-10 4-6 0,2 5 8 0,-6 3-3 16,0 4 1-16,-11 4 4 0,2 6 1 0,1 0 1 16,-4 4-3-16,4 2 7 0,-3-3-4 0,7 5 6 0,-3-7-4 0,0 1 3 15,14-6-4-15,-3-4 0 0,3 2 5 0,1-4-5 16,-1 0 4-16,4-4 2 0,7-5 1 0,0-1-3 16,6-4 3-16,-3-2-1 0,3 0 6 15,-2-4 10-15,4 0 5 0,-1-1 6 0,-4-5 16 16,5 0 5-16,1-2 3 0,1-1 5 0,3-4-7 0,1-4-3 15,2 1-3-15,3-2-9 0,1-2-2 0,4-6-4 0,-1 3-5 16,7-1-6-16,-7 9 5 0,4-2-10 0,1 3-1 16,-1 1-4-16,-2 4 6 0,4 1-11 0,-3 3 0 15,4 1-2-15,-1 3-3 0,6 4-1 0,-1 3-1 16,2 0-1-16,8 6 2 0,-1 4 1 0,0 2 7 16,0-1-13-16,-3 4 6 0,3 0-3 0,0 2 4 15,1-4 0 1,-6 4 2-16,-2-4-3 0,1 0 4 0,-1-2-2 15,-6-5-1-15,0 2 4 0,-5-6-5 0,3 1 3 0,-2-4-5 16,-5 0 3-16,0-2 3 0,0-1 6 0,2-2-1 16,3-3 5-16,0-1-9 0,5-6-2 0,-2-2 1 15,-1-1-2-15,2 0 7 0,-1-4-10 16,3-3-7-16,-6 4-13 0,8-6-28 0,-9 7-17 16,0-1-33-16,0 1-45 0,-4-1-69 0,-4 5-233 0,3 4-481 0,-1 1 213 15</inkml:trace>
  <inkml:trace contextRef="#ctx0" brushRef="#br0" timeOffset="55899.54">18303 5717 45 0,'0'0'124'0,"0"0"-3"0,0 0-12 16,0 0-9-16,0 0-8 0,0 0 1 0,0-3-8 15,0 3 5-15,0 0-15 0,0 0-2 0,0 0-8 16,0 0-10-16,0 0 0 0,0 0-8 0,0 0-11 15,0 0 9-15,0 0-12 0,0 0-5 0,0 0 1 0,0 0-2 16,0 0-7-16,0 0 4 0,0 0-2 0,0 0-3 16,0 0-8-16,0 0 5 0,0 0-7 0,0 0 4 0,0 0 0 15,0 0-10-15,0 0 13 0,0 0-8 0,0 0 0 16,0 0 3-16,0 0-5 0,7 0-4 0,0-2 5 16,5-1-2-16,4-2-1 0,6 1-16 15,10-4 15-15,0 1 1 16,3 0 3-16,0 0-3 0,1-1 0 0,-2 2 2 15,2 0-3-15,-4 1-1 0,0 1-5 0,-4-1 5 16,-6 3 0-16,-4-1-4 0,-3 2 1 0,-5-1-27 16,2 2-17-16,-4 2-11 0,-3-1-4 0,-3 2-7 15,-2-3-31-15,-5 8-121 0,-1-5-236 0,-7 0 105 0</inkml:trace>
  <inkml:trace contextRef="#ctx0" brushRef="#br0" timeOffset="56420.21">18307 5786 184 0,'0'0'176'16,"0"0"-13"-16,-4 2-18 0,4-2-15 0,0 0-19 15,0 0-9 1,0 0-8-16,0 0-13 0,0 0-3 15,0 0-12-15,13 6-8 0,-6-4-10 0,1-1 3 16,3 5-7-16,6 1-10 0,0-3 6 0,0 3-8 0,4 0-3 16,-4 0-8-16,10 1-4 0,0 2-7 0,-6-4-3 0,6 4 9 15,-2-3-11-15,-4 0 1 0,-2 1-2 0,-1 0-5 16,1-3 7-16,2 0-9 0,-6 1 0 0,-3-4-6 16,-1 1 12-16,-2 1 1 0,-1-1-3 0,-2-3 2 15,-1 2 7-15,-1 0 15 16,0-1 15-16,-4-1 1 0,8 0 1 0,-6 2 4 0,-2-2 2 0,0 0-6 0,6 2-6 15,-6-2-9-15,4 2-10 0,-4-2-16 0,0 6-2 0,-2-1 1 16,-3 7-4-16,-3 5 0 0,-6 12 5 0,-8 12-2 16,-3 3 2-16,-1 6 1 0,-2 1-1 0,0 3 3 15,2 1-6-15,-1-2 5 0,3 0-1 0,3-4 8 16,0-6-10-16,7-9 5 0,1-4-2 0,3 3 0 16,1-6-3-16,0-1 6 0,-1-2-1 0,2-5 1 15,3-2-8 1,-3-3 3-16,5-1 5 0,-2-2-6 0,2-2 6 15,-1 0-4-15,4-1 2 0,-4-3 4 0,3-1-2 16,0-1 5-16,1-3 6 0,-2 7-3 0,2-5 1 16,0-2-5-16,0 0-2 0,-1 5 3 0,1-2-14 15,0-3-7-15,0 0-23 0,-2 5-22 0,2-5-27 16,0 0-3-16,-2 4-17 0,2-4-34 0,-2 5-161 16,2-2-321-16,0-3 142 0</inkml:trace>
  <inkml:trace contextRef="#ctx0" brushRef="#br0" timeOffset="56767.62">18368 6897 135 0,'-5'2'169'0,"-1"-2"-20"16,6 0-8-16,-8 0-17 16,4 3-14-16,4-3-9 0,0 0-4 0,0 0-6 15,0 0-7-15,0 0-9 0,27 0-5 0,-4-1-6 16,9-3-6-16,3 2-10 0,4-5-3 0,18-3-9 16,4 4 6-16,2-1-8 0,1-3-4 0,2 1-5 15,-4 2-3-15,-2 0 3 0,-8 2-5 0,-16 2-4 16,-4 0-3-16,-2 4 7 0,-8-3-6 0,-3 2-3 15,-8-3-5-15,2 3-3 0,-5 0-12 0,-2 0-5 0,2 0 0 16,-8 0-37-16,4-4-27 0,-4 4-24 0,0 0-49 0,-9-8-93 16,0 6-263-16,0-5 117 0</inkml:trace>
  <inkml:trace contextRef="#ctx0" brushRef="#br0" timeOffset="57453.01">19424 5646 118 0,'0'0'238'0,"-2"-5"-14"16,1 0-17-16,1 5-25 0,0 0-20 0,0-5-18 15,0 5-17-15,0 0-15 0,0 0-26 0,0 0-6 16,0 0-9-16,0 0-12 15,3 18-3-15,-2-4-8 0,2 1-2 0,-3 2-11 0,2 4 2 0,-2-1 0 0,0 6-8 0,0 0 0 16,0 0-2-16,-2 1-5 0,-1-7-4 0,2 0 2 16,-4 7-7-16,2-9 3 0,-2 0 2 0,4-6-5 15,1-2-1-15,-1 1 2 0,-1-6 1 0,1 1 7 16,0-1 30-16,-1-1 31 0,2-1 24 0,0-3 22 16,0 0-11-16,0 0-14 0,0 0-13 0,16-15-9 15,-13 5-10-15,5-1-7 16,1-4-6-16,3 2-4 0,-1-3-9 0,-2 1-2 15,3 2-6-15,-5 4-7 0,2 0-5 16,-3 1-1-16,1 4-5 0,-3-1 0 0,-2 1-20 16,2 0-11-16,0 2-21 0,0 0 2 0,-4 2 3 0,0 0 4 15,18 8-4-15,-11-2-9 0,1 2-14 0,2 0-13 16,1 5-18-16,1-2-13 0,-2 2-22 16,3 1-16-16,-1-4-20 0,-1 1-29 0,0 0-245 0,-1-6-460 0,-1 1 205 15</inkml:trace>
  <inkml:trace contextRef="#ctx0" brushRef="#br0" timeOffset="57725.63">19860 5833 19 0,'0'0'155'0,"0"0"-9"0,0 0-11 0,0 0-8 0,0 0-5 0,0 0-5 15,0 0-8-15,0 0-5 0,0 0-6 0,0 0-10 16,0 0-6-16,0 0-16 0,0 0 4 0,0 0-5 16,0 0-10-16,19 0-9 0,-4-1 1 0,2 0-8 15,4 0-3-15,1-1-1 0,6 2-28 0,-1-1-26 16,-5 1-28-16,-1-2-35 0,-3 1-66 0,-2-2-98 15,-5 2-266-15,2-1 118 16</inkml:trace>
  <inkml:trace contextRef="#ctx0" brushRef="#br0" timeOffset="58018.75">20328 5608 186 0,'-1'-5'264'0,"1"0"-16"16,0 5-14-16,0-6-23 0,0 6-18 0,-2-1-20 16,2 1-21-16,0-5-14 0,0 5-15 0,0 0-29 0,0 0-26 0,0 0-4 15,0 0-7-15,-5 17-9 0,3-5-4 0,2 7-4 16,0 8-4-16,0 0-1 0,-2 1-5 0,2 3-3 15,-1-1 2-15,-1 1-20 0,2-1-15 0,0 1-21 0,0 0-28 16,0-2-36-16,3 1-32 0,-6-2-245 0,3-3-396 16,0-8 175-16</inkml:trace>
  <inkml:trace contextRef="#ctx0" brushRef="#br0" timeOffset="58638.23">20810 5874 56 0,'0'0'205'0,"0"0"-13"0,0 0-9 0,0 0-14 16,0 0-14-16,0 0-20 0,0 0-12 0,0 0-12 15,0 0-10-15,0 0-11 0,0 0-12 0,0 0-9 16,0 0-5-16,0 0-6 0,0 0-7 0,0 0-6 16,0 0-1-16,18-3-5 0,-5 2-3 0,-3-3-6 0,4 3 0 0,0-3-5 15,-3 0-3-15,6 1-6 0,-4 1 6 0,0-3-6 16,-3 1 0-16,2-2-1 0,0 0 0 0,-3-1-4 15,3-1 2-15,-5 2 9 0,1-2 4 0,-3 2 8 16,-1 1 8-16,0-4 6 0,0 6 1 0,-2-1-4 16,-2-1-7-16,0 0-4 0,-5 0-3 0,0 3-11 15,-6 1-1-15,-6 1-6 16,-2 1-5-16,-9 4 2 0,-2 3-2 0,-3 3-2 16,1 3-3-16,-5 3 2 0,5 1-3 15,-9 8 1-15,14-4-3 0,1 2 0 0,5 2-2 0,-2 0 5 16,8 1-1-16,6 3 1 0,4-1-2 0,2 1 2 15,11-2 3-15,5 1 2 0,8-4-3 0,8-3 1 16,13 3-11-16,6-4-29 0,6-4-40 0,1-6-54 16,1-2-78-16,0-6-176 0,-2-3-414 0,0 0 184 0</inkml:trace>
  <inkml:trace contextRef="#ctx0" brushRef="#br0" timeOffset="61127.46">21128 6149 121 0,'3'-4'167'0,"1"-1"-19"16,0 1-17-16,2-1-14 0,0 2-13 0,5 0-9 15,1 1-13-15,1 1-3 0,-2 4-6 0,5-1-9 16,-6-1-10-16,4 4-7 0,2 4-3 0,-1 1-7 0,-2 0-1 15,-3 2-5-15,3 2 3 0,-3 2-3 0,-1 2-1 16,-1-1-6-16,-2 3 3 0,-1-1-8 0,-2 0 4 16,-3 0-1-16,-3 1 0 0,1-2-3 0,-4 2 4 0,0-2-11 15,-4 0 13 1,-2-3 5-16,2-2 3 0,-4-1 4 0,5-2 1 16,1-1 0-16,-2-2 3 0,1-1 1 0,0-2 10 15,3 0 7-15,1 0 16 0,-2-3 22 0,4 2 22 16,0-2 23-16,3-1-10 0,0 0-10 0,-4-11-20 15,4 5-12-15,1-5-12 0,7-3-4 0,0-3-12 16,6-7 5-16,-1 3-16 0,2-4-4 0,2 0-9 16,-1 0-2-16,1 0-8 0,1-1-2 0,-2 3-7 15,2 4 2-15,-6 4-2 0,-1 1-2 0,-4 4-6 16,-2 3 3-16,-1 0-7 0,0 2 14 0,-1 0-16 0,0 0-4 0,-1 0-15 16,2 3-28-16,-4 2-20 0,0 0 8 0,0 0 2 15,-4 13 5-15,-1-4 8 0,-4 5 5 0,4 6 2 16,1-1 1-16,-1 0 6 0,-1 4 3 0,2-1 0 15,4-3 11-15,6 7-5 0,-1-4 4 0,4-4-4 16,9 1-19-16,3-1-41 0,7-3-74 0,4-3-111 0,7-7-170 16,15-5-464-16,-3-5 205 0</inkml:trace>
  <inkml:trace contextRef="#ctx0" brushRef="#br0" timeOffset="62077.09">22221 5632 206 0,'0'-5'215'0,"0"2"0"15,0-4-11-15,0 7-4 0,1-4-11 0,-1 0-21 16,0 4-13-16,0 0-20 0,0-4-15 0,0 4-16 0,0 0-18 16,0 0-9-16,0 0-9 0,7 19-8 15,-5-4-6-15,1 6-6 0,2 6-4 0,-3 5-2 16,-2 2-4-16,3 15-6 0,-3 1-3 0,2-2-1 16,-3 1-6-16,2 6-1 0,2-5 1 15,-3 4-2-15,1-5-9 0,-2-1 7 16,1-4 2-16,1-10-5 0,3 0 2 0,-1-3-3 15,1-2-3-15,-2-3-2 0,3-1 2 0,-2-6 2 16,-1-2-2-16,2-3-1 0,-3-2 1 0,3-2-3 0,-4-1 2 16,2-1-4-16,0-4-5 0,-2 2 4 0,0-1 6 15,0-1-1-15,1-2-4 0,-1-2-4 0,0 6-5 16,0-4-2-16,0-2-6 0,3 4 2 0,-3-4-3 0,0 0-37 16,0 0-41-16,0 0-35 0,0 0-27 0,-15-11-71 15,8 6-137-15,2-4-388 0,0 1 173 0</inkml:trace>
  <inkml:trace contextRef="#ctx0" brushRef="#br0" timeOffset="62392.88">22258 5960 129 0,'0'-5'224'0,"0"-1"-23"15,1 3-18-15,1-2-22 16,0 0-16-16,3 1-18 0,0 1-11 0,4 3-12 16,0 0-11-16,5 0-9 15,-2 3-14-15,7 1-4 0,-1 4-10 0,9-1-3 0,-3 5-8 0,2 0 4 0,0 4-7 0,-1 0-5 16,-1 1-2-16,-1 0-3 0,-8-4-10 0,-2 3-2 16,-1-2-9-16,-2-1 1 0,-4 1-6 0,-1-2 0 15,-3-2-3-15,-4 2 8 0,-4-3-5 0,-7 3 0 16,-2-3-5-16,-7 0 5 0,-5-1-3 0,0 0 2 15,-2-3 1-15,-1-1 2 0,2-1-6 0,2 0 3 16,4-2-5-16,0 0-16 0,4-1-34 16,-1 0-23-16,6-4-70 0,1-1-176 0,3 0-344 0,2 1 152 15</inkml:trace>
  <inkml:trace contextRef="#ctx0" brushRef="#br0" timeOffset="65582.86">22658 5291 37 0,'9'-3'115'0,"1"3"-26"0,0-2-3 16,2 4-14-16,-2 1 2 0,4-2-9 0,-4 4 5 15,5 6-5-15,-2 1-1 0,0 3 0 0,4 6-8 16,-7-3 2-16,0 4-4 16,-2-2-9-16,1 5-5 0,-5-2 4 15,0 3-1-15,-4-6-2 0,-2 3-2 0,0-3-4 0,-1-2-5 16,-2 2-5-16,2-3 4 0,-3-3 2 0,-3 0 3 15,3-4 11-15,-2 1 13 0,3-2 0 0,-4-1 3 16,4-4 5-16,0 0 3 0,-2 1 7 0,5-2 7 16,-2-1 14-16,-1 1 9 0,5-3 10 0,-4 3-9 15,4-3-10-15,0 0-10 0,-5-10 4 0,6 4-16 16,3-5-9-16,0 0-7 0,5-5-6 0,-3-2-9 16,7-8-4-16,5 2-4 0,-4 2 2 0,3 0-8 15,-4 3-4-15,-2 2-4 0,2-2-3 0,-1 2-1 0,-1 2 1 0,0 1-4 16,-3 4-4-16,0 1 8 0,-1 1-2 0,-5 3-14 15,1 1 1-15,1 0-4 0,-4 0 0 0,5 2-10 16,-4-2-20-16,-1 4 1 0,0 0 2 0,0 0 2 0,-6 17 2 16,-3-3 8-16,0 4-3 0,3 2 3 0,-2 6 0 15,4 1 0-15,2 1 5 0,1-2 0 16,2 3 0-16,7-2 9 0,7-3-2 0,5 2-12 0,-1-6-22 16,8 0-45-16,8-4-53 0,15 1-63 0,-13-7-222 0,16 1-453 15,-17-9 202-15</inkml:trace>
  <inkml:trace contextRef="#ctx0" brushRef="#br0" timeOffset="66667.57">24313 5782 152 0,'1'-5'176'0,"0"0"-9"0,2 0-1 0,-3-2-9 16,0 1-12-16,0 2-11 0,0-1-7 0,-3 1-13 0,1-3-11 0,-5 3-13 16,2 0-8-16,-6 2-10 0,-5 2-9 0,-3 0-6 15,-9 1-7-15,-6 3-5 0,3 3-5 0,-2 2-4 16,1 0-5-16,0 4-3 0,1-1-4 0,4 2-8 16,1 2 6-1,1-1-5-15,1-1-3 0,7-2 3 0,2 3 0 16,4-2-9-16,-1 0 3 0,3-1-1 0,5-1 4 0,2 0-1 15,-1-5-3-15,6 6 3 0,-1-8-1 0,2 5 6 16,5-4-3-16,1-2-2 0,3 1-2 16,5-2 7-16,2-2-4 0,-2-1-1 0,4-2 1 15,-2 1-5-15,2-2 5 0,-1-3-2 0,0 0 8 0,-3 2-4 16,3-4 2-16,-6 4-1 0,3 2 5 0,-6-1-1 16,-1-1-3-16,-1 3-2 0,0-1-11 0,2 1 7 15,-4 2-4-15,-1 0 1 0,3 0-5 0,-1 2-1 0,-1 5-1 0,3 0 0 16,1-2 0-16,-3 7-1 0,2 0 3 0,1 1 2 15,-3 6-5-15,5 3 3 0,-4 2-3 16,2-2 1-16,-5 2-1 0,1-2 3 0,-3-1-2 16,2-3 4-16,-5 1-3 0,3-1-1 0,-1-2-1 0,-3-3 1 15,2-1 2-15,-2-4-4 0,0-1 6 0,1-1-3 16,-2 1 15-16,0-2 27 0,1-3 21 0,0 5 38 0,-1-7 44 31,2 3 34-31,-2-3 29 0,1 2 29 0,-1-2-29 16,2-10-42-16,0 3-24 0,2-5-17 0,0-5-17 0,2 0-8 0,1-1-27 0,0-10-11 0,4 2-10 15,-1-3-9-15,3 6-8 0,-3-3-1 0,-1 8-13 32,-1 1 0-32,2 4-5 0,-6 3-28 0,0 0-9 15,0 3-25-15,-3 1-32 0,3 0-34 0,-3 2-41 0,2 1-49 0,-3 3-56 16,1-7-38-16,-1 7-21 0,0 0-262 0,0 0-623 16,0 0 276-16</inkml:trace>
  <inkml:trace contextRef="#ctx0" brushRef="#br0" timeOffset="67319.83">24410 5291 57 0,'0'-5'247'0,"1"2"-15"15,-1 3-19-15,2-7-18 0,-1 5-21 0,-1 2-20 16,1-3-21-16,-1 3-14 0,0 0-13 0,0 0-13 15,0 0-6-15,0 0-11 0,9 12-11 0,-5-3-5 16,-2 4-2-16,1 2-6 0,-2 4-5 0,2 1-6 16,-1-1-3-16,0 6-4 0,0 1-1 0,-2-7-4 15,0 3 1-15,1-5-5 0,1-1-1 0,0-3-5 0,-2-4-2 0,0 2-1 16,2-5-1-16,-2 1 2 0,0-2-3 0,3 0 5 16,-3-1 35-16,-3 0 27 0,3-4 29 0,0 4 28 15,3-1 11-15,-3-3-19 0,0 0 5 0,9-8-31 16,-4 1-9-16,3-3-15 0,2 1-3 0,3-3-10 15,-4 3-5-15,1 0-13 0,2-2 2 0,3 1-14 16,-10 5-2-16,0-2-5 0,0 5-5 0,-1-1 4 0,-1-1-29 0,-1 1-21 16,-2 3-3-16,0 0 3 0,14 3-9 0,-7 1-13 15,1 1-14-15,0 2-20 0,1 1-28 0,0-1-37 16,0 2-34-16,5 3-53 0,-1-1-297 0,-3-4-569 16,-1 0 252-16</inkml:trace>
  <inkml:trace contextRef="#ctx0" brushRef="#br0" timeOffset="67653.95">24913 5402 36 0,'-8'1'181'0,"8"-1"-14"0,0 0-14 16,0 0-9-16,-7 1-7 0,7-1-11 15,0 0-9-15,0 0-5 0,0 0-7 0,0 0-5 0,0 0-8 16,0 0-5 0,0 0-8-16,0 0-8 0,0 0 1 0,0 0-5 15,0 0-3-15,0 0 11 0,0 0-1 0,27 3-7 16,-8-6-6-16,0 3-5 0,3 0-6 0,6 0-8 15,1 0 0-15,-1 0-7 0,3 0-4 0,-10 0-4 0,-1-1 2 16,-1 1-10-16,-6 0-4 0,-3-1-12 16,2 2-22-16,-6-2-12 0,-2-1-12 0,-4 2-27 0,10 0-8 0,-10 0-29 15,0 0-23-15,0 0-42 0,0 0-143 0,0 0-341 16,-18-5 152-16</inkml:trace>
  <inkml:trace contextRef="#ctx0" brushRef="#br0" timeOffset="67987.95">25396 5249 50 0,'3'-4'335'0,"-2"1"-8"0,-1 3-15 15,0-5-22-15,0 5-26 0,0 0-32 0,0-5-21 16,0 5-24-1,0 0-20-15,0 0-22 0,0 0-20 0,0 0-33 16,0 0-9-16,0 0-11 0,4 10-7 0,0 2-2 0,-3 5-8 16,4 3-6-16,-1 6-2 0,0 1-7 0,0-1-3 15,-2-1-8-15,2 1 6 0,0 1-11 16,0 0 4-16,-2-8-4 0,1 0-5 0,0-2 4 16,-2-2-3-16,0-3-4 0,0 0-16 0,3-3-3 15,-3 1-21-15,1-5-11 0,-2 2-6 0,1-3-10 0,-1 0-5 0,0-4-5 16,0 6-3-16,0-3-5 0,0-3-3 0,0 0-32 15,0 0-53-15,0 0-61 0,0 0-201 0,0 0-453 0,1-17 201 16</inkml:trace>
  <inkml:trace contextRef="#ctx0" brushRef="#br0" timeOffset="68485.75">25851 5404 98 0,'-6'0'180'0,"6"0"-17"15,0 0-10-15,0 0-18 0,0 0-13 0,-5-1-10 16,5 1-11-16,0 0-15 0,0 0-13 0,0 0 1 15,0 0-9-15,0 0-6 0,0 0-8 0,0 0-9 16,0 0 5-16,0 0-9 0,0 0-3 0,0 0-6 0,0 0 1 16,0 0-5-16,0 0 3 0,0 0 6 0,0 0 2 15,0 0-4-15,0 0 3 0,0 0-4 0,0 0 0 0,0 0-5 16,0 0-4-16,0 0 0 0,0 0 0 0,0 0-9 16,0 0 2-16,0 0 3 0,0 0-2 15,0 0 8-15,0 0 4 0,0 0 14 0,0 0 5 16,0 0 6-1,0 0-1-15,0 0 4 0,0 0 1 0,0 0-1 16,0 0-5-16,0 0-2 0,24 0-5 0,-5-3-5 0,9-1-1 16,4 0 2-16,0 2-11 0,4-3-6 0,0 1 0 15,-2 1-4-15,2-1-2 0,-6-1 0 0,0 2-5 16,-9 3 4-16,-4-3-3 0,-4 1 1 0,-1-1-2 16,-2 2-3-16,-4 1 7 0,1-1-8 0,-1-1-3 15,-6 2-4-15,9-1-5 0,-5-1-14 0,-4 2-17 0,0 0-29 0,0 0-28 16,0 0-18-16,0 0-26 0,-23-3-39 0,15 3-222 15,-3 0-428-15,3 0 190 0</inkml:trace>
  <inkml:trace contextRef="#ctx0" brushRef="#br0" timeOffset="69317.64">26560 5130 152 0,'4'-1'175'16,"2"-2"-21"-16,-1 2-17 0,1 0-10 0,-6 1-19 16,13 2-15-16,-7 1-6 0,4 4-2 0,-1-2-16 0,0 4 1 15,3 3-4-15,-2 3-5 0,-1 0-3 16,-4 2-5-16,1 2-8 16,-2-1-9-16,-3 0 11 0,3 9-12 0,-8-10 1 15,3 2-5-15,-4 2-1 0,-4-3-8 0,0 7 8 16,-4-9-7-16,3 1 4 0,-3 0 0 0,3-4 2 15,1-4 0-15,0-2 2 0,3 0 9 0,1 0 10 16,0-4 15-16,1 3 15 0,0-3 26 0,1 0 29 16,1-1 34-16,-1 0 49 0,3-2-5 0,0 0-20 15,0 0-23-15,4-11-23 0,0-2-11 0,4 1-20 0,4-10-13 0,1 1-7 16,2 0-7-16,2-2-12 0,1-4-9 0,0 3-10 16,1 2-2-16,-2 3-5 15,-7 2-3-15,-1 5-9 0,-3 2 6 0,3 2-22 0,-5-1 9 0,0 5-4 0,-2-1-6 16,2 1-15-16,-1-1-24 0,0 2-29 0,-2 1-28 15,-1 2-24-15,0 0 5 0,0 0 13 0,0 0 3 16,-5 19 10 0,1-9 6-16,-1 6 7 0,2 4 3 0,3 4 9 15,-1 3 6-15,6-3 2 0,4 0 8 16,6 1 0-16,4 1-20 0,8-3-36 0,15 6-64 0,7-6-103 16,2-6-293-16,0-5-586 0,0-8 259 0</inkml:trace>
  <inkml:trace contextRef="#ctx0" brushRef="#br0" timeOffset="70505.62">18382 7328 124 0,'0'0'233'0,"2"-7"-30"16,-2 2-19-16,2 0-16 0,-2 1-19 0,5 0-16 16,-1 0-14-16,0 1-16 0,1-1-6 0,-1 0-12 15,5 2-10-15,0-2-7 0,-3 4-6 0,7-3-9 16,-5 6-9-16,2-2-3 0,1 3-1 0,0 1-11 15,-1 2-1-15,0 0 3 0,-2 3-9 0,-1 2-2 16,1 0-3-16,-3 4-5 16,0 0-2-16,-2 2 5 0,-3 0-4 0,0 2 0 15,-4-2-1-15,-2 1 5 0,-1-1-8 16,0 1 1-16,0-3-1 0,1-7 0 0,-2 3 1 0,4-2-7 16,-1-2 4-16,1 0-1 0,0-1-2 0,2-2 3 15,1 0 4-15,-2-4 18 0,3-1 25 0,-5 6 32 16,5-6 29-16,-2 1-2 0,2-1-11 0,0 0-13 15,7-13-10-15,-1 3-6 0,1-1-10 0,3-5-2 0,5 0-10 0,0-5-5 16,1 1-3-16,0-2-2 0,-4 7-13 16,-2 2 0-16,-2 4 3 0,2 2-6 15,-5-2-5-15,1 4 1 0,-3 2-10 0,1-3 3 0,-1 3-9 16,-2 2-19-16,4 0-22 0,-5 1-4 0,0 0 4 16,0 0 4-16,5 9 2 0,-1 0 4 0,-4-1-1 15,0 4 4-15,0 3 2 0,0 1 3 0,0-1 1 0,0 2 1 0,0-1 2 16,4-1-6-16,0 3-7 0,1-1-12 0,0 0-8 0,1-3-14 31,2 2-23-31,1-6-18 0,6-1-33 0,3-3-51 16,0 0-205-16,4-5-426 0,-2-1 188 0</inkml:trace>
  <inkml:trace contextRef="#ctx0" brushRef="#br0" timeOffset="70672.64">19075 7455 111 0,'0'-2'310'0,"0"2"-23"16,1-4-22-16,3 0-29 0,-4 4-24 0,1-5-23 16,-1 1-19-16,4 1-22 0,0-1-22 15,1 2-26-15,4-2-27 0,5-2-37 0,-1 4-38 0,5-1-41 0,1 2-52 16,3-3-55-16,-2 0-180 0,-1 0-356 0,3-1 159 16</inkml:trace>
  <inkml:trace contextRef="#ctx0" brushRef="#br0" timeOffset="70842.07">19282 7539 53 0,'-4'1'205'0,"4"2"-19"0,-4-1-2 0,4-2-16 16,0 5-18-16,0-5-16 0,0 0-11 0,13-1-12 15,1 0-18-15,4-6-30 0,4 6-36 0,6-4-45 16,3-3-58-16,-1 0-159 0,-2 0-252 0,-1 1 112 15</inkml:trace>
  <inkml:trace contextRef="#ctx0" brushRef="#br0" timeOffset="71136.31">19752 7377 42 0,'-11'0'210'0,"-1"4"-17"0,-2 0-19 0,4 0-22 0,-3 0-9 15,0 5-18-15,3-3-17 0,-3 6-5 16,2 0-16-16,3 0-6 0,0 0-4 0,1 3-10 0,4-3-6 16,1 0-5-16,4-1 3 0,2 1-4 0,2-3 1 15,5 0-2-15,5-4-1 0,6 3-6 0,8-7-3 16,3 1-5 0,0-5-1-16,3-5-6 0,-7 2-2 0,-2-8-6 15,-3 3-7-15,-9-2-6 0,-3 0-3 0,-3-3-10 0,-3 1-11 16,-7-2 0-16,-6 1 1 0,-4-1-9 15,-2 3-5-15,-13-4-17 0,-3 3-21 0,-3 2-35 0,-2 5-56 16,-7 2-145-16,4 2-325 0,1 2 144 16</inkml:trace>
  <inkml:trace contextRef="#ctx0" brushRef="#br0" timeOffset="72305.63">18744 4954 65 0,'0'0'100'0,"0"0"-9"0,0 0-11 0,0 0 0 16,0 0 3-16,0 0 4 0,5 3-5 0,-5-3-3 16,0 0 6-16,0 0-7 0,0 0 12 0,0 0 8 0,0 0 6 15,0 0 10 1,0 0 3-16,0 0 10 0,0 0 7 0,0 0 7 15,0 0 2-15,0 0 4 0,0 0 0 0,0 0-12 16,0 0-11-16,-5-12-13 0,5 5-19 0,0 1-10 16,0-1-10-16,0-2-5 0,0-1-11 0,0-1-5 0,0 0-5 15,0-2-6-15,0-1-3 0,0-2-4 0,-1 6-3 16,1-2-5-16,0 2 3 0,0 3-10 0,-1 1 0 16,1 1-1-16,1 1-3 0,-2-1-9 0,1 5-11 0,-4-4-10 15,-3 4-13-15,7 0 0 0,-23 9 1 0,5 0-2 16,-7 9 7-16,-5 4 3 0,1 2 23 0,-11 7 1 15,-6 3 1-15,0-2-2 0,-1 2-1 0,-3-5 1 16,6 2 2-16,-4-7-5 0,5 4 1 0,11-10 2 16,1-3-2-16,3-1 3 0,1-5 0 0,8-1 2 15,2-3 0-15,4-1 7 0,2-1 20 0,0-1 12 0,2-4 18 0,1 0 18 16,3-1-1-16,-3-4 5 0,3-2-12 0,5-2-7 16,0 0-7-16,3-4 0 0,3-4-11 0,6-5-13 15,3 2-1-15,3 0-6 0,1-3-7 0,3 7-3 16,0 1 15-16,-1 2-4 0,-2 5-21 0,-1 2-2 15,4 3 4-15,0-1-15 0,-3 6 2 0,3 5 0 16,6 1 4 0,2 4-5-16,1 1-3 0,-2 1 9 0,2 5-7 15,0-4 8-15,-2 3-10 0,2-1-33 0,1 0-27 16,1-1-31-16,0-3-36 0,-1 1-45 0,2-2-61 16,-3-3-325-16,-2-2-610 0,-8-3 270 0</inkml:trace>
  <inkml:trace contextRef="#ctx0" brushRef="#br0" timeOffset="74409.39">25009 7737 167 0,'0'0'171'15,"0"0"-11"-15,0 0-15 0,0 0-9 0,0 0-8 16,0 0-10-16,0 0 3 0,-4-2-17 0,4 2-6 15,0 0-11-15,0 0-10 0,0 0-4 0,0 0-6 0,0 0-11 0,0 0-3 16,20 0-2-16,-9-2-14 0,3 1 0 0,6 1-12 16,7-4-19-16,4 3-20 0,-2-3-33 0,5 1-30 15,-4-2-46-15,0 5-153 0,0 0-299 0,0-3 132 16</inkml:trace>
  <inkml:trace contextRef="#ctx0" brushRef="#br0" timeOffset="74593.84">25217 7896 66 0,'-3'3'226'0,"-1"-2"-22"16,0 1-23-16,4-2-22 0,0 0-14 0,-1 4-17 16,1-4-10-16,16 1-17 0,5-1-6 0,6-1-8 15,12-2-14-15,11 0-21 0,5 2-32 0,3-2-28 16,4-2-63-16,-3 3-192 0,2 0-285 0,-6 0 127 0</inkml:trace>
  <inkml:trace contextRef="#ctx0" brushRef="#br0" timeOffset="74979.33">26839 7278 174 0,'0'-13'284'0,"-2"1"-23"0,2-1-15 16,-2 4-9-16,2 0-14 0,-2 5-18 0,2-3-22 0,-2 3-19 15,2 0-21-15,0 4-22 0,0-3-29 0,0 3-12 16,0 0-8-16,0 0-12 0,4 19-5 15,0-2-5-15,1 9-7 0,-1 3-3 0,2 2-7 0,-1 4-3 0,3 11-3 16,1 0-4-16,-3 5 1 0,1 1 0 0,-5-4-1 16,9 1 2-16,-5-5-7 0,2-8 1 0,-1 0-4 15,0-2 0-15,-1-2-3 0,2-2 2 0,-4-1-1 16,-1-4 0-16,1-7-5 0,0-2-20 0,-1-4-10 16,-2-1-19-16,0-1-17 0,1-2-14 0,-1-1-14 0,-1-1 1 15,1-2 5 1,-1-1-2-16,0-3-28 0,0 0-46 0,0 0-70 15,0 0-115-15,-22-11-367 0,15 2 163 0</inkml:trace>
  <inkml:trace contextRef="#ctx0" brushRef="#br0" timeOffset="75264.39">26974 7522 28 0,'0'-2'262'15,"-1"-2"-27"-15,1 4-27 0,1-5-26 0,-1 5-16 16,0 0-20-16,9-1-11 0,-9 1-18 0,16 6-11 16,-5-2-13-16,2 0-5 0,6 7-13 0,-3-5-5 0,1 6-10 15,-1-2-10 1,-1 0-5-16,-2 3-5 0,0 0-8 0,-6-4-11 16,0 0-3-16,-2 2-5 0,-1-3-12 0,-3 2 3 15,-1-2 4-15,-6 2-7 0,-1 0-1 0,-3-3-5 16,-8 2 0-16,1-1-8 0,-3 0-4 0,-7-3 0 15,6-1-10-15,3-1 3 0,-3-1-14 0,3-2-19 16,0 2-25-16,7-2-11 0,-2-4-32 0,8 1-159 16,-3-4-307-16,6 5 136 0</inkml:trace>
  <inkml:trace contextRef="#ctx0" brushRef="#br0" timeOffset="75596.05">27516 7579 144 0,'0'0'204'0,"0"0"-18"0,-9 0-21 16,9 0-15-16,0 0-14 15,0 0-15 1,0 0-15-16,-7 0-13 0,7 0-15 0,0 0-12 0,0 0-9 0,0 0-11 15,0 0-3-15,0 0-5 0,-5 3 1 0,5-3-4 0,0 0 0 16,0 0 2-16,0 0-2 0,0 0-1 0,0 0 10 16,0 0 5-16,0 0 0 0,26-5-8 0,-13 3 3 15,6 0-2-15,3 1-2 0,11-1-4 0,3-3-5 16,4 1-4-16,13 0-4 0,2 0 0 0,-4 0-1 16,-10 0-5-16,-2 3-8 0,-4-3-28 0,0 4-34 0,-6-1-39 15,-8-2-54-15,-5 2-54 0,-5-5-107 0,-5 5-330 16,-3-3 146-16</inkml:trace>
  <inkml:trace contextRef="#ctx0" brushRef="#br0" timeOffset="75811.3">27718 7465 252 0,'-4'-2'299'15,"4"-3"-6"-15,0 5-22 0,-5-5-9 0,5 1-10 16,0 4-22-16,0 0-17 0,-4-3-28 0,4 3-10 15,0 0-30-15,0 0-13 0,0 0-13 0,0-6-20 16,0 6-14-16,0 0-11 0,0 0-10 0,0 0-5 16,2 16-8-16,0-5-6 0,-2 5-3 0,4 3-3 0,-3 7-5 15,1 4 0-15,0 3-20 0,3-1-25 0,-1-2-20 16,1 2-33-16,0-2-32 0,-1-1-31 0,5 0-47 16,-1-6-54-16,-1-4-229 0,0-3-493 0,-1-6 218 0</inkml:trace>
  <inkml:trace contextRef="#ctx0" brushRef="#br0" timeOffset="76531.59">28768 7396 42 0,'0'-5'269'0,"-1"3"-26"0,-1-2-18 16,0-3-22-16,-4 3-20 0,2 1-20 0,-5 2-19 15,-1 0-16 1,-3 0-8-16,-3 2-13 0,-6 0-15 0,-6 6-9 16,1 2-10-16,-1 1-9 0,1 2-5 0,0 4-6 15,3-1-6-15,0 0-1 0,3 4-6 0,0-2-3 16,8-3-6-16,0 2-4 0,0 0-3 0,7-2-4 0,-1-4 2 16,2 0-3-16,0-1-1 0,5 2 1 0,-4-5-1 15,3-2 1-15,1 2 5 0,0-1 14 16,5-3 11-16,0 0 7 0,0-2 10 0,4 0 0 15,0-4 7-15,5 1 1 0,-1-2 3 0,0 1-4 0,1-5-3 16,2-2-8-16,0 4-6 0,0-4-5 0,0 3-10 16,-3 3 2-16,-3-3-6 0,0 4-5 0,1 1-6 0,-3-2-1 15,-3 4-5-15,1-2-9 0,0 0 0 0,0 3-5 16,2 0 1-16,-2 1-3 0,3 4-6 0,1 3 1 0,-2-3 4 16,0 4-9-16,2 0 3 0,-4 3 0 15,5 5 5-15,-4-1-1 0,2 3-5 0,-1-2 3 16,-3 1 4-16,1-1 0 0,1-1 1 0,-2 1 1 15,-1-2-2-15,-2-5-1 16,1-2-1-16,-2-2 0 0,2 0 7 0,-1 0-1 16,-2-3-1-16,3 1 7 0,-2-1 40 0,-1-3 41 15,6 5 51-15,-6-3 44 0,0-2 2 0,0 0-25 16,9-10-15-16,-7 3-14 0,2-5-17 0,3-6-11 16,3 1-15-16,-1-5-9 0,0-7-2 0,5 1-12 15,-1-2-10-15,2 2-7 0,2 2-6 0,0-1-7 16,-6 6-4-16,0 5-4 0,-4 5-4 0,-2 1 2 15,2 2-7-15,-5 2-9 0,2 1-17 0,-1 0-31 0,-1-1-40 0,2 2-40 16,-3 2-56-16,0-1-35 0,-1 3-34 0,6-2-8 16,-6 2-22-16,0 0-10 0,7 7-31 0,-4-4-48 15,-3-3-235-15,4 5-641 0,-3-2 284 0</inkml:trace>
  <inkml:trace contextRef="#ctx0" brushRef="#br0" timeOffset="76797.12">29142 7149 325 0,'2'-4'316'0,"1"1"-47"0,-2-1-28 0,0 2-27 16,-1 2-25-16,0 0-21 0,0 0-19 0,13 8-13 0,-6 3-15 15,2 6-12-15,4 12-9 0,0 2-6 0,1 14-11 16,-1 1-7-16,-4 2-6 0,-4 6-6 15,0 2-5-15,-5 3 0 0,-5 0-7 0,-4 22-2 0,-4-28-3 16,-2 0-3-16,-8 2-6 0,0-1-3 0,-5-6-5 16,-4-2-10-16,-9-7-20 0,0-1-21 0,-7-3-33 0,-5-4-31 15,-3-5-49-15,-7-5-89 0,-29 3-218 0,0-11-476 16,27-11 210-16</inkml:trace>
  <inkml:trace contextRef="#ctx0" brushRef="#br0" timeOffset="77397.38">26479 7068 185 0,'-3'-3'232'0,"3"3"-27"0,0 0-25 15,0 0-17-15,-5 12-18 0,0 2-18 0,-8 10-12 16,-1 7-17-16,-8 13-11 0,-2 4-4 0,2 5-8 0,-2 1-13 16,-4 25-3-16,14-24-5 0,-4 24-4 15,12-21 0-15,2 0-6 0,8-3-6 0,5 2-2 16,3-4 3-16,10-1-2 0,9-3 0 0,3-8-4 0,8 0 2 15,8-9-9 1,8-3 3-16,31 3-5 0,-2-7-22 0,3-5-38 16,-28-8-74-16,2-6-258 0,1-2-397 0,-3-4 175 15</inkml:trace>
  <inkml:trace contextRef="#ctx0" brushRef="#br0" timeOffset="78313.5">29341 6624 11 0,'0'-4'243'0,"0"-2"-7"0,1 1 5 0,0-1-1 16,1 2-9-16,0 0-16 0,0 2-16 0,-2 2-22 0,1-5-22 15,-1 5-19-15,0 0-15 0,1-5-18 0,-1 5-18 16,0 0-7-16,0 0-10 0,4 15-6 0,-4-6-8 0,0 1-9 15,1 2 7-15,-1 5-11 0,-1 2-5 0,1 0-1 16,-1 2-8-16,1 5-2 0,-1 0-2 0,-1 0 0 16,2-2-1-16,-1-4-2 0,0-3 0 15,1-2-1-15,-2-4-6 0,2-1 2 16,0-3-2-16,-1-2 4 0,1 1-1 16,0-2 15-16,0-4 35 0,1 4 15 0,-1-4-11 15,0 0-1-15,6-11-9 0,-1 0-9 0,2-6-4 16,1 2-6-16,1-3-3 0,1 1-7 0,0 0-2 15,-1 1-4-15,0 2 0 0,0 3-3 0,-4 1-2 16,4 1-3-16,-5 4-10 0,-1 1-3 0,-1-2-7 16,2 4-5-16,2 1 1 0,-6 1-3 0,9 3 5 0,0 4-4 0,-5-1-8 15,6 4-8-15,-1 2-16 0,0 2-28 0,5 1-18 16,-3 1-27-16,4 7-28 0,-4-8-36 0,5 0-59 16,-5-2-247-16,2 0-523 0,-2-7 232 0</inkml:trace>
  <inkml:trace contextRef="#ctx0" brushRef="#br0" timeOffset="78629.61">29898 6675 202 0,'0'0'217'0,"0"0"-17"0,0 0-14 0,0 0-20 15,0 0-17-15,0 0-13 0,0 0-13 16,0 0-11-16,0 0-8 0,0 0-13 0,0 0-9 15,32-4-10-15,-13 3-18 0,3 1-32 0,7-3-30 16,3 1-34-16,5-2-32 0,2-2-48 0,0 4-157 0,-3-5-302 16,4-1 135-16</inkml:trace>
  <inkml:trace contextRef="#ctx0" brushRef="#br0" timeOffset="78845.48">30491 6479 140 0,'0'-2'352'15,"0"2"-27"-15,0-7-33 0,0 7-37 0,0-4-31 16,0 4-44-16,0 0-31 0,0 0-17 0,-1 15-14 16,-2 0-8-16,1 4-11 0,-3 10-26 0,-1 5-22 15,-5 12-48-15,1 4-54 0,1-3-79 0,-2-1-257 16,3-10-420-16,0-10 186 0</inkml:trace>
  <inkml:trace contextRef="#ctx0" brushRef="#br0" timeOffset="81319.19">4057 6016 154 0,'-2'-17'248'0,"1"3"-9"16,1 2-15-16,1 0-5 0,1 0-16 0,0 7-9 15,-2-1-20-15,0-1-21 0,1 3-18 0,-2-2-16 0,1 6-16 16,1-4-30-16,-1 4-6 0,0 0-8 0,0 0-8 0,4 17-4 16,-2-2-9-16,-4 14-6 0,2 3 2 0,-1 12-2 15,-3 5-4-15,2 0-2 0,-3 2-2 0,-2-5-2 16,2 4-1-16,2-4-6 0,2-12 1 0,-1 0-4 0,0-4 0 15,4-2-1-15,0-1 8 0,-2-8-8 16,0-2-1-16,1-5-1 0,2 1 1 0,-2-4-2 16,-1 0 1-16,2-4-1 15,-1 1 6-15,-1-2 26 0,1-1 18 0,0 1 17 16,-1-4-6-16,0 0-18 0,0 0-48 0,0 0-23 16,8-16-21-16,-7 7-27 0,-2-2-28 0,-1-2-35 15,0-5-45-15,1-1-58 0,-4-6-169 0,-2-1-435 16,1 0 193-16</inkml:trace>
  <inkml:trace contextRef="#ctx0" brushRef="#br0" timeOffset="81532.82">3974 5883 194 0,'0'-5'305'0,"-2"1"-23"16,2 4-27-16,0-5-27 0,0 5-23 0,2-4-28 15,-2 4-15-15,5-3-13 0,4 0-21 0,5 3-13 16,4-2-9-16,11 2-12 0,3 2-9 0,6 0-10 0,-2 2-4 0,5 2-7 15,10 4-10-15,-14-3-33 0,-2 4-26 16,-3-2-28-16,-2 0-23 0,-5 3-25 0,-8-2-31 0,-1-2-31 16,-5 6-21-16,-6-5-47 0,-6 2-117 15,-3 5-355 1,-6-2 157-16</inkml:trace>
  <inkml:trace contextRef="#ctx0" brushRef="#br0" timeOffset="81905.27">4155 6710 43 0,'-15'8'237'0,"3"-2"-22"16,2 1-13-16,1-1-18 0,0-3-15 0,4 2-10 16,0-3-5-16,1 1-9 15,-1-1-5-15,0 0-6 0,1 0-9 0,4-2-10 16,-4 1-6-16,4-1-3 0,0 0-4 0,0 0 0 16,24-1-9-16,-4-3-6 0,0 0-10 0,12-4-6 15,1 0-8-15,3 0-6 0,1-1-6 16,0 0-1-16,-2 2-4 0,-6 0-9 0,-7 1-2 0,-3 2-4 15,-1 1 0-15,-9-1-3 0,-2 3-5 0,1-2 1 16,-2 2-6-16,0 1-16 0,-6 0-19 0,3-3-21 0,-3 3-28 16,0 0-23-16,0 0-32 0,-29 5-36 0,16-3-33 15,-7-1-242-15,2-1-467 0,-3 1 208 0</inkml:trace>
  <inkml:trace contextRef="#ctx0" brushRef="#br0" timeOffset="82258.83">4018 6494 81 0,'-3'2'276'16,"3"-2"-25"-16,-7 2-23 0,7-2-23 0,0 0-13 15,-5 2-16-15,5-2-16 0,0 0-12 0,0 0-15 16,0 0-4-16,0 0-14 0,29-1-8 0,-2-4-8 16,5-1-13-16,0 1-10 0,8-2-7 15,-2 0-5-15,14-2-7 0,-13 3-4 0,-6 1-3 0,-4-1-9 16,-7 4-3-16,-3-3-5 0,-3 2 2 0,-4 3-6 0,-1-1-3 16,-5 0 1-16,0 0 1 0,1 1 6 0,-7 0 4 15,7-2 5-15,-7 2-3 0,6-1-4 0,-6 1-3 16,3-2-11-16,-3 2-12 0,0 0-21 0,0 0-23 0,0 0-27 15,0 0-23-15,0 0-28 0,-14 8-29 16,12-6-52-16,-2 1-46 0,4-3-161 0,-8 2-431 16,8-2 191-1</inkml:trace>
  <inkml:trace contextRef="#ctx0" brushRef="#br0" timeOffset="82534.87">5209 6203 82 0,'4'-3'385'0,"-4"3"-36"0,5-4-29 16,-2 3-35-16,-3 1-35 0,0 0-19 0,4-3-24 16,-4 3-25-16,0 0-25 0,0 0-38 15,0 0-34-15,0 0-9 0,0 0-8 0,-3 12-5 16,2-1-8-16,-3 1-3 15,0 5-6-15,-6 0-7 0,2 0-2 0,-1 7-2 16,-5 0 1-16,4 3-5 0,-2-3-20 0,-3 0-9 16,1 2-24-16,0-3-22 0,-1 1-24 0,-2-4-25 15,5-5-34-15,-1 0-39 0,-2-2-51 0,-1-5-194 16,8 0-446-16,-2-5 197 0</inkml:trace>
  <inkml:trace contextRef="#ctx0" brushRef="#br0" timeOffset="82860.56">5019 6281 221 0,'0'-4'397'0,"0"4"-12"0,0-9-21 15,0 9-35-15,2-4-24 0,-2 4-35 0,0 0-33 16,0 0-24-16,-2-5-27 0,2 5-30 0,0 0-13 0,0 0-23 0,7 9 6 16,-1 1-26-16,1 4-14 0,2 1-3 15,6 9-5-15,1-1-1 0,0 5-6 0,1-2-17 16,2-1-7-16,0 2-18 0,2-1 18 0,-2-4-10 15,0-1-14-15,-1-1 12 0,-4-8 2 0,-2 1-5 0,-5-4-1 16,2 1 7-16,-2-3-20 0,-1-3 2 0,-3 3-1 16,1-3 2-1,-1-2 15-15,0 2-13 0,1-1-12 0,-4-3 25 16,3 2 15-16,1-1 0 0,-4-1 3 0,0 0 4 16,2 4-1-16,-2-4-4 0,0 0-6 0,3 2-7 15,-3-2 0-15,0 0-5 0,0 0-8 0,0 0-55 16,0 0-61-16,0 0-30 0,0 0-14 0,-2-12-39 15,-2 8-41-15,0-1-57 0,-1 0-70 0,-1-2-275 16,1-1-667-16,-1-1 295 0</inkml:trace>
  <inkml:trace contextRef="#ctx0" brushRef="#br0" timeOffset="83107.64">5443 6123 121 0,'4'-1'308'0,"-4"1"-35"0,6-8-29 0,-1 10-28 15,-5-2-24-15,15 9-6 0,-5-2-17 0,4 6-3 16,2 6-18-16,0 3-5 0,0 4-9 16,1 4-15-16,-2 3-10 0,-2-1-11 0,-3 14-7 15,-1-10-7-15,-5 10-2 0,-4-10-12 0,-4-4-25 0,-6-1-28 0,-2 3-22 16,-3-2-43-16,-9-1-49 0,-3-5-58 0,-1-1-83 15,-18-3-174-15,14-6-447 0,-1-6 198 0</inkml:trace>
  <inkml:trace contextRef="#ctx0" brushRef="#br0" timeOffset="83549.89">5012 6028 98 0,'0'-4'318'0,"-1"1"-25"0,1 3-25 16,0-5-23-16,0 5-29 0,-1-4-19 0,1 4-25 15,0 0-22-15,0 0-14 0,0 0-18 0,-10 16-10 16,0 1-12-16,-1 10-5 0,2 6-10 0,-6 0-9 0,-3 15-6 16,0 2-8-16,0 1-6 0,7-2-6 0,0-3-5 15,6-12 1-15,2-1-8 0,5-1-3 0,2-4-3 16,1 0 1-16,5-1 0 0,3-4-2 0,-1-8 8 16,9 5 8-16,1-4 1 0,8-4 1 0,-1 1 1 0,3-2 0 15,0-6-2-15,3 2-1 0,0-1-9 16,-2-4-3-16,-6 3-3 15,-5-4-1-15,-4-1-3 0,-3 2 2 0,-4-2-3 16,-1 1-1-16,-3-1 0 0,1 0-3 0,-8 0-2 16,10 0 0-16,-5 0-3 0,-5 0-5 0,0 0-11 15,7 1-22-15,-7-1-51 0,0 0-66 0,0 0-67 16,0 0-68-16,-6-11-237 0,5 7-555 0,-1 1 245 16</inkml:trace>
  <inkml:trace contextRef="#ctx0" brushRef="#br0" timeOffset="84058.92">6258 6307 148 0,'-5'0'164'0,"5"0"2"0,-5 2-9 15,5-2-9-15,0 0-9 0,-5 1-11 0,5-1-11 16,-4 2 3-16,4-2-2 0,0 0-4 0,0 0-7 16,0 0-2-16,0 0-6 0,0 0 1 0,0 0-9 15,23-3-7-15,-4-2-9 0,3 5-9 0,6-4-5 16,0-1-4-16,4 3-8 15,0-1-5-15,0-2-1 0,0 1-7 16,-1 1-6-16,-9 0 0 0,-3-1-2 0,-2 1-3 0,-5 3-2 16,-2 0-6-16,-1-2 2 0,-1 2-3 0,-3 0-1 15,-5 0-5-15,6-2-6 0,-6 2-16 0,0 0-15 16,0 0-32-16,0 0-30 0,-18 11-42 0,4-9-40 16,-1 2-207-16,-4-2-409 0,9 4 181 0</inkml:trace>
  <inkml:trace contextRef="#ctx0" brushRef="#br0" timeOffset="84379.65">6284 6520 11 0,'-8'1'255'0,"3"3"-18"16,0-2-14-16,0 0-12 0,1 1-8 0,3-1-13 16,1-2-11-16,0 0-19 0,-7 2-11 0,7-2-14 15,0 0-8-15,22 2-11 0,0-2-12 0,10-1-10 0,5-2-1 16,2 1-16-16,21-3-12 0,-3 0-1 0,0 3-9 16,0-3-3-16,-3-1-9 0,-13 2 0 0,-2 2-7 15,-7-2-3-15,-3 1-5 0,-7 3-1 0,-6-1-5 0,-3 1 0 16,-3-1 1-16,-2 0-4 0,-3 1-3 0,4 0 5 15,-9 0 5-15,6-2-8 0,-6 2-1 0,7 0-13 16,-7 0-27-16,0 0-40 0,0 0-57 0,-22 3-73 0,9-2-274 16,4-1-505-16,0 0 224 0</inkml:trace>
  <inkml:trace contextRef="#ctx0" brushRef="#br0" timeOffset="87014.51">7586 6093 36 0,'-1'-6'179'0,"-2"3"-4"15,3-2-4-15,0 5-2 0,-1-4-7 0,-2-1 3 0,3 5-11 16,-1-7-2-16,-3 3-1 0,4 4-8 16,-1-5-13-16,1 1-8 0,0 4-10 0,1-4-10 15,-1 4-10-15,0 0-11 0,0 0-7 0,0 0-10 0,0 0-12 0,-1-5-9 16,1 5-10-1,0 0-8-15,0 0-2 0,0 14-4 0,5-4 0 16,-5 2-4-16,0 7 2 0,0-1-6 16,0 9 3-16,1 1-2 0,-1-1 0 0,0 1-3 15,0-3 1-15,0 4-2 0,-1-3 0 0,1 1-4 0,0-8 3 16,0 1 0-16,0-3-2 0,-4-5-4 0,4 0 4 16,0-2-1-16,0 0-1 0,0-5 3 0,0 2-8 0,0-3 17 15,0 1 36-15,0-1 27 0,0-4 40 0,-1 4 37 16,1-4 28-16,0 0 14 0,0 0-16 0,0 0-10 15,0 0-28-15,6-19-14 0,1 5-15 0,-2-2-13 16,3-1-8-16,-1-3-9 0,5-4-11 0,-2-2-2 16,3 4-12-16,-2-3-8 0,4 2-3 0,-4 6-11 15,0 1 0-15,1 2-7 0,-5 5-4 0,1-3-2 0,1 3-9 0,-1 2 0 16,-1-1-5-16,1 5-4 0,-3 1-2 0,4-1-10 16,0 2-12-16,-3 2 0 0,7 4-9 0,-4 1-4 15,3 3 4-15,2 1-7 0,-2 4 6 0,1 0-1 16,-1 1-4-16,-1 2 1 0,1 0 4 0,-3 0 3 15,0 0-2-15,-1 0-1 0,-1 2 13 0,-3-4-3 16,2-1-1-16,-2-4 4 16,-1-1-6-16,-1-1 8 0,3-1 2 0,-4-4-2 15,1 3 9-15,-1-3-6 0,-1 1 6 0,0-4 1 16,1 4 4-16,-1-4 0 0,2 4 6 0,-2-4-7 16,3 3 5-16,-3-3 0 0,0 0 2 0,0 0 0 15,0 0-9-15,3 4 1 0,-3-4-16 0,0 0-4 16,0 0-16-16,0 0-28 0,0 0-28 0,0 0-25 15,3-11-25-15,-1 8-15 0,-2-2-17 0,1 0-24 0,2 0-30 16,0 1-18-16,1-4-57 0,-1 0-165 0,1-1-507 16,1 0 225-16</inkml:trace>
  <inkml:trace contextRef="#ctx0" brushRef="#br0" timeOffset="87346.65">8213 5939 208 0,'0'-7'261'0,"0"2"-16"0,3-2-5 0,-3 2-10 15,0 2-18-15,0 3-18 0,1-8-21 0,-1 7-21 16,0 1-20-16,0-4-14 0,0 4-17 0,0 0-9 0,0 13-12 16,0-4-10-16,-1 8-4 0,-2 6-9 0,2 6-3 0,1 1-3 15,0 3-6-15,-4 2-5 0,3 2-2 0,0-2-6 16,2 1-6-16,4 0 8 0,-1-2-9 0,-3 2-4 15,3-4-3-15,1 0 2 0,-1-4 0 0,0-2-4 16,-3-6-1-16,3-3-1 0,0 0 0 0,-3-5-3 16,0-3 1-16,2 0 1 0,-2-1 1 0,-1 0-2 15,3-4-1-15,-2 1-3 0,-1-2 0 0,3 1-9 0,-2-1-6 0,-1-3-7 16,1 5-10-16,-1-5-5 0,0 0-3 0,-1 5-17 16,1-5-42-16,0 0-33 0,0 0-31 0,0 0-25 15,-13-13-55-15,12 6-142 0,-3-2-409 0,4-2 180 16</inkml:trace>
  <inkml:trace contextRef="#ctx0" brushRef="#br0" timeOffset="87584.4">8239 6209 198 0,'-1'-6'242'16,"1"1"-12"-16,0-1-11 0,0 2-5 0,1-1-22 15,-1 1-23-15,0 4-15 0,0-5-18 0,6 2-19 16,1 1-6-16,-1 2-11 0,7-2-12 0,0 2-8 15,6 2-10-15,-1 0-11 0,3 2-3 0,1 3-7 0,-3-1-3 16,3 1-3-16,-4 2-5 0,1 0-1 0,-1 0-1 16,0 1-4-16,-4 0 2 0,-4-5-9 0,-3 3-4 0,1 1-4 15,-4-2 2-15,-1 0 1 0,-4-2 2 0,-6 5 1 16,-5 1-5-16,-4 0 0 0,-3-2-2 16,-12 3-6-16,-2-3-19 0,4-1-27 0,-2-3-43 15,-2 2-71-15,2-5-101 16,-1-2-155-16,9-1-439 0,4-3 193 0</inkml:trace>
  <inkml:trace contextRef="#ctx0" brushRef="#br0" timeOffset="101171.88">3515 5600 67 0,'-3'-8'237'0,"1"-1"-12"0,-1 0-17 0,1-2-6 16,2 0-11-16,-2 1-12 0,1 1-2 0,1-1-9 15,-1 3-4-15,2-1-8 0,-2 1-10 0,2 2-12 0,-1-1-15 16,0 2-9 0,0 4-28-16,0-7-54 0,0 7-51 0,0 0 2 15,0 0 1-15,0 31 6 0,-1-1-3 0,0 16 13 16,-5 11-8-16,-1 24 0 0,-1-23 5 0,-1 27 1 16,7-1-1-16,-5-1 3 0,3-24 4 0,3 23-3 15,1-25 1-15,0 2 0 0,-4-1-4 0,8-1-2 0,-5 3 1 16,-2-6 3-16,2-7-3 0,-2-12 7 0,3-3 0 15,-1-1-2-15,-3-7 1 0,3 5 1 0,0-9 1 0,-3-4 1 16,1 1-1-16,2-5 1 0,1-2-2 0,0 0-1 16,0-3-8-16,0 0 1 0,0-3-5 0,0 2-2 15,0-4 2-15,-1 3 2 0,1-5-40 0,0 0-76 16,0 0-234-16,-3-17-390 0,2 5 173 0</inkml:trace>
  <inkml:trace contextRef="#ctx0" brushRef="#br0" timeOffset="102189.16">3608 5368 137 0,'0'0'159'16,"-3"-2"-21"-16,3 2-7 0,0 0-21 0,-5-3-8 16,5 3-9-16,0 0-9 0,0 0-8 0,0 0-11 15,0 0-6-15,0 0-3 0,0 0-5 0,0 0-12 0,0 0 3 16,0 0-3-16,13-4-4 0,-2 2-1 15,2 1-9-15,9 1-7 0,5-2 1 0,5 0-2 16,4-1-1-16,1 2-6 16,15-1 6-16,1 0-13 0,5-2 12 0,3 3-5 15,1-1-6-15,7 0 6 0,23 2 0 0,0-4-1 16,-3 4-2-16,-23-2-1 0,27 0-4 0,-2 0 10 16,-29-3-11-16,33 2 4 0,-30-1 0 0,34 0-1 15,-3-1 0-15,-1-2 1 0,-4 1-1 0,2 0-13 0,-26 1 9 16,31-4 4-16,-7 0-2 0,1 1 0 0,-28 3 7 15,29-2-6-15,3 1-1 0,-2-1 0 0,-27 3-1 0,25-3 2 16,-3 3-3-16,-25 1 1 0,0-2 1 0,1 1 0 16,0 0-4-16,26 0 4 0,-31-1-4 0,3 2 3 15,-1-1 7-15,3 1-3 0,1 0-5 0,-4-3 3 16,2 3-4-16,-4-4 2 0,1 4-1 0,0-2 0 16,-4-2 1-16,0 3 3 0,-1 1 0 0,-4-4-2 15,3 4-2 1,-2-1-2-16,0 1 2 0,1 3 2 0,-2 0-8 15,-1 0 11-15,2 0-2 0,0 3 3 0,-16-2-11 16,16 2-1-16,-1-1-4 0,-2 3 0 0,2-2 2 0,-1 0 6 16,-11-2-1-16,15 0-2 0,-3 2-3 0,-16-2 5 15,4-1-3-15,-2 3-1 0,-1-3 7 16,-4 0-6-16,-1 0 3 0,-5-4 4 0,1 3 6 16,-7-1 0-16,-5 0-3 0,5 2 4 0,-10 0 1 15,3-3 8-15,0 1-4 0,-2 1 11 0,-2-3 12 0,-4 4 8 0,1-1 8 0,-2 0 5 16,-5 1 3-16,8-1-5 0,-8 1-3 0,8-2-5 15,-8 2-4-15,0 0-6 0,8-1 1 0,-8 1-4 16,0 0-4-16,5-1-5 0,-5 1-3 0,0 0-2 16,4-3-1-16,-4 3-3 0,0 0-2 0,0 0 1 15,0 0-2-15,0 0-5 0,0 0-1 0,0 0 3 0,5 0-5 16,-5 0 0-16,0 0 0 0,0 0-1 0,0 0 1 16,0 0-2-16,0 0-1 0,0 0 1 0,0 0-1 15,0 0-2-15,0 0-1 0,0 0 0 0,0 0-3 16,0 0 0-16,0 0-1 0,4 8-4 0,-1-3-1 31,-1 2 4-31,-1 5 2 0,2 5-3 0,-6 12-1 0,3 3 3 16,-5 16 1-16,-3 8 0 0,-3 4 2 0,-7 24 2 15,-1 0-1-15,-4-1 0 0,8-25-1 0,-3 24 7 0,4-25-4 16,-3 24 2-16,6-25 2 0,-1 24 3 0,7-26-2 16,0 3 0-16,2-1 2 0,3 0 0 0,3-5-11 15,1-3 10-15,1-2-2 0,3-12-1 0,-1 0 0 16,2-3 0-16,-1 0 1 0,5-4-1 0,-4-1 1 15,-3-6 0-15,0-2 9 0,0-2-5 0,-1 1 6 0,-2-7-7 0,0 0 1 16,1 3-6-16,-3-8 2 0,2 0 0 16,-2 2 2-16,0-2 0 0,-1-3 3 0,0-2-3 15,3 6 1-15,-2-3 6 0,-1-3-5 0,1 4-1 0,-1-4 1 16,0 0-26-16,0 2-37 0,0-2-44 0,0 0-73 16,0 0-223-16,0 0-426 0,0 0 189 15</inkml:trace>
  <inkml:trace contextRef="#ctx0" brushRef="#br0" timeOffset="103390.17">3948 7296 49 0,'0'0'122'0,"0"0"-9"0,-9 0-20 0,9 0 8 15,0 0-22-15,-10 0-8 0,10 0-10 16,-9 3-18-16,5-3 8 0,4 0-5 0,-9 0-2 0,9 0-8 16,0 0 3-16,-10 0-10 0,10 0-5 0,0 0-3 15,0 0 15 1,-8 0-17-16,8 0 2 0,0 0-10 0,0 0 0 15,0 0 1-15,0 0 2 0,-2 3-7 0,2-3 6 16,0 0-9-16,0 0 5 0,0 0-2 0,6 5 0 16,1-4-2-16,0 2 3 0,5-1 3 0,5-2 6 15,4 3-3-15,16-2 10 0,-1 0-1 0,20-2-8 16,4 2 1-16,8-2-4 0,26-1 0 0,2 0 7 16,4 0 0-16,-3-2 2 0,-4 2 0 0,0 1-1 15,5-4 8-15,-5 0-2 0,-1 3 4 0,0-4-5 0,-3-1 4 0,-23 6 2 16,28-4 5-16,-27 2 1 0,23-2-3 0,-26 1 1 15,3-1 1-15,-5-1-3 0,29 2 1 0,-30 2-12 16,1-3 3-16,4 2-2 0,1 0-4 0,-1 1-4 0,0-5 0 16,1 4 3-16,-2-1-7 0,-1 1-1 0,-3-1 6 15,1 1 1 1,-6 0-3-16,-4 1-3 0,-12 0 8 0,-3-3 3 16,0 2-1-16,0 0 2 0,-3 1-1 0,1-1 0 15,-3 0-2-15,1 0-2 0,-2 0 0 0,1 1-5 16,-2-1 6-16,2 1-3 0,-1-1-6 0,1-1-4 15,3 0 9-15,-2 2-5 0,0-1 4 0,0 0-9 16,4 0 6-16,-1-2 0 0,-1 1-8 0,-1 1 6 16,-1-2-3-16,2 1-1 0,-3 0 0 0,-2 0-3 0,2-2 2 0,0 2 0 15,-1 0 1-15,0-1-2 0,0 0-5 0,0 0 7 16,1 0-3-16,3-1-2 0,-2 3 0 16,1 0 1-16,1 0-3 0,1-1 5 0,-2 1-6 15,-2-1-2-15,0 0 0 0,0 2 4 0,-3-1-2 0,-1-3-5 16,1 3 6-16,1 1 3 0,-9-1 0 0,-1-3 3 15,3 3-1-15,-2 0-1 0,0-1-1 0,1 1 2 0,-3 1-4 16,2-2 4-16,-2 1-1 0,0 1-2 0,1-2 2 16,-2 3-1-16,0-2 2 0,3 1-1 0,-4-1-1 15,-4 1 2-15,-1 0 1 0,3-1-2 0,-2 1-3 16,1 2 1-16,-4-3 1 0,2-1 4 0,0 1-3 16,1 1 1-16,0-3 0 0,-4 3 0 0,4 0-1 15,1-2 0-15,-1 0 1 16,1 4-4-16,-1-4 0 0,3-1 2 0,-2 2-1 15,0 2 1-15,-2 0 2 0,-1-2-4 0,-1 3 1 16,1-2 2-16,-4 0-6 0,0 2 16 0,-1-1-1 16,-6 1-2-16,9-2 1 0,-4 0-2 0,-5 2 2 15,5 0-3-15,-5 0-2 0,7-3 0 0,-7 3-1 16,0 0 3-16,0 0-3 0,6 0 2 0,-6 0 1 16,0 0-3-16,0 0 4 0,0 0 4 0,0 0 1 0,0 0 1 0,0 0 2 15,5-3-3-15,-5 3-1 0,0 0 0 0,0 0 1 16,0 0 1-16,0 0-4 0,0 0-3 0,0 0 2 15,0 0-2-15,0 0-2 0,0 0-10 0,0 0-19 16,0 0-26-16,0 0-33 0,0 0-54 0,0 0-44 16,0 0-199-16,0 0-411 0,0 0 183 0</inkml:trace>
  <inkml:trace contextRef="#ctx0" brushRef="#br0" timeOffset="105475.15">2751 9721 14 0,'0'0'175'0,"0"0"-26"0,0 0-13 15,2-5-40-15,-2 5-22 0,0 0-18 0,0 0-10 0,0 0-4 16,1 19-5-16,-2-10-3 0,1 8-4 16,-2 5-8-16,-1 3-5 0,3 5 1 0,-7 3-4 0,3 2 8 0,1-2-17 15,-2 13 6-15,1-10-2 0,0 9 4 0,-1-11-7 0,1 1 5 16,1-3 8-16,-1-1-16 0,0-2 2 0,0 0-1 16,1-4-4-1,1-6 6-15,-1-1-12 0,2-2 7 0,0-5 2 16,-2 1 0-16,2-2-5 0,0-3 12 0,2 0-6 15,-2 1-5-15,1-6 7 0,1 1 17 0,-1 1 24 16,0-4 28-16,0 5 28 0,0-5 25 0,-3 4 23 16,3-4 20-16,0 0 0 0,0 0-16 0,0 0-18 15,12-17-9-15,-6 5-15 0,2-4-12 0,6-6-11 16,-2-2-8-16,4-4-9 0,-2-2-5 0,4-1-9 16,1 1-6-16,-1 1-9 0,-2-1 1 0,0 3-8 15,0 2-1-15,-1-1-3 0,-5 9-3 0,0 0-3 16,2 2 1-16,-3 3-2 0,-3 2 1 0,0 2 3 0,-1 2-4 0,-2 1-3 15,1 0 1-15,-3-1-3 0,3 3-4 16,-1-2-3-16,-3 5-3 0,2-2-5 0,0-2-21 16,-2 4-12-16,0 0-22 0,0 0-7 0,0 0 8 0,0 0 1 15,0 0 7-15,-7 14 6 0,1-3 3 0,-1-1 4 16,-7 3 2-16,1 3-4 0,-1-2 8 0,2 1 5 16,1-3 2-16,-3-2-2 0,4 1 6 0,4-5-3 0,-4 3 0 0,3-4 3 15,2-1 6-15,1 1-2 0,0-2 1 0,3 0 2 16,-4 1 7-16,5-4 21 0,-4 1 18 0,4-1 19 15,-4 4-1-15,4-4-3 0,0 0 2 0,0 0-11 16,-1 3-8-16,1-3-8 0,-4 2-2 16,4-2-7-16,0 0-8 0,0 0-3 0,4 6-2 0,-3-2-2 15,3 1-4 1,5 2 0-16,-1 1 1 0,1 2 3 0,2 2-7 16,2 1 4-16,1 0-3 0,1 0 1 15,-1 2-3-15,-1 0-18 0,3 0 0 0,-3-1-25 16,-1-1-22-16,-1 1-34 0,1-2-32 0,-3 1-38 0,-3-5-33 15,-1 2-268-15,-2-3-507 0,-2-2 225 0</inkml:trace>
  <inkml:trace contextRef="#ctx0" brushRef="#br0" timeOffset="106401.27">3611 9772 204 0,'0'-3'275'16,"1"-5"-14"-16,-1 4-20 0,0 4-23 0,0-4-21 15,0 4-26-15,1-3-17 0,-1 3-17 0,0 0-32 16,0 0-21-16,0 0-9 0,0 0-11 0,4 10-9 16,-4 2-4-16,0 5-6 0,0 3-8 0,-2 6-1 0,0 3-5 0,1 4-1 15,1-1-7-15,1 15 0 0,-2-12 0 0,1-3-4 16,0 1-5-16,-1 1 0 0,-1-4 8 15,4-1-7 1,-2-3-1-16,0 1-3 0,1-10 0 0,-1-5-7 0,0 0 5 0,0 0 3 0,-1-2-3 0,-1-3-1 16,2-2-2-16,0 0 5 0,-1 0-3 0,1-1 4 15,0-4-2 1,0 6-1-16,0-6 6 0,-4 4-1 0,2-2 0 16,-5-1 0-16,-3-2-3 0,0-1-1 0,-8-2-1 0,0-2 1 15,-1 1-2-15,-8-4-5 0,-1 0 4 0,0 0-5 16,1-3 3-16,-1-1-4 0,1 0 2 0,-5 1-3 15,4 2 1-15,0-2-1 0,0 3-2 16,1 1 2-16,9 0 2 0,5 2 0 0,2 3 1 0,1-1 1 0,3 1 2 16,1 1-2-16,2-1 0 0,-1 2 3 0,2-3-11 15,3 4-20-15,0 0-8 0,14-6-5 0,3 0-3 16,11 1-8-16,4 3-12 0,9-3-10 0,11-2 3 16,1 0-10-16,-1 0-9 0,-2 0-4 0,-11 2-2 0,-1-3-2 15,-4 4 7-15,-1-4 10 0,-1 1 8 16,-1-3 5-16,-3-2 8 0,-10 5 18 0,-1-3 34 15,-3 3 34-15,-4-2 23 16,-1 1 27-16,0-2 11 0,-4 0 14 0,0 2 4 16,-2 0 10-16,0 0 8 0,0-1 5 0,-2 4-1 15,4-3-3-15,-5 4-7 0,1 1-11 0,-1-4-14 16,0 7-9-16,2-7-11 0,-2 6-11 0,0 1 2 16,0 0-38-16,1-4-29 0,-1 4-15 0,0 0 4 0,0 0-3 15,5 10 6-15,-4-1-1 0,-1 3 1 16,0 5-1-16,3 1 3 0,-6 8-2 0,2 0 0 0,-1 3 3 0,-2 2-4 15,2 1 3-15,-2 0 9 0,0-3-7 0,-1 0 0 16,-1 0-1-16,3-3 0 0,-1-6 2 0,2-2 0 16,1-6-1-16,0-1 1 0,-3-1 0 0,4-4 8 15,0 0 0-15,-1-1 5 0,0 0 23 0,1-1 24 16,0-4 36-16,-2 5 39 0,2-5 20 0,0 0 8 16,0 0-16-16,0 0-16 0,0 0-14 0,14-17-9 0,-7 9-15 0,0 2-10 15,-1-3-11-15,1 1-4 0,-1 0-16 0,-2 4 6 16,1-1-10-16,-2 1-13 0,1 0-11 0,2 2-13 15,-6 2-30-15,9-2-27 0,-1 4-4 0,-2-1-32 16,3 1-24-16,0 3-27 0,0-1-21 0,1 4-31 16,2 1-37-16,-2 3-37 0,0-3-82 0,-2-1-211 15,0 0-602-15,-1-1 266 16</inkml:trace>
  <inkml:trace contextRef="#ctx0" brushRef="#br0" timeOffset="107032.9">4625 10014 211 0,'3'-4'235'0,"-1"0"-4"0,1 0-15 0,-2 1-14 16,-1 3-16-16,4-6-18 0,-1 5-17 0,-3 1-17 15,3-4-15-15,0 3-11 0,-3 1-17 0,6-2-9 16,-6 2-9-16,10 4-8 0,-4-1-4 0,0-1-11 0,1 3-6 15,0 0-5-15,2 2-5 0,0 3-4 0,-3 0-2 0,6 2-2 16,-3 2-2-16,0 1-6 0,-3 2-1 0,3-3-3 16,-1 3-2-16,-3 0-1 0,-1 0-4 0,1-2 12 15,-1 0-10-15,-2 1-4 0,1-1-8 0,-2-2-1 16,-1-1 5-16,0-1-4 0,0-1-1 0,0 0 2 16,0-2 7-16,0-2-7 0,0-1 2 0,-1-1-2 0,1 1 2 15,1-2 3-15,-1 1-1 0,0-4 19 0,-1 5 15 16,1-5 20-16,1 5 18 0,-1-5 14 0,0 0 14 0,0 0 10 15,0 3 8-15,0-3 3 0,0 0 9 16,0 0 3 0,0 0-16-16,0 0 10 0,0 0-2 0,0 0 0 0,0 0-6 0,0 0-17 0,0 0-5 15,0-12-14-15,0 6-9 16,4 2-7-16,-4-6-5 0,0 1-14 0,4-1 3 0,-3-2-8 16,3 1-4-16,-1-1-5 0,0 1-3 15,1-1 6-15,0-4-13 0,0 0-1 0,3 2-3 16,-3 2-2-16,0 0-4 0,1-2-3 0,2 6 0 0,-5-4-2 15,2 5-1-15,-3-1-3 0,2 3-2 0,-2 0-18 16,0 0-21-16,2 1-42 0,-3 4-35 16,4-3-33-16,-4 3-37 0,1-5-42 0,-1 5-36 0,0 0-28 0,8 0-35 15,-8 0-286-15,0 0-658 0,0 0 291 0</inkml:trace>
  <inkml:trace contextRef="#ctx0" brushRef="#br0" timeOffset="107681.32">5418 10032 76 0,'0'-4'227'0,"-3"-2"-23"0,2 2-18 0,-2 0-15 0,-1-1-18 16,-1 0-13-16,0 1-18 0,-5 1-11 0,1 0-14 15,-4 3-7-15,-1 0-9 0,-4 3-11 0,-2 5-11 16,1-2-2-16,-6 6-9 0,1 0-7 0,1 3-3 15,0 1-5-15,4 0-2 0,1-2-4 0,0 8-4 16,5-7-3-16,2 2 0 0,-1-3-3 0,6 0-2 16,1 2 4-16,0-5-13 0,3-2 2 0,1 1 2 0,0-5 1 0,1 2-1 15,1-2 5-15,3 0 15 0,0-2 12 0,2-1 12 16,5 0 9-16,1-2 6 0,-3-2 10 0,5-1-11 16,-1-2-3-16,5-2-1 0,-4-1-10 0,5 2-6 15,-5-6-1-15,3 0-3 0,-2 3-7 0,2-2-4 16,-7 5-3-16,3 0-4 0,-4 0-1 0,-4 3-5 15,1 0-2 1,-1 0-5-16,1-1-3 0,-2 1-3 0,2 3-3 0,-6 0-1 16,11 0 7-16,-1 0-5 0,-2 5-2 0,1-2 0 15,5 1-2-15,-4 1-10 0,-1 3-20 0,8-1-22 16,-7 1-27-16,6 1-38 0,-3 3-39 16,0-6-71-16,-4 0-199 0,1 1-460 0,-2-3 204 0</inkml:trace>
  <inkml:trace contextRef="#ctx0" brushRef="#br0" timeOffset="108166.85">5670 10069 365 0,'0'-5'361'0,"2"2"-37"0,-2 3-29 16,1-4-30-16,-1 4-30 15,3-2-28-15,-3 2-18 0,0 0-28 0,0 0-27 16,0 0-34-16,0 0-8 0,0 0-9 15,6 9-8-15,-2-1-13 0,0-1-11 0,2 5-20 16,-3 0-7-16,-1 0-12 0,1 0-9 0,1 4-3 0,-3-4-6 16,1 0-4-16,1-1 0 0,0-3 1 0,-2-1-4 15,0 0 7-15,0-1 3 0,-1-2 2 16,3 0 3-16,-2-1 14 0,-1-3-2 0,7 2 1 0,-7-2 1 0,9-7 9 0,-2 2 1 16,2 0 5-16,1-2 2 0,-2 1 0 0,2-2 2 15,-3-4-4-15,0 3-5 0,2 0 2 16,4-3-11-16,-4 3 2 0,-1 0-5 0,-1 3 2 15,-3 1-3-15,1-1-4 0,-1 3-1 0,0-2-7 0,0 4-3 16,-4 1 3-16,8-1-4 0,-2 6-1 0,-2-3 0 16,-1 3 0-16,3 0-1 0,-1 4-1 0,0 0 1 0,1-1-1 15,1 2-2-15,-1-1 5 0,0-1-2 0,3 2 5 16,-1 0 1-16,0-4 0 0,-1 1-1 0,3-1 12 0,-1-2 5 16,0 0 13-16,4-1 24 0,0-3-7 15,-3-2 2-15,4 0-3 0,3-3 0 0,-2-3-5 16,-2 0 1-16,1-5-4 0,0 1-7 0,-5-2 3 0,0-1 0 15,-4-2-15 1,-1-1-5-16,-4-1 2 0,-5-5-12 0,-4-1-9 16,-4 2-6-16,-1-1-16 0,-6 4-24 0,-6 4-29 15,-6 3-27-15,-6 3-45 0,-17-1-47 0,0 6-79 16,1 2-231-16,2 3-551 0,17 0 244 0</inkml:trace>
  <inkml:trace contextRef="#ctx0" brushRef="#br0" timeOffset="109154.74">6809 9956 256 0,'3'-11'290'16,"-2"5"-7"-16,0-5-17 0,2 5-19 0,-2 1-24 0,0-2-17 15,2 4-25-15,-3-2-19 0,1 1-20 0,-1 4-19 16,0 0-15-16,4-3-13 0,-4 3-13 0,0 0-10 0,10 12-8 15,-5-4-8-15,4 4-3 0,-6 0-8 0,3 5-4 0,1 8-2 16,-1-1-6-16,-1-1-3 0,-4 5-5 0,3-10 0 16,0 3-1-16,-4-1-5 0,3-3-2 15,-1-2 1-15,-2-3-3 0,1-2-2 0,2-3 2 16,-3-1 0-16,0 0 2 0,0-1 0 0,1-3 24 0,-1 2 41 16,3 0 37-1,-3-4 16-15,0 0-14 0,0 0-14 0,11-10-3 16,-3 2-14-16,1-1-12 0,6-6-5 0,-3 1-10 15,6-7-6-15,1 5-7 0,0-5-6 0,3 1-5 0,-4-1-7 16,-2 6 0-16,-3 4-2 0,0-1-11 16,-2 1-1-16,-3 4-9 0,-1 0 10 0,1 2-23 15,-3 2-11-15,3 3-18 0,0 1-8 0,-2 2 5 16,3 3-4-16,-1 1 0 0,-1 3 1 0,1 0 4 16,0 4 4-16,-2 1 1 0,2 2 5 0,-2 1-1 15,-1-1 6-15,-1 3-2 0,3-2 7 0,-2-1 1 16,-1 0 7-16,0-6-7 0,-1 1 2 0,-2-4 7 15,1 1-3-15,-1-4 2 0,1 2 8 0,1-2 4 16,-2-2-1-16,1 1 29 0,-2-4 34 0,2 2 4 16,-2-2-8-16,8-6-2 0,-1 1-8 0,1-5-2 15,5 0-9-15,-2-3-7 0,1 0-1 0,3-3-5 16,2-2-8-16,2-3 4 0,-7 6-9 0,8-5 2 16,-6 6-4-16,3-1-2 0,-3 5 0 0,-3 2-5 0,-2 0-1 15,0 3-3-15,1 0-1 0,-1-1-5 0,2 5-8 16,-1-2-16-16,1 3-7 0,2 0-13 0,1 3-4 15,3 1-21-15,3 2-18 0,0 2-15 16,-1 0-10-16,6 4-21 0,3 0-16 0,-1 0-18 0,1-1-13 0,0-2-10 0,-1 1-6 16,4-1-24-16,1-3-27 0,-2-2-223 0,1-2-510 15,-2-2 225-15</inkml:trace>
  <inkml:trace contextRef="#ctx0" brushRef="#br0" timeOffset="109470.79">8202 10032 212 0,'5'-8'222'0,"0"-1"-9"16,-4 1-16-16,-1 1-9 0,0 0-17 0,0-1-20 0,-1 3-15 0,-4-2-12 31,1 2-15-31,-1 2-12 0,0 1-6 0,-3-2-14 16,2 3-8-16,-3 2-9 0,-1-1-8 0,-3 6-2 0,1 0-8 0,-2 5-6 0,-1 0-5 31,1-2-1-31,-1 3-3 0,3 2-5 0,-1-2 1 0,3 4-8 16,0-3-2-16,0 0 1 0,2-4 2 0,4 1-6 0,3 1 0 15,-2-1 0-15,2 0 3 0,2 0-2 0,2-3 6 16,1-1-3-16,5-1 1 0,2-1-1 0,2-1 5 0,7-2 8 15,-3-2-3-15,3-2 7 0,0-1 12 0,-4-2 4 16,3-1 5-16,-2-1 3 0,-2-1 9 16,1-1-4-16,-2-4 0 0,-4 2 2 0,-1-1 0 15,1-2-2-15,-6-1-4 0,1 5 1 0,-2 0 0 0,-2 1-10 16,-1-1-2-16,-1-2-3 0,-2 4-7 0,-2-1-5 0,0 0-13 16,-5 3-17-16,-2 2-23 0,-1 1-22 0,-1 0-22 15,-2 2-24-15,-1 2-28 0,3 2-22 0,-4 4-24 0,5-3-29 16,1 2-66-16,1-1-166 0,0 1-460 15,5 2 205-15</inkml:trace>
  <inkml:trace contextRef="#ctx0" brushRef="#br0" timeOffset="110010.39">8411 9956 51 0,'4'-5'310'0,"0"-1"-16"15,0 4-24-15,1-2-27 0,-5 4-24 16,4-2-23-16,-4 2-22 0,1-3-22 0,-1 3-16 0,4-2-18 0,-4 2-14 16,0 0-11-16,0 0-10 0,9 5-4 0,-9 1-12 15,4 2-7-15,-3 0-5 0,4 3-6 0,-1 1-6 16,-4 0-1-16,1 5-8 0,2 0-5 0,-2-2 2 16,-1-1-5-16,0-2-4 0,0 0-1 0,3-2-4 15,-3 0 0-15,1-3 2 0,-1-3 0 0,0 2 0 16,3-3 3-16,-3 2 16 15,1-1 44-15,-1-4 40 0,0 0-18 0,0 0-5 16,0 0-12-16,14-8-14 0,-9 3 2 0,0-1-9 16,3-2-7-16,0-2-3 0,3-2-11 0,0 0-8 15,2-2-6-15,-1-2 3 0,1 0-8 0,0 3-3 16,0 2 2-16,-4 2-4 0,0 1-2 0,-1 1-9 0,-3 3-4 16,-1 1 2-16,2 0-10 0,-2 1-9 15,1 2 6-15,3 2-5 0,-3 1 1 0,4 5-3 0,-4-2 2 0,3 2-4 16,-2 2 2-16,2 0-1 0,-2 1 5 0,-1 0-1 15,3 0-1-15,-2 1 3 0,1-3 3 0,-2 1-6 16,0 2 7-16,-1-7-3 0,0-1 6 0,-2 2 0 16,1-1 0-16,-1-1 2 0,2 1 6 0,-3-2 31 15,-1-3 36-15,5 0-6 0,-5 0-5 0,9-3 0 0,-2-2 0 16,2-2 7-16,-2-1-6 16,0 0-6-16,3-2-6 0,1-2-5 0,2-1-5 15,2-3-8-15,-3 3-2 0,10-6-6 0,-8 5-10 16,1 2-19-16,1 1-38 0,1 0-27 0,-1 3-35 15,0-1-27-15,-4 6-26 0,7-1-31 0,-5 1-31 16,4 2-29-16,-3 2-39 0,3 3-301 0,-5-3-634 0,0 1 281 16</inkml:trace>
  <inkml:trace contextRef="#ctx0" brushRef="#br0" timeOffset="110889.93">9149 10065 14 0,'0'0'189'0,"0"0"1"0,0 0-5 16,0 0-17-16,0 0-15 0,0 0-11 0,12 1-11 0,-12-1-9 0,15-2-13 16,-1 0-7-16,0 1-11 0,1 0-9 0,3-2-9 15,1 2-9-15,0 0-5 0,-1-5-4 0,1 1-7 0,2-1-6 16,-3-1-1-16,-1-2-5 0,0 1-2 0,0 0-2 16,-2-1 5-16,-1-3 2 0,0-1 7 0,-5 4 11 15,1-4 5-15,-2 4 17 0,-3 2 6 0,3-5 4 16,-4 4-2-1,-2 0-5-15,2 0-11 0,-4 0-6 0,0 3-8 16,-4-2-4-16,2 2-10 0,-2 0-4 0,0 1-5 16,-2 1-3-16,0-1-5 0,0 2-3 0,2 2-5 15,-5-1-5-15,2 2-5 0,-1 3-14 0,0-2-11 16,-2 5-3-16,4 1-8 0,-2-1-1 0,2 3 0 0,-1 1-1 16,2 4 5-16,1 2 0 0,2-4 2 0,2 0 2 15,2 2 3-15,1 2 1 0,2-5 1 0,3 0 4 0,-2-2 2 16,3 1 1-16,5-1 2 0,0-2 3 0,3 0-1 15,1-2 0-15,-2-3 3 0,2-3-2 0,-3-2 2 16,2-1 2-16,1-2 0 0,-5-2 11 0,2 0 14 16,-5 0 11-16,4-5 6 0,-3 4 13 0,-1-6 4 15,-1-1 21-15,-3 6 17 0,1 1 2 0,-2-1 9 16,0 0 3-16,-3 4-3 16,3 1-3-16,-1-3-11 0,-4 3-9 0,3 1-17 15,-2 1-7-15,-1 2-9 0,5-6-21 0,-5 6-36 0,0-2-30 16,0 2-11-16,0 0 6 0,0 0 0 0,4 10 3 15,-4-2 7-15,0 2-2 0,0 3 1 16,0-2-6-16,1 5 8 0,-1 0-4 0,0-4 2 16,0-1 4-16,0 0 4 0,2 0 3 0,0-6 0 0,-2 1 4 15,0 0 4-15,0-4 9 0,2 2 40 0,0-1 8 0,-2-3 5 16,0 0-5-16,14-7-11 0,-5 2-3 0,1-3-3 16,-1-1 3-16,-1 0-1 0,6-8-4 0,-4 2-2 15,2 1-5-15,-1-3-2 0,-2 7 25 0,3-4-31 16,-4 6 0-16,0-1-1 0,-1 2-5 0,-2 1-2 15,-1 2-2-15,2 1-1 0,-2-2-18 0,1 2-5 16,0 3-5-16,-5 0-3 0,12 3 3 0,-5 2-3 0,2-2-7 0,1 8 0 16,4-1-4-16,-1 3-2 0,1-1-6 0,-5 1-8 15,5 0-3-15,4 2-11 0,-4-5-1 0,1 2-6 16,-3-3 5-16,-2 0 3 0,-1-2 10 0,0-2 5 16,-1-1 6-16,-3-3 2 0,0-1 5 0,-5 0 6 15,11-6 2-15,-8 1 5 0,3-10 5 0,-2 1 4 16,-1-1 6-16,-1-3 7 15,0-2 13-15,0 1 13 0,-2-1 13 0,3-4 8 16,-2 4 0-16,2-9 1 0,-1 1 5 0,-1 1 2 16,3-2-9-16,2 4 5 0,-2-1 3 0,0 6 19 15,0 3 3-15,0 6-1 0,-4 1-2 0,1 2-13 16,-1 1-9-16,4 2-9 0,-4-2-35 0,0 5-44 16,0 2 0-16,0 0 3 0,0 0 2 0,1 17 5 15,-1-6 4-15,-1 7 3 0,-3 7 4 0,4 1 2 0,-1 5 3 0,-3 0-2 16,0 3 4-16,-1 0-8 0,1 2-11 0,1-5-14 15,0-1-10-15,3-4 1 0,0-6-15 0,-3-3-11 16,2 0-9-16,1-5-18 0,0-5-22 0,0 0-31 16,0-2-245-16,-2-5-443 0,2 0 197 0</inkml:trace>
  <inkml:trace contextRef="#ctx0" brushRef="#br0" timeOffset="111159.06">9992 9865 74 0,'-6'-1'280'0,"6"1"2"0,-3-3-13 0,3 3-6 15,0 0-18-15,0 0-25 0,17-1-23 0,5-3-20 0,12 0-14 16,20 2-21-16,6-4-9 0,5 2-12 0,26-1-15 16,-26 2-9-16,27-3-13 0,-31 0 1 15,2 1-16-15,-3 3-6 0,-4-3-5 0,-16 3-4 0,-6-3 3 16,-7 3-5-16,-9-1 7 0,-5 3-1 0,-3-4 0 15,-5 3 1-15,3 1-11 0,-2-2-5 0,-6 2-7 16,1-3-8-16,-1 3-26 0,-16 0-31 0,2 0-37 0,-4 0-42 0,-4 5-45 16,-6 0-62-16,1 0-304 0,8 0-561 0,5-2 248 15</inkml:trace>
  <inkml:trace contextRef="#ctx0" brushRef="#br0" timeOffset="116066.22">11919 10210 66 0,'0'0'161'0,"0"0"-19"0,0 0-14 0,0 0-12 16,0 0-13-16,0 0-11 0,0 0-8 0,0 0-7 0,0 0-10 15,0 0-3-15,0 0-8 0,0 0-9 16,0 0 3-16,-5-3 11 0,5 3 17 0,0 0 24 15,0 0 14-15,5-7-6 0,-5 7-12 0,8-7-7 0,1-2-4 16,5-4 0 0,-1-2 1-16,4-4-7 0,0-6-2 0,5-1-7 15,-2-3-1-15,1 3 3 0,2-4-4 0,1 0-8 16,4-8-2-16,-10 8 2 0,4-2-14 0,-2 0-5 0,-3 4-1 16,-1-1-3-16,0 0 7 0,-1 2 4 0,-5 3 7 15,-1 7 3-15,-1 2 2 0,-2 4 4 16,-2 1-5-16,-3 2-8 0,3 3-5 0,-2-2-7 15,0 0-5-15,-1 4-9 0,3 1-32 0,-4 2-31 0,0 0 1 0,0 0 2 16,0 0 3-16,5 16 4 0,-5-5 3 0,0 5 2 16,0 4 2-16,-2 5 2 0,2 1 2 0,-2 3 1 0,2-2 3 15,2 1-3-15,0-3 4 0,2 1 3 0,1 1 1 16,-1-8 2-16,1 2-4 0,0-3 4 16,3 1 1-16,-3-4 0 0,0-6 0 0,0-1 1 15,-1 0 2-15,0-1 4 16,0-3 0-16,-3 1 27 0,3-3 13 0,2-2-3 15,2-4 2-15,5-1 1 0,-3-3-2 0,5-3-4 16,-1-4 3-16,4-3-7 0,0-4-2 0,-1 1-4 0,1 1-5 16,-1-3 1-16,0 2-2 0,2-1-1 0,-1-1-5 15,-2-1 1-15,-6 9 2 0,2-1-8 0,-1-1 0 16,-1 2-1-16,-4 5 6 0,-1 2-1 0,-1 2 4 16,0-1 1-16,-1 3-5 0,1-1-2 0,-3 2-10 0,2-1-5 0,0 1-29 15,-3 3-6-15,0 0 4 0,0 0 4 16,-1 16 3-16,-4-6 1 0,2 5 0 0,-1 5 5 15,-2 6 0-15,-2 0 1 0,-2 1 5 0,0 5-2 0,2-1 2 16,-1 0 4-16,4 0 1 0,0-3-2 16,4-5 1-16,0-2 1 15,2-3 2-15,0-1 2 0,6-1 5 0,3-3-2 0,2 1 5 0,6-3 2 0,12 0-1 0,4-4-13 16,18-2-37-16,1-2-49 0,3-2-72 0,-1-5-97 16,-4-5-235-16,-15 1-540 0,-3-6 240 0</inkml:trace>
  <inkml:trace contextRef="#ctx0" brushRef="#br0" timeOffset="116783.05">13136 9922 163 0,'1'-3'287'15,"-1"-2"-12"-15,0 5-13 16,4-7-19-16,-4 6-29 0,0 1-22 0,1-3-20 15,-1 3-19-15,0 0-19 0,0 0-21 0,0-5-38 16,0 5-16-16,0 0-4 0,0 0-7 0,0 21-4 16,0-12-7-16,-1 8-2 0,-2 0-4 0,2 2-5 15,-2 6-2-15,-1-5 0 0,1 6-2 0,0-1-2 16,-1-1-4-16,2-3 2 0,0-1-5 0,0-2-1 16,-1 0 4-16,1-3-5 0,0 2-3 0,1-5 1 0,2-2 1 0,-1-1 2 15,0-2 0-15,2-1 0 0,-1 0 8 0,-1-4 31 16,0 3 36-16,0-2 43 0,0-3 50 0,0 0-16 15,0 0-17-15,9-7-16 0,-3 0-15 0,5-4-10 16,0-2-8-16,-1-2-11 0,10-7-13 0,1 1-6 16,-3-3-11-16,4 0-4 0,-2-1-8 0,0-2-5 15,-1 1-4-15,1 4 1 0,-7-3-1 0,-1 9-5 0,0 1-7 0,0 1 0 32,-5 6-5-32,-2-3-3 0,0 3 5 0,-1 1 3 15,0 4-14-15,0-2-1 0,0 1-7 0,-3 1 1 0,-1 3-4 0,5-5-21 0,-5 5-19 0,0-3-9 31,0 3-5-31,0 0 5 0,0 0 7 0,-6 12 1 16,-1-1 7-16,1 0 1 0,-2 1 4 0,0-1 5 0,-3 4 2 16,2-1 4-16,-2-2 0 0,2-3 2 0,2 0 2 0,1-1 9 15,-1 0-9-15,3-3 3 0,1-1 7 0,-1 0-2 16,2 0 4-16,-1-2 0 0,0 3 8 0,2-3-1 16,1-2 10-16,-1 3 20 0,1-3 0 0,-1 5-9 15,1-5 6-15,-3 4-5 0,3-4-8 0,0 0 0 16,-1 3-12-16,1-3-3 0,0 0-1 0,0 4-5 15,2-1 0-15,2 4 6 0,3 1 1 0,2 2-1 0,3 4-4 16,1 3 1-16,8 3-10 0,0 3-10 0,-3-2-25 0,4 2-38 16,2 0-44-16,-6 2-57 0,0-1-71 0,-9-7-367 15,1 2-673-15,2-6 297 0</inkml:trace>
  <inkml:trace contextRef="#ctx0" brushRef="#br0" timeOffset="117769.15">13026 9213 152 0,'0'0'229'15,"1"-7"-2"-15,-1 4-9 0,0-2-17 0,0 5-12 16,0-6-19-16,0 6-11 0,0-3-18 0,0 3-16 15,0 0-14-15,0-3-13 0,0 3-10 0,0 0-11 16,0 0-14-16,0 0-2 0,-5 13-8 0,0-4-6 16,-2 3-8-16,0 4-1 0,-6 8-2 0,-1 1-5 0,2 0 0 0,-1-1-5 15,2 0 0-15,-3 0-6 0,1-1-5 0,4-7 0 16,2 1-2-16,-2-2-1 0,1-3-1 0,3-3-2 16,-1 3-2-16,2-6-1 0,1 1 3 0,-1-3 0 15,1 1 0-15,0 0 1 0,0-3 19 0,2 1 16 16,1-3 11-16,-1 4 12 0,1-4 2 0,0 0-3 15,-1 4-8-15,1-4-6 0,-3 2-4 0,3-2-4 0,0 0-14 0,0 0-17 16,0 0-26-16,0 0-33 0,0 0-39 0,0 0-49 16,0 0-70-16,0 0-74 0,-3 4-159 15,3-4-472-15,0 0 209 0</inkml:trace>
  <inkml:trace contextRef="#ctx0" brushRef="#br0" timeOffset="120060.27">14572 9811 25 0,'0'0'191'0,"0"0"-24"15,-4-2-9-15,4 2-18 0,0 0-13 0,0 0-8 16,0 0-8-16,0 0-15 0,0 0-6 0,0 0-10 0,0 0-8 0,0 0-6 15,0 0-11-15,0 0-1 0,0 0-7 0,0 0-6 16,0 0-4-16,0 0 1 0,0 0-10 0,0 0-2 16,0 0-4-16,0 0 1 0,0 0-1 0,0 0 0 15,0 0-3-15,0 0-1 0,0 0-2 0,0 0-3 16,0 0 3-16,0 0-4 0,0 0 2 0,0 0 3 16,23-1-3-16,-10-1 3 0,16 0 0 0,1-1 2 0,2 1 1 0,2-2 0 15,1 0-3-15,-2 0 0 16,1 0 2-16,-3-1-6 0,-11 3 5 0,9-2 1 0,-9 1 1 15,-6 1-3-15,-1 0-2 0,-3-1 3 0,-1 2-4 16,0 0-3 0,-3 1 0-16,-2 0 1 0,-4 0-2 0,10-3-12 0,-10 3-16 0,3 0-13 15,-3 0 1-15,0 0-22 0,0 0-22 0,0 0-25 16,-15 8-34-16,7-6-181 0,-2 0-340 0,2 1 151 16</inkml:trace>
  <inkml:trace contextRef="#ctx0" brushRef="#br0" timeOffset="120405.06">14679 9965 17 0,'-7'0'192'0,"7"0"-13"16,-4 3-2-16,4-3-16 0,0 0-10 0,0 0-12 15,0 0-12-15,0 0-12 0,20-3-12 0,3 1-14 0,8-3-7 16,5 0-6-16,16 0-9 0,-3-4-4 0,5 3 2 16,3-5 1-16,-4 6-2 0,1-5 0 15,-4 1-1-15,-14 1-7 0,-2 4-5 0,-4-4-2 16,-10 6-1-16,0-3 6 0,-4 0 4 0,-6 3 4 0,0 2 3 0,-1-3 1 15,-4 2-8-15,1 0-2 0,-6 1-5 0,8-2-3 16,-8 2-11-16,5-1-4 0,-5 1-9 0,0 0-17 16,0 0-27-16,0 0-25 0,0 0-21 0,0 0-23 0,0 0-24 15,0 0-26-15,-20 4-40 0,16-3-193 0,4-1-403 16,0 0 178-16</inkml:trace>
  <inkml:trace contextRef="#ctx0" brushRef="#br0" timeOffset="120975.13">16072 9454 116 0,'0'-4'277'0,"0"1"-15"15,0 3-16-15,0-7-17 0,0 7-25 0,0-5-20 0,0 5-19 0,0-3-19 16,0 3-18-16,0 0-15 0,0 0-33 0,0 0-12 0,0 0-9 16,0 0-5-16,4 13-9 0,-3-4-3 0,-6 6-8 15,9 2-3-15,-8 0 0 0,4 8-5 0,5 1-4 16,-5 1-3-16,0-1-2 0,3 1-3 0,-3-1 1 15,0-1-2-15,2 1-3 16,0-6-2-16,-2 1 1 0,0-2-2 0,0-3 2 16,1 3-3-16,-1-4-1 0,1-1-2 0,-1-5 1 15,0 1 0-15,-1-3 2 0,1-2 0 0,0 1 1 16,0-2 4-16,0 1 18 0,0-5 14 0,0 5 19 16,-1-2 19-16,1-3 22 0,0 0 17 0,1 4 35 15,-1-4-3-15,0 0-14 0,0 0-12 0,-9-12-12 0,3 2-12 16,-1-1-11-16,-2-2-6 0,4-4-9 0,0-7-9 0,0-1-6 15,0-3-4-15,2-4-11 0,3-2 3 0,4-12-11 16,0 10 0-16,6-9-10 0,-1 11-1 0,-1 0-2 16,2 3-2-16,-1 2-7 0,1 0 4 0,-2 4-1 15,-1 7-3-15,0 1-4 0,-1 3 2 0,3 0-5 16,-1 2-3-16,3-1 0 0,1 4-2 0,4 1-5 0,2 0-9 16,2 4-31-1,1 2-32-15,7 2-27 0,-5 2-28 0,3 3-33 16,-6 3-28-16,-1 3-24 0,3 3-27 0,-1 3-51 15,-9-2-267-15,-3 0-604 0,-1 0 267 0</inkml:trace>
  <inkml:trace contextRef="#ctx0" brushRef="#br0" timeOffset="121228.7">16103 10031 108 0,'0'0'273'0,"-5"4"-16"15,5-4-15-15,-2 3-15 0,2-3-17 0,0 0-22 16,0 0-18-16,0 0-20 0,18-2-13 0,-5-2-15 16,7 3-13-16,10-6-12 0,3 2-15 0,4 0-22 15,15-3-18-15,3 1-17 0,-3-4-16 0,-3 4-31 0,-10 1-28 16,-5-1-28-16,-2 4-42 0,-5-4-53 0,-9 0-172 15,0-1-372 1,-7 4 164-16</inkml:trace>
  <inkml:trace contextRef="#ctx0" brushRef="#br0" timeOffset="121475.75">16191 9750 284 0,'0'0'303'15,"-4"-2"-20"-15,4 2-16 0,0 0-23 0,-8-1-23 16,8 1-20-16,0 0-15 0,0 0-26 0,0 0-11 16,0 0-18-1,27-4-13-15,4 1-14 0,5 2-10 0,16-1-12 0,3 0-35 16,-3 2-33-16,2-4-30 0,-15 4-41 0,1-3-35 15,-1 1-58-15,-1 0-71 0,-2-3-171 0,-4 0-425 16,1 1 187-16</inkml:trace>
  <inkml:trace contextRef="#ctx0" brushRef="#br0" timeOffset="121926.39">17595 9457 167 0,'3'-3'290'0,"-3"3"-16"0,2-2-20 16,-2 2-21-16,2-5-21 0,-2 5-23 0,1-4-22 0,-1 4-25 16,0 0-16-16,0 0-21 0,0 0-13 0,0 0-12 15,-9 12-9-15,-4 0-4 0,-5 7-22 16,-1 1 4-16,-4 2-11 0,-5 2-1 0,1 2-6 0,-1 0-3 0,-6 9 0 15,8-7-5-15,3-3 0 0,-3-1-4 0,6 0 2 0,1 2-5 16,0-6-20-16,1 0-14 0,6-6-8 0,-1-1-17 16,2 1-11-16,1-1-18 0,2-5-16 0,-1 0-14 31,3-1-7-31,1-1-9 0,-1-5-47 0,0 2-173 0,6-3-367 0,0 0 163 0</inkml:trace>
  <inkml:trace contextRef="#ctx0" brushRef="#br0" timeOffset="122192.51">17181 9610 216 0,'0'-8'288'0,"0"0"-8"15,0 2-13-15,1 3-9 0,1-4-23 16,-2 5-26-16,0 2-26 0,0-6-17 0,0 6-24 0,2-4-18 0,-2 4-11 16,0 0-15-16,8 8-14 0,0 1-7 0,1 1-8 15,2 4-9-15,7 4-5 0,2 5-7 0,0-3-2 16,1 2-5-16,2-1-2 15,-2-1-5-15,-1 2 0 0,2-3-6 0,-1 0 1 0,-1-1 0 0,-4-5-5 16,-1 0 7-16,-2-4-13 0,0 2 2 0,-5-2-4 16,2-2 1-16,-3 0 0 0,-1-3-9 0,-1-1-4 0,-1 1-2 0,0-3 1 31,-3 2 0-31,4-2-6 0,-5-1-9 0,4 3-46 0,-4-3-75 0,0 0-21 0,0 0-27 0,-9-11-61 16,8 6-197-16,-3 0-475 0,4-2 209 0</inkml:trace>
  <inkml:trace contextRef="#ctx0" brushRef="#br0" timeOffset="123293.93">17913 9110 50 0,'0'0'232'0,"0"-6"-13"0,0 6-11 0,0 0-19 16,-1-5-15-16,1 5-20 15,0 0-19-15,0 0-13 0,0 0-17 0,0 0-21 16,0 0-16-16,0 0-6 0,0 0-6 0,-2 16-5 16,0-3-8-16,-3 2-2 0,1 2-6 0,-4 9 0 15,1-2-9-15,-1 1-3 0,1 1 4 0,-5 1-6 16,3 2-2-16,3-2-1 0,-4 0-5 0,1-1 0 0,2 0-8 15,0-1 7-15,-1-6-2 0,7-2 2 16,-7-1-4-16,4-6-3 0,3 2 0 0,-3-2 4 0,4-3 0 0,-4-2-1 16,4 2-3-16,-1-2 3 0,1-1 10 0,-3 0 21 15,3-4 17-15,0 4 20 0,0-4 22 0,0 4 12 0,0-4 16 0,0 0 10 16,0 0-7-16,0 0-12 0,0 0-17 0,9-8-15 16,-1-1 0-16,0-2-15 0,3-1 0 0,1-2-10 0,-2 2-4 15,5-5-10-15,-2 0 1 0,2 2-14 16,-3 1 3-16,3-3-6 0,-3 2-2 0,0 1 8 15,1 2-18-15,-2-2 2 0,-1 1 2 0,0 3-7 16,-4 1-1-16,2 1-3 0,1-1-2 0,-3 1-1 16,-2-2 2-16,3 4 4 0,-1-2-3 0,-2 3 3 15,-2 2 2-15,2-1-3 0,-1-1 1 0,-2 1-3 16,2 1 2-16,-3 3-9 0,2-2-3 0,-2 2 0 16,3-3-16-16,-3 3-8 15,0 0-12-15,0 0-5 0,0 0 7 0,0 0 8 16,0 0-1-16,-12 15-1 0,8-6 9 15,-2-2 2-15,-3 4-2 0,1-2 3 0,-1 1-1 16,2 2 5-16,-4 1-4 0,5 1 3 0,-3-3-2 16,2-1 5-16,0 1-4 0,3-3 2 0,-1 1 7 15,1-3-2-15,2-1-1 0,-3 0 3 0,3 1 2 16,1-3 2-16,-3-1 1 0,4-2 5 0,-4 6 6 0,4-4 11 0,0-2 10 0,-3 4-1 16,3-4 4-16,0 0 11 0,0 0-14 0,-2 4-12 15,2-4-9-15,0 0 7 0,0 0-11 0,0 0 1 16,0 4-3-16,3 0-1 0,-1-1 2 0,4 2-4 15,1-2 0 1,2 6 2-16,0-1-1 0,1 6-3 0,4-3-4 0,3 1 4 0,-2 1 1 0,2 0 2 16,0 0 2-16,-2 0-3 15,0 2-2-15,0-4 18 0,0 2-14 0,-5-6-4 16,1 1 16-16,-2-3-14 0,-2 1-3 0,-1-1 2 16,-1 0 3-16,0-2 7 0,-1-1-2 0,-1 0 17 15,1-1 8-15,-4-1 10 0,0 0 13 0,5 4 8 16,-5-4-4-16,0 0 4 0,4 2-8 0,-4-2-6 15,0 0-7-15,3 1-6 0,-3-1 0 0,0 0-7 16,0 0-3-16,0 0-9 0,5 3-14 0,-5-3-10 0,0 0-15 0,0 0-16 16,0 0-25-16,0 0-7 0,0 0-21 15,0 0-10-15,0 0-37 0,0 0-37 0,0 0-32 0,8-4-9 16,-8 4-15-16,4-4-39 0,-3 0-289 0,0-1-602 16,2 0 266-16</inkml:trace>
  <inkml:trace contextRef="#ctx0" brushRef="#br0" timeOffset="123579.16">18423 9191 56 0,'0'-2'256'0,"0"2"-26"0,0-5-29 16,0 5-18-16,3-3-25 0,-3 3-15 0,0 0-19 0,2 10-11 15,2 2-12-15,0 3-8 0,6 10-2 0,-3 3-5 16,2 4-1-16,2 16-6 0,-1 0-5 16,1 5-8-16,1-2 2 0,-4 2-8 0,-2-2-5 15,-4 1-4-15,-2-1-6 0,-4-1-7 0,-4-15-3 0,-3 9-2 16,0-9-6-16,-4 10 2 0,-3-14 2 0,-1 0-4 0,-13 5 2 16,-2-4-5-16,-9-2-2 0,-3-3-20 0,-2-3-43 15,-8-2-48-15,-4-3-71 0,-3-4-245 0,0-4-437 0,1-3 193 16</inkml:trace>
  <inkml:trace contextRef="#ctx0" brushRef="#br0" timeOffset="124234.43">17124 9111 101 0,'0'0'199'0,"0"0"-24"0,0 0-28 0,0 0-8 15,-16 7-17-15,2 6-14 0,0 0-13 0,-5 14-2 0,-9 12-11 16,-3 3 2-16,2 9-4 0,-20 18-8 0,3 2-4 0,16-16-8 16,-6 19-5-16,10-24-6 0,2 5-6 0,6-1-2 15,3-1-7-15,6 1 1 0,6-3-6 0,5-3 1 16,4-2 0-16,6-12 19 0,3-3 20 0,4 2 10 31,13 3 7-31,-6-10 5 0,14 2-2 0,-9-9-4 16,2-2 0-16,-1 0-13 0,-2-4-6 0,0-4-7 0,-9-2 9 0,-5 0 10 15,-4-4 12-15,-1 2 15 0,-3-3 14 0,-1-1 13 16,1 0 5-16,-3 0-1 0,-1 1-2 0,3 0 9 16,-7-2-23-16,5 1-11 0,-5-1-9 0,0 0-11 15,5 1-10-15,-5-1-11 0,0 0-32 0,0 0-55 16,9 0-55-16,-9 0-58 0,0 0-75 0,0 0-140 15,0 0-281-15,6-4-680 0,-2-1 301 0</inkml:trace>
  <inkml:trace contextRef="#ctx0" brushRef="#br0" timeOffset="133336.99">8217 12523 107 0,'0'0'186'0,"0"0"-22"0,0 0-16 15,0 0-21-15,0 0-13 0,0 0-11 0,0 0-13 16,0 0-11-16,0 0-6 0,0 0-6 0,0 0-8 16,0 0-7-16,-1 10-5 0,1-10-2 0,0 5-9 0,0-5 0 0,1 9-4 15,-1-6-6-15,3 0-4 0,-3-3-4 0,2 6 4 16,2-4 0-16,-4-2 0 0,3 3 7 16,-3-3 15-16,6 0 11 0,-6 0 10 0,10-7 0 15,-2 0 6-15,4-3 3 0,0-5-7 0,8-6 0 0,1-3-6 16,-2-1-5-16,4-1-6 0,4-16-7 0,9 6-3 15,-3-5-10 1,4-2 2-16,-4 3 1 0,2-1-4 0,-2 1-1 16,-10 11 7-16,9-6 4 0,-10 7 2 0,-4 3 10 15,0 1 8-15,-3 3 4 0,-4 5-3 0,-2 0 5 0,-1 1 0 16,-3 6 3-16,1 0 2 0,-2 4-14 16,0 0-10-16,-1 0-5 0,-1 2-6 0,0-1-9 15,0 1-19-15,-2 3-8 0,0 0-4 0,0 0 3 16,8 12-1-16,-7 0 3 0,3 3-5 0,-3 4 1 0,2 5-1 0,-3 5 3 15,0 0-2-15,0 1 0 0,0 0 1 0,1 1 0 16,0-1-1-16,-1 1 7 0,4-2-3 0,-1-3-1 16,3-1 2-16,-2-5-1 0,1-2 0 0,0-1 0 15,-1-4 3-15,1-5 2 0,-1 3-2 0,0-4 1 16,1 1 5-16,1-5 0 0,2-1 13 0,1 0 6 16,2-6 7-16,2 1 4 15,5-6 1-15,0-3 2 0,2-6-2 0,2-3-7 16,-3-1 1-16,3 0-6 0,-2-1-1 0,1-2-2 0,-2-2-4 0,3-2 2 15,-4 5-3-15,0-4-4 0,-3 5 21 0,1-1-10 16,-4 2 11-16,-1 5-9 0,-3 0 25 0,0 3 5 16,-2 2-8-16,0 3 15 0,-3-1-7 0,1 4-8 15,-1 0 5-15,-1 0-22 0,1 2-2 0,-1 1 8 16,0 0-25-16,0 1-5 0,-2 2-18 0,3-5-19 16,-3 5-4-16,0 0 5 0,0 0-4 0,4 12 3 15,-2-2 0-15,0 2 4 0,-4 0 4 0,2 5-1 16,0 3 3-16,0 6-3 0,-2-6 6 0,-1 6 1 15,-1-1 11-15,4 0-11 0,-2 3-1 0,-1-4 8 16,0 2-3-16,1-1 2 0,2-5 1 16,-1-2 1-16,-1-1 1 0,1 0-2 15,1-7 2-15,0 1 1 0,0 2-2 0,1-4 4 0,-1-3-2 16,0 0 2-16,0-1-3 0,0-1 8 0,2 0 5 16,0-1 0-16,3-1-3 0,8 0 11 0,6-6-7 0,13-1-1 15,4-2-30-15,15-4-56 0,-1-3-75 0,2-3-99 16,-2-2-375-16,1-3-678 0,-6-1 300 15</inkml:trace>
  <inkml:trace contextRef="#ctx0" brushRef="#br0" timeOffset="136220.54">9707 12238 183 0,'0'0'233'0,"0"-6"-6"0,0 6-13 0,0-5-10 0,0 5-13 16,0-6-16-16,1 3-14 0,-1 3-17 0,0 0-13 15,0 0-15-15,0-4-10 0,0 4-17 0,0 0-9 16,0 0-12-16,0 0-8 0,0 0-8 0,0 0-5 0,0 0-5 16,0 0-6-16,-1 18-5 0,-3-5-1 15,4 4-4-15,-1 0-3 0,1 9-6 0,-5 1-1 0,5 0-2 16,0-1-3-16,0 1 0 0,0-2-11 0,0-4 6 0,5 3-3 15,-5-5-4-15,1-1 2 0,3 0-3 0,-3-1 4 16,2-1-2-16,1-4-3 0,-3-1 4 16,0-1 1-16,2-5-1 0,-3 2 1 0,0 0 1 15,1-4-1-15,3 1 4 0,-4 0 6 0,0-4 18 0,0 6 14 16,0-6 12-16,0 3 0 0,0-3 10 0,0 0-16 0,1 2-2 16,-1-2-4-16,0 0-4 0,0 0-4 0,0 0-4 15,0 0 0-15,4 5-19 0,-4-5-16 0,0 0-25 16,0 0-80-16,0 0-80 0,0 0-94 0,1-12-171 15,2 4-489-15,-2 1 218 0</inkml:trace>
  <inkml:trace contextRef="#ctx0" brushRef="#br0" timeOffset="136989.79">9637 11531 72 0,'0'0'194'0,"2"-5"-10"0,-2 5-12 16,2-3-17-16,-2 3-13 0,1-3-16 0,-1 3-11 0,0 0-14 16,0 0-14-16,0 0-1 0,0 0-18 0,0 0-11 15,0 0-6-15,0 0-3 0,-6 15-5 16,3-4-8-16,-1-2-2 0,-2 8-1 0,-2 1-4 15,-3 6-8-15,0 1 0 0,0 0-5 0,0 0-1 0,-2 0 2 16,4-5-7-16,-4 2-1 0,5-5 3 0,3 0-1 0,-5-2-2 16,5-2 4-16,-2-2-6 0,2-2 0 0,1 0-3 15,3-1 1-15,-3-5-1 0,2 3 9 0,-2-1 14 0,4-2 16 16,-2 1 22-16,2-4 10 0,-3 4 13 16,3-4-8-16,-3 4 3 0,3-4-6 0,0 0-6 15,0 0-8-15,-1 3-5 0,1-3-13 0,0 0-26 0,0 0-24 16,0 0-26-1,0 0-26-15,0 0-43 0,0 0-31 0,0 0-51 16,0 0-197-16,0 0-411 0,0 0 183 0</inkml:trace>
  <inkml:trace contextRef="#ctx0" brushRef="#br0" timeOffset="137823.46">10441 12091 27 0,'0'0'139'0,"0"0"-6"16,-6 1-2-16,6-1-8 0,0 0 1 0,0 0-1 15,0 0-6-15,0 0-8 0,0 0-4 0,0 0-3 0,0 0-4 16,0 0-9-16,0 0-4 0,0 0-5 0,0 0-8 0,0 0-4 16,0 0-6-16,0 0-8 0,16-7-5 0,0 5-3 15,2-1-8-15,9-3-4 0,1 1 0 0,0 1-7 0,3 2-2 16,0-2 1-16,-2 0-9 0,1 0 2 15,-2 1-5-15,-8 2 1 0,-1-2-4 0,-5 2 1 16,-1 0 1-16,-2 0-4 0,1-1 1 0,-7 2-6 16,0 0-6-16,4-2-4 15,-9 2-8-15,9 0-15 0,-9 0-5 0,0 0 1 16,3 2-8-16,-3-2-9 0,0 0-21 0,-17 5-27 16,12-2-21-16,-3-2-35 0,2 2-112 0,-3-1-288 15,0 0 128-15</inkml:trace>
  <inkml:trace contextRef="#ctx0" brushRef="#br0" timeOffset="138138.57">10563 12225 211 0,'-5'1'216'0,"5"-1"-18"0,0 0-13 0,0 0-16 16,0 0-14-16,0 0-18 0,17 1-9 0,-3-3-9 0,5 0-7 15,12-2-8-15,1 1-11 0,1 1-6 16,-1-2-11-16,1 0-1 0,-1 2-16 0,0-1-2 16,-4 0-3-16,-5 2-6 0,-5-4-8 0,-4 5-5 0,-1-1-4 15,-2-1 1-15,-2 2-5 0,-2 0-1 0,-1-2-4 0,-6 2 0 16,9 0-1-16,-3-1-2 0,-6 1-5 0,0 0-3 15,8 0-10-15,-8 0-10 0,0 0-15 0,0 0-13 16,0 0-21-16,0 0-16 0,0 0-31 0,0 0-19 16,0 0-33-16,0 0-176 0,0 0-361 0,0 0 160 15</inkml:trace>
  <inkml:trace contextRef="#ctx0" brushRef="#br0" timeOffset="139826.76">11500 11740 110 0,'-4'-5'247'0,"4"-1"-12"0,0-1 0 15,0 3-16-15,0-2-10 0,0 6-20 0,0-7-16 16,0 7-18-16,0-4-18 0,0 0-17 0,0 4-15 16,0 0-13-16,0 0-24 0,0 0-7 0,0 0-7 15,0 0-7-15,3 20-6 0,-3-7-2 0,-3 5-5 16,3 8-3-16,-4 2-3 16,-1 1-4-16,4 0-4 0,-3 2-2 15,3-4-3-15,-3 2 1 0,0-3-2 0,4-1-2 0,-4-5-1 16,3 1 1-16,-3-5-1 0,3 1-3 0,-2-2 0 15,3-1 0-15,-2-3 0 0,-1-3-3 0,2-2 3 16,1 4-2-16,-3-7-1 0,3 4 5 0,-1-2-2 16,1-1 2-16,0-4 4 0,-1 5-2 0,-2-3 4 15,3-2 5-15,0 0 6 0,-1 5 0 0,1-5-3 0,0 0-7 0,0 0-17 16,0 0-26-16,-6-12-24 0,4 8-27 0,2-4-27 16,-1 1-36-16,1-6-31 0,3-2-50 0,-3-3-152 15,3 0-404-15,0-1 180 0</inkml:trace>
  <inkml:trace contextRef="#ctx0" brushRef="#br0" timeOffset="139997.6">11436 11689 197 0,'-3'-5'225'0,"3"0"-13"16,-1-2 0-16,2 3-19 0,-1 0-18 0,3 0-18 0,0-1-17 16,4-3-14-16,7 3-14 0,3-1-12 0,2-2-6 15,9 2-12-15,2-1-9 0,-1 3-9 0,0 1-12 16,1 4-31-1,-7 3-34-15,2-2-25 0,-3 5-34 0,-4-1-21 0,1 1-44 16,-9-1-177-16,2 3-340 0,-6-1 150 0</inkml:trace>
  <inkml:trace contextRef="#ctx0" brushRef="#br0" timeOffset="140339.81">11542 12320 70 0,'0'0'152'16,"-4"2"2"-16,4-2-5 0,-2 0-2 0,2 0-6 15,0 0-3-15,-3 3-5 0,3-3-7 0,0 0-8 0,0 0-8 0,0 0-8 0,0 0-4 16,0 0-5-16,0 0-8 0,0 0-9 0,16 0-8 15,-5-4-4-15,6-2-6 0,4 1-6 0,10-1-7 16,5-5-6-16,0 4-3 0,16-7-2 0,-15 7-3 16,-1 0-3-16,-6 2-4 0,-4 2-1 15,-3 0-5-15,-5 0-5 0,-1 0-6 0,-6 0-13 16,-2 1-13-16,-1 2-20 0,-2 0-12 0,2-1-11 16,-8 1-6-16,0 0 5 0,0 0-29 15,0 0-19-15,-22 6-32 0,6-4-154 16,-4-1-321-16,0 2 142 0</inkml:trace>
  <inkml:trace contextRef="#ctx0" brushRef="#br0" timeOffset="140711.44">11573 12025 144 0,'0'0'225'0,"0"0"-20"16,-5 0-20-16,5 0-14 0,0 0-20 0,0 0-16 15,0 0-13-15,0 0-12 0,0 0-9 0,0 0-12 0,20-3-7 16,-7 0-6-16,7-1-8 0,7-3-4 0,6 4-7 15,3-2-1-15,-4-2-7 0,-2 3 0 0,-1 1-12 16,-7 0-3-16,-2-1 0 0,-2 1-6 0,-6 2-3 0,0-3-2 16,0 3-1-16,-6 1-2 0,3-1-2 0,-5 0-2 15,1-1-2-15,-5 2-1 0,8-1-5 16,-8 1-10 0,0 0-9-16,6 0-3 0,-6 0-7 0,0 0-14 0,0 0-23 15,0 0-11-15,0 0-22 0,0 0-18 0,-14 7-29 16,14-7-31-16,-4 1-117 0,4-1-309 0,0 0 136 15</inkml:trace>
  <inkml:trace contextRef="#ctx0" brushRef="#br0" timeOffset="141046.06">12752 11765 106 0,'3'-2'212'16,"-3"2"-15"-16,1-6-18 0,-1 6-22 0,4-2-16 0,-4 2-16 15,0 0-15-15,0 0-11 0,0 0-15 0,0 0-7 16,0 0-13-16,0 0-2 0,-4 16-6 15,-1-7-7-15,1 1-5 0,-4 3-6 0,2 3-5 0,-3 1-2 0,-4 1-2 0,2 0-3 16,-1 4-1-16,-4 0-2 0,0-1-3 16,5-4 3-16,-7 5-6 0,2-1 1 0,5-5-12 15,0 0-15-15,-2-2-23 0,4-1-11 0,0 0-25 0,0-4-37 16,1-1-54-16,-1-2-114 0,3-1-295 0,1-1 130 16</inkml:trace>
  <inkml:trace contextRef="#ctx0" brushRef="#br0" timeOffset="141355.51">12568 11869 274 0,'3'-4'258'0,"-3"4"-26"0,0 0-27 16,0-7-18 0,0 7-28-16,0 0-15 0,0 0-18 0,0 0-14 15,0 0-13-15,6 11-9 0,2-3-9 0,-3 2-8 16,5 1-5-16,5 2-5 0,-3 0-7 0,6-1-4 0,-4 3-4 15,2-4-7-15,0 3-2 0,0-1-5 16,-3 1-2-16,0-4-4 0,-3-1 0 0,-1-1 1 16,3 1-7-16,-5-2-3 0,1-2-1 0,-3-1-3 15,2 1 0-15,-5-2-3 0,3 0-2 0,-1 0-1 0,0-1-2 0,-3 0 2 16,-1-2 0-16,4 4-2 0,-4-4-3 0,3 3-3 16,-3-3-4-16,0 0-3 0,3 2-7 0,-3-2-6 15,0 0-9-15,3 3-12 0,-3-3-15 16,0 0-55-16,0 0-43 0,0 0-37 15,0 0-160-15,0 0-379 0,-13-9 167 0</inkml:trace>
  <inkml:trace contextRef="#ctx0" brushRef="#br0" timeOffset="141614.07">13046 11692 191 0,'0'0'205'0,"0"0"-24"0,0 0-17 15,0 0-18-15,12 13-16 0,-6-4-15 0,0 4-5 16,2 4-4-16,1 7-15 0,-1 1-7 0,2 3-6 0,-2-1-6 16,-3 4-8-16,-3 0-5 0,0-1-6 0,-6 0-2 15,-1 1-6-15,-3 0-9 0,-3-2-18 0,-5 1-18 0,-3-4-17 31,-4 0-28-31,-3-2-42 0,-2-2-61 0,0-3-136 16,-5-1-308-16,-3-6 137 0</inkml:trace>
  <inkml:trace contextRef="#ctx0" brushRef="#br0" timeOffset="141930.16">12544 11604 184 0,'0'0'204'15,"0"-6"-22"-15,0 6-23 0,-4-2-18 0,4 2-14 16,-9 8-11-16,-1 3-16 0,-3 4-7 0,-7 8-11 15,-1 7-14-15,-6 12 0 0,1 1-9 0,-2 1-7 16,2 2-5-16,4-3-5 16,9-9-7-16,3-1-2 0,0 0-4 0,6-3-2 15,4 0 0-15,0-3-4 0,5 1-3 16,5-3 2-16,3-1-3 0,9-3 1 0,6-2 5 16,4-2-7-16,17-1-41 0,3-2-62 0,-1-12-234 0,1-2-347 15,-13-1 154-15</inkml:trace>
  <inkml:trace contextRef="#ctx0" brushRef="#br0" timeOffset="143849.81">13634 12043 9 0,'-5'-1'137'0,"5"1"-21"0,0 0-9 0,0 0-6 16,0 0-2-16,0 0-11 0,0 0-2 0,0 0-5 0,0 0 1 0,0 0 0 15,-3-3 0-15,3 3 3 0,0 0-3 0,0 0 4 16,0 0-1-16,0 0-3 0,0 0-8 0,0 0-8 15,0 0-7-15,13-5-5 0,-3 3-4 0,3 0-8 16,5-3-4-16,2 1-3 0,9 0-5 0,0 0-3 0,4-1-5 16,-1 1 3-16,0 1 0 0,0-1-7 0,-3 0-2 0,-7 2-3 31,0 0-1-31,-5 0 3 0,-4 2-6 0,-2-1-3 16,-1 1-3-16,-2-2-6 0,-1 2-6 0,-7 0-16 15,8-1-4-15,-8 1-11 0,0 0-11 0,0 0-20 16,0 0-14-16,-21 4-21 0,10-3-23 0,-1 0-135 15,0-1-285-15,0 2 126 0</inkml:trace>
  <inkml:trace contextRef="#ctx0" brushRef="#br0" timeOffset="144187.84">13698 12155 35 0,'0'0'178'0,"-4"3"-11"0,4-3-9 0,0 0-12 16,0 0-13-16,0 0-21 0,0 0-8 0,28-3-11 15,0 3-9-15,4-1-7 16,5-2-12-16,14-2 0 0,2 2-4 0,-15 1-7 15,0-2-5-15,0 3-2 0,-3-3-6 0,-8 1-5 16,-5 0 2-16,-2 0-8 0,-8 2 1 0,0 0 0 16,-1-1 7-16,-5 0-2 0,1 1 1 0,-1 1-4 0,-6 0-1 15,6-1-3-15,-6 1-16 0,0 0-23 16,0 0-34-16,0 0-21 0,0 0-42 0,-20-1-70 16,20 1-98-16,-12-2-299 0,10 0 133 0</inkml:trace>
  <inkml:trace contextRef="#ctx0" brushRef="#br0" timeOffset="144973.01">14541 11833 64 0,'0'0'195'0,"0"-7"-10"16,4 6 4-16,-4 1-8 0,0-6-4 15,3 3-6-15,-3 3-4 0,2-4-7 0,-2 4-11 0,2-3-11 16,-2 3-14-16,0 0-13 0,0 0-11 0,2-4-14 16,-2 4-9-16,0 0-14 0,0 0-7 0,0 0-8 0,0 0-3 15,4 11-7-15,-3-5-6 0,-1 5-3 0,0 2-1 0,-1 1-4 16,1 3-2-16,-4 3-4 0,4-1 1 0,0 5-2 15,-2-4 1-15,0-1-6 0,1 2 0 16,0-3-2-16,-2-2-1 0,3-4 0 0,0-2 3 0,-1 0-6 16,1-4 2-16,0 2 3 0,0-3-1 0,0-2 7 15,-3 1 44 1,3-4-1-16,7 1-4 0,-7-1 1 0,14-8-14 16,-4 0 2-16,3-3-9 0,2-4-4 0,-1 1-15 0,5-6-2 15,3-1-3-15,-3-2 0 0,2 1 5 0,0 1-10 16,-4-2 2-16,2 2-2 0,-5 7-1 0,-1 0-3 15,-5 6 4-15,-2-1-4 0,3 4-4 16,-4-1-2-16,-1 2-13 0,0 1 2 0,0 3 1 0,-4 0-1 16,9 8 3-16,-3-3 0 0,0 5-3 0,-1-1 2 0,2 1 1 15,2 4 2-15,0 1 2 0,0 1 0 0,3-2 2 16,-1 2 2-16,0-2-1 0,3 1-15 0,-1 0-4 0,2-3-10 16,-2-3-13-16,2 1-18 0,-2 0-23 0,0-4-25 15,-2 0-16-15,2-2-35 0,0-1-46 16,-5-3-177-16,1 0-418 0,-2-1 185 0</inkml:trace>
  <inkml:trace contextRef="#ctx0" brushRef="#br0" timeOffset="145289.01">15179 11614 130 0,'0'-13'271'0,"0"4"-7"0,-3 1-4 0,6 1-16 16,-3 2-20-16,0-2-23 0,-3 4-22 0,3-1-20 0,-1-1-24 16,1 5-15-16,0 0-15 0,0 0-13 15,0 0-9-15,0 23-8 0,-1-6-11 0,-2 8-6 16,2 4-5-16,-2 4-8 0,-2 0-5 0,4 2-4 0,1 0-5 16,-1 12-3-16,1-12 0 0,0-2 6 0,1 2-15 0,-1-4-1 15,0-2 0-15,0 0-3 0,5-3 0 0,-4 0 1 16,2-9-3-16,-3 0-1 0,1-2-1 0,2-2-1 0,-2-3 0 15,-1-1 0-15,1-2-17 0,-2 2-15 0,1-5-9 16,-1 1-9-16,2 0-3 0,-1-1 1 16,0-4-2-16,-1 5 0 0,1-5-5 0,0 4-41 15,0-4-85-15,0 0-249 16,0 0-458-16,-7-14 203 0</inkml:trace>
  <inkml:trace contextRef="#ctx0" brushRef="#br0" timeOffset="145552.07">15238 11734 104 0,'-2'-4'244'16,"2"0"-21"-16,0 4-24 0,-1-4-19 0,1 4-21 16,5-3-14-16,2 3-13 0,4 3-7 0,2 0-4 15,7 2-11-15,6 4-11 0,-2 0-8 0,3 4-10 16,1 0-7-16,-5 2-14 0,3 0-2 0,-11-1-5 15,0 1-7-15,-1-1-6 0,-4-3-2 0,-2 0-5 0,-3 1-6 0,-3-1-1 16,-5-2-7-16,-2 0 0 0,-9-1-4 31,-10 4 3-31,-5-2 3 0,-5-3-4 0,1 1-8 0,-7-3-13 16,-11 3-17-16,13-4-36 0,1 0-36 0,-2-4-69 16,-12 3-214-16,17-3-405 0,2-4 180 0</inkml:trace>
  <inkml:trace contextRef="#ctx0" brushRef="#br0" timeOffset="146406.07">6910 11804 167 0,'1'-6'165'0,"2"0"-5"0,-2 0-11 15,0 2-10-15,2-2-4 0,-3 2-10 0,1 0-21 16,-1 1-16-16,0 3-3 0,3-6-14 0,-3 6-6 16,0 0-8-16,5 10-10 0,0 6 0 0,0 9-15 15,-2 8 2-15,-2 17-8 16,-1 4-1-16,-1 4-4 0,-2 34-3 0,-6-4 4 16,7-1-5-16,-5-3-3 0,2-2 3 15,4-22-6-15,-3-4-2 0,-1 0-6 0,5-3 5 0,-3-2 0 16,3-16 0-16,3-2 3 0,-3-4-1 0,5 2-5 15,-4-4 0-15,-1-8 4 0,3-2-5 0,-2-1-20 16,-1-5-1-16,0-1-1 0,1-1-10 0,-1-2 7 16,0-4-5-16,3 0-36 0,-3-3-63 0,0 0-143 0,10-8-291 0,-1-1 129 15</inkml:trace>
  <inkml:trace contextRef="#ctx0" brushRef="#br0" timeOffset="148138.96">7328 11318 104 0,'-4'-4'141'0,"4"4"-17"0,0 0-10 15,0 0-9-15,1-6-12 0,3 4-12 0,1 0-10 16,0 1-4-16,3-1-5 0,1-2-1 0,1 1-17 15,2 1-1-15,4-1-6 0,1-1-1 0,5 0-1 16,4-1 0-16,-5 1-6 0,8 0-2 0,2 0-7 16,0 0 0-16,-2 1 4 0,4 1-9 0,0-2 0 0,3 0 3 0,0 3-5 15,1-2-1-15,2-1 2 0,0 0-2 0,-1 2-1 16,15-2 1-16,-15 1-5 0,3 2-2 0,11-5 2 16,-1 4-6-16,-11 2 7 0,15-3-3 0,-5 1 2 15,5-1-4-15,1-2 6 0,0 1-4 0,3 4-2 16,-1-3 1-16,2 0-5 0,0 2 4 0,1-3-5 15,-1 2 6-15,-3 0-2 16,-4 2-1-16,3 0 0 0,-1 0-1 0,-4-2 3 16,-11 2-1-16,11-1 0 0,-13 1-3 0,2 0 0 15,2 0 3-15,-5 1-1 0,15-1 3 0,-14 2-2 16,0-2-1-16,0 1 0 0,15-1-1 0,-15 0 1 16,2 0 0-16,-1 0-4 0,0 0 10 0,0 1-3 15,1-1 0-15,11-1-5 0,-14 0 0 0,0-1 1 16,1 2 2-16,3-1 1 0,-1-1 0 0,-2 1-1 0,1 0-1 15,1-2-1-15,0 2 4 0,0 0 0 0,12 0 1 0,-1 0-4 16,-10-1 2-16,10 1-4 0,-14 1 5 0,3-3-14 16,1 3-2-16,-2-1-1 0,-2 2-4 0,4-2-1 15,-5 0 4-15,2 1 3 0,0 0-1 0,1 0 5 16,-2-1-6-16,4 1 5 0,-3-1 3 0,3-2-3 16,10 2-1-16,-1-1 0 0,-9 0 4 0,13 0-3 0,-2 2 3 0,3-5-1 15,-5 2-4-15,-9 2 1 0,10-2 2 0,-12 0-4 16,1-1-2-16,0 2-2 0,-1-2-1 0,0 1 7 15,-2-1 0-15,1 0 2 0,-1 1 0 0,-1 1-2 16,-3-3 5-16,-1 1-2 0,0 1 0 0,0 1 9 16,0-1-8-16,0 0 0 0,-1 2 2 0,1-3 4 15,1 0-4-15,3 2 3 16,0-1 0-16,4 0-5 0,-4-2 4 0,1 4-1 16,1-4 3-16,-2 3-4 0,2-2 4 0,-3-1 5 15,2 1-7-15,-4 3 1 0,2-2 0 0,-1 1 7 16,2 0-8-16,-3-2 5 0,-2 2 2 0,1-1-4 15,0 3 1-15,-3-1-3 0,3 1 6 0,0 0-6 16,0-1 1-16,0 0 3 0,1 1-6 0,2 0 2 16,-2 0-2-16,4-2 2 0,-4 0 2 0,6 1-4 0,1 0 3 0,10 1-5 15,-13-2 1-15,4 2 4 0,9-1 6 16,-8 1-4-16,8-1 1 16,-10 1 0-16,-1-3 2 0,1 2 0 0,2 1-4 0,-5-1 3 0,0 0-6 0,0 0 5 15,0-1-1-15,3 1-1 0,-2-1 1 0,-1 0-5 16,4-2 3-16,-4 2-3 0,3 0 1 0,1 0 9 15,7-2-9 1,-8 4 2-16,-1-3 1 0,1 2-4 0,0 0 3 0,-2-1-4 16,-2 2 2-16,4-1 3 0,-1 1-5 0,-2-2 1 15,-5 2 2-15,3-2-3 0,-3 2 2 0,-2 0 1 16,2-1 1-16,-4 0 0 0,2 1 1 0,-2-1 1 16,-1 1-7-16,2-2 3 0,-2 2 4 0,2-3-4 15,-2 6-2-15,-4-3 2 0,5-3 2 0,3 3-2 16,0 0-3-16,-1 0 0 0,0 0 8 0,0 0-1 0,5 3-1 15,-2-3-2-15,-1 0-3 0,5 0 1 0,-4 3 1 0,0-2-2 16,-2 0 4-16,1 0 5 0,0 0-1 16,-4 2-8-16,0-1 1 0,2 0 2 0,-10-2-3 15,10 3 3-15,-1 0-4 0,-1 0 8 0,0-2-7 0,1 0-1 16,1 1 6-16,-1 0-4 0,1 0 0 0,0-2-1 16,2 3 1-16,-2-2 4 0,-1-1-5 0,0 0 1 0,-1 0-1 15,-5 0 6-15,-2-1-9 0,-1-2 7 0,-1 3-6 0,-2-2 1 16,-3-2 1-16,-1 2 5 0,-4 1-1 0,1-1 1 15,0-1 1-15,-2 3 3 0,0-3-5 16,-2 2 2-16,1-2-2 0,-1 2-4 0,-1-1 12 0,1 0 4 16,-1 1 9-16,-5 1-14 0,8-2 6 0,-4 0-2 15,-4 2 9 1,7-3 5-16,-3 3 9 0,-4 0 0 0,0 0 5 16,7-2-2-16,-7 2 2 0,0 0-2 0,4-2 2 0,-4 2-6 15,0 0-4-15,0 0 0 0,6-1-4 0,-6 1-2 16,0 0 0-16,0 0-3 0,0 0-6 15,0 0-2-15,0 0 4 0,0 0-8 0,0 0 0 16,0 0-2-16,0 0-3 0,0 0 2 0,4-3-1 0,-4 3-1 16,0 0-2-16,0 0 3 0,0 0-8 0,0 0 3 0,0 0-5 15,0 0 3-15,0 0 3 0,5 6-3 0,-5-6-1 16,5 5-5-16,-5-1 2 0,1 1 1 0,1 0 0 0,0 5 0 16,2 1 3-16,-3 5-1 0,3 2 1 15,-2 5-1-15,0 3 3 0,-2 3-5 0,-2 3-1 16,0 2-1-16,-3 15 5 0,-3-2-1 0,0 1-4 0,-1 7 6 15,-2 0 3 1,0 3 0-16,2-2-5 0,1 0 10 0,-1 2-5 16,2-3-1-16,5-2-2 0,0 1-3 0,3-4 4 15,-2-4-5-15,2 0 7 0,-2-9-5 0,2-2 2 0,-1-1 2 16,0-2-1-16,0 0 1 0,0-1-2 16,-1 0 1-16,0-4-4 0,-1-2 5 0,2-4-2 15,-1-4-1-15,2 0 0 0,1-5 2 0,-4 3-2 16,2-4 6-16,0-1-4 0,2 0 0 0,-1-2 0 0,0-1 1 0,0-2 1 15,2 2 1-15,-2-1 2 0,3 0 0 0,1-1 1 16,-1-1 1-16,0 2-23 0,0 1-51 0,1-3-67 16,-3 1-154-16,1-2-311 0,-3-3 139 0</inkml:trace>
  <inkml:trace contextRef="#ctx0" brushRef="#br0" timeOffset="149881.19">7591 13225 78 0,'0'0'145'0,"0"0"-2"0,7-5-17 0,-7 5-11 0,11-2-16 16,-3 1-6-16,2 0-10 0,4 0-15 0,3 1-7 15,3-2-12-15,9 1 8 0,3 0-7 0,4-2-9 16,3 0 1-16,15-1 0 0,3 1-9 0,1-2 1 0,1 2-6 15,2-5 0-15,3 0-13 0,30-2 1 16,-29 2 10-16,32-4-2 0,-6 1-1 0,3 4-1 16,-1-3-3-16,-3 2-2 0,-24-1 4 0,29 1-3 0,-2-4-8 0,3 4-2 15,-1 0 8-15,2 0-9 0,1 1 5 0,-1-2-1 16,0 1-6-16,-6 1 0 0,4 0 0 0,-30 4 0 16,26-6 1-16,1 2-9 0,-3 2 9 0,3-3-3 15,-2 1 1-15,-1-3 0 0,6 2-2 0,-28 4-3 16,29-5 5-1,-31 5-3-15,31 0 0 0,-3-2 0 0,-2-1 4 16,-24 3-4-16,27 0 0 0,-3-1 6 0,-31 1-5 0,6 0-3 16,-2 3-2-16,3-4 5 0,-2 2-1 0,0-2 0 15,-5 1 3-15,1 0-3 0,-1 0-4 0,2 1 14 16,-2-2-17-16,-1 0 9 0,-2 3-1 0,2-1 2 16,2 1-9-16,-3-1 5 0,-1 2 0 0,2-2-1 15,-4 1 0-15,-3 0 4 0,3 1-2 0,-2 1-1 16,-3 0-2-16,-10 0 2 0,9-4 6 0,-10 4 1 0,1-1-8 0,14-1 5 15,-17 1-8-15,15 0 3 0,-15 0 3 0,2-2-3 16,-1 1 1-16,0 0 1 0,2 0-3 0,-3 0 4 16,0-2 0-16,17 3-2 0,-20-2 3 0,4 0 0 15,2 2-2-15,1-2 2 0,-2 1-5 0,12-1 4 16,-13 1 0-16,3-1-5 0,-2 2 3 0,14-2 0 16,-15 0 3-16,1 1-2 15,1-1 3-15,-3 1-6 0,3-2 2 16,1 1 3-16,-3 0-4 0,1 1 2 0,-1-1-2 0,1 3 2 15,0-2 1-15,12-1-4 0,-15 2 3 0,2 1 4 16,-1-3-6-16,-1 2-2 0,1-2 6 0,-1 2-1 16,-2 1-1-16,2-3-1 0,1 2 5 0,0 0-2 15,4-2-2-15,-3 4 4 0,13-3-2 0,-11 1 2 16,0-1 1-16,-1 4-6 0,0-4 0 0,-1 4 2 0,0-4 2 0,-2 2 3 16,1 0-6-16,-1 0 3 0,0-2 2 15,-6 1 4-15,2-1-13 0,-5 0 14 0,1 1 3 0,-6 0-4 16,1-3 2-16,-4 3 1 0,4-1 1 0,-1 0 2 15,-2 0-7-15,3 2 2 0,-2-4-4 0,0 3-1 16,0-1-1-16,-1-1 2 0,2 2 1 0,-4 0-5 16,2-1 2-1,0-1-3-15,-2 3 3 0,1-2 0 0,-1 2-2 0,-1-3 3 16,1-1 1-16,-5 4 5 0,0-3 8 0,2 1 2 16,-2 0 1-16,1-1 0 0,2 1-3 0,-3-1-1 15,4 1-2-15,-3-1 0 0,0 3 0 0,1-3-3 16,-2 1-4-16,3 0 0 0,-4 0-9 0,0 2 9 0,3-3-3 0,-4 1-1 0,1 1 3 15,-3-1-3-15,3 0-1 16,-5 1-2-16,1 1-1 0,0-1 0 0,2-2 2 16,-1 3 3-16,-3-1-7 0,-1 0 3 0,-5 1 0 0,14 0-2 15,-6 0 1-15,-3 0-2 0,-5 0-2 0,12 0 5 16,-12 0-3-16,10 0-1 0,-5 0 0 16,-5 0 1-16,10 0 2 0,-6 0-1 0,-4 0-2 0,10 0 2 15,-10 0-4-15,7 0 2 0,-7 0 1 0,7 0 0 16,-7 0 2-16,8 0-3 0,-8 0 2 0,10 0-2 0,-10 0 0 15,7 1-1-15,-1-1 1 0,-6 0 5 0,9 1-4 16,-4-1 0-16,0 2 0 0,-5-2-3 0,0 0 2 16,9 0 2-16,-9 0 6 0,0 0 4 0,0 0 8 15,9 0 1-15,-9 0-3 0,0 0 4 0,0 0-2 16,0 0-2 0,5 1-4-16,-5-1 1 0,0 0-3 0,0 0-2 0,0 0 0 15,0 0-1-15,0 0 0 0,0 0-3 0,0 0 0 16,0 0-1-16,0 0 2 0,0 0-3 0,0 0 0 15,0 0 2-15,0 0 1 0,0 0-3 0,0 0-1 16,0 0 2-16,0 0-1 0,0 0-3 0,0 0 5 0,0 0-2 16,0 0 0-16,0 0 1 0,0 0 8 0,0 0-4 15,0 0 9-15,0 0 6 0,0 0 5 0,0 0 4 16,0 0 12-16,0 0 14 0,0 0 14 0,5-4 23 0,-5 4 9 16,0-4-11-16,3-1-9 0,-2 0-12 0,-1-3-7 15,4-3-1-15,-1-6-14 0,-1 1-32 0,2-3-21 16,6-7-12-16,-2-2-40 0,2-1-25 0,4-3-32 15,-1 3-33-15,1 3-28 0,-1-5-22 0,-3 4-68 0,0 5-152 16,-7 5-451-16,-1-3 200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10:45.62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3006 1990 36 0,'0'0'204'0,"0"0"-8"15,0-3-2-15,0 3-6 0,0 0-2 0,0 0-7 16,-4-3-2-16,4 3-5 0,0 0-6 0,0 0-3 16,0 0 0-16,0 0-3 0,0 0-5 0,0 0 1 15,-1-8-5-15,1 8-11 0,0 0-4 0,0 0-7 16,0 0 4-16,-1-6-1 0,1 6-15 0,0 0 1 15,0 0-3-15,1-7-15 0,-1 7-6 0,0 0-23 16,0 0 10-16,-1-7-13 0,1 7-15 0,0 0-11 0,0 0-1 16,0 0-20-16,0 0-25 0,0 0-8 0,0 0-6 15,0 0 4-15,14 20-2 0,-9-9-1 0,4 7-1 16,0 6 2-16,3 2-10 0,1 8 14 0,0 14 1 16,-1-4 0-16,-2 5 4 0,-4-13-3 0,4 8-1 15,-3-11 3-15,1 1-3 0,-2-5 6 0,4 3-2 16,0-6-4-16,-1-1 4 0,-1-5 2 0,0-6 2 0,-2-2 1 15,-2-3-1-15,-3-2 1 0,3-2 19 0,-4 0 11 16,0-5 35-16,5 9 43 0,-2-8 40 0,-3-1-15 0,0 0-11 16,16-12-8-16,-8 1-16 0,6-6-11 0,3-8-10 15,-2-6-3 1,8-9-19-16,3-6 2 16,0-2-8-16,3-2-1 0,1 1-6 0,1 5-6 0,0 1-7 0,-2 3 3 15,-7 10 11-15,-2 3 12 0,-2 3 11 0,-1 2 12 16,-6 6 9-16,-1 0 1 0,0 2 6 0,-4 4 4 15,0 0-7-15,-1 3-6 0,-1 0-4 0,1 2-9 16,-4 0-11-16,3 1-7 0,0 0-9 0,-4 3-14 16,0 1-31-16,4-5-43 0,-4 5-45 0,0 0-53 15,1-2-55-15,-1 2-44 0,0 0 13 0,5 7-1 16,-2-3-24-16,3 2-30 0,-6 2-41 0,4 0-54 0,-3 2-293 16,3-2-727-16,0 4 321 0</inkml:trace>
  <inkml:trace contextRef="#ctx0" brushRef="#br0" timeOffset="618.29">4011 2287 219 0,'-2'-8'355'0,"2"0"-8"16,-1 3-9-16,-2-5-26 0,2 3-4 0,-1-3-37 15,-1 3-25-15,-1 2-22 0,2 0-23 16,-3-2-27-16,0 2-19 0,-2 5-15 0,-5-1-16 16,0 1-30-16,-4 5-12 15,-1 1 2-15,0 4 1 0,-6 7-11 0,0 2 1 16,0 0-17-16,-2 1-6 0,3 4-7 0,0-2-5 15,-1 2 1-15,5-2-4 0,2 1-5 0,3-3-5 16,3-3-10-16,2 1-11 0,3-2-4 0,1-6-4 16,0-1-8-16,1 0 6 0,3-1 6 0,0-4 1 15,3 1 16-15,2-2-1 0,3-3 1 0,2 0 9 16,7-5-19-16,-2-2 19 0,3-1 9 0,-2-1-1 0,6-7-4 0,0 1 3 16,-6 0-9-16,-1 3 0 0,6-5-1 0,-4 3-1 15,-3 2-3-15,0 1 7 0,-4 2-3 0,0 2 5 16,0 2 1-16,-5-2 4 0,2 4-1 15,-3-4-10-15,1 5 5 0,-1-1-9 0,-1 1-9 16,-3 2-19-16,6-2 14 0,-6 2-2 0,0 0-6 16,0 0-6-16,14 5 0 15,-9-1-19-15,0 0-15 0,0 1-29 0,4 3-34 16,0 0-38-16,-1-1-49 0,-2 2-47 0,3-4-57 16,0 5-334-16,-2-5-681 0,-1 0 303 0</inkml:trace>
  <inkml:trace contextRef="#ctx0" brushRef="#br0" timeOffset="1032.08">4275 2219 285 0,'1'-2'413'16,"2"-1"-36"-16,-3 3-42 0,0 0-34 0,3-4-33 0,-3 4-34 15,0 0-20-15,6 0-28 0,-6 0-19 0,6 5-37 16,2-1 7-16,-2 2-20 0,2-1-10 0,1 4-8 0,0 3-9 15,-1-2-12-15,2 3-7 0,0 4-4 0,-1 1-8 16,-1 0-3-16,0 6-1 0,-4-7-6 0,1 7-1 16,-2-7-10-16,-2 5-4 0,1-6-3 0,-4 1 0 15,2-1-2-15,-2 0-2 0,-1-6 2 0,1 2-6 16,-2-3 7 0,0-2 6-16,3-2 17 0,1 0 10 15,-3-1 32-15,3-1 43 0,-2-1 49 0,2-2 37 0,0 0-16 0,0 0-16 16,-8-11-9-16,7 0-19 0,1-5-15 0,1-1-16 15,4-10-13-15,2-4-15 0,4-3-16 0,7-9-6 0,-5 14-9 16,1-2-8-16,1-1-6 0,-1 8-4 0,0 1 0 16,-5 8-1-16,0 0-7 0,-4 5-1 0,1 2-3 15,-2 1-10-15,0 1 0 0,0 2-12 0,0 0-9 16,-3 1-3-16,2 1-20 0,-3 2-44 0,1-4-51 16,-1 4-55-16,0 0 3 0,0 0-5 0,9 11-23 15,-8-6-53-15,-1 5-51 0,0 2-58 0,0 0-94 16,-1 0-377-16,-4-2-887 0,0-3 393 0</inkml:trace>
  <inkml:trace contextRef="#ctx0" brushRef="#br0" timeOffset="2263.86">5434 2043 15 0,'0'-4'317'0,"4"0"-3"15,-1 0-6-15,-3 4-9 0,1-4-26 0,-1 4-27 16,2-2-28-16,-2 2-21 0,0 0-23 0,3-4-24 15,-3 4-18-15,0 0-25 0,0 0-18 0,0 0-9 16,0 0-8-16,-9 17-11 0,4-7 3 0,-4 6-7 0,-4 1-6 16,0 5-1-16,-2-2-13 0,1 8 4 0,-4-5-9 15,3 1 5-15,-2-3-9 0,0 2 0 0,1 1-5 16,2-3-23-16,1-6-18 0,2 2-22 0,-2-5-41 16,3 5-25-16,-2-6-38 0,2-1-47 0,2-3-51 15,-1-1-205-15,4-2-484 0,-4-3 216 0</inkml:trace>
  <inkml:trace contextRef="#ctx0" brushRef="#br0" timeOffset="2585.94">5153 2081 379 0,'-3'-7'393'16,"2"0"-17"-16,1 3-43 0,0-2-27 0,0 2-32 15,0 4-43-15,-3-5-26 0,3 5-27 0,0 0-18 0,0 0-20 0,0 0-12 16,0 0-17-16,8 16-15 0,0 1-5 0,1-1-2 15,6 7-10-15,-2 2-4 0,1 1-8 0,3 1-3 16,1 2-11-16,0-3-1 0,2 0-6 0,-2-2-6 16,-2-1 9-16,4-3-9 0,-5 2-9 0,-1-8-5 15,-5 1 1-15,5-3-5 0,-9-1-3 0,3-5 0 16,-3 1-2-16,0-2 6 0,0-2-4 0,-1 2-2 0,0-1 7 16,-3-1-3-16,2-1-1 0,-1 0 1 0,1 1-6 15,-3-3 3-15,0 0-1 0,0 0-1 0,4 4 2 0,-4-4-6 16,0 0-1-16,0 0-2 0,2 3 2 15,-2-3-8-15,0 0-26 0,0 0-62 0,0 0-40 16,0 0-30-16,1-14-37 0,-2 10-38 0,2-5-58 0,1 4-278 16,-1-6-613-1,-1 5 272-15</inkml:trace>
  <inkml:trace contextRef="#ctx0" brushRef="#br0" timeOffset="2817.15">5788 1968 28 0,'0'0'267'0,"5"-2"-28"15,-5 2-24-15,0 0-27 0,4 5-10 0,0 0-9 16,-2 7-3-16,1 0-12 0,1 5-4 0,2 1-2 16,-1 10-9-16,0 3-9 0,-2 1-7 0,2 2-7 15,-5 0-8-15,0 2-12 0,-1-2-5 0,-3-1-9 16,-1 0-5-1,-3-3-7-15,-2-1-3 0,-3-4-9 0,-2-1-11 16,-2 0-24-16,-2-5-34 0,-5 1-46 0,-1-4-57 16,-4-6-78-16,-5 2-268 0,-5-7-497 0,1-3 220 0</inkml:trace>
  <inkml:trace contextRef="#ctx0" brushRef="#br0" timeOffset="3132.64">5144 1786 61 0,'-2'-4'312'0,"-1"2"-25"15,3 2-23 1,-4-6-31-16,2 5-25 0,2 1-25 0,0 0-22 15,-11 4-18-15,6 3-16 0,-6 6-12 0,-5 10-12 16,-3 4-9-16,1 5-10 0,-7 11-8 16,-2 5-7-16,4-1-7 0,1 0-3 0,9 5-4 15,4-1-4-15,4-4-2 0,8-2-4 0,7-8-4 0,0-3 5 16,17 6-4-16,6-3-11 0,7-3-14 0,5-5-55 16,7-6-83-16,2-6-128 0,3-7-186 0,0-3-472 15,-5-7 209-15</inkml:trace>
  <inkml:trace contextRef="#ctx0" brushRef="#br0" timeOffset="3848.44">2734 2949 5 0,'0'0'169'0,"-9"0"-20"0,9 0-11 0,0 0-14 16,0 0-8-16,0 0-12 0,0 0-6 16,0 0-13-16,0 0-8 15,0 0-5-15,0 0-4 0,0 0-11 0,0 0-5 16,0 0-4-16,0 0-5 0,0 0 4 0,0 0-2 16,14 7 6-16,-10-5 4 0,4 0 8 0,2 3-5 15,0 1 5-15,4-5 1 0,8 2-3 0,6 2 6 16,10-3 1-16,12 0-1 0,13 1-2 0,34-5-3 15,1-6 1-15,7 6 0 0,14-6-1 0,14 4 4 16,9 1-4-16,6-4-2 0,4-4-5 0,6 10 2 0,-2-1-8 16,-1 2-8-16,-9-2 5 0,-5-5-8 0,-6 3 7 15,-9 2 4-15,-6 4 3 0,-2-4-2 0,-6-1 5 16,-12-1-3-16,-1-3 2 0,-32 6 2 0,-4-1-1 16,-1 2-11-16,-3 0 4 0,-8-2 0 0,-14 2-1 15,-6-2-7-15,-10 2 6 0,-2-1 15 0,-8 1 10 16,0-2 16-16,-2 4 14 15,0-4 3-15,-4 1 1 0,-5 1 2 0,12 0-6 16,-9-1-8-16,-3 1-7 0,0 0-6 0,11 0-11 16,-11 0-16-16,0 0-26 0,0 0-35 0,5-1-32 15,-5 1-63-15,0 0-92 0,0 0-92 0,0 0-406 16,-28-3-751-16,14 0 332 0</inkml:trace>
  <inkml:trace contextRef="#ctx0" brushRef="#br0" timeOffset="8210.06">7605 2551 47 0,'0'-3'288'0,"-2"-1"-18"0,2 4-6 0,-3-5-18 15,3 5-26-15,0-5-18 0,0 5-23 0,0 0-23 16,-1-4-18-16,1 4-37 0,0 0-15 0,0 0-11 15,-8 21-7-15,8-4-6 0,-4 7-5 0,2 5-9 0,-1 5-7 16,-2 12 1-16,-1 3-8 0,-2-1 0 16,0 3-3-16,3 3 0 0,0-3 1 0,-2-1-2 15,1-1-5-15,2-2 0 0,3-15-4 0,-3 1 3 0,3-4-5 0,-2-1 0 16,2-2-1-16,1-6-4 0,-4-3 5 0,-1-1-7 16,5-1 2-16,-1-5-5 0,1-3 1 0,0-1-2 15,0-1 0-15,0 0 3 0,0-5 4 0,0 6 6 16,0-6 19-16,0 5 16 0,0-5 6 0,0 0 11 15,0 0-7-15,0 0 3 0,0 0-38 0,0 0-26 16,0 0-36 0,-5-25-31-16,2 13-39 0,1-6-53 0,-2-10-63 15,4 1-269-15,0-6-525 0,0-1 232 0</inkml:trace>
  <inkml:trace contextRef="#ctx0" brushRef="#br0" timeOffset="8394.68">7497 2585 267 0,'-3'-9'269'0,"6"2"-26"16,-2-2-14-16,4 1-27 0,0 0-10 0,5-1-21 0,3 0-15 15,1-2-16-15,0 4-16 0,5-3-10 0,11 1-14 16,-1 1-9-16,-2 3-13 0,1 3-25 16,4 2-42-16,-5 1-39 0,-8 4-47 0,4-1-50 15,-6 5-67-15,-2 4-145 16,-4 1-365-16,-1 3 162 0</inkml:trace>
  <inkml:trace contextRef="#ctx0" brushRef="#br0" timeOffset="8646.77">7630 3363 16 0,'-3'4'250'0,"3"-4"-22"16,-3 5-12-16,3-5-17 0,-2 5-7 0,2-5-15 16,0 0-7-16,0 0-9 0,-2 4-16 0,2-4-12 15,0 0-7-15,0 0-11 0,0 0-6 0,0 0-9 0,16 1-10 0,-3-4-10 16,7 1-8 0,7-5-8-16,1 3-4 0,6-1-6 0,1-4-21 15,-2 2-44-15,-2 1-50 0,-3 0-67 0,-3-1-78 16,-8 1-192-16,1 0-430 0,-6 2 190 0</inkml:trace>
  <inkml:trace contextRef="#ctx0" brushRef="#br0" timeOffset="8929.94">7442 3079 19 0,'0'0'273'0,"0"0"-22"0,0 0-20 0,0 0-20 16,0 0-16-16,0 0-15 0,0 0-18 0,0 0-16 15,0 0-14-15,15-4-9 16,-5 3-13-16,7-3-12 0,3-2-5 0,11 3-9 15,5-1-8-15,1-3-32 0,0 4-49 0,14-6-65 16,0 4-64-16,-15-1-237 0,2 0-399 0,-3-1 176 0</inkml:trace>
  <inkml:trace contextRef="#ctx0" brushRef="#br0" timeOffset="9327.62">8852 2774 316 0,'4'-3'314'0,"-4"3"-30"0,0 0-30 15,0 0-20-15,0 0-25 0,0-4-26 0,0 4-18 16,0 0-25-16,0 0-11 0,0 0-17 0,-5 10-9 16,-4 0-7-16,0-1-16 0,-2 5-6 0,-3 1-5 15,-2 8-8-15,-3 0-7 0,3 3-5 0,-4-2-3 16,4 5-3-16,-1-4-4 0,1 3-1 0,0-1-28 15,-3 0-18-15,1 0-17 0,4-2-21 0,-2-3-25 0,4-6-18 0,4 0-22 16,-4-2-42-16,4-4-47 0,0 0-201 0,-1-7-432 16,-1 4 192-16</inkml:trace>
  <inkml:trace contextRef="#ctx0" brushRef="#br0" timeOffset="9612.7">8525 2922 2393 0,'1'-13'126'0,"1"2"32"0,-1 1 24 0,0 0-9 16,-1 3-6-16,0 1-23 0,2 1-30 0,-1 0-21 16,-1 5-24-16,0-7-11 0,0 7-7 0,4-4-10 15,-4 4-4-15,0 0-10 0,0 0-2 0,0 0 10 16,14 16-18-16,-3-5 0 0,0 6 0 0,1 0 0 16,5 7 0-16,3 3-19 0,2-1 24 0,0 2 3 0,-3 2-8 15,4-1-5-15,1-2 3 0,-5-2 3 0,1 0 2 16,-1-3-1-16,-8-6-10 0,2-1 2 0,-2-3 3 15,1 2-1-15,-7-7-8 0,4 2 0 0,-4-6-2 16,-4 3 4-16,2-1 0 0,1-2 4 0,-4-3 1 16,2 5-14-16,-2-5 26 0,4 3-2 0,-4-3 4 15,0 0-34-15,0 0-38 0,0 0-27 0,0 0-25 0,0 0-34 0,-5-20-43 32,0 15-62-32,1-6-83 0,-1-3-214 0,-3 3-578 0,6-1 256 0</inkml:trace>
  <inkml:trace contextRef="#ctx0" brushRef="#br0" timeOffset="10160.91">9027 2542 294 0,'0'0'301'0,"0"0"-22"15,0-5-30-15,0 5-23 0,5-2-25 0,-5 2-22 0,0 0-18 16,9 1-19-16,-9-1-15 0,12 3-13 0,-2-1-13 16,-1 1-9-16,4 2-11 0,-2 2-8 15,1 1-4-15,-3-1-13 16,5 7-6-16,-4-1-2 0,0-3-3 0,-2 2-7 15,-3 2-3-15,3 0 1 0,-4-2-6 0,-4 1-2 16,0-1-3-16,-2 0 0 0,0 0-3 0,-3 0 4 16,-1-1-3-16,0-2-2 0,0 3 0 0,-3-3-2 15,1 0-1-15,3-3-2 0,-4 3-3 0,7-4 3 16,-5 0-2-16,5-3-5 0,-1 4 1 16,3-6-1-16,-4 6 2 0,0-3 0 0,4-3 11 0,0 0 8 0,0 0 17 0,-2 4-13 15,2-4 16-15,0 0 1 0,0 0-3 0,0 0-2 16,0 0-1-16,19-2-7 0,-5 0-6 0,4-1 3 15,4-1-5-15,6 2-6 0,-1-2-3 0,-1 0 9 16,-5 1-10-16,-1 1-3 0,2-2-2 0,-5 1-2 16,-3 3-2-16,-4 0 2 0,-1-2-3 0,0 1 9 15,-3 0 13 1,-6 1 6-16,9-3 2 0,-9 3-4 0,9 0 4 16,-9 0-4-16,0 0-9 0,0 0 0 0,9-1-6 15,-9 1-9-15,0 0-18 0,5 0-20 0,-5 0-28 16,0 0-28-16,0 0-29 0,0 0-19 0,0 0-29 15,0 0-34-15,0 0-50 0,0 0-53 0,0 0-217 16,0 0-555-16,0 0 246 0</inkml:trace>
  <inkml:trace contextRef="#ctx0" brushRef="#br0" timeOffset="10461.58">9558 2446 122 0,'0'0'314'15,"2"-5"-32"-15,-2 5-32 0,2-3-31 0,-2 3-21 16,0 0-25-16,6 8-18 0,-1 3-14 0,3 1-7 16,1 12-8-16,0 0-8 0,1 6-8 0,1 1-7 15,-2 5-4-15,1-2-9 16,3 14-2-16,-9-13-9 0,-1 1-3 15,-1 12-10-15,-6-11-3 0,-3 13-3 0,-2-6-9 16,-5 2 2-16,0-15-3 0,-8 13-6 0,-1-15-20 16,-5 10-26-16,1-11-33 0,-10 6-43 0,10-10-60 15,-18 1-105-15,-2-1-223 0,10-12-504 0,-17 0 224 16</inkml:trace>
  <inkml:trace contextRef="#ctx0" brushRef="#br0" timeOffset="11065.46">8472 2457 31 0,'-3'-2'218'0,"3"2"-25"0,0 0-23 15,-13 8-16-15,7 0-17 0,-3 5-16 0,-9 12-9 16,0 2-13-16,-7 13-5 0,2 5-8 0,-5 4 2 0,2 2 2 16,-10 26-4-16,13-26-6 0,0 7 2 0,4-2 4 15,2 1-6 1,5-5-7-16,5-2-5 0,2-4-4 0,5-12 3 15,0 1 7-15,6-6-5 0,6-1 0 0,-1-2 2 16,6-2 14-16,2-4 10 0,4-2-2 0,3-1-3 0,-1-3-5 16,5-2-10-16,-1-3-1 0,-1-1-11 0,-5-4-2 15,-4 1-9-15,-2-2-3 0,-3-1-5 16,-1 2-4-16,-8-2-1 0,4-1 8 0,-4 0 11 0,-5-1 5 16,9 1-1-16,-9-1-2 15,6 1-2-15,-6-1-4 0,6 2 0 0,-6-2-5 0,0 0-4 0,0 0-11 0,0 0-3 16,0 0-2-16,10 0-16 0,-10 0-21 0,0 0-24 15,0 0-48-15,0 0-44 0,0 0-88 0,7-3-103 16,-7 3-251-16,12-9-613 0,-1 4 272 0</inkml:trace>
  <inkml:trace contextRef="#ctx0" brushRef="#br0" timeOffset="11600.92">10111 2851 44 0,'-4'2'204'0,"4"-2"-14"0,0 0-17 16,0 0-10-16,0 0-14 0,0 0-8 0,0 0-7 15,0 0-10-15,0 0-5 0,0 0-9 0,0 0-3 16,0 0 0-16,0 0 1 0,0 0-2 0,23 1-5 16,-10-3-13-16,6 1-8 0,2-1-6 0,7 0-4 15,1 2-7-15,2-3-7 0,-2 1 0 0,-1-1-6 16,-5 3-6-16,-1 0-5 0,-3-2 30 0,-1 1-11 0,-5 1-5 15,-1-1-4-15,-4 2-2 0,0-2-9 0,-2 2-2 16,1-1-17-16,-7 0-18 0,9-1-25 16,-9 1-18-16,0 0-14 0,0 0-29 0,0 0-33 15,0 0-53-15,-22 9-70 16,9-7-149-16,3-1-421 0,-3 0 188 0</inkml:trace>
  <inkml:trace contextRef="#ctx0" brushRef="#br0" timeOffset="11901.13">10171 3069 175 0,'-4'1'278'0,"4"-1"-19"0,-1 4-17 15,1-4-23-15,9 1-21 16,1-2-20-16,7-1-15 0,3 0-17 0,12-2-14 16,4 0-17-16,2 0-11 0,3 1-7 0,9-3-10 15,-12 1-1-15,1 2-5 0,-6 0-5 0,-3-1-7 16,-8 3-6-16,-4 1-6 0,-4 0-8 0,-2 0 2 16,-2 1-3-16,-1-2 0 0,-4 1-5 0,-5 0 1 15,11 0-10-15,-11 0-6 0,7 1-19 0,-7-1-20 16,0 0-31-16,0 0-37 0,0 0-63 0,0 0-89 0,0 0-215 0,-33 1-483 15,25-1 213-15</inkml:trace>
  <inkml:trace contextRef="#ctx0" brushRef="#br0" timeOffset="14691.76">11322 2484 142 0,'0'0'198'0,"0"0"-13"16,0 0-12-16,-5-3-17 0,5 3-10 0,0 0-14 15,0 0-11-15,0 0-11 0,0 0-11 0,0 0-13 16,0 0-7-16,0 0-3 0,0 0-13 0,0 0-5 0,0 0-2 0,20 3-4 16,-5-3-6-16,6 0-7 0,9 0-1 0,4 0-3 15,2-3-5-15,3 6 0 0,12-6-6 0,-13 2 0 16,-1-2-1-16,1 3-5 0,-3-3-5 0,-3 1-16 15,-4-1-14-15,-9 3-23 0,-1-2-33 0,0 2-38 16,-9 0-33-16,-3 0-24 0,-6 0-115 0,0 0-306 16,0 0 135-1</inkml:trace>
  <inkml:trace contextRef="#ctx0" brushRef="#br0" timeOffset="15192.7">11302 2555 231 0,'-4'0'223'0,"4"0"-15"0,0 0-28 0,0 0-14 16,0 0-24-16,-6 2-13 0,6-2-16 0,-3 6-10 16,6 1-15-16,-3-3-8 0,1 9-3 15,2-1-10-15,2 3-3 0,0 2-7 0,5 3 0 16,-1-3-13-16,9 9-1 0,-3-4-3 0,7 0-2 0,2-1-4 0,-1 1-2 15,1-3-2-15,7 1-3 0,-4-3-5 0,-2-2 0 0,4-3-2 16,-10-5 0-16,-3 5-4 0,2-5 1 0,-2 1-1 16,-4-4-1-16,-1 1 1 0,-1-4 7 15,-4 1 9-15,3 2 21 0,-9-4 26 0,5 3 13 16,-5-3 10-16,8 2 8 0,-8-2 0 0,0 0-2 16,0 0-14-1,10 3-11-15,-10-3-14 0,4 2-5 0,-4-2-12 16,0 0-19-16,4 3-4 0,-4-3-12 0,-3 11-5 15,-1 1 4-15,-3 5-5 0,-5 13 3 0,-3 1-3 0,-7 15-3 16,-5 1 5-16,1 5-1 0,-1 0-4 16,0 0-1-16,4-2 1 0,1-2 2 0,-1-5-2 15,10-9-5-15,2-2 2 0,-2 0-2 0,3-3-10 16,2-3 13-16,0-2 1 0,3-6 9 0,1-3-10 0,3 0 1 0,-4-5-3 16,4-2 0-16,0-2 3 0,-3 0-1 0,4 0 3 15,0-6 10-15,-1 8 10 0,1-8 10 0,0 0 2 16,-2 6 3-16,2-6-6 0,0 0 0 0,0 0-5 15,0 0 3-15,0 0-15 0,0 0-47 0,0 0-52 16,0 0-49-16,0 0-55 0,0 0-67 0,0 0-94 16,14-16-180-1,-10 9-566-15,-4 7 251 0</inkml:trace>
  <inkml:trace contextRef="#ctx0" brushRef="#br0" timeOffset="15624.79">11555 3670 2103 0,'-18'4'158'0,"3"0"-56"0,1-1-41 0,2 0-16 16,1 0-9-16,3-3 4 0,0 4 1 0,3-4 1 15,1 1 2-15,4-1 5 0,-9 3-2 16,9-3 3-16,-5 0 0 0,5 0-1 0,0 0-4 0,0 0-3 0,-7 0-4 15,7 0 0-15,0 0-4 0,0 0-6 0,-3 1-3 16,3-1-5-16,0 0 1 0,0 0-4 0,0 0 1 16,-4 4-4-16,4-4 0 0,0 0-2 0,0 0-1 15,0 0-3-15,0 0 4 0,0 0-1 0,0 0 17 16,0 0 6-16,0 0 11 0,0 0 7 0,0 0 0 16,0 0-10-1,17-8-2-15,-1 0-1 0,11 1-8 0,5-3-4 16,4 0 1-16,14-4-8 0,2-1-2 0,7 2-4 0,0-1 3 15,2 1-2-15,2 0 0 0,-3 1 7 0,-4-3 16 16,-5 6-4-16,-18 4-3 0,-2 0 1 0,-13 2 1 16,1-2 9-16,-7 4-3 0,-4 1-5 0,-1-3-6 15,-1 2 0-15,0-1-4 0,-1 1-2 0,-5 1-1 0,0 0-24 16,11 0-30-16,-11 0-47 0,4-1-43 0,-4 1-61 16,0 0-87-16,-17 5-325 0,8-2-646 0,9-3 285 15</inkml:trace>
  <inkml:trace contextRef="#ctx0" brushRef="#br0" timeOffset="29333.47">12756 2798 128 0,'1'-4'147'0,"2"2"-21"16,-3 2-8-16,10-4-12 0,-1 2-12 0,0 0-10 15,4 0-11-15,0 1-1 0,1 1-10 0,1 0-11 16,4 1-3-16,0 1-7 0,0 2 6 0,3 1-4 15,-3 0-6-15,7 7-11 0,1-1 2 0,-11 0-8 16,1 1 5-16,5 6-5 0,-8-3 1 0,4 6-9 0,-8-2 6 0,3 3-4 16,-2 3-1-16,-6 0-7 0,-1 0 6 0,-3-5 3 15,-3 5-7-15,-3 3 0 0,-2-10 9 16,-2 8-12-16,-6-2 13 0,0-2-3 0,-3-2 5 16,-4 0 4-16,4 0 1 0,4-7 7 0,-3-3-4 0,4 3 9 15,-2-2-4-15,4-3-3 0,1-2 1 0,1 0-8 16,2-1 2-16,0-2 3 0,2-1-8 0,1 0 15 0,-1 1 14 15,3-1 18-15,2-2 17 0,0 0-10 0,0 0-7 16,0 0-11-16,11-16-1 0,3 3-10 0,0-2 6 16,6-4-16-16,-1-7 3 0,4 5-13 0,4-5-3 15,-1 3-2-15,0-4-3 0,0 2-3 0,0-1-2 16,-2 1 2-16,2-1-6 0,-5 2 0 0,2 3 1 16,-5 1 6-16,-1 6 7 15,-6 2 19-15,-3 2 8 0,3 2 5 0,-4-2 10 16,-3 4 7-16,-1 3-8 0,1-3-4 0,0 2-7 15,0 1-8-15,-2-1-6 0,-2 4-4 16,6-1-8-16,-5-3-8 0,-1 4-9 0,0 0-13 0,0 0 4 16,0 0 1-16,-4 14-2 0,-1-6 1 0,-3 4 1 15,1 5-2-15,-5 7 2 0,-2-1 0 0,4 2 2 16,1 0 0-16,-1-1 2 0,2-2-2 0,4-3-2 0,0 2 3 16,4-4-1-16,0 1 1 0,3-6 1 0,2 4 1 15,0-3 0-15,8-1 7 0,-3-5 4 0,12 2-1 16,4-1 0-1,4 0 1-15,0-7 5 0,5 3-12 0,-3-3 0 0,-1-1 0 0,-3 0-13 0,-1-2-20 0,-5 0-33 16,-1 2-33-16,-9-2-36 0,-1 2-52 0,-1-5-77 16,-2 3-221-1,-4 0-512-15,2-1 227 0</inkml:trace>
  <inkml:trace contextRef="#ctx0" brushRef="#br0" timeOffset="30852.66">13386 2474 223 0,'0'-4'248'0,"0"4"-13"0,0-6-18 0,3 2-20 16,-1 1-19-16,2 1-18 15,-3-2-17-15,6 2-17 0,-1-1-11 0,-1 0-13 16,7 2-14-16,-1 1-6 0,-6 1-13 0,8 3-3 16,-3-1-9-16,0 2-7 0,1 0-5 0,-2 4-3 15,0-1-7-15,0 3 1 0,-2 3-2 0,-1-3-1 16,1 6-9-16,-4-3 3 0,-3-2-4 0,0 3-1 0,-4-1 4 16,0 2-2-16,-4-7-5 0,2 7 8 15,-2-5-7-15,2-2-1 0,-3 1-2 0,1-1-1 0,2-1-2 0,-2-1-3 16,3 0-1-16,-1-2 1 0,2 0-2 15,0-1 1-15,0 0-3 0,0-2-2 0,3 1 4 16,-3 0-4-16,4-3 0 0,-1 3-1 0,-2 1 1 0,3-4 1 16,0 0 1-16,0 0-2 0,-2 1 2 0,2-1-1 15,0 0 4-15,0 0 1 0,0 0 8 16,14 2-1-16,-4-4 5 0,9 1-2 0,3-3 0 0,7 2-10 0,3-3 4 16,0 0 0-16,1-1-6 0,2 2 1 0,-3-1 2 15,-4 2-3-15,1 2-3 0,-8-3 4 0,-5 0-4 16,2 2 2-16,-5 0-3 0,-4 1-1 0,0-1 4 15,-3 2-3-15,-2-1-3 0,4 1 5 0,-8 0 2 16,6-1 3-16,-6 1-7 0,0 0 3 0,0 0-11 16,0 0-11-16,0 0-23 15,0 0-14-15,-18 4-27 0,9-1-26 16,-1 2-40-16,5-3-53 0,-4 1-245 0,0 1-480 16,4 1 213-16</inkml:trace>
  <inkml:trace contextRef="#ctx0" brushRef="#br0" timeOffset="33973.71">14535 2602 186 0,'-3'-9'216'16,"3"4"-23"-16,3-2-10 0,-6 0-13 0,3 3-8 15,0 2-14-15,4-3-16 0,-4 1-19 16,0 4-9-16,0 0-14 0,0 0-14 0,0 0-5 0,0 0-9 16,-4 12-6-16,4 5-8 0,0 9-5 0,-5 2-4 15,0 5-2-15,0 12-6 0,-3 2-1 0,-1 0-2 0,-1 5 0 16,1 1-2-16,1-4-1 0,3-2-2 0,3-13 2 16,-4-3-3-16,4 2 14 0,0-4-1 0,-2-3 1 15,4-9-2-15,-2 1-3 0,2 0-5 0,-1-8 5 16,1 1-6-16,0-5-3 0,0 1 0 0,-2 1-3 15,2-4 0-15,0-4 2 0,-2 8 4 0,2-8 16 16,2 6 12-16,-2-6 1 16,0 0-1-16,0 0-9 0,0 0-39 0,0 0-33 15,0 0-24-15,0 0-32 0,-11-22-27 0,8 13-37 16,3-3-37-16,-3-4-214 0,4-1-431 0,-1-1 190 16</inkml:trace>
  <inkml:trace contextRef="#ctx0" brushRef="#br0" timeOffset="34327.82">14422 2571 157 0,'-1'-3'216'0,"0"-2"-8"0,0-1-12 16,1 3-14-16,0 3-15 0,-2-5-18 0,2 5-15 15,0-5-18-15,0 5-10 0,5 0-13 0,-5 0-7 0,14 2-13 0,-3 1-2 16,0 2-1-16,4 2 2 0,12 3-9 31,0 6 3-31,0-3-4 0,0 4-7 0,-3 0-4 0,-1 3-1 16,-1-1-8-16,-6 2-2 0,2-2-4 0,-9-1-3 15,-1-1-6-15,-1 1 7 0,-3-2-6 0,-4 0-2 16,-4 0 2-16,-3 0 2 0,-5-2-4 0,-1 1-2 16,-2-1 3-16,-6 1-7 0,0 2 4 0,1-8-5 0,1 1 2 15,3 0-9-15,-3-5 4 0,5 4 0 0,0-4-9 16,1-2 7-16,3 1-3 0,1 0 0 0,1-1-2 15,1 1-3-15,7-4-19 0,-12 4-18 0,12-4-21 16,0 0-17-16,-5 2-28 0,5-2-47 0,0 0-53 16,26-6-208-16,-9 2-438 0,0 0 193 0</inkml:trace>
  <inkml:trace contextRef="#ctx0" brushRef="#br0" timeOffset="34622.28">15400 2727 111 0,'0'0'271'0,"0"-4"-23"0,0 4-29 16,0 0-22-16,0 0-23 0,0 0-17 0,0 0-16 15,0 0-15-15,-13 12-14 0,4-6-10 0,-4 6-10 0,1 2-12 16,-4 1-6-16,-4 4-6 0,-1 1-6 0,-2-2-6 16,3 2-4-16,-1-1-6 0,4 3-2 0,-4-1-4 15,2 1-17-15,1-5-18 0,4-4-16 0,0 1-32 0,1-2-19 16,2 1-33-16,3-7-37 0,2-1-32 16,1-2-169-16,-2-1-359 0,7-2 159 0</inkml:trace>
  <inkml:trace contextRef="#ctx0" brushRef="#br0" timeOffset="34844.25">15147 2813 103 0,'1'-5'318'0,"0"-2"-13"0,2 2-21 0,-3 1-30 15,0 4-26-15,1-6-23 0,-1 6-27 0,0 0-27 0,4-5-14 32,-4 5-16-32,0 0-11 0,4 12-12 0,2-4-9 0,-2 1-8 15,0 6-11-15,4-1-5 0,-2 3-6 0,7 1-10 16,1 5 7-16,2 1-9 0,0-1-3 0,0 0 0 15,-1-1-7-15,0-2-1 0,-4-6-3 0,1 1-2 16,1-3-14-16,-7-3-14 0,1 2-27 0,0-4-24 16,-4 0-20-16,0 0-21 0,1-4-16 0,0 3-14 15,-4-6-9-15,4 6-8 0,-4-6-15 0,0 4-44 0,0-4-170 0,0 0-396 16,0 0 175-16</inkml:trace>
  <inkml:trace contextRef="#ctx0" brushRef="#br0" timeOffset="35128.61">15560 2898 154 0,'0'0'332'16,"0"0"-22"-16,0 0-23 0,0 0-25 0,0 0-26 15,0 0-28-15,0 0-20 0,0 0-22 0,20-10-23 16,-6 9-41-16,0-2-31 0,3 0-55 0,-3 2-50 16,4-3-56-16,0 1-67 0,0 1-209 0,-6 1-396 15,1-1 175-15</inkml:trace>
  <inkml:trace contextRef="#ctx0" brushRef="#br0" timeOffset="35285.24">15617 3019 123 0,'0'0'268'0,"-5"2"-4"0,5-2-17 0,0 0-26 15,0 0-21-15,0 0-22 16,28-3-18-16,-11-1-36 0,2 0-46 0,3-2-57 0,-2-1-72 15,8-1-96-15,-2-4-134 0,-7 8-305 0,-3-4 134 16</inkml:trace>
  <inkml:trace contextRef="#ctx0" brushRef="#br0" timeOffset="35692.3">16008 2789 119 0,'0'0'258'0,"0"0"-22"16,0 0-27-16,13 0-23 0,-13 0-19 0,9 4-18 16,-4-1-14-16,0 2-15 0,4 0-10 0,-4 3-5 15,-1 1-12-15,1 2-8 0,-1-1-10 0,0 0-8 16,-3 2 0-16,-1-1-9 0,0 0-8 0,4 3-3 16,-8-2-4-16,2-1-3 0,-1 1-3 0,-1-1-2 15,3-3-1-15,-3-1 0 0,0 0 2 0,3-2 4 16,1-5 12-16,-3 9 12 0,3-9 30 0,-2 5 36 15,2-5 27-15,0 0 33 0,0 0-18 0,0 0-20 0,0 0-14 0,0 0-12 16,9-29-18-16,1 15-12 0,3 2-13 16,0-3-3-16,0-1-7 0,8 1-9 0,-6 1-13 15,-3 3-3-15,-3 3 2 0,2 0-11 0,-7 3-4 16,1 0-1-16,0 0-5 0,-3 3-8 0,2-1-18 16,-4 3-3-16,7-2-9 0,-7 2-8 0,0 0-2 15,0 0-1-15,14 7 1 16,-10-2-1-16,-3 2-7 0,3-2-8 0,1 5-15 15,-4-1-15-15,3 0-33 0,0 2-32 0,0-2-44 16,0 1-36-16,-3 0-60 0,7-1-76 0,-3-6-191 16,-1 2-580-16,-4-5 258 0</inkml:trace>
  <inkml:trace contextRef="#ctx0" brushRef="#br0" timeOffset="35908.37">16413 2684 339 0,'3'-3'319'16,"-3"3"-33"-16,1-4-35 0,-1 4-26 0,0 0-26 16,0 0-25-16,12 8-11 0,-9-1-10 0,6 3-13 15,0 6-5-15,-1 3-13 0,1 2-2 0,1 5-9 0,-5 3-13 0,-1 0-9 16,-4 2-5-16,-4 3-6 0,-5 0-3 0,-1 0-15 16,-4 0-28-16,-8-5-18 0,-6 8-35 15,1-11-33-15,-14 7-47 0,-1-7-47 0,8-10-79 16,-17 3-226-16,-6-3-491 0,1-6 217 0</inkml:trace>
  <inkml:trace contextRef="#ctx0" brushRef="#br0" timeOffset="36346.9">14793 2549 138 0,'-13'25'171'16,"2"2"-6"-16,-6 6-8 0,4 10-13 0,-8 3-5 15,5 2-6-15,2-1-1 0,5 0-11 0,2 2-6 16,9-3-7-16,3-10-2 0,8-1-7 0,7 6-5 16,5-12-9-16,17 8-3 0,7-7-10 0,9-1-5 15,1-9-60-15,5-3-101 0,-5-7-247 0,7-1-368 0,-2-9 163 16</inkml:trace>
  <inkml:trace contextRef="#ctx0" brushRef="#br0" timeOffset="37580.08">11437 4084 5 0,'0'0'188'16,"4"-6"-24"-16,0 3-10 0,0 2-25 0,1 0-9 0,4 1-16 0,0 1-13 15,1 0-10-15,3 2-5 0,-3 2-8 0,-1 1-6 16,8 5-6-16,-4 2 0 0,-1 3-7 0,0 0-10 15,-1 6-2-15,-2-2-2 0,-2 0-4 0,-1 6-2 16,-3-2-2-16,-2-4-3 0,-1-1-4 0,0 1-1 16,-8 5 3-16,2-7-13 0,-2 1 16 0,-3-3 3 15,0-2 3-15,-1 2 6 16,0-3 11-16,-1-1 1 0,3-3-1 0,1-4 7 16,0 2 1-16,-1-2 12 0,5-2 14 0,1 1 13 15,0-3 23-15,-1 1 12 0,5-2-15 0,-8-1-12 16,8 1-8-16,0-9-12 0,0 1-1 15,4-2-20-15,4-5-7 0,1-2-6 0,5-3-5 0,0-4-6 16,4 0-7-16,0 5-3 0,-4 5-9 0,4-6 1 16,-4 6-1-16,-1 2 0 0,2 0-6 0,-5 4-1 0,4 0 0 15,-5 0-2-15,0 1-6 0,-4 5-1 0,4-1-1 0,-4 0-3 0,0 3 0 16,-5 0 8-16,12 6-13 0,-6-1 4 16,-1 2-4-1,-1 4 1-15,-1 1 4 0,-1 2-1 0,1 0 1 0,-2 3 0 0,2 0 3 0,-1 0-5 0,0-5 1 16,0 4-18-16,2-3-17 0,-3-3-12 0,3 0-21 15,0 0-25-15,2-1-24 0,1-2-29 0,4-2-51 16,1-3-63-16,-1-2-149 0,4-1-445 0,-2 0 198 16</inkml:trace>
  <inkml:trace contextRef="#ctx0" brushRef="#br0" timeOffset="37749.54">12080 4301 98 0,'0'0'321'0,"0"0"-21"0,-12-6-20 15,12 6-20-15,0 0-31 0,3-6-28 0,2 3-14 0,2-1-30 16,3 1-36-16,1-2-41 0,2 2-45 16,1-1-55-16,-1 0-61 0,6-1-66 0,-3 2-191 0,-3 1-364 0,-1-1 162 15</inkml:trace>
  <inkml:trace contextRef="#ctx0" brushRef="#br0" timeOffset="37914.65">12140 4388 24 0,'0'1'201'0,"-4"2"-13"0,4-3-19 16,-1 3-11-16,1-3-3 0,0 0-18 0,13 0-7 15,-2-2-14-15,6-3-19 0,6 2-15 0,4-4-40 16,-7 0-60-16,8 0-76 0,-6-1-138 0,5 1-250 15,-7 0 111-15</inkml:trace>
  <inkml:trace contextRef="#ctx0" brushRef="#br0" timeOffset="38228.21">12729 4149 192 0,'0'0'221'0,"-10"0"-28"0,10 0-11 0,-14 1-15 16,5 3-14-16,1 1-17 0,-1 2-12 0,-3 7-15 16,3-6-2-16,0 5-18 0,-3 3-3 0,5-2-11 15,-2 0-10-15,5 1-4 0,-1-2-9 0,2-4-14 16,5 4 4-16,-2-2 0 0,3-1 2 0,4-2 3 16,-1 1 21-16,2-5 4 0,4 1 3 0,5-2-1 15,1-3-7 1,0-4-2-16,2-2-11 0,-1 1-2 0,-2-1-3 15,-2-5-1-15,-2 2-1 0,0-3-9 0,-5 2 1 16,-7 0-7-16,0-2-4 0,-1 0-12 0,-5-3-16 0,-5 0-22 16,-3 1-25-16,-6 5-33 0,-8-2-41 0,-5 5-43 15,-2-1-53-15,-6 3-183 0,4 3-433 16,3 1 192-16</inkml:trace>
  <inkml:trace contextRef="#ctx0" brushRef="#br0" timeOffset="39513.15">11690 1951 48 0,'0'0'189'0,"3"-3"-10"0,-3 3-2 31,0 0-19-31,1-4 0 0,-1 4-8 0,3-5-6 0,-3 5-10 0,0 0-19 15,0 0-5-15,0 0-10 0,0 0-9 0,0 0-17 16,0 0-6-16,0 0-8 0,0 0-10 0,0 0-11 16,0 0-5-16,0 0 1 0,0 12-8 0,0-2 1 15,-4 0-11-15,1 7 5 16,1 0-8-16,-1 2 7 0,2-1-13 0,-3 8 8 16,0-2-4-16,-1-1-4 0,4 0 0 0,-3-2 4 0,0-1 1 0,3-3-3 0,1-3 0 15,-3 0-1-15,2-3 2 0,1-2-6 0,0 1 3 16,-2-5-2-16,0 4 6 0,1-7 12 0,1-2 24 15,0 4 32-15,0-4 28 0,0 0 25 0,0 9 15 16,0-9-16-16,0 0-14 0,6-15-11 0,2 3-17 16,2-3-1-16,2 1-9 0,3-8-13 0,-1-2-8 15,-1 5-11-15,5-5 4 16,0 5-10-16,-5 2-5 0,-1 1-7 0,0 4-1 16,-3 3-4-16,-3 1-3 0,-1 3-10 0,0-1 2 15,-1 3-10-15,0-1-13 0,1 3-11 0,-5 1 6 16,0 0 6-16,14 6-7 0,-9 1-1 0,-3 2-1 15,4 3 6-15,-1 3 4 0,-1 2-6 16,1 0 6-16,0 0 1 0,0 2-1 0,-1-1 5 16,-4-1-3-16,4-1 9 0,-3-5-9 0,2 1 3 0,-2-6 3 0,0 4-1 15,-1-5 0-15,0 0 2 0,3-1 3 0,-3 3 10 16,0-7-19-16,1 3-14 0,-1-3-19 0,3 3-19 16,-3-3-18-16,0 0-63 0,0 0-79 0,0 0-72 15,0 0-216-15,0 0-545 0,0 0 241 0</inkml:trace>
  <inkml:trace contextRef="#ctx0" brushRef="#br0" timeOffset="50684.18">17437 2844 138 0,'0'0'174'16,"0"0"-3"-16,0 0-22 0,0 0-9 0,0 0-11 16,-1-5-6-16,1 5-15 0,0 0-6 0,0 0-13 15,0 0-6-15,0 0-14 0,0 0 0 0,0 0-10 16,0 0 3-16,0 0-7 0,0 0 6 0,0 0-7 15,0 0 5-15,0 0-1 0,0 0-3 0,0 0-4 16,0 0-3 0,0 0-6-16,0 0 30 0,0 0-8 0,0 0-5 15,0 0-6-15,0 0-4 0,0 0-7 0,0 0-1 0,16-2-4 0,-2 1-6 0,5-1-2 16,9-2-5-16,8-1-2 0,-1 1-2 0,4-2-2 16,-3 1 0-16,4 3-3 0,-6-2 2 15,1 1-3-15,-6 0-4 0,2 1-7 0,-9 2-10 0,-2 0-10 16,-3 0-11-16,-5 0-23 0,0-2-15 15,-2 2-19-15,-4 0-10 0,-2 2 3 0,-4-2-13 16,0 0-25-16,0 0-26 0,-18 5-170 0,6-1-353 16,-4-3 156-16</inkml:trace>
  <inkml:trace contextRef="#ctx0" brushRef="#br0" timeOffset="51031.96">17508 3071 81 0,'-4'4'243'0,"3"-3"-21"0,1-1-23 0,-5 4-18 15,5-4-16-15,0 0-8 0,18 0-16 0,-4-4-12 0,14 2-2 16,4-6-18-16,4 3-6 0,2 1-9 0,13-4-4 16,-14 3-11-16,16-1-7 0,-19 2-8 0,-2 1-9 15,-2-1-4-15,-10 3-6 0,-1 0-5 0,-6 2-4 0,-2-1-3 16,-3 0-7-16,1 0-3 0,-3 0-1 0,1-1-8 16,-7 1-5-16,6-2 2 0,-6 2-4 0,0 0-11 15,0 0-20-15,-20 7-31 0,11-5-30 0,-4-1-44 16,0-1-63-16,3-1-165 0,1 0-386 0,9 1 170 15</inkml:trace>
  <inkml:trace contextRef="#ctx0" brushRef="#br0" timeOffset="52050.37">18938 2290 145 0,'0'0'188'0,"0"0"-12"15,-9 0-11-15,9 0-11 0,0 0-8 16,0 0-14-16,0 0-14 0,0 0-6 0,-6-2-18 16,6 2-6-16,0 0-7 0,0 0-6 0,0 0-7 15,0 0-4-15,23 0-1 16,-3 0-2-16,12-3-9 0,1-2-4 0,7-4-2 16,11 3-3-16,0-3-7 0,-14 4-3 0,-1 0-2 15,1-2-1-15,-1 2-4 0,-8 2-3 0,-7 2 0 16,-2-4-22-16,-3 2-29 0,-7 0-36 0,-1 2-17 15,-8 1-20-15,5 2-33 0,-5-2-40 0,-14 7-116 16,-3-3-315-16,-3 2 140 0</inkml:trace>
  <inkml:trace contextRef="#ctx0" brushRef="#br0" timeOffset="52520.33">18891 2353 5 0,'-4'3'251'0,"4"-3"-35"15,0 0-22-15,0 0-25 0,0 0-13 0,0 0-17 0,-2 3-16 16,2-3-10-16,0 0-18 0,-2 4-10 0,2-4-7 16,4 7-8-16,4 0-5 0,1 2-8 0,1 3-6 15,2 1-3-15,3 2-4 0,4 1-4 0,3 5-7 16,-2-4-1-16,4 1-1 0,1-1-3 0,-1-1-1 31,3 1-1-31,-3-2-6 0,4-4 1 0,-2 2-3 0,-7-5-1 0,7 2-2 16,-9-5-1-16,0 2 1 0,-2-3-2 0,-2 0-2 15,-3-2 0-15,-1 1-4 0,-1-2 3 16,-3 2-6-16,3-1 3 0,-6 0-3 0,-2-2 2 16,7 3-5-16,-6-1-3 0,-1 3 6 0,-1 2-6 15,-2 5 7-15,-6 6 1 0,-5 8-3 0,-4 3-2 16,-7 15 7-16,-5 2-2 0,-1 5-1 0,-14 19 2 16,14-18-3-16,-11 21 10 0,11-22-4 0,2 0 11 0,3 0 0 0,3-5 1 15,8 0 2-15,1-15-2 0,3 1 2 0,0-3 0 16,2-3 0-16,0 1-2 0,3-2 0 0,2-9-3 15,0-3-1-15,2-1-4 0,-1-1 0 0,-1-3 1 16,4 1-2-16,0-3 0 0,0-1 0 0,-1-1-1 16,1-4 15-16,-1 9 10 0,1-9 17 0,0 5-4 15,0-5-3 1,0 0-1-16,0 6-2 0,0-6-4 0,0 0-3 16,0 0-3-16,0 0-6 0,0 0-10 0,0 0-16 15,0 0-51-15,0 0-51 0,0 0-38 0,0 0-61 16,13-12-61-16,-6 4-159 0,1 3-455 0,-1-2 202 15</inkml:trace>
  <inkml:trace contextRef="#ctx0" brushRef="#br0" timeOffset="52836.33">19001 3575 216 0,'-3'5'282'0,"3"-5"-33"16,0 0-25-16,-5 3-21 0,5-3-23 0,0 0-17 15,32-3-18-15,-4-2-16 0,8-3-11 0,1 3-12 16,18-7-13-16,2 3-8 0,6-3-4 0,-2 0-13 16,-3 5-8-16,-7-3-5 0,-10 6-6 0,-4-1-7 15,-4 1-3 1,-3 1-4-16,-11 1-2 0,-6 0-8 0,-1 0-1 15,-1 1-2-15,-4 1-3 0,-7 0-3 0,14-1 2 0,-14 1-2 16,8-1 1-16,-8 1 0 0,0 0 0 16,0 0 0-16,0 0-23 0,0 0-36 0,0 0-47 15,-29 6-56-15,29-6-77 0,0 0-172 0,-20-5-425 16,17 2 188-16</inkml:trace>
  <inkml:trace contextRef="#ctx0" brushRef="#br0" timeOffset="55355.4">20264 2608 23 0,'0'0'182'0,"0"0"-7"0,0 0-3 0,0 0-5 16,0 0-8-16,4-3-20 0,-4 3-13 0,0 0-11 0,9-4-14 16,-9 4-8-16,11-2-13 0,1-2-7 0,-3 2-6 15,2 1-9-15,5 1-6 0,3 0-4 0,-5 3-7 16,8 1-7-16,-4 0-2 0,0 1-5 0,1 1-3 15,-2 2 0-15,-2 1-3 0,-2 2-2 0,-2 1-5 16,1 1 3-16,-5 1 5 0,-3 2-10 0,0 0 0 16,-6 2 1-16,-4 1-1 0,1 7 1 0,-4-8-4 0,-5 5 1 0,-5-1-2 15,3-2-2-15,-4-1 4 0,1 1 1 16,3-8-2-16,0 3 2 0,-3-2 4 0,4-3 5 16,-1-2 0-16,6-1 9 0,-1-3 4 0,2 1 17 15,4 0 13-15,1-2 19 0,4-3 20 0,-10 2 23 0,10-2-22 16,0 0-5-16,0 0-18 0,4-18-14 15,4 8-3-15,7-5-7 16,6-3-13-16,0-5-4 0,-1-1-10 0,8-1-2 16,13-7-4-16,-13 8-7 0,5 2 1 0,-7-1-5 15,2 3 2-15,-1-1-5 0,-4 6-10 0,-3-5 11 16,-4 8-4-16,-2 3 1 0,-5 4 4 0,-2-2-3 16,-1 2 2-16,0 1 0 0,-1 0-11 0,-3 2-4 15,1 0-11-15,-3 2-2 0,0 0 2 0,0 0 0 16,-6 19 1-16,-2-9 1 0,-2 7-1 0,-3 4 7 0,0 4-1 0,-1-1 0 15,0 0 4-15,1 1-1 0,4-2-1 16,3 2 6-16,1-6 1 0,2 0-1 0,7-2 2 16,1 1-1-16,4-1-8 0,3-3-17 0,6-2-29 15,1-3-40-15,10-1-54 0,5-3-69 0,-3-3-255 16,5-4-511-16,-4-1 226 0</inkml:trace>
  <inkml:trace contextRef="#ctx0" brushRef="#br0" timeOffset="55659.2">21315 2510 74 0,'0'-5'305'16,"0"5"-22"-16,-3-7-17 0,2 5-22 0,-3-2-27 15,4 4-27-15,-1-4-19 0,1 4-18 0,0 0-22 16,0 0-9-16,0 0-16 0,0 0-9 0,-14 13-11 16,5 3-10-16,-4 6-8 0,-1 4-5 0,-1 1-5 0,-2 6-7 0,3 1-6 15,-2-1-5-15,5-1 2 0,2 1-7 0,-1 2-2 16,5-4 2-16,4-1-9 0,3 0-1 16,4 1 4-16,7-2-4 15,2-4-2-15,1-1-6 0,6-3-17 0,1-4-36 0,1-4-46 0,4-1-65 0,0-6-86 0,0-3-207 16,3-3-477-16,-11 0 212 0</inkml:trace>
  <inkml:trace contextRef="#ctx0" brushRef="#br0" timeOffset="56140.31">21490 2696 176 0,'3'-4'251'15,"-1"-1"-25"-15,6 2-24 0,-2 0-21 0,2 2-18 16,3-2-14-16,2 1-19 0,-4 4-12 0,1 1-13 16,2-2-9-16,1 4-12 0,2 3-8 0,-2 2-9 0,-2 2-5 0,-1 0-5 15,-2 2-7-15,1 2-2 0,-5 2-5 0,2-1-3 16,-6 0-5-16,-1 3 0 0,-4-4-6 15,1 2-2-15,-5 0 0 0,1 0-7 0,-2-1 3 0,1-5-5 16,0 3 2-16,2-5 0 0,-1-1 6 0,3-4 8 16,1 0 11-16,1-1 19 0,1 0 27 0,2-4 30 15,0 0 28 1,0 0-5-16,0 0-20 0,0 0-13 0,2-17-10 16,9 6-13-16,1-3 6 0,5-6-27 0,2-1-2 15,4 0-10-15,-1 0-10 0,0 1 2 0,-2-2-6 16,-4 9-9-16,-1 0-2 0,-2 1 3 0,-3 3-10 15,-1 1-2-15,-4 4-2 0,1-1-2 0,-2 0 3 0,0 2-28 16,2 1-21-16,-6 2 0 0,0 0 5 16,7 8-1-16,-5-1 11 0,-2 2-8 0,-2 1 0 0,2 3 11 0,2-2-4 15,-2 4 6-15,0 2 2 0,2 0-22 16,0-1-16-16,3-1-21 0,-1 1-29 0,4-5-33 16,-2 1-39-16,4-4-57 0,4-3-82 0,-5 2-196 15,8-6-543-15,-2-2 239 0</inkml:trace>
  <inkml:trace contextRef="#ctx0" brushRef="#br0" timeOffset="56594.45">22194 2788 53 0,'-6'3'304'0,"6"-3"-29"0,0 0-26 15,0 0-27-15,0 0-18 0,0 0-22 0,0 0-19 16,0 0-13-16,0 0-16 0,0 0-15 0,0 0-12 16,0 0-12-16,0 0-6 0,0 0-14 0,0 0-9 0,0 0-4 15,0 0-5-15,0 0-8 0,-3 5-1 16,3-5-8-16,0 0-3 0,0 0-4 0,0 0-3 0,0 0-1 16,0 0-9-1,0 0 4-15,0 0-4 0,0 0-3 0,0 0-4 16,0 0 1-16,0 0-1 0,0 0-4 0,0 0 6 15,0 0-6-15,0 0 1 0,0 0-3 0,0 0-1 16,0 0 2-16,0 0-1 0,0 0 2 0,0 0 0 16,0 0 1-16,0 0 9 0,0 0 8 0,0 0 8 15,0 0 5-15,0 0-5 0,0 0-4 0,27-8-5 16,-6 4-1-16,9-4-8 0,7 3 3 0,-1 0-1 0,14-4-6 16,-13 7 2-16,-1-3-6 0,1-2 7 0,-3 5-9 15,-6-1 0-15,-1 2 3 0,-5-1-4 0,-5 2-3 16,-5 0 5-16,-2-3-4 0,0 2 3 0,-3 1-2 15,-2-1-2-15,0-1-8 0,-5 2-1 0,7-1-12 16,-7 1-26-16,0 0-25 0,0 0-19 0,0 0-19 16,0 0-15-16,0 0-22 0,-26-2-38 0,26 2-48 0,-13 0-184 0,13 0-449 15,-14-1 198-15</inkml:trace>
  <inkml:trace contextRef="#ctx0" brushRef="#br0" timeOffset="57141.28">22998 2603 248 0,'-5'-4'306'0,"5"4"4"0,-3-7-33 16,3 7-16-16,0 0-11 0,0-5-8 0,0 5-23 16,0 0-15-16,3-6-19 0,-3 6-18 0,0 0-24 15,0 0-11-15,0 0-16 0,0 0-23 0,0 0-3 16,0 0-17-16,0 0-25 0,0 0 9 0,0 0-2 0,1 20-6 16,-1-12-1-16,-1 9-11 0,-3-1-1 0,0 2-5 15,0 2-3-15,0 4-3 0,3 2-1 0,0-6 3 16,-3 5-10-16,1-6 0 0,2 0 0 0,-4 0 3 15,5 0-4-15,0-4-4 0,-1-3-1 0,-2-2-8 16,2 0 8-16,1-3-3 0,0-3 3 0,-4 4-2 16,4-8-15-16,0 0 17 0,0 9 1 0,0-9 2 0,1 6 1 0,-1-6-6 15,0 0 4-15,0 0-3 0,0 0 6 16,0 7-9-16,0-7 10 0,0 0-2 0,0 0-4 16,0 0-14-16,0 0-18 0,0 0-68 0,0 0-66 0,0 0-50 15,0 0-60-15,0 0-292 0,4-25-603 16,-1 18 267-16</inkml:trace>
  <inkml:trace contextRef="#ctx0" brushRef="#br0" timeOffset="57442.56">23049 2394 73 0,'0'-5'225'0,"0"5"-23"0,0 0-16 0,0 0-13 0,20 13-5 16,-7-1-10-16,9 7-5 0,-2 1-10 15,0 4-9-15,1 4-7 0,2 2-5 0,3 11-9 16,-8-9-10-16,5 8-7 0,-7-8-12 0,-5-1-4 16,-2 0-7-16,-4 3-9 15,-2-5-4-15,-3 2-4 0,-2-3-3 0,-8-2-5 16,-1 1-4-16,-6-3-4 0,0-2-3 0,-5-3-9 15,-1 0-14-15,-1-4-22 0,0 1-24 0,-1-7-20 16,0 0-24-16,4-1-37 0,3-2-31 0,6-1-45 16,0-5-186-16,0 0-404 0,12 0 179 0</inkml:trace>
  <inkml:trace contextRef="#ctx0" brushRef="#br0" timeOffset="57858.38">23733 2793 163 0,'0'0'170'0,"0"0"-16"0,0 0-18 0,-6 1-6 16,6-1-13-16,0 0-8 0,0 0-7 0,0 0-12 0,-3 2-9 16,3-2-6-16,0 0-4 0,0 0-17 0,0 0 16 15,0 0-2-15,0 0 3 0,0 0 5 0,0 0 2 16,0 0 1-16,0 0 7 0,0 0 5 0,0 0 0 16,0 0 1-16,0 0 4 0,0 0 0 0,0 0 0 15,0 0-11-15,0 0-3 0,0 0-4 0,18-5-7 16,-6 2-7-16,6 1-7 0,5 0-9 0,8-1-5 0,1-2 2 0,1 4-7 15,4-3-8-15,-4 2-1 0,-1-1-3 0,-1-3-9 16,-8 3-12-16,-4 1-18 0,-6 0-19 0,1 2-24 16,-6-3-25-16,-2 1-41 0,-1-3-50 0,-5 5-49 15,2-5-207-15,-2 5-463 0,-15-7 206 16</inkml:trace>
  <inkml:trace contextRef="#ctx0" brushRef="#br0" timeOffset="58065.25">23859 2653 186 0,'0'0'345'0,"0"0"-15"0,-1-5-14 0,1 5-21 16,0 0-35-16,0 0-29 0,0 0-29 0,-3-4-19 0,3 4-23 16,0 0-18-16,0 0-17 0,-6 19-13 0,1-7-25 15,1 5 5-15,0 2-10 0,0 8-6 0,0 2-9 16,2-4 0-16,-1 4-6 0,3-1-1 0,3 0-3 15,-1 0-20-15,2-3-43 0,0 0-47 0,0-5-62 0,-3-3-77 16,4-6-121-16,-2-4-170 0,-1 3-523 16,2-9 233-16</inkml:trace>
  <inkml:trace contextRef="#ctx0" brushRef="#br0" timeOffset="58693.24">24405 2542 231 0,'0'0'303'0,"5"-5"-36"0,0 4-24 0,3-3-29 16,-1 4-18-16,4 0-22 15,3 3-17-15,4 1-18 0,-1 4-14 0,0-1-14 16,6 9-8-16,-9-3-11 0,4 4-9 0,-5-3-11 15,-4 3-4-15,0 0-9 0,-5 2-7 0,1 0-6 16,-3 0-5-16,-7 0-5 0,-3 7 3 0,-5-5-7 16,6-5-4-16,-7 0-2 0,-5 3-3 0,2-7-4 15,-1 1 3-15,1-5-8 0,2 0 9 0,1-2 1 16,3-2 6-16,-1 1 4 0,6-1 20 0,-2-2 14 0,4 2 23 0,-1-4 33 16,5 0 24-16,-8 3 25 0,8-3-11 0,0 0-24 15,-2-7-14-15,2 7-13 0,9-13-5 0,-1 5-15 16,6-4-14-16,0 0-2 0,10-6-15 0,0-2-5 15,3-1-4-15,1-1-11 0,-1 2-7 16,-3-3-16-16,-3 5 7 0,-3 5-3 0,-7 1 0 16,4 0-1-16,-4 5-4 15,-1 0 0-15,-5 4-5 0,1-1-16 0,-2 1-12 16,1 1-22-16,-2-1-37 0,-3 3 2 0,0 0 7 16,0 0 5-16,2 12 6 0,-3-2 2 0,-3 0 9 15,3 7 4-15,-2-5 1 0,1 5 3 0,2-1-2 16,1 1-1-16,0 0 3 0,3 0-7 0,4-2-16 15,1 0-16-15,1-3-34 0,2 1-41 0,3 0-53 16,-1-6-91-16,1-3-269 0,2 0-611 0,-3-4 270 16</inkml:trace>
  <inkml:trace contextRef="#ctx0" brushRef="#br0" timeOffset="59368.18">24883 2164 109 0,'0'0'193'0,"-4"-2"-18"0,4 2-19 15,0 0-14-15,0 0-18 0,13 7-8 0,-2-4-11 16,1 2-11-16,4 2-12 0,1 0-5 0,1-2-5 0,0 0-15 16,-1 0 3-16,-2-2-9 0,2-2 0 0,-5 2-15 15,1-3 5-15,-2 0-6 0,1 0 6 0,-1-3 20 16,-2 3 9-16,-4-2 26 0,3-1 1 0,-5-1 7 0,4-1 2 16,-3 3 14-16,-1-4 6 0,0 2-3 0,1 0-11 15,0-1 5-15,-3 0-18 0,2 2-5 0,-2-1 10 16,-1 0-5-16,0 4-2 0,5-2-9 0,-5 2-8 0,0 0-15 15,3-5-7-15,-3 5-2 0,0 0-11 0,0 0-8 16,1-2-9-16,-1 2-14 0,0 0-20 16,0 0-21-1,0 0 1-15,0 0 4 0,4 17 2 0,-3 1 1 16,2 10 7-16,-2-2-6 0,-1 6 2 0,0 17-9 16,0 0 10-16,3 3 5 0,-2-1 1 0,-1 0 1 15,-4-1 4-15,4 1 3 0,0-3 0 0,0 0 4 0,-4-15-3 16,4 1 5-16,-1-1-13 0,-2-2 13 0,3-1-2 15,-1-2 6-15,-3 0-1 0,4-9 5 0,-5 0-3 16,5-2-13-16,0-6 13 0,-1-2-1 0,1 0 2 0,-3-2 0 16,3-1-2-16,-1 0-5 0,1-1 1 0,0-1 2 15,0 0 1-15,-1 0 3 0,1-4-2 0,0 0-4 16,-3 5-1-16,3-5-3 0,0 0 0 0,0 5 7 16,0-5-4-16,0 0 1 0,0 3 2 0,0-3-4 15,0 0-4-15,0 5 3 0,0-5 0 0,0 0 4 16,0 0-9-16,0 4 7 0,0-4-2 0,0 0 6 0,0 0-5 0,0 5-3 15,0-5 3-15,0 0-1 0,-4 4 2 16,4-4-2-16,0 0 7 0,-3 5-6 0,3-5 1 16,-2 3-6-16,2-3 3 0,-5 4 5 0,-2-1 1 15,1-2 3-15,-4 1-3 0,-4 2 6 0,-6-4-18 0,-7 0-42 16,-5 0-63-16,-3 0-110 0,-16-6-374 0,0-2-643 16,15-1 285-1</inkml:trace>
  <inkml:trace contextRef="#ctx0" brushRef="#br0" timeOffset="61271.31">20464 2307 121 0,'0'0'107'0,"-12"0"-13"16,1-2-5-16,-2 2-6 15,-2 0-9-15,-2 0-6 0,-3 0-11 0,-1 0 2 16,-7 2-9-16,0-2-2 0,-3 0-4 0,2 2-4 0,0-2 1 16,-1 1-17-16,1 1 0 0,7-2 3 0,-1 0-5 15,5 0-2-15,4 0 8 0,1 0-8 0,3 0 11 16,0 0 8-16,2 0 10 0,2 0 7 15,6 0 15-15,-10 1 37 0,10-1 9 0,-8-1 2 16,8 1-5-16,0 0 1 0,-9 0-2 0,9 0-6 16,0 0-9-16,-4 2-2 0,4-2-7 0,0 0-9 15,0 0-1-15,0 0-14 0,0 0-4 0,0 0-8 16,-10 3-7-16,10-3-6 0,0 0-5 0,0 0-14 16,0 0-15-16,0 0-24 0,0 7 2 0,0 0 2 0,0 5 4 0,-1 8 0 15,-4 8 2-15,-2 19 2 0,-2 2 2 16,-5 5-2-16,4 4 2 15,-8-1 3-15,-2 25-1 0,6-26 2 0,1 2 3 0,-1-2 3 16,6 0-3-16,0-2 5 0,2-6 0 0,1 0-3 0,3-14-1 16,-1 0-1-16,0-2 1 0,3 0 0 0,-1-3 2 15,1 0-2-15,0-10 2 0,-3 1-4 0,3-3 2 16,0-3-1-16,-1-4 3 0,1 2-3 0,0-3 2 0,-1-4-3 0,1 3 2 16,0-3-1-16,0-5 2 0,-1 7 4 0,1-7 9 15,0 7 2-15,0-7-1 0,0 5 2 0,0-5 2 16,0 0-3-16,0 0-3 0,0 6 1 0,0-6-5 15,0 0 1-15,0 0-2 0,0 0 1 0,0 6-4 16,0-6-1-16,0 0-2 0,0 0 3 0,0 0-5 16,0 0 2-1,0 0 0-15,0 0 0 0,0 0-4 0,0 0 2 16,0 0-2-16,0 0 2 0,0 0-2 0,0 0 0 16,0 0 1-16,0 0 0 0,0 0 3 0,0 0 3 15,0 0 13-15,0 0 5 0,0 0 11 0,0 0 10 16,0 0 4-16,0 0 6 0,0 0 3 0,0 0-2 15,11-2-6-15,7-3-6 0,8-3-9 0,5 1-5 16,5 0-3-16,0 2-7 0,4-2-1 0,-1 4 2 0,0-1-9 0,-4 1 6 16,1 0-4-16,-5 2-2 0,-9 1-1 0,-3 0-2 15,0 0-4-15,-8 0 3 0,1 0-2 0,-2 0-1 16,-10 0-7-16,12 0 6 0,-12 0 5 0,11 1-8 16,-11-1-14-16,0 0-9 0,12-1-21 0,-12 1-27 15,0 0-36-15,0 0-39 0,0 0-81 0,0 0-95 16,0 0-204-16,0 0-564 15,0 0 251-15</inkml:trace>
  <inkml:trace contextRef="#ctx0" brushRef="#br0" timeOffset="62972.68">26065 2334 167 0,'1'-4'233'0,"-1"4"3"0,0 0-17 16,0 0-16-16,1-6-20 0,-1 6-17 15,0 0-24-15,0 0-16 0,0 0-15 0,0 0-11 16,0 0-13-16,0 0-6 0,0 18-12 0,-1-2-6 16,-2 2-10-16,-3 9 0 0,1 5-7 0,0 0-5 15,-2 2-5-15,-2 11 1 0,3-8-7 16,2-3-1-16,-1 0-2 0,1 1-1 0,0-1-3 16,3-1 1-16,1-4-5 0,0 2 0 0,-2-2-2 0,2-5-1 15,0-3-2-15,2-5 3 0,-2 2-2 0,-2-2 2 0,0-5-5 16,2 0 1-16,0-2 0 0,0 0-4 0,-1-4 2 15,-3 2 0-15,4-4 0 0,0-3 4 0,0 9 0 0,0-9-1 16,-4 2-26-16,4-2-35 0,0 0-27 0,0 0-27 16,-18-14-36-16,13 5-44 0,-1 0-50 0,-2-4-117 15,5-1-377-15,-1 2 167 0</inkml:trace>
  <inkml:trace contextRef="#ctx0" brushRef="#br0" timeOffset="63289.35">25931 2208 232 0,'0'-6'272'16,"-2"2"-22"-16,4 0-31 0,-2 4-23 0,-2-6-28 16,2 6-19-16,0 0-14 0,0 0-14 0,0 0-14 15,19 10-10-15,-10-2-8 0,13 9-9 0,2 2-7 0,1 7-8 16,0-4-7-16,12 12-4 0,-14-10-6 0,0 4-1 15,-2-2-7-15,-3-2-4 0,-2 5-5 0,-2-5 1 16,-1-2-5-16,-8-4-5 0,-1 0-5 0,0-2-4 16,-4-4-5-16,-3 1-4 0,-2-1 6 0,-3-1-5 15,-3 2 4-15,-4-2-2 0,-3-2 4 0,2-1-4 16,-5 3 4-16,0-6-3 0,2 0 5 0,-1-3-3 16,-1 1 2-16,10-1-3 0,-3 1 1 0,2-1-1 0,3-2 0 15,4 2 1-15,-4-2-14 0,4 0-24 16,5 0-50-16,0 0-66 15,0 0-63-15,15-9-190 0,-1 4-430 0,8 1 191 16</inkml:trace>
  <inkml:trace contextRef="#ctx0" brushRef="#br0" timeOffset="63852.65">27038 2467 129 0,'0'0'252'0,"4"-4"-16"0,-4 4-16 0,0 0-12 15,0-5-19-15,0 5-13 0,0 0-21 0,1-3-17 16,-1 3-17-16,0 0-14 0,0 0-22 0,0 0-9 0,0 0-6 16,-10 9-10-1,1 1-5-15,-1 3-5 0,-5 1-1 16,1 0-9-16,-5 8-1 0,-1-2-4 0,-1 4 0 0,0-3-9 15,2 2-1-15,-3-2 0 0,7 0-2 0,2-6-1 16,-5 5-1-16,7-4-1 0,-1-2-4 0,1-3 1 16,-1 3-1-16,5-4-3 0,-1-1-14 0,2-1-18 15,2-1-21-15,-3 0-20 0,2-2-20 0,0-2-31 16,0 1-25-16,1-1-41 0,4-3-178 16,-9 2-383-16,9-2 170 0</inkml:trace>
  <inkml:trace contextRef="#ctx0" brushRef="#br0" timeOffset="64253.73">26752 2505 199 0,'0'0'248'0,"0"0"-22"0,0 0-26 16,-1-4-18-16,1 4-21 0,0 0-13 0,0 0-23 16,0 0-12-16,0 0-12 0,13 12-9 15,-6-5-11-15,2 5-10 0,4 3-6 0,6 6-5 0,0-2-4 0,-1 1-8 16,5 3-3-16,-1-2-3 0,0 3-6 0,-3-2-1 16,3 1-4-16,-3-3-3 0,-3 0-6 0,2 2 3 15,-7-8 3-15,-4 0-8 0,3-3-2 0,-1 0-1 16,-4-1-4-16,3-3-1 0,-3-2-2 0,0 1 1 15,-1-1 2-15,0-2 3 0,-3 0-4 0,-1-3 5 0,4 6 10 16,-4-6 10 0,1 4 7-16,-1-4 0 0,4 6 3 0,-4-6-2 15,0 0-9-15,0 0 0 0,4 1 0 0,-4-1-9 16,0 0 0-16,0 0-12 0,0 0-43 16,0 0-43-16,0 0-37 0,0 0-36 0,0 0-37 15,0 0-66-15,0 0-132 0,0 0-409 0,-11-17 181 16</inkml:trace>
  <inkml:trace contextRef="#ctx0" brushRef="#br0" timeOffset="64669.77">27295 2654 33 0,'0'0'258'0,"0"0"-20"0,0 0-27 16,0 0-19-16,9-8-18 0,-3 8-22 0,6-2-13 15,2 0-16-15,4-1-22 0,0 1-25 0,0 2-31 16,1-1-45-16,1-1-48 0,1 2-60 0,-3-3-157 15,-3 2-286-15,-3 0 127 0</inkml:trace>
  <inkml:trace contextRef="#ctx0" brushRef="#br0" timeOffset="64855.2">27364 2738 61 0,'-5'3'253'0,"5"-3"3"0,0 0-9 0,-1 4-23 0,1-4-24 16,0 0-22-16,22-5-17 0,-5 3-17 0,1 2-13 16,10-1-24-16,-1-4-40 0,1 4-53 0,-5-2-50 15,3-1-71-15,-4 1-210 0,-3 0-344 0,-2-1 153 16</inkml:trace>
  <inkml:trace contextRef="#ctx0" brushRef="#br0" timeOffset="65292.21">27718 2530 206 0,'5'-5'238'16,"-1"2"-25"-16,1-1-23 0,3 1-22 0,1 5-14 0,1-4-17 15,0 5-12-15,2-2-14 0,-1 5-13 0,2-1-7 16,-4 1-4-16,6 5-11 0,-6-2-4 0,-1 3-5 15,2 1-11-15,-5-2-3 0,0 4-5 0,-3 2-6 16,-2 0-4-16,-2-2-3 0,-1-1-7 0,-4 2 1 16,1-5-4-16,-1-1 1 0,-2 4-3 0,0-4-3 15,1-3 4-15,1 3 1 0,1-5 1 0,1-1 9 0,1-1 9 16,1 3 20-16,-2-3 15 0,5-3 29 0,-5 3 27 16,5-3 23-16,0 0-15 0,0 0-22 0,0 0-11 15,8-14-7-15,-1 8-13 0,2-5-13 0,7 0-3 16,-1-3-2-16,5-3-18 0,0 0-6 0,1-1-3 15,-8 7-3-15,2-3 4 0,3 2-17 0,-5 2 3 16,-4 1-5-16,0 3-6 16,-4 2-2-16,0-2-4 0,2 2-6 0,-5 3-3 15,-2 1-6-15,10-6-19 0,-10 6-13 0,4-3-9 16,-4 3 0-16,0 0 11 0,0 0-4 0,7 13 5 16,-7-6 9-16,1 0-2 0,0 1-12 0,4 1-17 15,-3 0-23-15,2 1-28 0,-2-3-35 16,4 4-30-16,-2-3-19 0,0 0-50 0,-1-2-48 15,-2-1-183-15,-1-5-505 0,5 8 223 0</inkml:trace>
  <inkml:trace contextRef="#ctx0" brushRef="#br0" timeOffset="65523.24">28191 2420 113 0,'1'-1'253'0,"2"-2"-28"0,-3 3-26 15,6 0-21-15,-6 0-12 0,19 5-10 0,-6 6-9 16,2-3-8-16,3 12-3 0,-2 1-11 0,0 6-3 16,0 1-8-16,-6 5-9 0,-2-2-9 0,-2 3-8 15,-4 0-9-15,-8 11-7 0,-3-10-6 0,-1-2-4 16,-13 9-17-16,3-13-20 16,-14 7-31-16,2 1-27 0,3-14-46 0,-16 4-56 15,-3-4-80-15,-3-3-160 0,-6-6-404 0,2-6 179 16</inkml:trace>
  <inkml:trace contextRef="#ctx0" brushRef="#br0" timeOffset="65976.28">26802 2201 75 0,'0'0'235'0,"-3"-3"-27"0,3 3-20 0,0 0-25 15,-9 11-13-15,-2 3-21 0,-6 7-4 0,-7 6-18 0,-9 19-8 0,1-3 15 16,-3 6-12-16,5-1-12 0,0 5-6 0,9-4-8 15,0-1-2-15,10-1-8 0,5-12-3 0,6-1-3 16,8 0-2-16,6 1-3 0,15 7-1 0,11-5-5 16,10-1-7-16,31 5-36 0,4-9-76 0,-22-14-136 15,25-4-160-15,-27-10-397 0,-1-6 175 0</inkml:trace>
  <inkml:trace contextRef="#ctx0" brushRef="#br0" timeOffset="67308.31">18483 4025 205 0,'0'0'234'0,"-4"-4"-18"0,4 4-13 0,0 0-19 16,0 0-16-16,-2-4-21 0,2 4-12 0,0 0-17 15,0 0-9-15,13-4-17 0,-6 3-6 0,7-1-9 16,-1 2-13-16,2 2-2 0,4 2-7 0,2 2-9 16,2 5-3-16,-4-2-10 0,4 8-2 0,-6-5 2 0,1 5-2 15,2 1-7-15,-7 5-3 0,-2-6-6 0,-4 0-5 16,-1 3 3-16,-2 4-1 0,-4-5-2 0,-2 0 0 15,-5-1-1-15,-3 1-1 0,-3 3-1 0,2-6-1 16,-4-2-1-16,-1 1-2 0,-2-3 6 0,1-2-4 16,1 2 4-16,1-4-6 0,-2-1 6 0,7-2 9 15,-2-2 17-15,7-1 22 0,0 1 23 0,-1-2 20 0,6-1-2 0,0 0-16 16,-8-6-9-16,8 0-8 0,2-3-12 0,5-2-8 16,3-6-3-16,9-4-7 0,4-5-5 0,-1 2-7 15,5 2-5-15,-3-3-5 0,7 1-1 16,-4 2-4-16,-3 3-3 0,1 2 0 0,-4 0 4 15,-4 5-6-15,-1 2 1 0,-2 3 8 0,-5 1-6 0,-4 2-10 16,3 2-2 0,-3-1-4-16,0 0-18 0,-2 2-1 0,-3 1-2 15,0 0 5-15,5 8 6 0,-5-2-2 0,0 4 4 16,-3 0-1-16,1 4 3 0,-1 3 0 0,-1 3 6 16,2-3 0-16,-1 0 1 0,2 0 1 0,-3 1 3 15,4-3 2-15,0 2 2 0,5-5-1 0,-1-1 1 16,0 0-3-16,1-1 0 0,3-3-16 0,3 0-23 15,1 0-30-15,5-5-41 0,2 3-52 0,7-5-44 0,-3-1-218 0,0-2-463 16,5 1 206-16</inkml:trace>
  <inkml:trace contextRef="#ctx0" brushRef="#br0" timeOffset="67492.3">19269 4188 194 0,'-4'-4'312'16,"4"4"-22"-16,-5-1-26 0,5 1-26 0,-5-3-27 16,5 3-17-16,0 0-35 0,9-8-35 0,0 4-29 0,1 2-26 31,4-2-46-31,4-1-48 0,3-1-72 0,7 0-65 0,-8 1-154 16,1 2-340-16,0-2 151 0</inkml:trace>
  <inkml:trace contextRef="#ctx0" brushRef="#br0" timeOffset="67654.75">19417 4279 78 0,'-5'5'212'0,"3"-3"-21"16,-1 0-15-16,3-2-23 0,-4 2-9 0,4-2-11 16,0 0-12-16,0 0-19 0,25-2-13 0,-8-2-31 15,4-1-42-15,7-1-62 0,-1-1-86 0,1-1-85 0,-1 0-233 16,-7 1 104-16</inkml:trace>
  <inkml:trace contextRef="#ctx0" brushRef="#br0" timeOffset="67940.25">19900 4105 45 0,'-10'1'251'15,"-1"3"-21"-15,-2 0-20 0,1 3-18 0,2-3-18 0,-1 5-15 16,0 0-16-16,0 2-19 16,-2 1-9-16,6-3-9 0,0 1-11 0,3 1-13 0,-2 0-3 0,6-1 3 0,4 0-1 15,2-2 1-15,4 1-4 0,9-3-1 0,2-1-5 16,10-4-8-16,4-1-4 0,1-3-8 0,-5-2-2 16,-1-4-6-16,-1 1-10 0,-6-5 3 0,-5 0-2 15,-6 0-4-15,0 1-2 0,-6-5 0 0,1 0-4 0,-5 1-6 0,-7 0-10 16,-1 0-8-16,-7 2-14 0,-9-2-23 15,-5-1-28-15,-6 11-35 0,-3-4-53 0,-15 7-52 16,-1 1-201-16,1 5-439 0,0-2 194 0</inkml:trace>
  <inkml:trace contextRef="#ctx0" brushRef="#br0" timeOffset="68978.48">19102 1681 40 0,'0'0'190'0,"0"0"-16"0,0 0-27 16,0 0-12-16,0 0-13 0,0 0-15 0,-3 21-8 15,2-9-13-15,-3 5-5 0,3 0-12 16,-3 0 4-16,0 9-16 0,0-6-7 0,-1-1 0 15,4 1-10-15,-3-3 1 0,3 0-4 0,-2-3-2 0,2-2-8 0,-3-2 2 16,4-3-8-16,0 0 0 0,0-2 19 0,-1 1 16 16,-2-2 24-16,3-2 23 15,0-2 36-15,-1 5 34 0,1-5 30 0,-3 1 20 0,3-1-23 0,0 0-15 16,4-13-24-16,4 3-15 0,-3-6-7 0,8 0-25 16,-3 2-15-16,2-3-8 0,3-6-4 0,-1 3-18 15,-1 4-4 1,-2 3 8-16,-2 3-21 0,-2 2-10 0,-4 2-1 15,3 0-18-15,-3 2-23 0,1 2-42 0,0 2-2 16,-4 0 2-16,13 9 7 0,-5-1 2 0,-1 1-6 0,-2 8 4 16,2-2-4-16,-1 5 2 0,3 6-1 0,0-4-19 15,-3 3-23-15,-2-7-29 0,-3 3-34 0,3-3-48 16,-1 2-63-16,-2-3-266 0,-1-6-563 0,0 1 249 16</inkml:trace>
  <inkml:trace contextRef="#ctx0" brushRef="#br0" timeOffset="109840.93">7342 6053 143 0,'0'0'163'16,"-3"-3"-13"-16,3 3 1 0,3-7-5 0,-2 5 4 15,-1 2 2-15,0-7 1 0,0 4-5 0,4-2-6 0,-4 0 7 16,1 0-3-16,2 0-2 0,-3 1 2 16,1-4-10-16,-1 2-2 0,3-1-6 0,-2-1-5 0,-1 3-11 15,0-2 0-15,1 2-4 0,2 0-6 0,-3 0-15 16,0 1 0-16,0 4-14 0,5-4-11 0,-5 4-10 0,0-4-17 15,0 4-38-15,0 0-11 0,0 0 4 0,0 0 1 16,-3 21-2-16,-3-4 0 0,2 9 11 0,-2 7-7 16,-2 3-1-16,-5 14 3 0,3-1 1 0,-2 0 10 15,1-3-9-15,2 0 0 0,3-12-2 0,2-1 2 16,-1-1 1-16,4-2 0 0,-3-5 2 0,2-5 2 16,2-3 0-16,-1-5-1 15,1-3 0-15,-1 1-2 0,1-3 3 0,1-2 6 16,-2 0 4-16,1 0 19 0,0 0 17 0,0-2 11 15,0-3 21-15,0 4 10 0,0-4 14 0,0 0-10 16,0 0-39-16,0 0-10 0,2-13-14 0,0 7-30 16,-1-1-33-16,2-3-30 0,-3-2-26 0,1 1-35 15,0-2-37-15,2-2-54 0,-1-4-47 0,-1-8-251 16,2 2-552-16,2-1 244 0</inkml:trace>
  <inkml:trace contextRef="#ctx0" brushRef="#br0" timeOffset="110141.82">7357 5929 160 0,'0'0'258'16,"-1"-2"-12"-16,1 2-21 0,0 0-18 0,-4-6-17 16,4 6-18-16,0 0-19 0,-1-1-19 0,1 1-14 0,0 0-9 15,0 0-16-15,0 0-11 0,0 0-7 0,0 0-9 16,0 0-6-16,0 0-5 0,0 0-3 0,19 6-5 15,-7-5-1-15,8-1 5 0,12 0 5 16,0 0-3-16,2 0-6 0,1-2 1 0,-2 1-11 0,4-3-2 0,-6 1-3 0,-4 3-5 16,-6-2 1-16,1 0-5 0,-4 2 1 15,-3-1-6-15,-3-1-3 0,-2 1-1 0,-4 0-4 16,2 1 0-16,-8 0-5 0,9 0-10 0,-4 0-17 16,-5 0-29-16,0 0 3 0,1 4-5 0,-2 1-14 0,-8 4-24 15,-1-3-29-15,-3 6-47 0,-1-1-53 0,0-2-169 16,0 4-417-16,5-4 185 0</inkml:trace>
  <inkml:trace contextRef="#ctx0" brushRef="#br0" timeOffset="110520.65">7494 6553 149 0,'-17'6'224'0,"7"-2"-10"0,-1-2-8 0,0 3-14 15,2-2-9-15,3 1-13 0,0-3-15 0,-1 2-15 16,4-2-12-16,-1 0-11 0,0 1-15 0,4-2-8 0,-5 2-12 0,5-2-4 16,0 0-7-16,0 0-6 0,-7 2-1 0,7-2 5 15,0 0 9-15,0 0 10 0,25 0-17 0,-6-1-1 16,10-4-8-16,3 2-6 0,5-3-4 15,4 0-3-15,9-1 2 16,-13 1-6-16,-1 1-3 0,-4 1-4 0,-3 1-3 0,-10 1-1 0,-1-1-9 0,-5 1 8 16,1 0-12-1,-4 2 0-15,-3-2-3 0,0 2-1 0,-3-3 0 16,1 3-3-16,-5 0-8 0,8 0-12 0,-8 0-5 0,0 0-13 16,0 0-22-16,-16 5-27 0,4-3-21 0,-1 1-20 15,-1 1-28-15,-3-1-37 0,-2 2-39 16,2-3-206-16,0-1-458 0,1 0 203 0</inkml:trace>
  <inkml:trace contextRef="#ctx0" brushRef="#br0" timeOffset="110890.38">7324 6377 32 0,'0'0'246'0,"-9"0"-10"15,9 0-13-15,-9 0-10 0,9 0-9 0,0 0-13 16,-9 2-16-16,9-2-12 0,0 0-17 0,0 0-13 16,0 0-17-16,0 0-7 15,-5 0-14-15,5 0-7 0,0 0-12 0,0 0-6 16,0 0-8-16,27-2-3 0,-11-1-6 0,15 0-5 15,0-1-2-15,3 0-6 0,2 0-4 0,0-2-3 16,-3 3-4-16,-1-2-1 0,-2 1-6 0,-9 1 1 16,-3-1-3-16,-4 3-2 0,-1-1-1 0,0 0 2 15,-6 0 1-15,0 2 2 0,0-1 5 0,-2-1 2 16,-5 2-2-16,8 0 0 0,-4-3-2 0,-4 3-2 0,0 0-10 16,9 0-15-16,-9 0-18 0,0 0-28 0,0 0-31 0,0 0-22 15,0 0-31-15,0 0-30 0,-15 6-44 0,11-5-216 16,4-1-458-16,0 0 203 0</inkml:trace>
  <inkml:trace contextRef="#ctx0" brushRef="#br0" timeOffset="111206.28">8602 6133 55 0,'3'-1'342'0,"0"-3"-16"15,-3 4-9-15,0 0-20 0,1-3-18 0,-1 3-21 16,3-5-27-16,-3 1-19 0,0 4-24 0,0 0-27 16,0 0-15-16,0 0-37 0,0 0-28 0,0 0-16 0,0 0-7 15,0 0-6-15,-9 20-6 0,4-9-1 0,-4 2-5 16,-1 2-2-16,-4 8-5 0,4-5-2 0,-6 3-7 0,0 3-18 31,-2-2-23-31,1 2-16 0,2-4-19 0,-2 1-15 16,3-6-27-16,-3 4-23 0,6-4-25 0,-2 1-23 15,-2-4-29-15,2-4-54 0,0 0-138 0,3-4-417 0,2-1 185 0</inkml:trace>
  <inkml:trace contextRef="#ctx0" brushRef="#br0" timeOffset="111444.39">8370 6183 301 0,'3'-4'363'0,"0"0"-28"0,-2 0-27 16,0 2-36-16,-1 2-29 0,2-4-27 0,-2 4-29 15,3-3-24-15,-3 3-21 0,0 0-20 0,0 0-17 16,0 0-8-16,8 13-6 0,0-2-15 0,-1 3-4 0,2 2-14 0,4 0 12 16,5 7-18-16,-4 0-3 0,4-2-2 0,0 1-1 15,-1-2-7-15,0-1 0 0,0 3-4 0,-6-9-6 16,2 3-22-16,1-2-21 0,-6-6-28 0,4 4-20 15,-5-3-25-15,2-1-25 0,-4 0-26 16,-1-4-19-16,1 1-8 16,0-2-33-16,-5-3-234 0,0 0-467 0,0 0 206 15</inkml:trace>
  <inkml:trace contextRef="#ctx0" brushRef="#br0" timeOffset="111960.87">8768 5949 330 0,'3'-3'326'0,"-2"-1"-22"0,1 0-11 16,2-2-16-16,-2 3-20 15,-1 0-23-15,0-2-25 0,-1 5-26 0,0 0-20 16,4-4-23-16,-4 4-10 0,9 0-17 0,-9 0-15 16,11 7-6-16,-3-4-8 0,0 2-12 0,-1 1-11 15,2 2-10-15,-1-3-2 0,-1 5-4 0,0 0-4 16,-1 1-9-16,1 0-3 0,-3 3-5 0,-3 0-3 16,1 3 3-16,-2-1-4 0,-2 1-6 0,-2-1 2 15,-1-2 0-15,1-1-4 0,-1-2 1 0,-2-3 0 0,5 1-3 0,-3-3 0 16,1 0 2-16,0-1-4 0,3 0-2 0,-2 0 2 15,2-3 8-15,1-2-8 0,-2 3 5 0,2-3-4 0,-3 4 16 0,3-4 4 32,0 4 1-32,0-4-2 0,0 0-6 0,0 0 12 15,18-3-13-15,-7 2-1 0,6-3-2 0,2 1-1 16,-1 2-3-16,0-3-1 0,2 2 11 0,-3-2-11 0,1 1-9 0,-6 0 4 0,0 3 0 16,0-2 15-16,-6 0 0 0,0 0-2 0,2 1 3 15,-4-1 2-15,1 2-6 0,-5 0 4 0,5-3-4 16,-5 3 0-16,0 0-9 0,9-2-15 0,-9 2-17 0,0 0-25 15,0 0-24-15,0 0-32 0,0 0-38 16,0 0-12-16,0 0-23 0,0 0-39 0,-13 8-55 16,7-8-271-16,6 0-583 15,-14 0 259-15</inkml:trace>
  <inkml:trace contextRef="#ctx0" brushRef="#br0" timeOffset="112192.12">9187 5886 323 0,'3'-3'335'0,"-3"3"-37"0,3-2-34 0,-3 2-29 16,9 0-29-16,-1 2-9 0,4 1-11 0,3 4-19 16,0 5-10-16,3 7-16 0,1 3-8 0,-1 3-16 15,-4 4-13-15,-2 7-5 0,-2 10-8 0,-6 2-12 16,-4-3-3-1,-4-10-6-15,-7 15-11 0,-5-6-11 0,1-10-22 16,-11 7-20-16,-7-4-24 0,-1-1-26 0,-1-2-35 0,-6-5-54 16,-9-2-69-16,-5-6-289 0,0-6-531 0,-6-4 236 15</inkml:trace>
  <inkml:trace contextRef="#ctx0" brushRef="#br0" timeOffset="112562.04">8203 5838 185 0,'0'0'241'0,"0"0"-23"0,0 0-17 16,-9 21-16-16,-9-1-21 0,0 5-16 0,-10 17-12 16,-1 3-12-16,-3 5-12 0,-11 25-13 0,12-20-6 15,-4 20-11-15,16-21-7 0,1-4-7 0,9 1-5 0,2-3-3 16,10-14-5-16,8 0-2 0,3-2 9 15,17 7 5-15,12-5-4 0,14-6-7 0,32 0-54 16,12-12-108-16,8-8-312 0,4-11-452 0,-6-9 199 16</inkml:trace>
  <inkml:trace contextRef="#ctx0" brushRef="#br0" timeOffset="116830.54">10097 6178 70 0,'-9'-3'157'15,"9"3"-3"-15,-5-1-2 0,5 1 3 0,0 0-5 16,-5-3-4-16,5 3-3 0,0 0-3 0,-4-2-8 0,4 2-3 16,0 0-7-16,0 0-8 0,0 0-6 15,-5-3-7-15,5 3-8 0,0 0-8 0,0 0-9 16,0 0-6-16,0 0-7 0,0 0-4 0,0 0-9 0,0 0-7 15,0 0-1-15,0 0-4 0,0 0-4 0,0 0-5 0,0 0-3 16,0 0-3-16,0 0-1 0,0 0-5 0,0 0 0 16,0 0 2-16,0 0-5 0,0 0 0 0,0 0-2 0,19-2-2 15,-5-1-1-15,4-1-2 0,5 4 0 16,6-3-2-16,5-1-6 0,-2-1 0 0,1-2 1 16,1 5-6-16,-1-1 4 0,-2 3 3 0,-2-5-3 15,1 5 0-15,-13-3-1 0,-2 1-3 0,-4 2 5 0,-2-3-3 0,0 1 1 16,-1 2 7-16,-3 0-14 0,-5 0-21 0,9 0-22 15,-9 0-15-15,3 4 6 0,-3-4-21 0,-11 6-25 16,4-1-25-16,-6-1-33 0,0 1-188 0,-6 0-382 16,3 0 170-16</inkml:trace>
  <inkml:trace contextRef="#ctx0" brushRef="#br0" timeOffset="117152.59">10079 6354 198 0,'-4'1'192'0,"-1"1"-13"0,1 0-8 0,4-2-6 0,-7 1-8 16,7-1-7-16,0 0-9 0,0 0-10 0,0 0-12 15,0 0-7-15,0 0-7 0,25 2-3 0,-6-4-12 16,11 0-10-16,0-1-7 16,6 1-6-16,4-1 1 0,-2 3-6 15,-2-1-6-15,-2-2-6 0,-3 1-3 0,-3 0-7 0,-10 2 0 16,1-1-9-16,-7 1-1 0,-1 0 0 0,-4 0-6 16,-1 0-2-16,-1 0-4 0,-5 0-1 0,9 0-4 15,-9 0 0-15,6 0-19 0,-6 0-23 16,0 0-20-16,0 0-39 0,0 0-67 0,-16 5-256 0,8-2-446 15,0-4 197-15</inkml:trace>
  <inkml:trace contextRef="#ctx0" brushRef="#br0" timeOffset="119358.31">11589 5904 163 0,'-4'-1'167'0,"4"1"-8"0,-2-3-7 0,2 3 1 16,0 0 4-16,-4-4-9 0,4 4-3 0,0 0-12 16,0 0-4-16,0 0-11 0,-1-5-10 0,1 5-5 15,0 0-9-15,0 0-6 0,0 0-6 0,0 0-6 16,0 0-2-16,0 0-3 0,0 0-10 0,0 0-7 16,0 0-2-16,0 0-3 0,0 0-10 0,0 0-4 15,0 0 0-15,0 0-3 16,0 0-4-16,14 0-3 0,-4-3 1 0,8 1-6 15,10-2-1-15,4 0 0 0,8 0-4 0,11-1 0 16,-13 1-2-16,15-2 4 0,-15 1-8 0,-2 3 1 16,-3-2-3-16,-2 1 1 0,-8 3-1 0,-3-3-5 15,-3 1-2-15,-5 0-17 0,-1 1-19 0,-1 0-22 16,-4 1-27-16,-6 0-35 0,0 0-30 0,0 0-40 16,0 0-188-16,-42 1-408 0,22-1 182 0</inkml:trace>
  <inkml:trace contextRef="#ctx0" brushRef="#br0" timeOffset="119858.92">11445 5908 70 0,'0'0'259'0,"-8"2"-27"0,8-2-22 0,-4 2-27 0,4-2-16 15,-3 3-20-15,3-3-16 0,0 0-17 0,0 5-14 16,2 1-6-16,3 0-13 0,3 4-6 0,7 1-7 15,-2 0-8-15,1 5-3 0,8 1-8 16,3 2 1-16,1-3-7 0,1 2-6 0,1 2-3 0,1-6-3 16,3 3-1-16,-5-4 1 0,5 1-6 0,-3-5 1 0,-3-1-2 15,-4-1-4-15,-1-2-1 0,6 2-2 0,-9-4-1 16,4-3 1-16,-3 2-3 0,-5-2 1 0,0-2 2 16,-2 1 16-16,-2-3 16 0,1 2 17 0,-4 1 18 0,-1-1 9 15,-1-1 0-15,1 3 0 0,-6 0-9 16,8-1-10-16,-8 1 3 0,5-3-24 0,-5 3-22 0,0 0-9 15,2 7-8-15,-5 2-1 0,-6 7-1 0,-6 6-4 0,-8 6 2 16,-5 18 1-16,-8 0-4 0,-1 4-3 0,-17 18 4 16,19-22-2-16,-3 3 1 0,-14 21 10 0,18-20-13 15,0-3-1-15,2 1 0 0,3-1 1 0,3-3-2 16,1-2 2-16,11-12 0 0,-3-2 3 0,3-4-3 16,1-3 2-16,4-4-4 0,0-4 1 0,3-3 0 15,1 0 1-15,1-1-1 16,0-4 0-16,2 0 1 0,-1-1 4 0,1 1 0 15,0-2 7-15,0-1 8 0,0 1-1 0,2-3-1 16,-1 4 1-16,1-4-2 0,-3 4-4 0,3-4-1 16,0 0-1-16,0 0-19 0,0 0-18 0,-3 4-19 15,3-4-26-15,0 0-31 0,0 0-32 0,0 0-37 16,0 0-34-16,0 0-76 0,0 0-183 0,0 0-499 16,15-14 221-16</inkml:trace>
  <inkml:trace contextRef="#ctx0" brushRef="#br0" timeOffset="120175.74">11482 7081 97 0,'-14'2'249'0,"6"1"-15"0,-2-3-13 16,5 2-11-16,-1-1-10 0,0 0-4 0,0 0-21 15,6-1-12-15,-5 3-11 0,5-3-6 0,-4 1-16 0,4-1-12 16,0 0-10-16,21-5-11 0,8-1-9 16,4-1-10-16,18-2-6 0,4-6-10 0,5 4-3 0,3 3-8 0,3-1-4 15,-2 2-5-15,0-1-5 0,-9 3-2 0,-5-1-4 16,-15 6-4-16,0-4 1 0,-8 4-2 0,-9-1-9 0,-3-1 2 16,-3-1-1-16,-2 2-2 0,-2 0 0 15,-2 1 1-15,-1-1-4 0,2 1 8 0,-7 0-10 16,7 0-2-16,-7 0 1 0,5-2 0 0,-5 2-13 15,0 0-25-15,0 0-22 16,7-2-27-16,-7 2-61 0,0 0-79 0,-3-7-258 16,3 2-512-16,0 5 227 0</inkml:trace>
  <inkml:trace contextRef="#ctx0" brushRef="#br0" timeOffset="121092.31">12875 6164 80 0,'0'0'243'0,"0"-7"-23"15,3 3-17-15,-1-1-22 0,3 0-21 0,3 2-14 16,1-4-11-16,2 2-13 0,2 2-16 0,6-2-12 0,0 1-8 15,4 2-10-15,7 4-8 0,-2 4-7 0,0 0-7 16,-1 3-3-16,-3 2-3 0,2 5-9 0,-5-1-3 16,1 4-5-16,-9-5-2 0,-3 3-1 0,0 7-4 15,-3 1-3-15,-6-6-4 0,-1 8-1 0,0-2-1 0,-8 0-1 16,-2-2 1-16,-3 2-3 0,3-7 0 16,-4-2-3-16,-1-2 1 0,-1-1 8 0,2-1 7 0,-4-3 1 0,7-1 8 15,0-3 8-15,1 2 14 0,3-4 18 0,2 2 30 16,-3-3 17-16,3-2 22 0,5 0-10 0,0 0-10 0,-6-7 1 31,6 0-28-31,3-4-11 0,4-3-13 0,8-7-6 0,3-1-9 0,4-2-18 16,1-1-2-16,2 1-7 0,-2-2-2 0,4 2-5 15,-4 4-4-15,0 1-2 16,-7 7-6-16,-5 2-5 0,-2 3 3 0,0 0-1 0,-3 2-2 16,1 2-7-16,-4 1-13 0,1 0-24 0,0-1-1 15,-4 3 4-15,0 0-1 0,3 12 0 0,-6 0 9 16,-1 3-3-16,-1 2 3 0,0 8 7 0,0-1 2 15,-4 2 0-15,5-2 5 0,-1-2-3 0,4 0 3 16,-1-3 8-16,4 1-1 0,3-3-3 0,0 0-15 16,4-3-8-16,1-1-33 0,6-2-41 0,1-2-45 0,11-3-67 15,3-3-81-15,1-5-168 0,-3 0-505 0,2-6 223 16</inkml:trace>
  <inkml:trace contextRef="#ctx0" brushRef="#br0" timeOffset="121362.06">14008 6062 79 0,'-1'-9'303'0,"-3"4"-8"16,3-2-18-16,0 2-24 0,-2 1-26 0,2-2-29 15,1 6-20-15,-5-2-20 0,5 2-18 0,-9 5-16 0,-1 4-14 16,-5 12-9-16,-2 2-11 0,1 8-7 0,-3 1 1 0,-4 9-19 15,5 2-6-15,-1 3-7 0,7-14-5 0,6 3-6 16,1 0-1-16,3-1-3 0,4-3-1 0,4 1-3 16,7-6-8-16,0 0 7 0,5-2-24 0,0-4-19 15,1-3-25-15,7-4-37 0,-1-2-64 0,4-6-77 16,2-5-237-16,-3 0-488 0,0-4 215 0</inkml:trace>
  <inkml:trace contextRef="#ctx0" brushRef="#br0" timeOffset="121794.64">14173 6268 127 0,'3'-4'263'0,"1"0"-26"15,-1-1-22-15,4-1-23 0,4 3-17 0,2-1-19 16,1-1-16-16,0 4-13 0,4 1-20 0,0 1-5 15,1 4-13-15,0-1-6 0,-2 4-12 16,-1 2-5-16,-3 1-9 0,0 3-7 0,-3 0-4 0,-2 3-4 0,-3-1-5 16,-5 3-3-16,0 1-4 15,-2 5-4-15,-5-5-1 0,-4 2-3 16,-1-4-2-16,-5 3 1 0,4-6 0 0,-3-2 6 0,2-1 1 16,0-1 10-16,0-5 18 0,2 1 7 0,3-2 10 15,2 0 20-15,3-1 22 0,0-2 23 0,-1 0 32 16,1-1 4-16,4-1-11 0,0 0-32 0,-6-10-19 15,7 1-11-15,4-2-9 0,4-3-15 0,5-2-12 16,4-5-10-16,5-2-12 0,3 1-7 0,-3 0-7 16,-3 3-6-16,3 4-2 0,-9 4 2 0,2 2-7 15,-6 2-4-15,1 2-2 0,-1 1-2 0,-2 0-34 16,-3 3-8-16,2 1-5 0,-1 3 0 0,-6-3-5 0,10 6 6 16,-5 1-4-16,3 3 8 0,-7 0-1 0,4 7 2 15,-1 0 8-15,0-1 0 0,0 0 4 16,1 1-23-16,0-1-13 0,0-1-29 0,3-3-26 0,1 0-33 0,0-1-39 15,5-3-65-15,2-3-295 0,2 0-589 0,4-4 261 16</inkml:trace>
  <inkml:trace contextRef="#ctx0" brushRef="#br0" timeOffset="122042.05">14913 6389 301 0,'-8'2'303'15,"3"-1"-13"-15,5-1-18 0,-5 2-8 0,5-2-13 16,-7 0-15-16,7 0-19 0,0 0-24 0,0 0-17 0,0 0-24 0,0 0-12 16,23-7 0-16,-2 4-29 0,11-2-15 0,0 2-23 15,4 1-33-15,-2-2-31 0,1-1-47 0,1 2-38 16,-2 0-51-16,-2 1-30 0,-1-2-54 0,-10-1-232 15,-3 1-479-15,0-2 212 0</inkml:trace>
  <inkml:trace contextRef="#ctx0" brushRef="#br0" timeOffset="122380.48">15351 6203 360 0,'0'0'388'0,"0"0"4"15,0-4-18 1,0 4-13-16,0 0-21 0,-1-6-29 0,1 6-30 16,0 0-31-16,0 0-23 0,-3-2-29 0,3 2-25 0,0 0-10 15,0 0-32-15,0 0-17 0,0 0-23 0,0 0-13 16,0 0-10-16,3 12-13 0,-3-2-2 0,0 2-2 16,1 5-6-16,-1 1-7 0,-1 0-2 15,-2 8-5-15,3 2 3 0,-1-2-8 0,1 0 1 0,-5 1-7 16,5-2 3-16,-2-4-4 0,2-4-3 0,-2 0 0 0,2-1-1 15,0-3-8-15,-1-4 8 0,1 3-3 0,0-4 2 16,0-3-27-16,0 2-4 0,0-4-6 0,0 0-5 0,0-3-3 16,0 6 8-16,-2-2 4 0,2-4 0 15,2 4-4-15,-2-4-5 0,0 0-56 0,0 0-49 16,0 0-52-16,-8-11-34 0,6 4-42 0,-3-5-50 16,-2-2-262-16,4-2-621 15,0 0 275-15</inkml:trace>
  <inkml:trace contextRef="#ctx0" brushRef="#br0" timeOffset="122601.8">15405 5997 82 0,'4'-6'336'0,"-3"1"-22"0,-1 0-29 0,4 2-29 0,-3 0-33 0,-1 3-24 16,4-4-22-16,3 4-20 0,-7 0-14 0,20 9-7 15,4 3-8-15,2 5-7 0,1 3-7 0,10 13 1 16,-3 2-7-16,2 8-7 0,-4 0-7 0,-8 1-10 15,-3 6-4-15,-4-3-9 0,-6 4-5 0,-6-1-7 16,-8-1-1-16,-3-14-6 0,-6 10-7 0,-4-12-4 16,-10 8-4-16,-4-4-5 0,4-10-12 0,-15 4-24 0,0-2-24 0,5-11-35 15,-17 5-48 1,-1-4-69-16,-1-9-95 0,-9 0-238 16,4-10-554-16,3-3 245 0</inkml:trace>
  <inkml:trace contextRef="#ctx0" brushRef="#br0" timeOffset="126665.24">16329 6062 90 0,'0'-8'217'15,"0"3"-9"-15,0-3-4 0,1 0-4 0,0 0-2 16,1 3-7-16,-1-1-12 0,0-1-2 0,-1 3-16 16,0 0-11-16,0 4-19 0,2-6-14 0,-1 3-9 15,-1 3-21-15,1-4-20 0,-1 4-15 0,0 0-5 16,0 0-6-16,4 17-7 0,-4-4-4 0,1 5-1 0,1 11-5 0,0 2-2 16,-4 3 0-16,0 0-3 0,2 12 0 0,-1-10-2 15,0 0-3-15,-2-1 1 0,2 0-4 0,1-3 2 16,-1 0-2-16,2-3 1 0,-2-2-4 0,-1-9-2 15,2 1 2-15,0-2 0 0,-1-2-1 0,1-4 3 16,-1 0-1-16,2-1-1 0,-2-3-2 0,1-2-2 16,0 1 1-16,0-2 3 15,0 0-1-15,0-4 1 0,0 6 2 0,-2-2 0 16,2-4 0-16,0 0 1 0,0 0 0 16,0 0-5-16,-1 3-28 0,1-3-26 0,0 0-25 0,0 0-33 15,-9-11-30-15,8 5-19 0,-4 0-23 16,1-3-44-16,0-1-135 0,2 1-385 15,-1-1 170-15</inkml:trace>
  <inkml:trace contextRef="#ctx0" brushRef="#br0" timeOffset="127019.28">16351 5944 84 0,'0'-6'253'0,"-2"-1"-11"0,1 3-18 16,1 1-24-16,-2-1-17 0,2 4-24 0,0 0-18 15,3-7-20-15,-3 7-9 0,11 2-12 0,-1 3-8 16,6 1-11-16,2 2-4 0,9 5-7 0,0 3-5 16,1 4-8-16,0 1-1 0,-1 3-2 0,-2 1-8 15,-3 1-8-15,-3 1-1 0,-1 0-3 0,-5 0-4 0,1-1-3 0,-9-9 0 16,-1 2-2-16,-4-2-4 0,0 3-1 0,-5-4 3 15,-6 2 0-15,-1-2-3 0,-4-1 1 0,-5 2-2 16,-2-4 3-16,-3 0-2 0,1-4-1 0,-2-1-1 16,8-3-1-16,-2 1 0 0,6-2-4 0,-5 0-1 0,6-2-1 15,3 1 7-15,1-3-9 0,0 2 1 0,4-2 1 16,2 1-8 0,4-1-6-16,-8 0-6 0,8 0-41 0,0 0-35 15,0 0-36-15,13-11-31 0,5 5-25 0,-2-2-221 16,9-3-431-16,0 2 191 0</inkml:trace>
  <inkml:trace contextRef="#ctx0" brushRef="#br0" timeOffset="127288.99">17076 5958 275 0,'0'-5'262'16,"0"5"-33"-16,-2-4-23 0,2 4-20 0,0 0-15 0,-13 9-21 16,1 1-17-16,-1 5-16 0,-5 11-11 0,0 1-11 15,-1 4-7-15,-5 13-9 0,3-1-8 0,-1 1-4 0,8-11-5 16,1 13-10-16,4-2 0 0,8-11-1 0,1 0-8 16,4-2-7-16,1-1-13 0,6-4-17 0,1 0-32 15,-3-9-29-15,6-2-40 0,1-3-60 0,0-2-217 16,0-5-402-1,3 0 177-15</inkml:trace>
  <inkml:trace contextRef="#ctx0" brushRef="#br0" timeOffset="127705.72">17188 6183 228 0,'2'-5'239'16,"3"1"-19"-16,4 0-28 0,-1-1-14 0,2 1-19 16,2 2-16-16,0 0-14 0,2 5-17 0,-1-1-7 15,1 5-8-15,-1-2-10 0,1 5-12 0,0 2-6 16,-5 1-14-16,0 2 0 16,-3 3-6-16,1-1-6 0,-6 1-1 0,-1 0-4 15,-1-1-8-15,-6 2 1 0,1-1-3 0,-3-2-1 0,0-2-3 16,0 1 7-16,-1-6 3 0,1-1 8 0,-1 1 7 15,2-1 11-15,3-4 16 0,1 0 15 0,-1 0 26 16,1-2 27-16,2-1 14 0,2-1-19 0,0 0-20 0,-4-10-13 16,5 5-8-16,2-7-13 0,4-1-15 15,4-2-1-15,1 2-9 0,1 0-9 0,1 1 6 0,0 0-19 16,-2 3-2-16,-1 4-6 0,-3-3-5 0,0 2 0 16,-2 3-8-16,2-1 0 0,-2 1-5 0,0 3-4 15,0 0-6-15,-6 0-12 0,12 4-4 0,-7 1-9 16,1 0-3-16,-1 2-2 0,-1 3-1 15,2 0-4-15,-1 2-14 0,-1-3-19 16,-2 3-21-16,4 0-31 0,-3-1-26 0,1 2-38 0,1-5-35 0,-1 2-33 0,-3-5-259 0,3-2-549 16,-4-1 244-16</inkml:trace>
  <inkml:trace contextRef="#ctx0" brushRef="#br0" timeOffset="127942.37">17659 5899 173 0,'3'-6'304'15,"-1"4"-28"-15,2-1-36 0,-4 3-28 0,12 3-11 0,-2 1-17 16,5 5-9-16,8 8-9 0,-3 6-7 16,2 2-13-16,0 5-10 0,5 17-4 0,-4 3-15 0,-6 4-7 15,-5 0-13-15,-4 1-7 0,-7 1-7 0,-7-4-10 0,-3 1 0 16,-12-2 2-16,1-7-29 0,-9 2-24 0,-8-7-35 15,-2-1-43-15,-8 0-63 0,-2-6-99 0,-30 10-263 16,24-21-521-16,-4-8 231 0</inkml:trace>
  <inkml:trace contextRef="#ctx0" brushRef="#br0" timeOffset="129395.57">11184 7573 216 0,'0'-6'222'16,"3"0"-16"-16,-1 2-18 0,2 0-17 0,0 1-16 0,0-2-21 16,4 0-12-16,3 4-13 0,-1-2-11 15,3 0-9-15,1 5-12 0,4-1-7 0,0 3-5 0,0 4-7 16,-1 0-6-16,-1 4-6 0,-2 3-4 0,1 8 0 16,-3-1-5-16,-3 3-6 0,-3 2-3 0,-5 1 3 0,-2 0-14 15,-6 1-1-15,-2-1-1 0,-3 0 4 0,-3-2-5 16,-1 0-4-16,-1-2 2 0,0-3 1 15,3-5-3-15,1-4 8 0,-1 0 7 0,5-5 11 0,0 2 11 16,0-3 8-16,4-1 17 16,1 0 19-16,3-4 23 0,-3 2 20 15,2 0 9-15,2-3-9 0,0 0-28 0,-3-12-1 16,8 1-11-16,0-3 4 0,4-4-27 0,5-6-9 16,3 1-8-16,2-2-8 0,1 0 4 0,-1 1-13 0,0 0-1 15,-1 2-5-15,-3 8-8 0,-1-1 20 0,1 1-19 16,-6 6-4-16,-1-1-6 0,-1 0 1 15,1 3 4-15,-4 1-20 0,1 1-1 0,-1 3-6 0,0 0-6 0,-4 1-12 16,0 0-4-16,0 0-10 0,10 5 3 0,-9 4 0 16,3-1 5-16,-4 4 5 0,4-2 0 0,-3 6 2 0,3 0 4 0,-1 0 0 15,-1 0 6-15,6 1 1 0,-3-2-21 0,0-4-19 16,-1 2-21-16,4-3-19 0,2 4-27 0,1-2-30 16,6-4-49-16,0-2-48 0,2-3-232 0,-1-2-519 15,3-2 229 1</inkml:trace>
  <inkml:trace contextRef="#ctx0" brushRef="#br0" timeOffset="129555.8">11896 7752 105 0,'0'0'362'16,"0"-6"-12"-16,0 6-13 0,0 0-22 0,0-4-24 15,0 4-29-15,0-3-17 0,0 3-37 0,4-7-22 0,1 3-32 16,0 0-36-16,8 0-46 0,-3-4-47 0,8 3-55 15,0 0-60-15,4-2-79 0,3 1-54 0,-8-3-197 16,2 3-455-16,-4 3 201 0</inkml:trace>
  <inkml:trace contextRef="#ctx0" brushRef="#br0" timeOffset="129713.23">12008 7817 191 0,'-6'4'188'0,"2"-1"-13"0,2 0-17 16,-1 0-9-16,1 0-11 0,2-3-4 0,-2 6 0 15,2-6-6-15,11 0-14 16,1-3-11-16,9 0-12 0,8-1-25 16,5-4-44-16,4 1-46 0,-2-1-48 0,-1-2-61 0,-1-1-128 15,0 1-282-15,-2-4 125 0</inkml:trace>
  <inkml:trace contextRef="#ctx0" brushRef="#br0" timeOffset="129978.98">12598 7592 245 0,'-3'-1'255'0,"3"1"-20"16,-9-1-20-16,9 1-14 0,-11 2-21 0,4 0-20 16,-2 3-16-16,-5 0-14 0,4 4-17 0,1 3-8 15,-4-3-13-15,2 4-9 0,-2 2-9 0,4-3-12 0,5 0-4 16,-2-3-5-16,2 4 2 0,4-3-7 16,0 0-3-16,1-2 14 0,4-2 12 0,6 1 2 15,1-2 10-15,6-2-2 16,5-3-6-16,9-5-8 0,0-2 8 0,-2-3-12 15,-4-1-5-15,0-3 12 0,-9 4-3 0,2-9 4 16,-9 6-4-16,0-3-9 0,-5 0-6 0,-1 1-20 16,-6 0-16-16,-5 4-19 0,-7-2-39 0,-4 4-36 15,-15 1-46-15,-5 4-53 0,-16 4-64 0,-1 6-264 16,-4 0-546-16,7-1 242 0</inkml:trace>
  <inkml:trace contextRef="#ctx0" brushRef="#br0" timeOffset="131143.66">12103 5533 69 0,'0'0'193'0,"0"0"-11"0,0 0-6 16,0 0-2-16,-3 4-2 0,3-4 1 0,0 0-2 15,0 0-1-15,0 0-9 0,0 0-19 0,0 0-12 0,0 0-13 16,0 0-13-16,3-17-9 0,-3 10-3 0,0-2-6 16,0-1-7-16,-3 0-2 0,2-4-7 0,1-1-1 15,-3-2-2-15,1 0-6 0,1 0-5 0,1-1-6 16,-3 2 1-16,2-2-6 0,-3 1 5 0,3 2-3 16,-2 3 5-16,3 2-7 0,-1 3-1 0,-3-3-2 15,2 4 2 1,0 2-3-16,1-4-17 0,-3 6-1 0,-3-2-19 0,2 4-11 15,-6 0-2-15,-1 2-2 0,-8 6 13 0,-8 5-9 16,-2 7 2-16,-11 7 1 0,-4 0-4 0,-1 5 1 16,0-5 7-16,-2 2 0 0,-2 1 0 0,1-3-1 15,4-1 0-15,-2 1 0 0,11-10-3 0,3-3 4 0,1-2 0 16,1-2 4-16,5-1-3 0,5-3 14 16,4-2 12-16,5-2 21 0,-1-2 28 0,3 0 25 0,0-5 3 15,2-2-5-15,3 0-4 0,1-5-9 0,-1 0-9 16,6-5-5-16,4-1-16 0,7-6 8 0,1-1-19 0,2 2-12 15,2-3 3-15,2 4-11 0,1 1 11 0,-1 5-8 16,-4 3-8-16,2 3-9 0,1 1-5 16,1 2 5-16,-1 6-8 0,1 1-3 0,8 8 6 15,1 3-14-15,0 1 3 0,2 2 3 0,2 4 1 0,15 9 7 0,-5-4-2 16,4 3-10-16,3-3-35 0,-1 1-41 0,2-2-43 16,-4-1-55-16,0-1-71 0,-11-5-106 0,-3-4-230 15,-2-6-637-15,0-5 282 0</inkml:trace>
  <inkml:trace contextRef="#ctx0" brushRef="#br0" timeOffset="133586.67">19030 6200 19 0,'-9'-1'182'16,"-1"0"-13"-16,0-1 0 0,2 1-5 0,1 2-9 0,-1-2-8 15,8 1-9 1,-13 0-8-16,7 0-4 0,-1 1-15 0,1-1-5 16,6 0-5-16,-10 0-7 0,10 0-5 0,-7 0-5 0,7 0-7 15,-6 2-10-15,6-2-6 0,0 0-4 0,0 0-5 16,0 0-2-16,-9-2-3 0,9 2-7 0,0 0-1 16,0 0-5-16,0 0-5 0,0 0-1 0,0 0-1 15,0 0-8-15,0 0 5 0,0 0-4 0,-4 3 0 16,4-3 2-16,0 0 0 0,0 0-4 0,0 0 4 0,0 0-5 15,0 0-1-15,0 0-3 0,0 0-3 0,0 0-1 16,0 0 4-16,0 0-6 0,0 0 1 0,0 0 0 16,0 0 0-16,0 0-2 0,0 0 0 0,0 0-1 0,0 0 0 15,0 0-2-15,0 0 2 0,0 0-1 16,0 0-2-16,0 0 2 0,0 0-6 0,0 0 5 16,0 0-1-16,0 0-3 0,0 0 12 0,27-8-8 0,-8 5 1 0,11-3-1 15,5-1-2-15,2 3 2 0,12-6-2 0,3 1 0 16,-2-2 2-16,1 2-3 0,-10 5 4 0,-3-4-5 15,0 2 3-15,-3 3 0 0,0 0-8 0,-6-2-17 16,-7 3-17-16,-4 0-24 0,-8 0-29 0,4 1-26 16,-6 1-5-16,-4 1-4 0,-4-1-27 0,0 0-41 15,0 0-138-15,-17 4-360 16,-1-4 159-16</inkml:trace>
  <inkml:trace contextRef="#ctx0" brushRef="#br0" timeOffset="133802.76">19233 6015 194 0,'-2'-6'251'16,"-1"-1"0"-16,2 0-5 0,1 0-1 0,-4 2-11 0,4 0-13 15,0 2-19-15,-2-2-25 16,2 1-18-16,0 4-24 0,0 0-21 0,0 0-32 0,0 0-14 0,0 0-5 16,-7 12-6-16,3 1-9 0,-1 10-3 0,-1 5-5 15,-2 6-3-15,2 1-2 0,-2 11 0 0,4 0-6 16,2-10-2-16,-3 10 2 0,6-11-1 0,0-1-39 15,2-1-32-15,1-2-50 0,-1-1-45 16,5-4-73-16,-5-7-215 0,2-8-462 0,2-3 204 16</inkml:trace>
  <inkml:trace contextRef="#ctx0" brushRef="#br0" timeOffset="134804.76">20307 5850 109 0,'-2'-3'229'0,"2"3"-24"0,3-7-23 0,0 3-19 0,2 0-17 16,1 0-16-16,2 1-11 0,3-1-10 0,3 3-15 16,4 0-7-16,-1 1-8 15,2 1-8-15,0 3-12 0,2 0-3 16,-2 5-11-16,5 3-3 0,-5 0-2 0,-1 6 1 0,1 3-9 15,-6-4 2-15,-3-2-9 0,-1 12 1 0,-4-5-5 16,-1 4 0-16,-5 0 2 0,-3 1-1 0,-1 0-2 16,-3-6-9-16,-6 1 4 0,1-7 2 0,1 1 10 15,-2-2 7-15,0-1 8 0,-2-2 6 0,1-2 3 16,3-1 8-16,2-4 5 0,-1 1 13 0,6-1 24 0,-2-2 18 16,3 1 29-16,-1-3 21 0,5 0-15 0,0 0-28 15,-6-9-14-15,10 0-10 0,2-3-7 0,6-4-20 16,5-6-7-16,4-3-10 0,3-3-9 0,12-8-18 0,2 0-5 15,2 2-4-15,-2 2-4 0,-11 6-7 0,0 4 17 16,2 3-21-16,-10 2 2 0,-4 5 0 16,-4 4-1-16,-2-1-1 0,-3 1 2 0,2 4-2 0,-3 1-4 0,0-1-13 0,-1 2-25 15,-4 2-12-15,0 0 6 16,0 8 3-16,-4 2 0 16,-6 2 7-16,-2 5 3 0,-1 5 6 0,0 0-1 0,0 6 0 0,1-3 4 15,5 4 2-15,2-2 2 0,2 2 5 0,3-3-3 16,5 0 6-16,9-3 3 0,4-4-3 0,9-1-22 0,6-7-41 15,6-1-59-15,18-3-72 16,4-2-118-16,1-11-193 0,0 0-555 0,-5-9 246 16</inkml:trace>
  <inkml:trace contextRef="#ctx0" brushRef="#br0" timeOffset="136523.97">19847 5663 165 0,'0'0'215'0,"-3"-3"-9"0,3 3-10 0,-2-3-7 16,2 3-18-16,0 0-12 0,0 0-11 0,0 0-15 15,-5-3-17-15,5 3-8 0,0 0-12 0,10-5-11 16,1 2-11-16,7-4-6 0,5 2-10 0,4-2-9 16,5 1-23-16,1-2-28 15,-5 3-40-15,2 4-28 0,-9 1-25 0,0-2-23 16,-4 2-25-16,-5 2-156 0,-2-2-324 0,-2 1 144 15</inkml:trace>
  <inkml:trace contextRef="#ctx0" brushRef="#br0" timeOffset="137025.54">19857 5717 123 0,'0'0'138'0,"-6"4"-14"15,6 0-8-15,1 1-15 0,0 1 0 0,4 5-19 16,3 2-12-16,2 4 1 0,4 7-2 0,1 2-11 15,-2 4 0-15,1 4-6 0,2 11-2 0,-6 6-1 16,0 0-3 0,-2 3-6-16,-4-1-3 0,-4 0-1 0,0-2-2 15,-3 2-5-15,2-5-4 0,-3-12 0 0,0-2 1 16,0 0-14-16,-3-2 7 0,-1-3 0 0,4-6 1 16,-4-5 5-16,3-1 7 0,-1-5 4 0,1 0 2 15,1-2-2-15,-2-1 3 0,3-3 1 0,-1 1-7 0,0-2 6 0,4-1 0 0,-5 1 4 16,4-2-3-16,-1 0-2 0,2-3-3 0,-2 4 2 15,0-2 0-15,2-2-2 0,-3 5-1 16,3-5 0-16,0 0-3 0,0 3-5 0,0-3-3 0,0 0-2 16,0 0-3-16,0 0 1 0,-4 4-4 15,4-4-2-15,0 0-1 0,0 0 0 0,0 0-3 16,0 0 0-16,0 3-3 0,0-3-1 0,-6 4-2 16,3-2 5-16,3-2-2 0,-9 3 1 0,6 0 0 0,3-3-2 15,-6 2 3-15,4 0 2 0,2-2-2 0,0 0 5 16,-4 2 3-16,4-2 0 0,0 0 3 0,0 0 5 0,0 0 4 31,0 0 5-31,0 0 4 0,31-4 3 0,-2-1-4 16,4-2-2-16,7 0-1 0,15-5-4 0,0-1-4 0,2 4-1 15,-2-1-3-15,-4-1-1 0,-11 4 0 0,-4 3-1 16,-2 0-2-16,-7-2-3 0,-6 5-2 0,-4 0-5 16,-5 1 0-16,1-2-2 0,-6 0-12 0,-1 2-15 15,0 0-20-15,-6 0-11 0,7 2 1 0,-5 1-26 0,-2-3-42 16,-10 7-52-16,-1 0-262 0,0-2-471 0,-2-2 209 15</inkml:trace>
  <inkml:trace contextRef="#ctx0" brushRef="#br0" timeOffset="137858.91">19715 6999 111 0,'0'-5'226'0,"5"0"-24"0,-4 3-22 0,3-1-19 16,3 1-19-16,-1-1-16 0,1 3-10 0,-7 0-13 16,16 5-12-16,-4 0-9 0,-4 2-11 15,2 5-4-15,-1 1-15 0,-1 1-8 0,0 3-2 0,-2 8-5 16,-4-4-10-16,-2 5 7 0,-2 2-4 0,-3-1-2 0,-4 1 3 16,-3 1-9-16,0-4 0 0,-3-1-4 0,-2-3-2 15,6-3 11-15,-2-4 1 0,-1 0 9 0,1-4 5 16,4-1 6-16,-1-2 13 0,4 1 11 0,0-4 17 0,3-1 23 15,-3 0 16-15,4-1 24 0,2-2-9 16,0 0-22-16,-3-9-11 0,7-2-11 0,5 0-14 16,1-5-9-16,8-7-5 15,0 0 0-15,4 0-16 0,0-3-10 0,0-1-5 16,-1 1-4-16,2 7-4 0,-4-2-2 0,-3 8-5 16,-2 1-3-16,-7 3-2 0,2 1-2 0,-5 4-4 15,4 0-4-15,-6 1-26 0,2 0-12 16,1 2-25-16,-5 1 4 0,0 0 3 0,4 7 2 0,-4 0 4 0,0 2 5 0,-3 3 5 15,2 4 0-15,-3 1 17 0,-1-1-10 0,3 4 0 16,-1-2 5-16,-1-1 2 0,3 3 2 0,1-6 6 16,1-1-4-16,3-1-19 0,-3-1-17 0,3-1-11 15,3 0-28-15,3 0-36 0,5-3-46 0,3-2-54 16,1-5-238-16,3 3-498 0,0-6 220 0</inkml:trace>
  <inkml:trace contextRef="#ctx0" brushRef="#br0" timeOffset="138026.57">20256 7221 259 0,'0'0'341'0,"-2"-3"-10"16,2 3-19-16,0 0-24 0,-1-8-30 0,1 4-26 16,3 0-28-16,2 2-31 0,2-5-33 0,2 2-35 15,8-2-43-15,-3-1-44 0,8 2-45 0,-2 0-59 0,7-1-67 16,0 2-93-16,-7 0-123 0,0-1-399 0,-3 0 176 0</inkml:trace>
  <inkml:trace contextRef="#ctx0" brushRef="#br0" timeOffset="138195.84">20382 7343 34 0,'-5'6'258'15,"4"-3"-11"-15,1 1-18 0,-3-3-15 0,3-1-25 16,0 0-15-16,0 0-19 0,30-5-17 0,-9-1-20 0,10-1-25 15,0 0-34-15,1-2-42 0,0 2-46 0,1-1-50 16,0 0-73-16,-1-2-126 0,-3 2-301 16,-2-2 134-16</inkml:trace>
  <inkml:trace contextRef="#ctx0" brushRef="#br0" timeOffset="138458.87">20912 7093 202 0,'0'0'236'0,"-9"-2"-23"0,9 2-20 0,-13 7-19 0,3-2-18 16,-2 2-14-16,-1 3-19 0,0 2-6 0,-1 2-13 15,5 1-14-15,-2 1-9 0,3-3-6 0,4 4-9 16,0 0-3-16,3-1-4 0,5 0 1 0,-1-5 5 16,4-1 9-16,7 0 7 0,2-1 0 0,3-5-3 15,1 1-6-15,8-5-8 0,-1-3-2 0,-6-3-6 16,0-2-1-16,-4-1 11 15,-1 0-6-15,-4-4-5 0,-1 0-9 0,-3-3-5 16,-5-2-14-16,-3 1-11 0,-7-1-17 0,-2 2-28 16,-12-6-28-16,-4 2-33 0,-5 6-37 0,-6 0-42 15,-14-1-54-15,1 5-187 0,11 0-444 0,2 7 197 16</inkml:trace>
  <inkml:trace contextRef="#ctx0" brushRef="#br0" timeOffset="140292.25">11711 5199 119 0,'-3'-3'210'0,"-2"-2"-23"0,0 1-20 0,-3 3-20 15,-1 2-9-15,-2 2-21 0,-6 5-14 0,-2 0-7 16,-8 6-10-16,2 3-9 0,-2 5-14 0,0 2-4 0,0 1-2 15,-5 11-6-15,9-11-6 16,3 1-2-16,3 0-6 0,3-1-4 0,3-1-1 0,4-5-9 0,5-2 3 0,2 0-11 16,4 0 2-16,2-3-1 0,4-2-1 0,4-2-1 15,3-3-1-15,6-6-1 0,5-2-5 0,4-4 1 0,0-4-3 16,-1-6-2-16,1-2-3 0,-2-1 0 16,-3-3 3-16,-3 0 1 0,-1-1-1 0,-2 0 0 15,-9 5 0-15,-1 0 1 0,-4-1 9 0,-2 1 10 16,1 2 4-16,-5 2 3 15,-1 4 5-15,-3-1 0 0,-1 1-5 0,-1 6-3 16,-1 0-11-16,-4-1 2 0,-3 8-3 0,-6 2-4 16,-8 6 1-16,-2 5 1 0,3 3-2 0,-1 1-3 15,2 5-3-15,2 0 2 0,0 2-2 0,1 4-2 16,8 1 0-16,0-3-1 0,5-2 1 0,5 1-9 16,9 0 3-16,4-4-2 0,8-2 4 0,6-3 1 15,6-6-2-15,4-5 3 0,2-3-3 0,3-6-3 0,13-3 2 0,0-6 0 16,-2-8-5-16,-2 0 0 0,-11-2 2 0,-4-1 3 15,-4-2-4-15,-3-2 2 0,-5 2 1 0,-2-2 2 16,-6 0 3-16,-1 0 0 0,-8 5 7 0,0-1 6 16,-7-5 8-16,-1 7 6 0,-3-2-2 0,-2 6-2 15,-4 0 3-15,-2 1-5 0,-10 1-2 0,6 7-7 16,-14 3 5 0,5 7-4-16,-6 4-6 0,4 6-1 0,-1 2 0 15,0 5 1-15,-7 8-4 0,12-5-1 0,-2 13 1 0,6-11 0 16,6 1-3-16,5-2-16 0,4-3-13 15,7-3 3-15,2-2 6 0,4-2 3 0,4-2 4 16,6-4-1-16,3-2 3 0,13-4 5 0,-3-4 2 16,4-4 1-16,4-5-3 0,-6-2-2 0,0-1 0 15,-5-3 1-15,-5 5-2 0,-4-4 2 0,-2 0 0 0,-5 2 1 0,1-3 3 16,-6 3-2-16,0 2 1 0,-4-2-7 0,-4 3-8 16,-1 0-11-16,-4 1-2 0,0 5-2 0,-5 1-6 15,-5 0 2-15,-1 5-21 0,-2 1-8 0,3 1-24 16,0 2-18-16,3 1-26 0,-3-2-161 0,9 1-318 15,2-1 141-15</inkml:trace>
  <inkml:trace contextRef="#ctx0" brushRef="#br0" timeOffset="140744.87">12508 5339 158 0,'1'-4'262'0,"2"0"-25"0,-3 0-6 0,0 1-13 0,0 3-12 16,0 0-19-16,3-4-26 0,-3 4-12 16,2-3-16-16,-2 3-11 0,0 0-20 0,0-4-15 15,0 4-23-15,0 0-19 0,0 0-6 0,0 0-4 0,0 21-1 0,0-9-4 16,0 5-2-16,0 0-3 0,0 7-2 0,-2 1-3 15,0 1 0-15,1-2-2 0,-2 1-2 0,6-6-2 16,-3-1 0-16,0 0-3 0,0-3-2 0,0-3 1 16,0-3-1-16,1-1 2 0,-1-3-2 0,0 1 2 15,2-3 2-15,-2 4 13 0,2-5 29 0,0-1 36 16,-2-1 0-16,0 0-9 16,12-15-7-16,-3 0-5 0,0-1 0 0,5-6 9 15,-2-1 4-15,2 0-10 0,-3-3-3 0,0 1 17 16,-4 6-16-16,2 2 16 0,-3 3-3 0,-2 5-5 15,0 4-10-15,0-3-15 0,-2 1-17 0,2 4-8 16,-1 1-35-16,-2-2-34 0,-1 4 14 0,0 0-7 16,9 14 4-16,-8-2 5 0,6 5 2 0,2 9 2 15,-2 1-19-15,2 2-23 0,3 2-24 0,-1 1-34 0,2 2-54 0,1-1-67 16,-5-2-310-16,9-5-596 0,-8-10 264 0</inkml:trace>
  <inkml:trace contextRef="#ctx0" brushRef="#br0" timeOffset="141845.79">20106 5204 236 0,'-2'-8'252'0,"2"1"-9"0,0 2-8 0,0-2-12 15,-2 2-21-15,2 1-8 0,0 4-20 0,0-8-19 16,-1 6-14-16,1 2-12 16,1-4-19-16,-1 4-13 0,0 0-16 0,0 0-18 15,0 0-10-15,0 0-6 0,0 0-5 0,0 13-3 16,2-4 6-16,-2 1-15 0,2 3-2 0,-4-1-2 15,0 5-3-15,1 0-5 0,2-3 0 0,-1-2 1 16,-1 2-1-16,1-4-2 0,0 2 0 0,0-6 1 16,0 1-5-16,0-1 1 0,0-1 2 0,0-1 23 15,0-2 24-15,0-2 29 0,1 6 22 0,-1-6 0 0,0 0-13 16,14-9-12-16,-6-1-10 0,2-6-8 0,7 1-8 0,-4 1-8 16,3-6-3-16,-3 6-5 0,1 0-8 0,-2 2 2 15,-3 6-6-15,-2-1-4 0,-2 2-7 0,-1 0-6 16,0 3-8-16,0-3-31 0,0 3-35 0,-4 2 8 15,8 4 3-15,-5 4 6 0,2 0 6 0,-2 4-9 16,2 4-1-16,-1 2-15 16,2 7-25-16,-1 4-32 0,0-2-48 0,-1 0-61 0,-1-1-309 0,-1-6-579 0,2-3 256 15</inkml:trace>
  <inkml:trace contextRef="#ctx0" brushRef="#br0" timeOffset="143118.57">21862 5732 188 0,'1'-12'239'0,"-1"1"-12"0,0-1-8 0,2 1-8 16,0 2-2-16,-1 0-11 0,3 2-8 15,-4-1-7-15,1 3-22 0,-1 1-14 0,2 1-18 0,-2 3-17 16,0 0-31-16,-2-6-27 0,2 6-9 0,4 11 3 16,-4 0-12-16,0 9-3 0,-4 5-6 0,4 5 1 0,-5 2-3 15,2 0-1-15,-4 17-6 0,3-15 2 0,-1 2 0 16,1-2-4-16,-3 4 2 0,5-4-2 0,-1-1 2 15,1-5-3-15,2 1-1 0,0-9-1 0,-2-2-2 16,-1-2 0-16,3 1 3 0,-1-6-4 0,0 0 1 16,-1-2-10-16,2-2-11 0,-2 0-6 0,0-2-3 15,2 0 7-15,-2 0 1 0,-1-3-14 0,3-2-42 16,-10 0-32-16,10 0-37 16,-13-8-20-16,4 1-30 0,1-2-199 15,-2-3-415-15,4-5 184 0</inkml:trace>
  <inkml:trace contextRef="#ctx0" brushRef="#br0" timeOffset="143419.99">21822 5538 244 0,'0'-7'236'0,"-2"0"-14"16,2 2-19-16,0 0-22 0,0 1-20 16,0 4-21-16,0-6-15 0,2 3-22 0,-2 3-11 15,0 0-12-15,0 0-5 0,9 10-8 0,-4-3-9 0,4 3-3 16,2 3-4-16,6 5-3 0,0 4-4 0,2 0-4 15,-1 2-4-15,3 0-3 0,-5 2 1 0,-1-1-2 16,1-2-11 0,-3 2 5-16,-6-8-1 0,-3 4-5 0,2-3 3 15,-4 0-1-15,-1-1-2 0,-4-1-1 0,-3 1-3 16,-2 0 2-16,-2-5 2 0,-2 2-2 0,-5-2-2 0,-6 5-2 16,5-7 3-16,0 0-4 0,-1-1-1 15,-2-1-3-15,2-1 2 0,-2 1-3 0,3-2 1 16,2 0-15-16,2-2-13 0,3-2-12 0,0 1-15 0,5-1-27 15,2-2-54-15,4 0-52 0,0 0-194 0,0 0-404 0,14-11 179 16</inkml:trace>
  <inkml:trace contextRef="#ctx0" brushRef="#br0" timeOffset="143847.49">22593 5833 13 0,'0'0'264'15,"5"0"-26"-15,-5 0-24 0,0 0-28 0,0 0-19 16,9 3-22-16,-7-2-11 0,1 3-14 0,1 0-11 0,0 3-7 16,-2-2-16-16,2 4-4 0,-1 1-5 0,-3 0-9 0,0 3-6 15,0 2-6-15,-3-2-6 0,-1 4-3 0,0 0-4 16,-2-1-7-16,1-5-2 0,-4-1-2 0,5 1 0 15,-1-1-3-15,1-5 3 0,0 2 5 0,2-2 12 16,-1-3 16-16,2 1 20 0,1-3 27 0,-3 4 26 16,3-4 25-16,0 0-2 0,0 0-31 0,7-11-14 15,-1 1-7-15,6-2-19 0,2-2-8 0,-1-1-8 0,2 1-2 0,-2 0-4 16,2 1-11-16,-4 0-9 0,3 4-9 16,-7 1-2-16,3 1 9 0,-5 2-21 0,-1 1-3 15,2 1-6-15,-2 1 1 0,0-1-38 0,-4 3-9 16,4-2-15-16,-4 2 0 0,0 0 9 0,6 9 1 0,-3-4 5 15,0 4 5-15,-1 2-8 0,-1-4 1 0,4 10-14 16,-5-1-10 0,4-5-22-16,-4 6-22 0,4-1-28 0,-3 1-32 15,3-4-21-15,-1-2-39 0,2-2-67 16,-1-4-168-16,-2-1-493 0,3-3 219 0</inkml:trace>
  <inkml:trace contextRef="#ctx0" brushRef="#br0" timeOffset="144036.69">23002 5777 152 0,'0'0'243'0,"5"-1"-27"15,-5 1-19-15,10 3-17 0,-5 0-11 0,5 7-12 16,1 1-10-16,-1 4-11 0,0 0-8 0,0 6-9 0,-1 7-9 16,-2-2-10-16,-4 4-7 0,-1 1-9 0,-5 2-7 15,-3-1-4 1,-2 1-20-16,-3-1-23 0,-5-3-24 0,-2 0-38 15,-6-4-36-15,-4-2-57 0,-3-1-63 0,-1-6-156 16,-2-6-370-16,1-3 163 0</inkml:trace>
  <inkml:trace contextRef="#ctx0" brushRef="#br0" timeOffset="144361.84">22632 5532 20 0,'-5'-4'303'0,"3"-1"-24"0,-1 1-26 0,1 1-27 16,-1 0-24-16,3 3-22 0,-8 0-21 0,2 3-18 15,-7 6-15-15,-11 8-14 0,2 10-10 0,-15 11-15 16,0 1-8-16,1 7-6 0,1 3-9 0,0 2-6 15,3-1-5-15,5 0-5 0,4 2-6 0,9-3-1 16,7-1-4-16,7-12-1 16,7 0-2-16,5-4-1 0,15 9 4 0,11-7-6 15,10-7-24-15,9-3-71 0,5-6-97 0,2-8-279 16,4-7-477-16,-3-7 212 0</inkml:trace>
  <inkml:trace contextRef="#ctx0" brushRef="#br0" timeOffset="158629.7">3704 9944 129 0,'0'-5'231'0,"0"0"-17"16,3-2-7-16,-3 1-4 0,1-1-6 0,-1 0 1 15,0 2-15-15,1-3-9 0,-1 3-17 0,1-1-5 0,1 4-10 0,-2-3-13 16,0 5-16-16,1-4-9 0,-1 0-13 16,0 4-14-16,0 0-5 0,0-4-32 0,0 4-24 0,0 0-9 15,0 0-2-15,0 0-4 0,9 10 0 0,-4 1 1 16,0 6-2-16,-1 2 3 0,4 5 1 0,-2 4-5 15,0-1 1-15,2 1 0 0,0 0-4 0,0 0 6 16,0-2-4 0,0-1 2-16,-2-5 2 0,0-1-4 0,1-3 2 0,-2 1 0 15,0-7 2-15,-1 1-1 0,0-3 2 16,-3-3-2-16,2 2-1 0,-2-2 4 0,2-2 26 16,0 1 31-16,0-1 36 0,-3 1 48 0,0-4 31 15,0 0-21-15,9-11-20 0,-3 0 4 0,6-5-24 0,1-6-8 16,2-3-13-16,-1-3-5 0,-1-4-7 0,2-1-12 15,5-13 0-15,0 3-11 0,-5 11-3 0,1 1-7 0,-1 4 1 16,-4 2-5-16,-3 6-2 0,2 4-4 0,-3 3-1 16,-1 3-3-16,-2-1-4 0,-3 5-10 0,3-2-1 15,1 3-8-15,-5 0-14 0,4 0-57 0,-3-1-47 16,-1 5-57-16,4-2 3 0,-4 2-1 0,4 10-24 0,1-3-15 16,-1 5-27-16,2 3-27 0,-1 2-45 15,3-2-219-15,1 2-561 16,0 3 249-16</inkml:trace>
  <inkml:trace contextRef="#ctx0" brushRef="#br0" timeOffset="159093.69">4726 9956 236 0,'0'-6'235'0,"-5"-3"-17"0,1 5-15 0,0-1-14 0,2-1-23 16,-2 2-16-16,-2 3-15 0,-1-1-15 0,-3 0-11 16,-1 2-14-16,-1 4-11 0,-6-1-11 0,2 7-6 15,-5 5-5-15,-2 1-8 0,3 0-9 0,2 2-3 16,4-3-3-16,-2 6-5 0,5-1-2 0,2-4-4 31,-3 2-3-31,4-1-4 0,2 2-2 0,3-4-5 16,1-1 2-16,2-2-2 0,2-2 2 0,0-1-2 0,1-4 3 15,-1 2-2-15,7-4 5 0,-3-1 5 0,7-1 3 0,5-4 3 16,-1 0 0-16,5-4 3 0,-6-1 11 16,2 0 0-16,0-2-3 0,-1 1 1 0,-2-2-1 15,-2 2 3-15,2 0 3 0,-6 3 0 0,0-2 2 16,1 2-1-16,-5 3-2 0,-1 1-9 0,0-3-3 0,1 3-6 15,-5 2-10-15,5-3-9 0,-5 3-24 0,0 0-7 0,9 2 0 16,-9-2-6 0,5 6-22-16,-5-2-23 0,1 3-31 0,2 1-17 0,1 3-23 0,-3-1-37 0,-1 0-62 15,-1-3-159-15,1 1-432 0,-3-1 192 0</inkml:trace>
  <inkml:trace contextRef="#ctx0" brushRef="#br0" timeOffset="159446.26">4914 9992 237 0,'5'-5'306'15,"-1"0"-22"-15,0 0-21 0,-2 1-27 0,1 1-26 16,2 1-20-16,0 1-23 0,0-1-17 0,-5 2-14 16,17 6-15-16,-8 0-11 0,-3 0-9 0,2 3-16 0,2-1 5 0,-1 3-22 15,-1-1-2-15,-1 4-12 0,1 1 2 0,0 1-8 16,-4 2-5-16,-1-1-4 0,-1 0-5 0,0-2-5 15,-2-1 2-15,0-4-4 0,-1 1 0 0,1-1-4 16,0-3-2-16,0-2 4 0,-1 2-2 0,1-4 24 16,-2 2 36-16,2-5 50 0,0 5 46 0,0-5 9 15,0 0-22-15,0 0-19 0,3-20-20 0,0 8-10 0,0-2-15 0,5-6-11 16,2-3-8-16,3-3-13 0,0 3-8 0,-2-2-4 16,3 0 1-16,-3 3-14 0,-4 9-1 0,3-1-2 15,-4 6-10-15,0-1-4 0,-2 3-3 0,-3 0-11 16,3 1-36-16,0 2-36 0,-2 0-52 0,2-1-44 15,-4 4 6-15,0 0-23 0,12 7-21 0,-10 1-31 16,5 2-29 0,-5 6-26-16,3-3-79 0,-5-2-190 0,4 2-591 15,-4-1 262-15</inkml:trace>
  <inkml:trace contextRef="#ctx0" brushRef="#br0" timeOffset="159994.06">6050 10010 137 0,'-5'1'333'0,"5"-1"-18"31,0 0-18-31,0 0-25 0,0 0-21 0,0 0-20 16,0 0-25-16,0 0-21 0,0 0-19 0,14-9-18 0,-4 4-21 0,3 2-14 15,6 2-31-15,4-2-46 0,4-2-44 16,1 3-44-16,-5 1-49 0,-2 0-44 0,1 1-41 16,-5-1-216-16,0 1-434 0,-7 0 192 0</inkml:trace>
  <inkml:trace contextRef="#ctx0" brushRef="#br0" timeOffset="160148.31">6128 10186 109 0,'-3'3'148'0,"1"-2"7"0,2-1 7 0,-4 4 33 0,4-4 12 16,10 3-12-16,2-5-14 0,2 1-19 0,6-3-18 0,11 3-13 16,2-6-18-16,0 3-39 0,3 0-54 15,4-1-68-15,10-4-87 16,-15 0-168-16,1 1-327 0,-4 0 146 0</inkml:trace>
  <inkml:trace contextRef="#ctx0" brushRef="#br0" timeOffset="160710.43">7283 9796 135 0,'0'-5'349'0,"1"3"-14"0,-1-3-17 0,0 5-12 16,3-3-16-16,-3 3-25 0,1-7-17 0,-1 7-16 15,2-2-38-15,-2 2-22 0,0 0-18 0,0 0-13 16,0 0-25-16,0 0-29 0,0 0-25 0,0 0-10 16,0 0-6-16,2 10-6 0,-2-3-4 0,0 5-7 0,1 0-1 0,-1 5-3 15,-1 0-5-15,1 2-2 0,0 0 3 0,0 6-1 16,0-6-6-16,-2 8-1 0,0-3-2 0,0-7-2 16,-1 0 3-16,3 0-1 0,-2 0-2 0,-1-5-2 15,2-1 0-15,-1-4-2 0,1 1 4 0,0-3 1 16,0 0-4-16,1 0 7 0,0-2-2 0,-3 1 36 15,3-4 42-15,0 0 39 0,0 0 38 0,-2 3 23 0,2-3-21 0,0 0-18 16,-2-12-15-16,1 2-11 0,0-5-14 0,-2-3-10 16,2-7-10-16,0-4-7 0,2 3-9 15,0-2-8-15,0-1-9 0,3-1-2 0,0 5-8 0,1-1-5 16,-1 8-6-16,1-1 5 0,-1 4-9 0,1-2-6 16,-1 5 0-16,-1 2-4 0,1-1-1 0,0 3-9 15,1 1-1 1,2 0-6-16,-2 0-23 0,0 2-25 0,5 0-31 15,2 2-39-15,-1-2-29 0,2 5-36 0,10 1-35 0,-5 3-29 16,1 1-26-16,2 3-28 0,2 4-31 0,-7-3-62 16,1 2-234-16,-2 0-674 0,-6-4 298 0</inkml:trace>
  <inkml:trace contextRef="#ctx0" brushRef="#br0" timeOffset="160879.34">7402 10178 56 0,'-4'3'217'0,"4"0"3"0,0-3 2 16,-3 4-3-16,3-4-10 0,0 0-18 15,0 0-14-15,19-2-20 16,-4 0-13-16,3 0-16 0,9-2-21 0,-1 2-43 16,-4-2-55-16,1 0-58 0,3-3-77 0,-11 0-199 15,4 0-350-15,-5 0 155 0</inkml:trace>
  <inkml:trace contextRef="#ctx0" brushRef="#br0" timeOffset="161048.53">7402 10014 55 0,'-5'1'356'16,"-1"1"-27"-16,2 0-25 0,4-2-22 0,-5 3-23 15,2-2-23-15,3-1-27 0,0 0-24 0,0 0-20 16,0 0-15-16,32-5-18 0,0 1-12 0,0 1-26 0,2 2-56 15,7-2-67-15,-4 0-76 0,16-4-85 0,-16 2-242 0,-1 0-468 16,-2-4 207-16</inkml:trace>
  <inkml:trace contextRef="#ctx0" brushRef="#br0" timeOffset="161333.68">8429 9757 201 0,'3'-3'314'16,"-3"3"-30"-16,0 0-25 0,0 0-28 0,0 0-25 16,0 0-22-16,0-4-28 0,0 4-15 0,0 0-19 0,0 0-15 0,-9 10-6 15,4-1-14-15,-3 0-6 0,-1 5-10 0,-1 3-3 16,-8 1-12-16,0 2-3 0,-1 2-5 0,-1 2-21 15,1 0-14-15,0 0-21 0,-1 0-15 0,1-2-16 16,2 2-14-16,1-2-19 0,-1 1-21 0,3-7-25 16,1-2-32-16,6-5-226 0,-2-1-407 0,4-1 180 15</inkml:trace>
  <inkml:trace contextRef="#ctx0" brushRef="#br0" timeOffset="161512.34">8129 9881 255 0,'0'-7'380'16,"1"1"-24"-16,1 2-25 0,-2-1-37 0,1 2-35 16,-1 3-31-16,0-6-28 0,0 6-26 0,0 0-19 0,0 0-20 0,0 0-13 15,13 10-13-15,-6-4-14 0,4 9-7 0,0-1-13 16,7 8-9-16,-4 0-6 0,4-2-11 0,-4 2-17 16,5 1-26-16,1-1-23 0,-4-4-34 0,-1 3-44 15,-2-7-43-15,-3-2-60 0,3 1-78 0,-4-7-173 16,-1 1-487-16,-1-6 215 0</inkml:trace>
  <inkml:trace contextRef="#ctx0" brushRef="#br0" timeOffset="162020.34">8589 9605 270 0,'0'0'358'0,"1"-5"-32"0,-1 5-11 0,2-6-19 0,-2 6-25 15,1-1-27-15,-1 1-30 0,5-3-19 0,-5 3-31 16,4-2-17-16,-4 2-8 0,15 5-19 0,-7 0-12 15,1 0-13-15,1-1-24 0,-1 5-10 0,0-3-12 16,0 6-9-16,-3-2-9 0,2 4-4 0,-3-2-9 16,-1-1-6-16,0 2-7 0,-4-1-2 0,-4 0-1 15,3 1-3 1,-3-4 6-16,-4 5 0 0,4-6-5 0,-2 2 2 16,-3 0 1-16,5-5-3 0,-1 0 0 0,1 2 3 0,3-3 0 15,-3-1 2-15,1 1 1 0,2-1 0 0,1-3 1 16,-1 4 19-16,1-4-5 0,-4 4 4 0,4-4 7 15,0 0 1-15,0 0-1 0,6 4 11 0,-6-4-22 0,16-3 1 16,-10 1 0-16,7 0-4 0,-1 2-8 0,-1-3 4 16,0 1-2-16,0 2-1 0,-2-2 2 0,-3 1-3 0,0 0-4 15,0 1 2-15,-6 0-6 0,11-1-4 16,-11 1-10-16,6-2-13 0,-6 2-17 0,0 0-20 0,6 0-20 16,-6 0-27-16,0 0-33 0,0 0-37 0,0 0-39 15,0 0-50-15,0 0-210 0,0 0-518 0,5-2 230 16</inkml:trace>
  <inkml:trace contextRef="#ctx0" brushRef="#br0" timeOffset="162352.23">8958 9559 54 0,'3'-5'303'16,"-3"5"-24"-16,0 0-26 0,1-3-31 0,-1 3-23 0,0 0-24 16,0 0-19-16,0 0-17 0,0 0-19 0,5 13-10 15,-3-3-13-15,1 6-8 0,2 10-13 0,-2-1-7 16,1 5-5-16,-2 0-8 0,0 4-2 0,0 3-7 15,-2-1-1-15,-1-1-7 0,-2 15-2 0,-3-4-3 16,0-12-2-16,-4 0-3 0,-3-2 2 0,-4-2-5 16,-1 1 0-16,-5-4-2 0,-1-2-5 0,-4-1-24 15,-5-2-32-15,-11 2-67 16,6-9-72-16,-12-1-255 0,-1-2-466 0,11-7 206 16</inkml:trace>
  <inkml:trace contextRef="#ctx0" brushRef="#br0" timeOffset="162699.37">8072 9605 3 0,'0'0'242'15,"-3"-2"-25"-15,3 2-24 0,-1-4-23 0,1 4-15 16,0 0-18-16,-13 8-16 0,7 2-16 0,-7 5-9 16,-5 6-7-16,0 4-10 0,-5 4-10 0,-3 11-5 15,7-9-5-15,-4 12-7 0,3 0-2 0,6 3-6 16,6-12-7-16,4 2-3 0,3-5-2 0,4 3-1 0,3-2-4 0,7-3 6 15,0-2-1-15,7 0 4 0,4-3-1 0,4-2-5 16,4-4 4-16,13 3-36 0,5-3-53 0,1-3-87 16,0-8-210-16,-14-4-380 0,16 1 168 0</inkml:trace>
  <inkml:trace contextRef="#ctx0" brushRef="#br0" timeOffset="163332.15">9500 9993 15 0,'-9'0'153'0,"9"0"-8"15,-9 1-11-15,9-1-7 0,-3 0-7 0,3 0-1 0,0 0-3 16,0 0 3-16,-7 3-8 0,7-3-9 16,0 0-4-16,0 0 1 0,0 0 1 0,0 0 3 15,0 0-10-15,32 0-5 0,-13 0-6 0,9-3-6 0,2 3-13 16,2-2 2-16,-1-1 5 0,1 2-3 0,3 0-2 16,-3-1-5-1,1-1 2-15,-6 3-3 0,-7-1-3 0,-2 0 0 16,-5-1-1-16,-4 1 2 0,-2-1 0 0,0 2-3 0,-1-3 0 15,-6 3-6-15,9 0-5 0,-9 0-5 0,8-2-6 16,-8 2-13-16,4-2-14 0,-4 2-24 16,0 0-21-16,0 0-32 0,0 0-25 0,-13 9-41 15,11-6-32-15,-2 0-256 0,4-3-460 0,-3 6 205 0</inkml:trace>
  <inkml:trace contextRef="#ctx0" brushRef="#br0" timeOffset="163854.18">10517 9709 194 0,'4'-3'264'16,"-4"3"-27"-16,0 0-36 0,0 0-21 0,0 0-23 16,5-2-16-16,-5 2-12 0,0 0-17 0,0 0-15 15,0 0-7-15,1 10-14 0,-2-3-9 0,1 3-2 16,0-1-10-16,0 5-1 0,0-2-8 0,0 6-1 16,0-1-5-16,0 3-5 0,-2 6 0 0,2-1 0 15,-2 0-4-15,2-5-1 0,-5 4-5 0,4-6 0 16,-1 1-4-16,-1 0 1 0,0-5-4 0,2 1 0 0,-1-5-5 0,-1-1 1 15,-1 2 0-15,3-5-2 0,-2 1 10 0,3-2 7 16,-2 2 13-16,2-2 22 0,-2-4 23 0,1 3 35 16,1-4 34-16,0 0 36 0,0 0-9 0,0 0-22 15,0 0-11-15,-10-13-14 0,7 4-14 0,2-3 10 16,-3-5-8-16,4 0-14 0,-1-9-10 0,1 0-4 16,0-2-13-16,4 2-8 15,0-3-7-15,1 1-5 0,2 0-5 0,-1 2-5 16,0 1-3-16,0 6 1 0,1 2-9 0,-1 3-2 15,-1 4-6-15,-1-1 2 0,1 0-6 0,-1 2-4 16,3 2-5-16,-1 1-5 0,-2 0-12 0,2 2-15 16,0-2-23-16,7 1-32 0,-3 3-35 0,3 1-29 15,5 1-28-15,4 1-26 0,-4 3-29 0,1 3-25 16,-1-1-34-16,0 1-29 0,-1 3-311 0,-2-1-662 0,1-1 293 0</inkml:trace>
  <inkml:trace contextRef="#ctx0" brushRef="#br0" timeOffset="164054.29">10559 10129 188 0,'-1'2'256'0,"-3"0"-3"0,4-2 4 16,-1 5-4-16,1-5-10 0,0 0-22 0,0 0-22 15,14-1-13-15,-5-1-21 0,5 2-18 16,3-3-17-16,2 1-14 0,9-2-32 0,-6 0-41 0,4-1-54 15,-6 0-72 1,9-4-75-16,-11 1-258 0,0 0-448 0,-1-1 198 16</inkml:trace>
  <inkml:trace contextRef="#ctx0" brushRef="#br0" timeOffset="164239.41">10527 9939 13 0,'-5'0'296'0,"5"0"-16"16,-8 2-19-16,8-2-27 0,0 0-26 0,0 0-19 16,0 0-23-16,34-5-15 0,-15 5-18 0,12-2-9 15,2 4-31-15,3-4-38 0,-1 2-51 0,1 2-72 16,4-5-67-16,-3-1-199 0,-5 2-363 0,3-3 161 0</inkml:trace>
  <inkml:trace contextRef="#ctx0" brushRef="#br0" timeOffset="164517.53">11527 9753 3 0,'1'-5'328'0,"-1"5"-19"15,4-3-23-15,-4 3-24 0,0 0-21 0,4-2-16 16,-4 2-35-16,0 0-22 0,0 0-22 0,0 0-16 15,0 0-20-15,0 0-15 0,0 0-9 0,-4 14-10 16,0-6-8-16,1-1-4 0,-4 7-8 0,1-4-5 16,-5 4-3-16,2 3-8 0,-2 0-1 0,-6 7-3 0,3 1-5 0,-3-1-11 15,2 0-15-15,-2-2-24 0,0 0-20 16,-2-2-16-16,6-4-17 0,0-4-18 0,-2 3-14 0,0-3-14 16,2 0-21-16,2-6-21 0,1 0-58 0,1-3-133 15,4-3-378-15,0 2 167 0</inkml:trace>
  <inkml:trace contextRef="#ctx0" brushRef="#br0" timeOffset="164702.41">11248 9857 58 0,'0'-5'287'0,"0"0"-13"16,1 1-19-16,2 0-27 0,-3 4-27 0,0-4-24 0,0 4-18 15,0 0-16-15,5-2-14 0,-5 2-10 0,5 7-7 16,3-3-11-16,-3 4-9 0,8 5-9 0,0 0-3 0,-2 3-13 15,2 7-3-15,2-1-4 0,-2-2-10 0,-4-1-3 0,2-3-30 16,-3 1-29-16,-1 0-37 0,-1-2-39 0,1-1-38 16,-1-2-34-16,-4-7-235 0,-1 2-428 15,1-2 190-15</inkml:trace>
  <inkml:trace contextRef="#ctx0" brushRef="#br0" timeOffset="164956.09">11648 9716 207 0,'0'0'294'0,"4"-5"-29"0,-4 5-25 0,5 0-15 16,-5 0-23-16,10 3-21 0,-1 1-15 0,0 4-15 15,-1 1-16-15,7 1-16 0,3 10-8 0,-4 4-9 16,-2-3-9-16,0 4-9 0,-1 1-7 0,-4 7-5 15,-1-3-9-15,-6 2-9 0,1 1-2 0,-4-3-20 0,-3 0-22 16,-4-2-27-16,-7-1-16 0,2-1-25 0,-6-5-22 16,-6 1-45-16,-1-5-48 0,-5-4-236 0,0-1-441 0,0-5 195 15</inkml:trace>
  <inkml:trace contextRef="#ctx0" brushRef="#br0" timeOffset="165303.13">11160 9680 151 0,'0'0'229'0,"0"-4"-27"0,0 4-18 0,0 0-26 0,0 0-17 16,-13 12-7-16,6-3-13 0,-2 5-11 16,-5 7-12-16,2 7-13 0,-3 1 0 0,-2 15-7 0,6-9-3 15,-1 14-9-15,3-3-2 0,5-2-10 0,4-8-5 16,4-2-2-16,1-1-3 0,8-1-1 0,1-1-3 15,3-4-29-15,6-3-69 0,4-4-123 0,5-4-158 0,2-6-367 16,2-7 164-16</inkml:trace>
  <inkml:trace contextRef="#ctx0" brushRef="#br0" timeOffset="167344.34">11845 9399 14 0,'11'3'91'0,"2"1"-8"16,0 1-7-16,5-1-8 0,0 1-5 16,-3 1-7-16,3-1-8 0,-4-3-1 0,0 0-8 15,-1 0-5-15,-3-1 7 0,2 1 16 0,-5-2 22 0,0 0 18 16,-1 0 20-16,2 0 3 0,-8 0-2 0,9-5-6 15,-5 3 1-15,-1-3 3 0,0 0 0 0,0-2 3 16,0 2 6-16,-3 0 8 0,4 0 10 0,-4 1 7 0,1-3-10 0,1 4 4 16,-2-2-1-16,2 1-10 0,-2 4-13 15,0-5-14-15,0 5-14 0,2-3-14 0,-2 3-11 16,0 0-25-16,0 0-28 0,0 0-6 0,0 0-1 0,5 15-4 16,-3-3-8-16,2 11-2 0,0 9-3 0,-1 2 5 15,1 1 1-15,3 16-2 0,-2-1 0 0,-4 3 2 16,3 0 3-1,0 1-2-15,-3-4 0 0,2 7 1 0,-2-5-1 0,-1-1 1 16,0-4-4-16,0-12 3 0,4 1 2 0,-4-3-2 16,0-2 0-16,0-3 5 0,0-3 0 0,-4-7-3 15,0-2-2-15,3 1 6 0,1-6-4 0,-4-1 0 16,3-3 3-16,-2 1 1 0,3-4 0 0,-1 2-6 16,1-2 3-16,-3 2 3 0,3-2 1 0,-1 1-4 15,1-3 6-15,0-2-6 0,0 6 4 0,0-6-3 0,-4 4 1 16,4 1 0-16,0-5-4 0,-1 4 2 0,1-4 2 15,0 3-4-15,0-3 4 0,-4 5 1 0,4-5-3 0,-3 4 6 16,1-2-3-16,2-2-2 0,-5 5 4 0,0-4-1 16,-3 4-3-16,-7-3 7 0,-6 0-5 15,-8 0-18-15,-9-1-35 0,-16-3-72 0,-10-1-106 0,-27-7-279 16,2-4-550-16,-2 0 243 0</inkml:trace>
  <inkml:trace contextRef="#ctx0" brushRef="#br0" timeOffset="168240.78">10278 9409 107 0,'0'0'197'0,"2"-4"-11"16,-2 4-16-16,1-4-13 0,-1 4-20 0,0 0-13 0,-3-7-12 16,3 7-14-16,-7-2-10 0,3 0-10 0,-4 1-8 15,-2 0-6-15,-4 1-9 0,1 0-3 0,-1 1-6 16,-4 0-4-16,-1 1-2 0,0 0-5 0,2-2-6 15,3 3-2-15,1-3-6 0,2 0 0 0,-1 2-1 0,2-2-3 16,2 0-3-16,2 0 1 0,1 0-1 0,5 0 6 16,-8 0 9-1,8 0 5-15,-7 0 3 0,7 0-3 0,0 0-4 16,-7 0-1-16,7 0-4 0,0 0-6 0,0 0-4 0,-6 3-8 16,6-3 3-16,0 7-7 0,0-2 0 0,3 4 0 15,-2 3-6-15,4 7-3 0,-3 9 5 16,0 4 0-16,-2 3-2 0,-3 11 0 0,2 7 3 15,-8-2-3-15,4 4 0 0,-2 0 0 0,1 2 8 16,-3 1-2-16,3 0-1 0,1-5 0 0,-2-1-5 0,5-4 6 0,-2-1 0 16,1-14-2-16,2 0-2 0,-4-4 0 0,1-2-1 15,3-7 5-15,1-1-2 0,-3-2-2 0,2-1 1 16,-2-3 5-16,6-3-2 0,-7 1 0 0,4-3 1 16,0-3-2-16,-1 1 0 0,1 0 1 0,1-1 3 15,-2-1 8-15,1-1 9 0,0-3 2 0,-3 7 0 16,3-5 0-16,0-2-1 15,-1 4-3-15,1-4 1 0,0 0-3 0,0 4 1 16,0-4 7-16,0 0 2 0,0 0-2 0,0 0-1 16,0 0 0-16,0 0-2 0,5 4-2 0,7-4 4 15,2 0-6-15,15 0 2 0,5 0-5 0,19-1-33 16,3-2-54-16,9-1-90 0,30-9-272 0,-30 3-467 16,31-17 206-16</inkml:trace>
  <inkml:trace contextRef="#ctx0" brushRef="#br0" timeOffset="168927.4">12451 8987 283 0,'0'0'316'0,"2"-4"-23"0,0 2-28 0,-2 2-27 15,0 0-28-15,0 0-20 0,3-3-23 0,-3 3-21 0,0 0-15 16,0 0-11-16,13 3-18 0,-8 1-10 16,-1 1-9-16,3 5-13 0,-4 0-9 0,2 4-7 15,-1 1-6-15,-3 2-4 0,-1 8-8 0,-1-5 2 0,-4-1-5 0,-2 6-6 16,1-5 0-16,1-2 0 0,0-2-9 0,-1 0 4 15,1-3-1-15,0-1-5 0,1-3-2 0,2-1-2 16,0 0 2-16,1-3-5 0,-1 1 2 0,1 0 1 0,1-2 0 16,3 0 10-16,2 1 21 0,1 0 9 15,5-2 2-15,8-1 4 0,2 1 5 0,6-1-4 16,1-2-4-16,3-5-2 0,-1 5 5 0,1-2-6 0,-2-1-8 0,2 1 0 16,-3-1-5-16,-7 0-6 0,-7 1-5 0,-1 2 2 15,-2-2 4-15,1 2-10 0,-6 0-7 0,2 0 0 16,-8 0-5-16,6-1-4 0,-6 1-30 0,8 1-40 31,-8-1-54-31,0 0-33 0,1 6-18 0,-5 0-52 0,-2-2-352 16,-4 4-620-16,1-1 275 0</inkml:trace>
  <inkml:trace contextRef="#ctx0" brushRef="#br0" timeOffset="174388.1">13318 9881 155 0,'0'0'161'0,"0"0"-6"0,-6 0-7 15,6 0-10-15,0 0-14 0,0 0-9 0,0 0-8 16,0 0-8-16,0 0-8 0,0 0-11 0,0 0-4 16,0 0-12-16,0 0-8 0,0 0-3 0,0 0-6 15,0 0-3-15,0 0-5 16,0 0-3-16,0 0-3 0,-5-3 4 15,5 3-6-15,0 0 1 0,0 0-4 16,0 0 2-16,0 0-1 0,0 0-6 0,0 0 2 0,15-2-1 0,-3 0-3 0,7-1 0 16,2-3-1-16,8 2-5 0,4-2-4 0,-1 1 2 15,0-1-4-15,-2 5-4 0,-8-2-5 0,1 2-15 16,-5-1-17-16,-4 0-22 0,0 2-22 0,-5 0-22 16,4 2-18-16,-7-2-46 0,-2 1-112 0,-5 3-296 15,1-4 130-15</inkml:trace>
  <inkml:trace contextRef="#ctx0" brushRef="#br0" timeOffset="174736.25">13382 10040 120 0,'0'0'127'0,"-5"0"-12"0,5 0-10 16,0 0-15-16,0 0-6 0,0 0-5 16,1 5 4-16,-1-5-5 0,11 3 1 0,0-2-3 15,3-1 0-15,9-1-9 0,8-3 1 0,1 3 3 0,1-3-4 16,3 1-1-16,2-1-1 0,-2 3-8 0,-5-2 0 15,-2 1-13-15,-6 2-2 0,-5 0-3 0,-5 0-6 0,-1-2-3 16,-1 1-7-16,-4 1-7 0,0-1-7 0,0 2-6 0,-7-1 4 16,4 3 0-16,-4-3-5 0,0 0-1 15,-14 7-7-15,5-2-15 0,0 0-16 0,-3-1-31 16,1-2-33-16,1 4-175 0,0-5-298 0,2 0 131 0</inkml:trace>
  <inkml:trace contextRef="#ctx0" brushRef="#br0" timeOffset="175473.37">14876 9594 143 0,'0'0'250'0,"3"-4"-10"0,-1 1-12 16,-2 3-14-16,0 0-19 0,0-5-18 0,0 5-15 15,1-4-17-15,-1 4-18 0,0 0-14 0,0 0-13 0,0 0-18 0,0 0-27 16,0 0-7-16,0 0-9 0,0 0-4 0,0 20-3 16,0-8-2-16,0 6-4 0,-1 2-1 0,-1 5-5 15,-1 1-3-15,0 3-3 0,0 0 5 0,0 1-7 16,0 0 1-16,1-3 0 0,-3 5-1 0,4-2-2 16,-2-3-2-16,3-9 1 0,-2 7-3 0,2-8 1 15,-2-4-1-15,1-2 1 16,1-2-1-16,-1 1-2 0,-1-3 2 0,2-2 2 15,-1 2 9-15,1-5 20 0,0 3 27 0,-1-1 30 16,1 1 37-16,0-5 33 0,0 0-1 16,0 0-28-16,0 0-4 0,-5-23-19 0,2 7-11 0,2-2-13 0,-1-9-6 15,0-2-6-15,0-3-10 0,0-1-6 0,2-1-4 16,2-15-14-16,-2 4 2 0,4-4-8 0,-1 14 0 16,1-10-10-16,0 11 12 0,0-2-15 0,-2 7-5 0,1 2 3 15,-1 3 4-15,1 7 6 0,-2 0-5 0,3 3 2 16,-3 4-3-16,2-2-4 0,-1 3 4 0,1 1-11 15,1 3-1-15,2-2-11 0,1 1-14 0,3 0-37 16,1 2-25-16,3 1-13 0,4 3-27 0,1 2-19 16,4 3-26-16,-2 2-23 0,4 3-29 0,0 4-23 15,-1 0-30-15,-9-1-273 16,3 1-580-16,-2-4 258 0</inkml:trace>
  <inkml:trace contextRef="#ctx0" brushRef="#br0" timeOffset="175704.62">14949 10077 250 0,'0'0'277'0,"-3"4"-13"16,3-4-13-16,0 0-19 0,0 0-25 0,0 0-12 15,13-2-30-15,-1-1-16 0,4-1-16 0,6-2-13 0,7-3-13 16,-1 2-21-16,4 1-33 0,-5 1-35 0,-4-1-48 0,-1 4-32 16,-3-3-43-16,4 1-40 0,-4-1-217 15,-2-1-390-15,-6 1 173 0</inkml:trace>
  <inkml:trace contextRef="#ctx0" brushRef="#br0" timeOffset="176035.93">14927 9837 306 0,'-4'-2'305'0,"4"2"-21"16,-6 0-19-16,6 0-21 0,0 0-23 0,0 0-19 15,-4-3-19-15,4 3-23 0,0 0-14 0,23-6-16 16,-1 3-12-16,7-2-15 0,10 2-8 0,13-3-9 16,4-2-9-16,-2 3-8 0,-1-2-10 0,-15 4-12 15,-3-1-10-15,1 0-12 16,-8 0-8-16,-7 2-3 0,-5 2 0 0,-3 0-3 16,0-1-5-16,-7-1-3 0,1 2-1 0,-2 0-5 15,0-2 1-15,-5 2-3 0,0 0 3 0,0 0-9 16,0 0-14-16,0 0-11 0,0 0-27 0,-25 4-32 15,14-3-43-15,5-1-49 0,-6 2-257 0,6 0-481 16,-2-2 213-16</inkml:trace>
  <inkml:trace contextRef="#ctx0" brushRef="#br0" timeOffset="177791.64">16183 9491 174 0,'2'-7'262'0,"0"-1"-2"0,-1 3-12 0,2-2-7 15,-2 0-19-15,1 3-19 16,1 1-20-16,-2 1-21 0,1-3-21 0,-2 5-17 16,0 0-29-16,0 0-9 0,0 0-12 0,0 0-5 15,-12 21-10-15,2-3-2 0,-2 3-6 0,-1 2-8 16,1 0-1-16,-5 1-8 0,5 2-4 0,-4-3 1 16,4 4-3-16,-2-4-5 0,2 2-1 0,-1-1-11 15,-1-1-22-15,5-5-25 0,-1 2-28 0,1-2-21 16,0-3-28-16,0 2-26 0,0-6-40 0,0-2-213 0,3-1-423 0,1-3 187 15</inkml:trace>
  <inkml:trace contextRef="#ctx0" brushRef="#br0" timeOffset="177976.28">16022 9566 216 0,'1'-2'288'0,"2"-3"-32"15,-3 1-25-15,0 0-24 0,1 0-27 0,-1 4-21 16,0 0-21-16,0 0-14 0,0 0-13 0,12 13-13 15,-3-5-8-15,-3 5-9 0,3 0-5 0,4 7-6 16,5 0-6-16,-2 2-5 0,1 0-7 0,3 2-14 16,1-2-34-16,-2-1-31 0,1 3-35 0,-3-4-43 15,1 0-48 1,-3-6-214-16,-2 0-395 0,0-2 175 0</inkml:trace>
  <inkml:trace contextRef="#ctx0" brushRef="#br0" timeOffset="178254.39">16758 9372 18 0,'0'-4'233'16,"0"4"-24"-16,-5-3-26 0,5 3-20 0,-10 6-15 0,0 3-13 15,-2 4-11-15,-4 5-11 16,-4 8-8-16,1 4-10 0,-2 2-10 16,-6 9-14-16,1 2-8 0,3-2-2 0,1 3-9 15,10-11-6-15,-1-2-2 0,3 3-2 0,3-1-7 0,5-4-2 16,2 2-2-16,2 0-11 0,5-4-5 0,3-3-16 16,0 2-20-16,0-11-34 0,3 0-35 15,4-5-70-15,-1-3-140 0,3-3-324 0,-1-3 143 16</inkml:trace>
  <inkml:trace contextRef="#ctx0" brushRef="#br0" timeOffset="178677.11">16827 9573 282 0,'0'-7'267'16,"2"2"-20"-16,0 0-25 0,-2-2-24 0,3 5-21 15,0-2-22-15,3 0-12 0,1 3-18 0,-2 1-14 16,4 2-9-16,0 2-17 0,0 1-6 0,-1 3-8 16,-1 1-7-16,4 7-5 0,-5 0-10 0,-2 2-3 15,2 0-6-15,-6 1-6 16,0 5 0-16,0 1-3 0,-6-5-6 0,-2 3-1 16,3-2-1-16,-4-4-5 0,-1 0-1 0,2-2-1 15,-1-3-1-15,4-2-4 0,-1 0 5 0,0-3-1 16,2-2 3-16,1 0 14 0,-1-1 28 0,2 0 27 15,-2-2 37-15,4-2-6 0,0 0-11 0,0 0-9 16,0 0-14-16,6-19-6 0,1 8-11 0,3-1-2 16,6-10-14-16,5 1-2 0,-3 1-10 0,4-2 5 0,-7 3-16 0,0 5-3 15,-2-1-2-15,-2 3-6 0,-3 3 8 0,0 2-11 16,-3 3 0-16,0-2-13 0,0 3-13 0,-1 1-25 16,-1 0-8-16,-3 2 14 0,0 0-8 0,6 6 4 15,-3 2 5-15,-1 0 1 0,-2 3 3 0,1 1 2 16,-1 0 1-16,3 5-17 0,-2-2-17 0,4 2-23 15,-4 0-28-15,1-2-31 16,2-1-42-16,0-2-41 0,-2-3-264 0,1 1-525 16,3-3 232-16</inkml:trace>
  <inkml:trace contextRef="#ctx0" brushRef="#br0" timeOffset="178926.61">17410 9710 50 0,'-23'0'281'0,"23"0"-18"0,0 0-20 0,0 0-11 15,-9 0-19-15,9 0-17 0,0 0-14 0,0 0-18 16,0 0-17-16,0 0-13 0,0 0-13 0,0 0-11 16,0 0-10-16,0 0-11 0,0 0-6 0,0 0-9 0,24-6-7 0,-8 3-8 15,3-1-5-15,8 0-7 0,1-1-10 0,1 2-13 16,-1-4-21-16,3 4-29 0,-4-1-27 0,-7 1-31 31,-2 0-26-31,0-1-47 0,-5 1-40 0,3-1-194 16,-8 0-425-16,-2 0 188 0</inkml:trace>
  <inkml:trace contextRef="#ctx0" brushRef="#br0" timeOffset="179262.61">17885 9454 301 0,'0'0'396'0,"-4"-4"-29"0,4 4-25 0,-1-3-50 16,1 3-23-16,-1-4-32 0,1 4-26 0,0 0-16 16,0 0-38-16,0 0-17 0,0 0-21 0,0 0-8 15,-3 15-12-15,5-2-9 0,-2 2-5 0,1 2-13 16,0 2-9-16,2 1-4 0,-3-1-7 0,1 6-1 15,2 0-7-15,-2-4-5 16,2-3-1-16,-2-1-4 0,1-1-3 0,-2-5-3 16,3 4-9-16,-2-5 1 0,-1-1-3 0,3 0 3 15,-3-2-11-15,1-1-13 0,-1-1-7 0,0 0-6 16,1-3 0-16,-1 3 11 0,0-5-9 0,0 4-2 16,0-4-12-16,0 0-55 0,0 0-33 0,0 0-37 15,0 0-43-15,-4-17-50 0,3 10-269 0,1-5-558 16,1-4 247-16</inkml:trace>
  <inkml:trace contextRef="#ctx0" brushRef="#br0" timeOffset="179494.61">17949 9265 24 0,'0'-5'285'0,"0"1"-23"15,-1 0-30-15,1 4-27 0,0 0-21 0,0 0-18 0,0 0-10 0,15 8-15 0,-5 3-10 16,8 8-5-16,3 6-17 0,-3 1-9 0,2 4-8 15,6 10-6-15,-5 2-6 0,-8-9-7 0,-3 2-7 16,-3-1-5-16,-3 1-6 0,-2-1-6 0,-6 1-4 16,-3-2-5-16,-5-2-3 0,-3-2-3 0,-2-3-16 15,-6-1-15-15,-1-2-11 0,-3-2-28 16,0-2-33-16,-1 0-37 0,-2-7-50 16,3-2-76-16,-6-5-144 0,2 2-407 0,0-7 180 15</inkml:trace>
  <inkml:trace contextRef="#ctx0" brushRef="#br0" timeOffset="180265.41">18175 9103 21 0,'0'0'193'0,"8"-1"-19"0,-8 1-21 0,6 0-10 16,-6 0-14-16,18 4-15 0,-9-1-8 0,5 2-10 16,-2-4-13-16,2 2-8 0,0 0-6 15,4 1-7-15,-4-1-7 0,-1 0 0 0,2-2-9 0,-3 0-4 16,0-1-6-16,-2 0-3 0,-2 0-2 0,2-1-1 16,-2 0 1-1,-3-2 10-15,3-2 10 0,-3 0 10 0,1 2 6 16,-2-1 13-16,1-1 5 0,-2 0 8 0,-2 1 7 0,3 0 1 15,-3-2 0-15,3 4 3 0,-4-2-1 0,3 1-7 16,-3 3-4-16,3-5-7 0,-3 5-5 16,0-5-10-16,0 5-6 0,4-3-10 0,-4 3 0 0,0 0-4 15,0-2-6-15,0 2-10 0,0 0 3 0,0 0-9 16,4-4-2-16,-4 4-6 0,0 0-3 0,0 0-6 0,0 0-11 16,0 0-11-16,0 0-11 0,0 0-1 0,0 0-2 0,0 0 1 15,0 14-1-15,0-5 2 0,0 3 2 0,0 9 4 16,-1 6 4-16,-2 5 2 0,-1 2-1 15,-2 14 3-15,2 0 5 0,-1 1-4 0,1 1-9 0,-2 0 1 16,2-2-1-16,-5-2 10 0,8-11-6 0,-3 0 2 16,4-3 4-16,-4-1 0 0,4 0-2 0,-4-2-1 0,3 2 1 15,1-4 8-15,-4-3-4 0,4-4-1 0,0-1 2 16,0 6 1-16,-2-5 0 0,0-2 1 0,2 1 0 0,0-3-1 16,0 0 1-16,0-4 2 0,-3-2-1 0,3 2 1 15,0-3 2-15,-2-1-2 0,1-1 3 16,1 0-4-16,0-2 3 0,0 2-1 0,-2-3-2 15,0 0 5-15,2-4-2 0,0 5 0 16,0-5 0-16,0 6-1 0,0-6 2 16,0 3 1-16,0-3 2 0,0 0 3 0,0 0 10 15,-2 3 2-15,2-3 7 0,0 0 3 0,-4 4 2 16,4-4-2-16,-12-2-5 0,-8 1 0 0,-8-3-9 16,-7 2-21-16,-20-4-38 0,-3 0-43 0,-5-2-57 0,0-1-70 15,-29 1-290-15,28-1-544 0,-1-3 242 16</inkml:trace>
  <inkml:trace contextRef="#ctx0" brushRef="#br0" timeOffset="181144.06">16247 9285 16 0,'0'-4'193'0,"-1"-4"-14"15,-2 1-16-15,2 2-13 0,-3 1-15 0,-4 0-16 16,-2 0-9-16,-3 4-12 0,-6-2-8 0,-1 2-12 16,-11 2-10-16,0-2 0 0,-3 3-11 0,2-1-2 15,-4 3-6-15,4-4-1 0,-1 0-8 0,3 2-6 16,1-2-6-16,8-1 2 0,0 0 0 0,6 0-3 16,2-1 5-16,0 1 8 15,7 0 12-15,-2 0 11 0,3-3 17 0,5 3 13 16,-10 0 1-16,10 0 0 0,-6-2 1 0,6 2 0 15,-3-3-11-15,3 3-8 0,0 0-6 0,-4-3-9 0,4 3-4 0,0 0-7 0,0 0-8 16,0 0-9-16,0 0-6 0,0 0-25 0,0 0-23 16,-8 8 3-16,10-1-1 0,-1 6 7 0,-1 4-4 15,-1 11 3-15,-1 6 4 16,-3 16 0-16,-6 2-12 0,1 0 6 0,-1 0-1 0,0 1 2 16,1-4 3-16,-2 4 3 0,2-2 2 0,0-1-5 15,2-1 4-15,-3-3 2 0,4-10 1 0,5-2 0 16,-2-2 0-16,1-2-3 0,-3-3 6 0,5-8-4 15,-2-2 3-15,3-2 1 0,-1-4-1 0,1-2 1 0,0-1-1 16,0-2 2-16,0 0 2 0,-3-2 0 0,6 1 13 16,-6-3 5-16,3-2 1 0,0 6 3 0,0-6 4 0,0 0-8 15,3 6 0-15,-3-6-3 0,1 3-1 0,3-2 1 32,5-1 0-32,4 1-1 0,13-3-4 0,8-1 2 0,18-2-2 0,9-2-4 0,31-4-1 0,-24 5-31 31,32-8-64-31,-8 2-88 0,-3-5-298 0,-26 7-513 15,-3-7 228-15</inkml:trace>
  <inkml:trace contextRef="#ctx0" brushRef="#br0" timeOffset="184472.97">19350 9547 77 0,'-8'0'162'0,"-1"0"-6"0,4 0 0 16,5 0-1-16,-13-3-3 0,13 3-6 0,-6 3-11 15,6-3-10-15,-8 0-12 0,8 0-10 0,0 0-5 16,0 0-13-16,-8-3-6 0,8 3-8 0,0 0-9 16,0 0-5-16,0 0-4 0,0 0-4 0,0 0 0 15,0 0-3-15,0 0 0 0,-10 0-3 0,10 0-4 16,0 0-2-16,0 0-4 15,0 0-4-15,0 0 3 0,-4 3-7 0,4-3-3 16,0 0-1-16,0 0-2 0,0 0-1 0,-5 2-3 16,5-2 1-16,0 0 2 0,0 0-9 0,0 0-4 15,0 0 1-15,0 0-1 0,0 0 1 0,0 0 0 16,0 0 4-16,0 0-4 0,0 0-2 0,0 0 0 16,19-5 1-16,2 0-3 0,7 1 1 0,4-4 2 15,3 1-2-15,18-2 3 0,-3-1-1 0,4 0-1 0,-3 2 0 0,1-3-3 16,-16 6 0-16,1-1 0 0,-6 0 0 0,-2 4-1 15,-9-2-11-15,-7 3-11 0,1-2-16 0,-3 1-13 16,1 2-9 0,-8 0-19-16,-4 0-10 0,0 0-21 0,0 0-21 0,0 0-32 0,-29 4-152 0,12-8-342 0,-2 8 151 15</inkml:trace>
  <inkml:trace contextRef="#ctx0" brushRef="#br0" timeOffset="184704.73">19529 9382 5 0,'0'-12'263'0,"1"1"-2"0,0 0-4 0,-1 1 3 16,4-1-3-16,-4 5-14 0,-4-5-17 0,8 6-19 16,-4 2-20-16,0-1-21 0,1 0-23 0,-1 0-16 15,0 4-27-15,0 0-22 0,0 0-10 0,0 0-10 16,-5 17-1-16,4-2-9 0,-3 6-4 0,-1 7 1 0,0 3-11 15,-2 2-11-15,1 1-31 0,2 0-30 16,-1 1-28-16,0 12-29 0,-1-13-40 0,0-3-56 0,-4-3-247 0,9 0-474 16,-3-10 210-16</inkml:trace>
  <inkml:trace contextRef="#ctx0" brushRef="#br0" timeOffset="185336.46">20845 9135 2 0,'0'-7'309'0,"0"0"-24"0,-3 1-17 16,3 0-10-16,0 1-12 0,0 0-12 0,3 0-18 0,-3 5-27 16,0-4-19-16,0 4-23 0,-3-5-20 0,3 5-15 15,0 0-12-15,0 0-16 0,-10 18-10 0,2-1-4 0,-1 11-5 16,-1-1-13-16,-3 4 1 0,-1 1-6 0,4-1-11 0,1 3-1 16,-4 1-1-16,4-3-15 0,-1 0-4 0,2 1-3 15,0-2 2-15,0-3-5 0,3-1 0 16,1-9 3-16,0 0-3 0,-1-3-1 0,3-5 0 15,-1-4 0-15,2 1 2 0,-2 0 11 0,2-2 23 0,0-2 44 16,1 2 51-16,0-5 38 0,-3 2-4 0,3-2-25 0,0 0-13 16,-5-18-9-16,2 5-8 0,-2-4-20 0,5-3-12 15,-2-4-5-15,0-5-8 0,4-3-7 0,0-4-7 16,2 1-6-16,2 1-8 0,2-17 0 0,6 2-8 16,-5 15-3-16,-1 1 0 0,1 5-6 0,0-1-1 15,-2 9-1-15,0 4-4 0,-1-1-8 0,-1 7 1 16,0 1-2-16,2 0-2 15,-1-1-9-15,3 5-8 0,1 0-37 0,3 0-26 16,1 2-35-16,-1 2-21 0,7 3-27 0,-2 2-29 16,1 4-25-16,6 6-21 0,-10-2-11 0,5 5-20 15,-2 3-34-15,-8-3-289 0,0 0-629 0,-3 0 279 16</inkml:trace>
  <inkml:trace contextRef="#ctx0" brushRef="#br0" timeOffset="185530.36">20662 9604 127 0,'-6'7'174'16,"1"-1"6"-1,1-1 0-15,0-3 2 0,1 3-2 0,1-1 0 0,-1-1-1 0,3-3 4 0,0 0-1 0,8 3-5 32,1-1-9-32,11-4-16 0,11 0-13 0,3 1-19 0,4-3-11 0,-2 0-18 0,0 0-25 15,-1 2-36-15,-6-3-36 0,2 3-42 0,-2-3-51 16,-1 0-52-16,-10 2-83 0,4-5-144 0,-4 1-408 15,-8-2 182-15</inkml:trace>
  <inkml:trace contextRef="#ctx0" brushRef="#br0" timeOffset="185705.72">20750 9474 83 0,'-5'2'290'0,"1"-1"-26"0,4-1-23 15,0 0-28-15,0 0-22 0,0 0-14 0,32-5-18 0,0 0-9 16,8 0-23-16,12-4-14 0,2 5-27 0,-2-2-42 0,-15 0-57 16,2 4-65-16,0-5-80 0,-3 0-158 0,-3 1-340 15,0-2 151-15</inkml:trace>
  <inkml:trace contextRef="#ctx0" brushRef="#br0" timeOffset="185989.99">21933 9085 109 0,'-2'-3'297'0,"2"-1"-15"0,0 4-22 0,-1-5-23 0,1 5-28 0,0 0-21 16,1-5-20-16,-1 5-19 0,0 0-22 0,0 0-12 15,-14 14-10-15,2-2-14 0,2 4-5 0,0 2-12 16,-8 4-4-16,3 2-9 0,-2 0-3 0,2 4-9 0,-2-5-20 16,2 4-26-16,-2 1-19 0,2-1-16 15,-2-2-17-15,2-3-21 0,-3-1-21 0,5-5-12 16,-1-3-34-16,4-1-39 16,-3-4-174-16,3-3-377 0,2-3 168 0</inkml:trace>
  <inkml:trace contextRef="#ctx0" brushRef="#br0" timeOffset="186190.76">21640 9177 26 0,'2'-10'289'15,"3"0"0"-15,-3 5-7 0,1-2-17 0,1 2-28 0,-4 0-27 0,5 2-21 16,-5 3-23-16,5-4-17 0,-5 4-16 0,5 0-9 16,3 5-11-16,1 4-10 0,1 2-8 0,6 2-11 15,2 5-4-15,2 2-8 0,-1 2-8 0,2-1-6 16,-1 1-5-16,-1 1-5 0,-1 1-7 0,1-4-27 15,-1 0-17-15,-5-4-33 0,2-3-27 0,-2-1-30 16,0 1-41-16,-5-5-44 0,1 0-87 0,-2-6-137 0,-1 2-436 0,1-3 193 16</inkml:trace>
  <inkml:trace contextRef="#ctx0" brushRef="#br0" timeOffset="186422.58">22216 8985 145 0,'1'-3'282'16,"0"2"-32"-16,-1 1-30 0,3-3-23 0,-3 3-21 15,0 0-18-15,5 8-12 0,-2 1-12 0,1 3-14 16,-2 6-13-16,4 10-5 0,-3 1-7 0,-1 4-11 16,1 2-6-16,-3 1-8 0,-1-1-7 0,-2 10-6 15,-1-8-4-15,-4-2-5 0,1-2-4 0,-3-1-13 0,-4 0-21 0,0-9-17 16,-3 5-19-16,-1-5-35 0,-5-4-43 0,-1-4-39 15,-5-2-246-15,-1-4-420 0,10-2 186 0</inkml:trace>
  <inkml:trace contextRef="#ctx0" brushRef="#br0" timeOffset="186707.63">21739 8968 1 0,'-5'-7'297'0,"1"2"-22"0,-1-2-28 0,-1 5-23 16,-2 2-29-16,-2 0-20 0,-4 2-19 0,-3 6-18 16,-6 10-16-16,0 5-10 0,-10 15-14 15,2 3-10-15,3 5-9 0,4 5-3 0,2-2-8 0,3 4-9 16,10-2-6-16,5 0 0 0,8-1-3 0,10-1-12 15,7-5-5-15,8-4-1 0,7-3-9 0,10-3-24 16,5-7-44 0,1-3-85-16,3-10-290 0,1-2-454 0,-1-7 201 15</inkml:trace>
  <inkml:trace contextRef="#ctx0" brushRef="#br0" timeOffset="187979.3">22912 9360 149 0,'-12'0'175'0,"4"1"-18"16,3 2-13-16,0-2-16 0,5-1-11 0,-10 0-2 0,10 0-8 15,-7 0 0-15,7 0 2 0,0 0 5 0,0 0-2 0,0 0 1 16,0 0-9-16,0 0-10 0,0 0-9 0,0 0-7 0,0 0-8 16,0 0-9-16,0 0-2 0,0 0-7 15,0 0-2-15,0 0-2 0,0 0-5 0,0 0 3 0,0 0-3 16,0 0-6-16,0 0-6 0,0 0-3 0,0 0-1 0,0 0-1 16,0 0-1-16,0 0-5 0,0 0 0 0,0 0-6 15,0 0 3-15,20 3 3 0,-20-3 1 0,0 0 7 16,0 0 1-16,0 0 1 0,8-3 7 0,-8 3-6 15,0 0 3-15,0 0-7 0,0 0 3 0,5 0-7 16,-5 0-5-16,0 0 3 16,0 0-6-16,0 0 0 0,0 0-2 15,0 0-4-15,0 0 4 0,0 0-3 0,6-1-5 16,-6 1 2-16,0 0-1 0,0 0-1 0,0 0 1 0,0 0-1 16,0 0 0-16,0 0-1 0,0 0 2 0,0 0-5 15,0 0 2-15,0 0-1 0,0 0 2 16,0 0-3-16,0 0 5 0,0 0-2 0,0 0-4 0,0 0 3 15,0 0 2-15,0 0-3 0,0 0 1 0,0 0-3 0,0 0 6 16,0 0-5-16,0 0-2 0,0 0 2 0,0 0-2 16,0 0 0-16,0 0 1 0,0 0 3 0,0 0-2 0,0 0 2 15,0 0 0-15,0 0 0 0,0 0 9 0,0 0-11 16,11 0-1-16,-1-1 3 0,9 1 0 0,2-4-1 16,8 1 2-16,7 0 3 0,0-3-6 0,2 1 0 0,14-3-1 15,2 1 1 1,-4 1-1-16,-14 2 0 0,-1-1 3 15,-3 0 3-15,-1 1 0 0,-12 1 6 0,-5 1 13 16,-1 1 10-16,0-2-3 0,-7 1 2 0,1 0 2 16,-2 2-8-16,1 0-1 0,0-2-3 0,-6 2-9 0,0 0-16 15,0 0-22-15,0 0-24 0,0 0-41 0,0 0-40 16,-25-1-51-16,12 2-73 0,0-1-223 16,-2 0-516-16,6-1 229 0</inkml:trace>
  <inkml:trace contextRef="#ctx0" brushRef="#br0" timeOffset="191769.93">24200 9008 88 0,'-1'-3'265'15,"0"1"-10"-15,1 2-20 0,-3-5-23 0,3 5-18 16,0 0-24-16,-1-5-27 0,1 5-12 0,0 0-16 0,0 0-12 16,0 0-10-16,-7 17-8 0,4-3-11 0,0-2-9 0,-1 6-7 15,-1 6-6-15,3 1-1 0,-1 3-5 0,-1-2-8 16,2 0-3-16,0-1-4 0,1 2 0 0,0-2-7 15,0-4-1-15,-1-2 0 0,2 0-3 16,0-2-3-16,-1 0 0 0,0-7-2 16,1-1 1-16,-2 1-5 0,1-4 2 0,1-1 5 0,0-1 27 15,-2-2 26-15,2-2 31 0,0 8 44 16,0-8 42-16,0 0-10 0,0 0-18 0,0 0-16 16,-11-19-13-16,8 7-15 0,-3-8-11 0,1-4-15 15,-1-4-25-15,6 0 2 0,0-4-8 0,0-1-2 16,4-2-2-16,-2 1-11 0,3-2-5 0,2 1 0 0,-1 0-6 15,1 2-2-15,2 1-5 0,-3 5 2 16,-1 1 1-16,0 9-6 0,-2 0 0 0,3 7-3 16,-3-2 0-16,0 4-3 0,0 0-6 0,1 2-4 0,0 1-2 0,0 1-27 15,1 1-45-15,4 1-30 0,2 2-13 0,0 5-19 16,8 0-32-16,-2 5-16 0,5 4-16 0,0 6-19 16,0 1-11-16,-6-3-29 15,-3-1-28-15,-1 0-223 0,0 8-546 0,0-3 242 16</inkml:trace>
  <inkml:trace contextRef="#ctx0" brushRef="#br0" timeOffset="191932.56">24177 9415 135 0,'-3'4'163'16,"-1"0"-6"-16,-1-1 0 0,2 2-1 0,2-3-4 15,-1 1 11-15,2-3 12 0,6 4-3 0,1-1-7 0,7-3-13 0,6 0-15 16,8-3-17-16,2-2-8 0,1 3-13 0,0 0-21 15,1-1-35-15,2-2-36 0,-13 0-46 0,0 2-56 16,2-1-56-16,-13-1-192 0,3 1-373 0,-3-1 165 16</inkml:trace>
  <inkml:trace contextRef="#ctx0" brushRef="#br0" timeOffset="192101.56">24092 9325 148 0,'-8'1'298'0,"4"0"-24"0,4-1-25 0,-6 2-27 16,6-2-20-16,0 0-19 0,0 0-19 0,20-2-15 16,2 1-17-16,12-1-9 0,1 2-18 0,3-3-22 15,17 1-39-15,-16 0-51 16,-1 1-55-16,1-1-52 0,-1-2-61 0,-4-1-162 16,2 2-364-16,0-4 162 0</inkml:trace>
  <inkml:trace contextRef="#ctx0" brushRef="#br0" timeOffset="192333.49">25155 9007 76 0,'-4'-4'236'0,"-4"4"-18"0,8 0-19 0,-12 0-16 15,12 0-16-15,-16 4-16 0,7 2-17 0,-5 3-15 16,-2 3-10-16,0 1-13 0,1 3-11 0,-4 3-7 15,1 3-4-15,0 5-6 16,1-4-6-16,1 3-6 0,-1-2-6 0,3 0-25 16,1-1-17-16,-1 0-22 0,5-7-24 0,2 1-28 15,-1-2-34-15,4-3-39 0,-1-3-168 0,1-1-331 16,2-3 147-16</inkml:trace>
  <inkml:trace contextRef="#ctx0" brushRef="#br0" timeOffset="192535.43">24917 9081 213 0,'0'-6'313'0,"4"-1"-28"16,-4 4-29-16,0-2-25 0,1 1-28 0,-1 4-22 15,3-3-19-15,-3 3-19 0,0 0-14 0,0 0-15 16,14 10-7-16,-5-2-11 0,1 3-9 0,7 1-8 16,-2 9-9-16,7-1 0 15,-2-2-9-15,2 3-19 0,2-1-18 0,-3 1-33 16,2-1-38-16,-3 1-35 0,2-4-48 0,-8-5-55 15,-4-3-218-15,0 0-435 0,1-5 193 0</inkml:trace>
  <inkml:trace contextRef="#ctx0" brushRef="#br0" timeOffset="192764.97">25440 8906 118 0,'4'-5'315'0,"-2"-2"-26"0,2 4-31 0,0 0-30 16,0 1-23-16,-4 2-25 0,0 0-12 16,13 6-18-16,-6 1-17 0,1 4-12 0,-2 6-14 0,2 9-8 0,-4-1-9 15,-2 2-11-15,-2 6-6 0,0 0-8 0,-7 12-4 16,-1-8-8-16,-3-4-19 0,0 2-19 0,-2-3-24 16,-3 0-18-16,-2-2-24 0,-1-6-28 0,-3 1-28 0,-1-7-34 15,-1-1-73-15,-2-5-156 0,1-3-399 0,4-3 177 16</inkml:trace>
  <inkml:trace contextRef="#ctx0" brushRef="#br0" timeOffset="193087.9">25004 8853 154 0,'-1'-3'257'0,"-2"1"-25"15,3 2-25-15,-3-5-24 0,3 5-20 0,0 0-18 16,-11 7-19-16,6 3-9 0,-3 6-12 0,-7 7-12 0,2 5-11 31,-1 3-6-31,-2 13-9 0,3 1-5 0,-4 2-5 16,7 1-4-16,2-1-4 0,6-10-5 0,4 7-3 15,2-9-1-15,6 1-6 0,7-5 1 0,10 8-4 0,-3-10-1 16,4-4-1-16,3-2-22 0,12 0-37 16,-7-8-55-16,2-6-69 0,-3-2-221 0,-2-5-407 0,4-2 180 15</inkml:trace>
  <inkml:trace contextRef="#ctx0" brushRef="#br0" timeOffset="194119.56">24982 8274 174 0,'6'-7'255'0,"-1"2"-24"0,3-3-16 15,1 2-18 1,2 1-11-16,0-1-16 0,5-2-16 0,-4 5-17 16,1 0-16-16,1 1-16 0,0 1-11 0,-4 2-8 0,3 2-13 15,0 1-7-15,-3 1-10 0,3 2-6 0,-4 1-2 16,1 6-10-16,-1 1 1 0,-1 0-3 16,-2 1-8-16,-2 4 1 0,0-2-4 0,0 1-2 15,-4-1-3-15,0-1 1 0,-2 0-6 0,0-5-3 0,-2 0 3 16,4 0-3-16,-2-2 0 0,-1-3-2 0,2 1-3 0,-2-1 3 15,2-1 1-15,1 0-4 0,-3-4 3 0,3 3-4 16,-1-1 13-16,1-4 7 0,-1 5 6 0,1-5 5 16,0 0 3-16,-2 5 4 0,2-5 3 0,0 3 0 15,0-3 2-15,0 0 2 0,0 0-3 0,0 0-2 16,3 4-4-16,-3-4-4 0,0 0-1 0,4 1-2 16,-4-1-4-16,18-2 3 15,10-4-6-15,5-1-2 0,19-5-6 0,7 0-5 16,31-7 3-16,-28 7 2 0,29-8-5 0,-27 9 1 15,2 0-5-15,-2 1 0 0,-5 2-1 0,-8 0-2 16,-13 5 1-16,-6-3-1 0,-11 5 0 0,-3-1-2 16,-7 0 0-16,2 1 3 0,-5-1-5 0,-2 1 1 15,-1 0 1-15,0 0 3 0,-5 1-12 0,8-3-8 16,-8 3-12-16,0 0-24 0,0 0-32 0,0 0-40 0,-17 14-49 0,7-6-71 16,-1 0-276-16,-5-2-557 0,3 0 246 0</inkml:trace>
  <inkml:trace contextRef="#ctx0" brushRef="#br0" timeOffset="198570.33">2890 12498 228 0,'1'-7'234'0,"1"-2"-2"0,-2-1-16 0,1 6-2 0,0-4-18 15,0 2-15-15,1 0-4 0,-4 1-14 0,4 0-17 0,0 1-16 16,-2 1-14-16,0 3-13 0,0-5-13 0,0 5-15 16,0 0-37-16,0 0-12 0,0 0-2 0,0 0-5 15,6 20-3-15,-3-4-4 0,0 13-2 0,-2 3 1 16,-2 2-2-16,2 12 1 0,-2 2-5 0,-2-13 4 15,2 11-7-15,-1-11 1 0,-1 2-1 0,-2-4 1 16,2-3-1-16,2 3 1 0,-2-6-2 0,1 4-1 0,-2-7 6 0,3-4-5 16,-2-5 1-16,2 2-1 0,1-8 1 0,-2-3 2 15,1 0 7-15,0 1 18 0,1-3 20 0,-1 1 26 16,1-5 20-16,1 4 24 0,-1-4-9 0,0 0-41 16,0 0-30-16,-8-17-21 0,7 5-11 0,-4-3-20 15,1-4-21-15,-1-5-24 0,-2-3-12 0,0-1-20 16,-2-1-7-1,0-4-5-15,4 0-6 0,-5-13 6 0,2 12 11 16,0-13 7-16,3 13 12 0,-5 0 12 0,1 1 20 0,1 3 26 16,1 2 29-16,-1 2 25 0,2 8 13 0,3-1 16 15,-3 2 14-15,2 0 15 0,1 8-5 0,1-3-3 16,-1 4-5-16,2 2-7 0,1-3-7 16,1 1-14-16,3 2-7 0,2-3-2 0,3 1-9 15,9-1-5-15,-1 1-4 0,11-2-3 0,0 4-6 0,4 0-6 0,1 0 2 16,3 3-20-16,4 2-8 0,-2 1-29 0,-1 4-28 15,1 2-35-15,-3 1-35 0,-1 4-34 0,-4 1-32 16,-5 3-243-16,-8-1-485 0,-2 0 214 0</inkml:trace>
  <inkml:trace contextRef="#ctx0" brushRef="#br0" timeOffset="198916.58">3028 13144 123 0,'0'0'236'0,"0"4"-12"0,0-4-14 16,0 0-12-16,0 4-19 0,0-4-16 0,0 0-15 16,0 4-13-16,0-4-14 0,0 0-14 0,0 0-10 0,0 0-8 15,0 0-10-15,-1 5-7 0,1-5-4 0,0 0-11 16,0 0-3-16,0 0 0 0,0 0-10 0,0 0-2 15,0 0-7-15,0 0-1 0,0 0-3 0,0 0 3 16,15-5-5-16,-1 1-3 0,3-1 0 0,3 0 1 0,7-2 1 0,2 2 3 16,2-3-3-16,1 0-3 0,1-1-1 0,-2 4-2 15,-6-1-3-15,-5 4-2 0,-1-3 0 16,-1 2-2-16,-7 3-3 0,-2-2 1 0,-1 2-5 16,-2-3-11-1,1 0-2-15,-1 3-8 0,-6 0-11 0,0 0-7 0,0 0-9 0,0 0-18 0,0 0-25 0,-18 8-31 16,5-5-30-1,-3 2-45-15,-2-1-195 0,0-1-414 0,1-1 184 16</inkml:trace>
  <inkml:trace contextRef="#ctx0" brushRef="#br0" timeOffset="199276.98">2812 12903 146 0,'0'0'246'0,"-9"-2"-27"15,9 2-15-15,0 0-23 0,-9 0-18 0,9 0-19 16,0 0-14-16,0 0-9 0,-5 2-17 0,5-2-8 0,0 0-8 15,0 0-10-15,24 2-3 0,-2 1-7 16,5-6-4-16,7 2 8 0,7-2 2 0,-5 0-2 0,19-2-1 0,-18-1-9 0,17-2-5 16,-19 5-2-16,0-3-8 0,-7 3-1 15,-6 0-7-15,-3 0-4 0,-5 1-1 0,-1 0-4 16,-3 1-2-16,-1 0-4 0,-3-2 0 0,1 3-4 16,-2-2-1-16,-5 2-11 0,7 0-22 0,-7 0-23 15,0 0-15-15,0 0-23 0,2 5-36 0,-2-5-40 16,-9 6-45-16,4-3-189 0,0-1-417 0,0 2 185 15</inkml:trace>
  <inkml:trace contextRef="#ctx0" brushRef="#br0" timeOffset="199614.81">4197 12643 30 0,'2'-2'290'0,"-2"2"-18"0,0 0-24 0,1-4-25 0,-1 4-24 0,0 0-23 16,0 0-20-16,1-4-19 0,-1 4-17 0,0 0-13 15,0 0-9-15,-8 11-13 0,1-1-8 0,-1 4-9 16,-6 2-6-16,-1 4-6 0,-3 2-4 0,-1-2-5 16,-1 6-6-16,0-2-12 0,-3-2-16 0,4 5-18 15,-3-3-24-15,2 3-20 0,-1-6-24 0,1 1-21 16,-2 0-27 0,4 1-27-16,3-9-58 0,-2-3-105 0,3 2-336 0,0-4 149 15</inkml:trace>
  <inkml:trace contextRef="#ctx0" brushRef="#br0" timeOffset="199815.36">3861 12738 256 0,'1'-7'349'0,"2"2"-34"16,-2-1-30-16,-1 2-36 0,3 2-30 16,-3 2-25-16,0-5-26 0,0 5-13 0,0 0-19 15,15 5-14-15,-7-2-14 0,3 6-7 0,5-2-6 16,1 4-9-16,10 4-8 0,-1 2-1 0,5-1-13 0,-1 2-2 15,1-1-21-15,-3-1-23 0,-1 0-31 0,2 1-44 16,-6-4-58-16,-1 2-62 0,1-1-68 0,-6-6-184 0,-1 0-464 16,-6-1 205-16</inkml:trace>
  <inkml:trace contextRef="#ctx0" brushRef="#br0" timeOffset="200116.14">4853 12426 202 0,'0'-5'233'0,"0"0"-20"15,1 3-25-15,-1 2-20 0,0 0-17 0,0 0-19 16,0 0-14-16,-14 6-15 0,6 5-12 0,-2 6-10 15,-6 7-7-15,3 5-8 0,0 3-11 0,-4 0-5 16,2 1-4-16,2 0-5 0,4 2-4 0,-1-1-1 16,2-1-5-16,7-1-6 0,1-4 4 0,4 2-6 15,1-3-3-15,1 1 0 0,3-6-1 0,0-4-12 16,4-3-27 0,1 1-40-16,8-2-55 0,-8-2-229 0,6-7-373 0,2 0 164 15</inkml:trace>
  <inkml:trace contextRef="#ctx0" brushRef="#br0" timeOffset="200619.74">5042 12625 80 0,'8'-5'215'0,"2"-3"-17"15,0 4-13-15,0 1-20 0,4-2-13 0,-1 3-17 16,1 2-12-16,0 1-14 0,4 5-12 0,-4-2-11 16,4 8-7-16,-4-3-14 0,0 4-5 0,-2 3-5 0,-2 0-6 0,-1-1-8 15,-4 4-1-15,0-2-2 0,-4 3-6 0,-3 6-1 16,-2-7 0-16,-1 0-1 0,-1-1-6 0,-2 1-1 15,-1-2-4-15,0-2-2 0,0 2-2 0,1-8 5 16,3 1 0-16,1-4 2 0,-1-1 6 0,1 1 11 16,2-1 31-16,-2-3 39 0,4 1 21 0,-4-2 37 15,4-1 30-15,0 0-19 0,0 0-16 0,0 0-15 16,5-17-17-16,4 8-13 0,3-7 4 0,-1 1-29 16,7-7-8-16,4-3-7 0,-2 1-11 0,3 1-6 15,-2 1-5-15,-3 1-6 0,-4 8-3 0,-3-1-9 0,-1 7-3 0,-5 1 0 16,3-3-7-16,-4 6-11 0,1-1-7 0,-1 1-22 15,-2 1-20-15,-2 2-12 0,0 0 9 0,0 0-2 16,8 9-1-16,-7-2 5 0,-1 4 10 0,3 3-14 16,-3 1 5-16,0 3-12 15,1-1-7-15,-1 1-16 0,3 0-23 16,-1 0-21-16,2-1-33 0,0-1-30 0,1-3-48 16,0-3-63-16,3 0-216 0,0-4-542 0,-2 1 240 0</inkml:trace>
  <inkml:trace contextRef="#ctx0" brushRef="#br0" timeOffset="200895.06">5734 12809 151 0,'-6'1'206'0,"6"-1"-6"16,0 0-7-16,-8 0-7 0,8 0-12 0,0 0-9 15,0 0-9-15,0 0-3 0,0 0-11 0,0 0-19 16,0 0-10 0,0 0-9-16,0 0-11 0,0 0-6 0,0 0-8 15,25-6-8-15,-11 3-7 0,5-1-6 0,9-1-4 16,3 2-7-16,-4 1-5 0,-2-3-3 0,-2 2-6 16,-1-1-6-16,-2 1-14 0,-2 3-31 0,-4 0-32 15,-2-2-36-15,-1 2-42 0,-4-3-56 0,-4 2-201 16,-3 1-417-16,8-1 186 0</inkml:trace>
  <inkml:trace contextRef="#ctx0" brushRef="#br0" timeOffset="201234.11">6240 12576 282 0,'0'-5'419'0,"-1"0"-20"0,1 5-29 16,0-6-24-16,0 3-31 0,0 3-26 0,0 0-34 16,0-7-24-16,0 7-26 0,0 0-32 0,1-3-26 0,-1 3-33 15,0 0-19-15,0 0-13 0,4 12-6 0,0-4-10 16,0 5-18 0,1 3-1-16,-1 1 3 0,-3 1-9 0,3 2-3 15,1 0 1-15,0 6-13 0,-1-8 16 0,0 1-16 16,-3 0-2-16,2-2-1 0,-2 0-7 0,-1-7-13 0,4 1 4 15,-4-1-22-15,0-3 0 0,0-2-17 16,0 2-6-16,1-2-5 0,-1 0 0 0,0-4 5 16,0-1-6-16,-1 7 0 0,1-7 1 0,0 0-61 15,0 0-83-15,0 0-49 0,-13-10-34 0,12 4-254 0,-3-3-568 0,1-3 252 16</inkml:trace>
  <inkml:trace contextRef="#ctx0" brushRef="#br0" timeOffset="201449.72">6330 12353 14 0,'0'-6'310'0,"0"1"-29"15,1 0-32-15,0 0-28 0,2 2-29 0,-3 3-12 16,9 2-10-16,1 2-16 0,5 4-13 0,2 4-5 16,7 4-14-16,1 6-8 0,-1 2-8 0,5 14-7 15,-8-6-3-15,4 11-9 0,-3-2-10 0,-4 4-5 16,-7 0-7-16,-4 3-12 0,-6-16 1 0,-5 4-3 15,-6 10-4-15,-4-12-12 0,-4-2-12 0,-6 11-24 0,-8-4-22 16,-4-5-36-16,-5-2-49 0,-1-3-58 0,-4-4-99 0,0-8-157 16,6-9-456-16,2-2 202 0</inkml:trace>
  <inkml:trace contextRef="#ctx0" brushRef="#br0" timeOffset="205724.98">5461 12533 84 0,'0'0'101'0,"4"-3"-2"0,-4 3-7 0,2-2 3 15,-2 2-4-15,3-3 1 0,-3 3 17 0,5-3 11 16,-5 3-4-16,3-3-4 0,-3 3-1 0,0 0 0 0,5-3 0 16,-5 3-4-16,0 0-8 0,0 0-9 15,1-3-10-15,-1 3-6 16,0 0-11-16,0 0-4 0,0-4-11 15,0 4-4-15,0 0-10 0,0 0 1 16,0 0-7-16,0 0 0 0,0 0-8 0,-6 12-2 0,1-3-1 16,-2 4 3-16,-3 1-6 0,-5 9-2 0,-5 0-6 15,1-1 2-15,-4 4-3 0,3 1 0 0,-3-1 2 16,2 1-5-16,0-3 2 0,3 1 2 16,-1 1-3-16,2-4-4 0,4-5-1 0,2-3 3 0,-2 3 3 0,4-5-3 0,1-1 1 0,3-2 0 15,-1-2-2-15,-1-1 2 0,5-2-1 0,-2 1-1 16,0-1 5-1,0 1 1-15,3-2-3 0,-2-1 3 0,3-2-1 16,-4 5-1-16,4-5 1 0,-2 2 3 0,2-2-4 16,-2 4 1-16,2-4-2 0,0 0 2 0,0 0 3 0,0 0-1 15,0 0-14-15,-6 1-33 0,6-1-31 16,0 0-33-16,0 0-25 0,-10-7-37 0,5 2-159 16,1 3-352-16,-1-3 157 0</inkml:trace>
  <inkml:trace contextRef="#ctx0" brushRef="#br0" timeOffset="206073.87">5082 12589 44 0,'0'-6'254'0,"1"2"-18"0,0-1-13 16,1 1-21-16,-2 0-21 0,0 4-21 0,2-4-16 15,-2 4-20-15,0 0-13 16,6 0-8-16,-6 0-16 0,16 9-6 0,0 0-2 0,2 2-9 0,6 6 4 0,6-3-4 0,-1 6-2 31,1-2-12-31,0 2-2 0,2 0-5 0,-2-1-5 16,3 0-10-16,-4 1 2 0,-3-3-2 0,-2 1-6 15,1 0 0-15,-3-3-1 0,-4-2-1 0,-5-2-5 16,2 1-2-16,-4-4 1 0,1-2-4 0,-4 0-4 16,-2 1 1-16,-2-2-1 0,1-3 0 0,-1 2 1 15,1-1 3-15,-1-2 10 0,-3 0 16 0,-1-1 17 16,4 3 8-16,-4-3 8 0,4 1 1 0,-4-1-2 0,0 0-15 0,0 0 5 15,0 0-17-15,0 0-13 0,5-5-16 0,-5 5-28 16,0 0-29-16,0 0-25 0,0 0-32 0,0 0-44 16,-5-8-60-16,5 8-88 0,-4-3-160 0,4 3-485 15,-9-4 215-15</inkml:trace>
  <inkml:trace contextRef="#ctx0" brushRef="#br0" timeOffset="208214.1">3659 12375 45 0,'0'-7'202'0,"1"2"-10"0,2 0-20 0,-3 0-3 15,1 3-15-15,-1 2-6 0,4-9-20 0,-4 9-11 16,0-3-14-16,0 3-16 0,0-2-19 0,0 2-2 16,0 0-8-16,0 0-9 0,4 11-5 0,-3 1-2 15,3 6-7-15,-1 8-5 0,-2 8-4 0,-1 17-1 16,4-2-8-16,-5 4 1 0,1-1 12 0,0 0-1 16,0-3-6-16,0-1 0 0,1-10-6 0,0 6-2 15,4-10 1-15,-1 0-7 0,1 0 3 0,-1-3-2 16,1-1 1-16,-1-4-2 0,0 0 0 0,1-7-2 0,-4-2-2 0,3-5 0 15,-2-2-1-15,1 0-1 0,-3-3 2 0,3 1 0 16,-3-4 1-16,1 1-2 0,-1 0 1 0,0-1 4 0,2-1 15 16,-2 0 5-16,0-3 8 0,2 5 1 0,-2-5 6 15,0 4 1-15,0-4-1 0,0 0-1 16,0 0-6-16,1 5-2 0,-1-5-3 0,0 0-3 16,0 0 0-1,0 0-5-15,0 0 0 0,0 3-2 0,0-3 1 0,0 0-7 16,0 0-2-16,0 0 4 0,0 0-4 15,0 0 0-15,0 0-4 0,0 0-1 0,0 0 2 16,0 0-3-16,0 0 1 0,11-2-2 0,0 1 3 16,0-4-3-16,11 3-20 0,6-5-34 0,4-3-54 15,0 0-86-15,-4 0-251 0,5-2-474 0,-2-4 210 0</inkml:trace>
  <inkml:trace contextRef="#ctx0" brushRef="#br0" timeOffset="208514.66">3712 12264 70 0,'0'0'248'16,"0"-7"-22"-16,1 3-28 0,3 2-20 0,2-2-20 16,4-2-14-16,12 0-15 0,9-1-15 0,4 0-22 15,20 0-15-15,8 2-32 0,3 1-52 0,29-4-65 16,-35 3-195-16,32 2-289 0,-29-4 128 0</inkml:trace>
  <inkml:trace contextRef="#ctx0" brushRef="#br0" timeOffset="209364.11">6601 12087 22 0,'0'0'191'0,"-5"-2"-5"0,5 2-13 15,-4-3-15-15,4 3-14 0,0 0-16 0,-4-2-15 16,4 2-10-16,0 0-12 0,0 0-5 0,0 0-10 16,23 0-8-16,-13 3-8 0,5-1-6 0,2 0-7 15,2 2-7-15,3-1-3 0,-4 0-6 0,1 0-6 16,-1-1-6-16,2 1-3 0,0-1 1 0,-8-1-7 0,0 0 3 0,1-1-3 15,-3-1-1-15,0 0 1 0,-2 1 2 0,-2-2 8 16,1 0 7-16,-1 2 18 0,-1-1 7 16,0-1 2-16,-1-1 5 0,1 0-5 0,-5 3 3 0,5-3 4 15,-1 2 1-15,0-2-1 0,-4 3-4 0,2-2-8 16,2 0-4-16,-4 2-5 0,0 0-6 0,3-3-6 16,-3 3-3-1,0 0-3-15,0 0-13 0,0 0-15 0,0 0-1 16,6 7-2-16,-2-1 3 0,-1 4-3 0,-1 7 0 0,6 9 4 15,-3 3-4-15,-1 7 4 0,2 13-1 0,-2 1 2 16,3 5-1-16,-5-1-3 0,6-1 9 16,-2 5 0-16,0-6 1 0,1-1-2 0,2-4 1 0,-6 1 0 15,3-18 1-15,-2 4-2 0,1-4 1 0,0 0 2 16,-3-3-3-16,2-1-3 0,0-6 3 0,-3-2 3 0,2-1-4 16,-3-4 2-16,1-2-2 0,0 2 2 0,-1-6 4 15,2 0-2-15,-2-3 0 0,1 3-4 0,-2-1 5 0,1-2 5 16,0 0 8-16,-2 1 5 0,2-5 3 15,-9 5 0-15,-1-3-1 0,-3 1 0 0,-7 1-2 16,-12 1-2-16,-4-2-3 0,0 0-1 0,-1-1-4 16,-1 2 0-16,4-1-4 15,-1 0-17-15,3-1-24 0,0-2-29 0,4 3-39 16,0-2-47-16,9-1-56 0,2 0-204 0,6 0-441 16,2 0 195-16</inkml:trace>
  <inkml:trace contextRef="#ctx0" brushRef="#br0" timeOffset="209697.65">7672 12576 15 0,'0'0'318'0,"-3"-2"-15"0,3 2-19 0,0 0-28 0,-1-4-27 16,1 4-25-16,4-6-17 0,2 3-21 0,4 1-17 15,7-4-24-15,3 3-30 0,13 0-40 0,-1-1-45 16,3 3-62-16,-4 1-60 0,1-4-69 0,-4 2-162 16,-8 1-369-16,1 1 164 0</inkml:trace>
  <inkml:trace contextRef="#ctx0" brushRef="#br0" timeOffset="209840.49">7645 12772 161 0,'-2'4'176'0,"4"-1"11"16,3 1-10-16,6-3-14 0,10 2-18 0,10-1-16 16,4-2-29-16,19 0-63 15,2-2-94-15,-4-5-146 0,-12 3-221 0,-4 0 98 16</inkml:trace>
  <inkml:trace contextRef="#ctx0" brushRef="#br0" timeOffset="212800.73">10267 12353 71 0,'0'-5'200'0,"0"5"-15"16,0-7-7-16,1 3-8 0,-2 1-7 0,2-2-16 15,-1 5-19-15,3-7-13 0,-2 6-10 0,5-3-10 16,-2 0-8-16,3 1-11 0,0 1-6 0,5-1-11 16,-2 2-8-16,4 1-3 0,0 0-6 0,4 1-3 15,1 4 1-15,0 5-7 0,1-1-3 0,3 4-5 16,-7-1 0-16,-1 2-5 15,3 5 0-15,-7-3-4 0,4 7 1 0,-9-6-10 16,-2 3 3-16,-1 6-2 0,-5-6-1 0,0-1 1 16,-3 3-14-16,-7 2 16 0,5-7-8 0,-4 0 3 0,-1 0-4 15,0-1 6-15,-3-2-2 0,1-3-4 16,-3 0 3-16,7-4 1 0,-2 1 2 0,2-3 0 16,0 0 15-16,2-3 15 0,3 1 18 0,-2-1 14 15,1-2 9-15,6 0-11 0,-5-7-7 0,5 0-8 0,0-3-8 0,8-4-2 16,2-3-3-16,3-7-6 0,1 2-4 0,4-2-1 15,0 1-3-15,4 0-7 0,-2 3 2 0,-2 1-3 16,-3 7 1-16,0-3-4 0,-4 3-2 0,-4 6-1 16,1 0-7-16,0 1-2 0,-2 0 0 0,-1 3-3 15,-1-1 0-15,1 3-7 0,-5 0 4 0,6 5-10 16,-3-2 6-16,2 5-1 16,-1 3-4-16,-4 1 1 0,4 3 2 0,-3 3 1 15,-1-1 1-15,1 3 0 0,2-2-10 0,-3-2-8 16,1-1-7-16,3 2-7 0,1-4-13 0,0-3-18 15,3 1-24-15,4-2-31 0,4-1-42 0,2-2-70 16,1-3-124-16,3-5-391 0,5-3 173 0</inkml:trace>
  <inkml:trace contextRef="#ctx0" brushRef="#br0" timeOffset="213069.97">11373 12103 37 0,'-2'-2'203'0,"-2"-1"-28"0,4 3-21 0,-9-1-14 0,9 1-7 16,-14 8-13-16,3 1-8 0,-4 3-14 0,-5 10-4 16,2 2-4-16,-2 2-8 0,-2 6-4 15,-1 11-6-15,6-11-12 0,0 11 1 0,5-8-10 16,4-3-3-16,1-1-8 15,4 2 2-15,6 1-8 0,2-3-3 0,2-1-1 16,8-4 3-16,8-1-3 0,-1-3 0 0,9-1-13 16,4-7-28-16,1 1-45 0,2-9-55 0,-1 0-209 15,1-4-346-15,-5-1 153 0</inkml:trace>
  <inkml:trace contextRef="#ctx0" brushRef="#br0" timeOffset="213555.83">11620 12322 80 0,'0'0'212'0,"1"-4"-23"16,3 1-17-16,-1-2-18 0,3 3-13 0,-1 2-14 15,4 0-11-15,0 0-15 0,4 2-10 0,-2 0-10 16,5 8-5-16,-1-3-6 0,-1 5-10 0,0 0-4 16,-2 3-6-16,0 2-2 0,-5-1-9 0,1 3 2 15,-5 0-8-15,0 6-5 0,-4 2-4 0,-6-2 0 0,-2-1-2 0,-2 0 1 16,-2-1-3-16,4-5-4 0,-5-2 4 0,5 0 3 16,-2-4-9-16,0-3 14 0,5 1 4 0,-2-3 2 15,2-2 12-15,2 0 8 0,-1-1 16 0,1 0 21 0,0 0 32 16,0-4 20-16,4 0-2 0,0 0-12 15,0 0-18-15,3-17-12 0,6 3-14 0,0-1-9 16,10-7-5-16,-4 1-16 0,6-3-10 0,1 1-11 0,1-1-9 0,-3 3-7 16,1-1-3-16,-9 8 2 0,2 4-3 0,-5 0-4 15,0 4 1-15,-2 0 5 0,-1 1-2 0,-1 0-23 16,-4 3-18-16,3 0-1 0,-4 2 1 0,0 0-1 16,13 7 1-16,-12-2 5 0,3 3 0 0,-3-2-1 15,3 6 3-15,0 1-1 0,0-2 6 0,0 4 3 16,2 0-3-16,2-1-7 15,-2 1-17-15,5-1-20 0,0-1-33 0,2-2-39 16,3-1-62-16,1-5-295 0,5-3-529 0,-2 0 235 16</inkml:trace>
  <inkml:trace contextRef="#ctx0" brushRef="#br0" timeOffset="213825.57">12379 12426 69 0,'0'0'206'0,"-6"0"-8"0,6 0-19 0,-8 3-11 0,8-3-14 15,0 0-17-15,-5 1-15 0,5-1-10 16,0 0-6-16,0 0-14 0,0 0-10 0,27-4-7 15,-8 2-7-15,2-2-10 0,9-1-6 0,3 2-2 0,4-4-5 16,-1 2-19-16,3 0-14 0,-2 0-16 0,-3 0-21 16,-2 0-26-16,-4 0-36 0,-5 1-26 0,-5 1-176 15,-5-1-313-15,-2 0 140 0</inkml:trace>
  <inkml:trace contextRef="#ctx0" brushRef="#br0" timeOffset="214173.68">12904 12241 346 0,'0'-5'360'15,"0"2"-28"-15,0 3-16 0,0-7-35 0,2 4-23 16,-2 3-29-16,-2-5-29 0,2 5-19 0,0 0-25 15,0 0-19-15,0 0-16 0,0 0-16 0,0 0-12 0,0 0-10 0,8 17-8 16,-2-5-7-16,-4 5-8 0,3 0-9 0,1 7-5 16,-5-3-6-16,5 6 5 0,-3-2-12 0,1-1-3 15,1 0 4-15,-4-4-7 0,3 0-5 0,2 1-1 16,-4-4 4-16,2 0-10 0,-3-5 4 0,1 0-4 16,0-2 2-16,2 0-9 0,-4-3-22 0,2 0-9 15,1-2-1-15,-3 0-5 0,1-1-3 0,-1-4-8 0,0 5-1 0,0-5-7 16,0 0-45-16,0 0-37 0,0 0-23 0,0 0-27 15,-12-10-66-15,9 1-220 0,-1-1-506 0,0-2 224 16</inkml:trace>
  <inkml:trace contextRef="#ctx0" brushRef="#br0" timeOffset="214405.2">13079 11964 149 0,'8'-2'210'0,"-8"2"-21"16,18 7-11-16,-7-1-10 0,7 5-15 0,9 7-9 15,-4 0-3-15,4 7-6 0,-3 1-14 0,11 13-6 0,-7 4-6 16,-4 3-9-16,-6 1-9 0,-3 1-8 0,-7-1-9 0,-5 2-5 16,-6-15-7-16,-3 2-5 0,-6 11-6 0,-2-13-6 15,-10 6-1-15,2-11-8 0,-10 10-16 0,3-14-37 16,-12 3-24-16,-4-1-66 0,12-9-68 0,-17-1-193 15,13-8-397-15,1-5 175 0</inkml:trace>
  <inkml:trace contextRef="#ctx0" brushRef="#br0" timeOffset="-211599.81">14462 11876 176 0,'0'-8'191'15,"0"0"-7"-15,0 2-12 0,0-1-9 0,0-1-12 16,0 3-4-16,0 0-5 0,0-1-15 0,1 3-9 16,-1 3-15-16,-1-6-11 0,1 6-12 0,0 0-11 0,0 0-11 0,0 0-7 15,6 12-7-15,-6 0-5 0,5 5-3 0,-2 0-1 16,2 9-4-16,-5 0-5 0,4 2 0 0,-3-1-6 16,-1-1 0-16,3 4-3 0,-2-2-1 0,-1-3-2 15,-1-4 0-15,2 4-3 0,-1-5-1 0,1-2-1 16,2 1-1-16,-3-4 2 0,0-3-3 0,0 0 0 15,-4-1-1-15,4-2-1 0,0-2 2 0,0-2-3 0,0-1 5 0,1 1 19 32,-1-1 28-32,0-4 26 0,0 5 25 0,0-5 28 0,0 0 18 15,0 3 18-15,0-3-12 0,0 0-17 0,3-12-11 16,2 5-18-16,-4-5-13 0,3-5-5 0,4 0-10 16,-2-3-12-16,8-6-8 0,-2 2-9 0,2-2-5 15,0 2-12-15,2-1-1 0,0 3-5 0,-1 0-4 0,3 1 1 16,-4 4-10-16,0 2 2 0,0 1-5 0,-1 2-2 15,-4 3-3-15,-2 3-3 0,1-3 1 0,-3 5 6 16,2 0-16-16,-2 0 1 0,1 1-10 0,2 3-1 16,-3 0-9-16,0 3 2 0,7 1 1 0,-3 2-1 15,-3 2 0-15,6 4 1 0,0 3 1 0,-4 1-2 16,2 0 4-16,0 3 2 0,-1 6-2 0,0-2 3 16,-1-5 1-16,-2-2-1 0,1 2 3 0,-1-2 1 0,-1-1-5 0,1 2 7 15,-2-5 3-15,0-2-3 0,0-1-1 0,0-1 4 16,-3-2 1-16,3 0 0 0,-4-4 3 0,1 2 3 15,2-1-5-15,-2 0 9 0,-1-3 2 0,3 4-3 16,-3-4-1-16,2 3 3 0,-2-3 3 0,0 0-7 16,0 0 3-16,1 5 2 0,-1-5-5 0,0 0 0 15,0 0-2 1,0 0-1-16,0 0-26 0,0 0-19 0,0 0-25 16,8-10-28-16,-8 10-28 0,4-5-32 0,-3 1-27 0,3 0-36 15,0-1-39-15,2-2-49 0,-3 0-188 0,2-2-535 16,-1-1 237-16</inkml:trace>
  <inkml:trace contextRef="#ctx0" brushRef="#br0" timeOffset="-211298.84">15217 11775 36 0,'0'-4'305'0,"0"-2"-9"15,0 2-12 1,0 4-19-16,0-6-20 0,0 6-23 0,2-4-26 16,-2 1-17-16,0 3-18 0,0 0-28 0,0 0-12 15,0 0-16-15,0 0-10 0,0 0-13 0,0 0-9 16,1 20-7-16,0-8-7 0,-1 6-6 0,4 2-8 16,-3 8-3-16,-1-2-7 0,3 0 0 0,-1 2-6 0,1-1-1 15,-1 1-3-15,2-4-1 0,-1-4 0 16,1 6-4-16,-2-8 1 0,1 1 0 0,-2 1-15 0,-1-2-26 0,2-1-20 15,0 2-23-15,-1 0-28 0,-1-3-34 0,0 2-32 16,-1-3-38-16,1-1-245 0,-4-5-477 0,3 3 210 16</inkml:trace>
  <inkml:trace contextRef="#ctx0" brushRef="#br0" timeOffset="-211145.63">15277 12407 163 0,'2'3'277'0,"-2"-3"-2"15,0 0-6-15,0 0-9 0,0 0-20 0,0 0-14 16,1 4-21-16,-1-4-26 0,0 0-15 0,0 0-18 16,1 2-14-16,-1-2-25 0,0 0-31 0,1 4-44 15,-1-4-48-15,4 4-51 16,-4-4-56-16,5 2-71 0,-5-2-199 0,7 0-424 16,-7 0 189-16</inkml:trace>
  <inkml:trace contextRef="#ctx0" brushRef="#br0" timeOffset="-210444.1">13906 12821 13 0,'-9'0'170'0,"9"0"-1"16,0 0-9-16,-10 0-5 0,10 0-10 16,0 0-6-16,0 0-7 0,-6 0-10 0,6 0-7 0,0 0-11 15,0 0-8-15,0 0-9 0,0 0-6 0,0 0-11 16,0 0-7-16,0 0-5 0,0 0-9 0,0 0-6 16,-7-3-4-16,7 3-7 0,0 0-4 0,0 0-4 0,0 0-1 0,0 0-1 15,0 0-5-15,0 0 5 0,0 0-6 0,0 0-3 16,0 0 2-16,0 0-2 0,0 0-3 15,0 0 1-15,0 0 0 0,0 0-2 0,12 8-6 16,-12-8 6-16,11 0-2 0,-4 0-2 0,3 0-2 0,1 1 5 16,1-2-6-16,7 0 6 0,0 1-2 0,3-2-2 15,9 0-1 1,3-1 0-16,2 0 2 0,16-1-11 0,6-2 8 16,3-2 2-16,34-2 7 0,3 0 0 0,8 0-2 0,14-2 3 15,5 3 5-15,8-1 0 0,10-4 5 0,8 1-3 16,8 1 0-16,5 0-1 0,5-5-1 0,2 0 2 15,3 0-4-15,1-1-2 0,2 1 5 0,-4 1 6 16,-10-3 5-16,-10 5-3 0,-7-3 2 0,-11 3-6 0,-11 3-1 16,-17-3 0-16,-15 4-1 0,-29 1 5 0,0-3 0 15,-6 4 2-15,-7-4 8 0,-18 6 13 0,-4-2 15 16,-10 1 27 0,2 1 20-16,-4 0 18 0,-6 0 11 0,-1 0 3 0,-3 2-14 0,2-2-12 0,-4 3-21 0,0-2-4 15,1 2-10-15,-5 3-8 0,4-6-25 0,-2 4-47 16,-2 2-35-16,5-3-62 0,-5 3-68 0,0 0-65 15,-10-3-60 1,10 3-282-16,-22 0-618 0,22 0 273 0</inkml:trace>
  <inkml:trace contextRef="#ctx0" brushRef="#br0" timeOffset="-207860.15">14152 13121 210 0,'-4'-5'217'0,"1"0"-8"16,2 3-12-16,-2-1-14 0,3 3-17 0,-1-5-14 16,1 5-21-1,0-5-15-15,4 1-11 0,2 1-12 0,2 1-9 0,5 4-12 16,2-2-6-16,5 3-8 0,2-1-9 15,4 5-1-15,-1 3-5 0,2 4-2 0,3 0-5 0,-8 3-4 16,3 1-3-16,-2 2-7 0,-5 2-6 0,-2-1-1 16,-3 3-5-16,-4 0 2 0,1 2 0 0,-10-1-5 15,1-1-3-15,-8 3 3 0,-3-2 1 0,-6-2-1 16,-3 1-3-16,0-1 3 0,1-5-2 0,-2 0-3 0,3-6 0 16,-6 3 4-16,5-6 0 0,1 1-4 0,1-3 6 0,0 2 3 15,3-6 4-15,2 1 11 0,-1 1 14 16,5-3 15-16,1 1 21 0,1-3 18 0,-1 0 13 15,6 0-5-15,0 0-10 0,-8-9-5 0,9 4-16 16,4-5-4-16,4-1-12 0,2-5-3 0,7-3-4 0,-1-1-5 16,7-4-6-1,2 0-7-15,-2-2-6 0,3 2 1 0,1-2-1 16,-4 1-4-16,2 0-2 0,-2 4 0 0,-1-1 2 16,-3 0-10-16,-7 8-3 0,4 2 7 0,-8 2-2 15,-3 0 15-15,3 4-18 0,-5 1-6 0,1-1-3 16,0 2-3-16,-2 1-8 0,-2 1-24 0,-1 2-9 15,5-2 5-15,-5 2 3 0,0 0 3 0,-5 14 6 16,1-4 1-16,-1 2 0 0,0 5 7 0,-1 2 0 0,-1-2 2 0,2 4-1 16,1 3 7-16,0-6-5 0,2 2 2 0,-2-2 3 15,9 2 0-15,-1-3 1 0,1 1 12 0,4-5-9 16,5 2-1-16,4-3-15 0,1-3-33 0,8-1-25 16,2-3-38-16,1 1-42 0,-1-5-35 0,2-2-55 15,-12-3-168-15,3 0-454 0,-2-2 202 0</inkml:trace>
  <inkml:trace contextRef="#ctx0" brushRef="#br0" timeOffset="-207634.64">14977 13050 56 0,'0'-6'315'0,"0"-1"-17"0,-1 1-19 0,2 1-20 16,-2 1-28-16,1-1-24 0,0 5-23 0,-3-5-24 15,3 5-20-15,0 0-16 0,0 0-20 0,0 0-9 16,0 0-10-16,10 21-7 0,-7-5-12 0,1 3-13 16,1 7 5-16,0 6-14 0,0 1-12 0,-2 4-23 15,4 12-20-15,-3 1-41 0,-4-1-40 0,-1-1-46 16,1-1-56-16,-2-13-205 0,2-2-432 0,2-3 193 0</inkml:trace>
  <inkml:trace contextRef="#ctx0" brushRef="#br0" timeOffset="-207468.45">15056 13769 16 0,'0'3'355'0,"0"-3"0"0,1 4-6 0,-1-4-18 16,0 0-14-1,0 0-17-15,0 0-21 0,0 0-22 0,0 0-26 16,0 0-23-16,0 0-20 0,0 0-22 0,11-8-25 16,-4 7-42-16,0-2-42 0,3-5-52 0,-2 3-43 15,3 1-53-15,1 0-56 0,-1-5-58 0,3 4-65 16,-1-3-215-16,1-1-523 0,0-2 232 0</inkml:trace>
  <inkml:trace contextRef="#ctx0" brushRef="#br0" timeOffset="-206989.01">15760 13062 32 0,'-1'-7'257'16,"0"3"-9"-16,-1-1-13 0,2 0-14 0,0 1-16 15,0 4-27-15,0-6-11 0,0 6-27 0,0 0-13 0,0-3-18 16,0 3-12-16,0 0-10 0,0 0-12 0,8 16-7 0,-4-2 0 15,0 0-9-15,-2 6-6 0,2-1-8 0,-4 8-8 16,5 0 0-16,-5 1-5 0,0 0-3 16,0 0-1-16,-1 0-4 0,1-1-2 0,-3-2-2 15,2-6-1-15,-1-1-1 0,0-4-1 0,2-2-5 0,0-3 2 16,0 2 1-16,-2-5 3 0,2-2 12 0,2 2 52 0,-2-4 31 16,0-2 13-16,0 0-12 0,0 0-19 0,13-14-6 15,-4-1-4-15,2-2-10 0,5-5 4 0,-1-1-24 16,3-4-13-16,0 0 3 0,4 2 3 0,-8-1-16 15,2 3-3-15,-4 8-3 0,-2-2-7 0,-2 7-1 16,-2 5-3-16,3-3 1 0,-6 0-21 0,-1 7-10 16,3-1 4-16,2 2 1 15,-7 0-8-15,9 7 1 0,-3 0 2 0,-1 3-3 16,4 4 3-16,0-1-1 0,-1 3-19 0,2 2-15 16,-1 1-29-16,0-2-40 0,1 1-32 0,-1 0-48 15,1-1-53-15,-2-3-252 0,2-1-545 0,-1-2 241 16</inkml:trace>
  <inkml:trace contextRef="#ctx0" brushRef="#br0" timeOffset="-206688.46">16527 13304 77 0,'-9'-2'224'0,"9"2"-11"15,0 0-11-15,-10 0-15 0,7-4-12 0,3 4-14 16,0 0-16-16,0 0-13 0,-10 4-9 0,10-4-18 16,0 0-11-16,0 0-7 0,0 0-13 0,0 0-6 15,-4 2-4-15,4-2-10 0,0 0 0 0,0 0-6 16,0 0-1-16,0 0-7 0,0 0 2 0,0 0-6 16,24-6-8-16,-11 5 6 0,5-3-7 0,4 1-3 15,-3 1 0-15,3-3-3 0,7 2-2 0,-8 3-2 0,0-3-2 0,1 1 1 16,-3 0-4-16,-6 1-4 0,2 0-13 0,-3-2-15 15,-4 1-22-15,0 2-28 0,-1 0-24 16,-3-3-48-16,-4 3-62 0,1-3-150 0,-1 3-383 16,0 0 170-16</inkml:trace>
  <inkml:trace contextRef="#ctx0" brushRef="#br0" timeOffset="-206165.44">17070 13058 166 0,'4'-3'201'0,"0"1"-23"0,2 2-20 15,-6 0-14-15,13 1-14 0,-8 3-12 16,5 4-7-16,-2 1-15 0,2 3-5 0,0 2-8 16,-2 3-11-16,-3 3-6 0,2-1-6 0,-5 0-6 15,-2 6-7-15,0 1-1 0,-2 1-3 0,-5-3-10 16,-2 2 2-16,-2-2-8 0,-2-2-3 0,0 0 2 16,0-5-5-16,3-1 2 0,-4-3-4 0,3-1-1 15,3-2 9-15,-1-3 7 0,3 1 14 0,2-4 14 16,-1-1 27-16,1 0 16 0,0-1 27 0,4-2-5 15,0 0-14-15,0 0-16 0,-1-12-6 0,6 2-10 16,0-5-4-16,4-2-10 0,6-5-7 0,1-2-5 0,5 0-12 16,-2-2 0-16,3 2-3 0,1-5-7 0,3 2-1 15,-2 2-7-15,-4 6-4 0,1 0 2 0,-7 6-3 16,-5 2 3-16,-1 5-1 0,-1-1-3 16,-2 0-4-16,2 4-10 0,-4-1-13 0,0-1-12 15,2 5-3-15,-5 0 0 0,0 0 4 0,5 10-1 0,-1 0 4 0,-4-3-5 16,5 4-1-16,-5 0 4 0,4 4 0 0,-3 2 4 15,3 1 3-15,1-1 1 0,2 0-22 0,-2-2-18 16,1-1-27-16,-1 3-29 0,2-7-39 0,-5-1-43 0,5 1-77 0,-5-7-171 16,2 0-472-16,1-2 209 0</inkml:trace>
  <inkml:trace contextRef="#ctx0" brushRef="#br0" timeOffset="-205933.41">17581 12933 8 0,'0'0'230'15,"7"0"-11"-15,-7 0-20 0,11 6-12 0,-3-1-8 0,2 6-13 0,4 2-6 16,3 7-11-16,0 1-5 0,-2 7-12 0,-3 2-11 16,-1 4-5-16,-4 0-12 0,2 13-9 0,-9 0-4 15,-2 0-9-15,-7-12-10 0,-3 8-3 0,-4-10 2 16,-5-2-14-16,-13 3-9 0,-6 0-20 0,-2-7-33 15,-9-1-38-15,1-3-49 0,-8-5-39 0,2-1-77 16,-5-10-167-16,-2-2-406 0,-1-5 180 0</inkml:trace>
  <inkml:trace contextRef="#ctx0" brushRef="#br0" timeOffset="-205517.42">15791 12959 42 0,'-4'-3'167'0,"0"1"-15"16,4 2-15-16,0 0-16 0,0 0-8 0,-15 7 0 15,5 0-10-15,-2 7-11 0,0 4 5 0,-7 8-8 16,0 2-1-16,4 2-3 0,-7 16-7 0,7-12-7 0,0 10-9 15,-2 2 3-15,7-11-7 0,2 9 1 0,4-7-3 16,3-3-6-16,2-1-2 0,4 1-4 0,8-5-5 16,8-1-2-16,7-5 6 0,11 6 1 0,11-9-4 15,6-2-4-15,2-5-16 0,8-4-52 0,29-3-61 0,-3-3-87 16,-28-6-144-16,32 0-351 0,-7-5 155 0</inkml:trace>
  <inkml:trace contextRef="#ctx0" brushRef="#br0" timeOffset="-204999.75">18000 12859 249 0,'0'0'277'16,"0"0"-15"-16,0-6-9 0,0 6-11 0,0-5-13 15,0 5-15-15,0 0-21 0,0-3-17 0,0 3-22 16,0 0-18-16,0 0-13 0,0 0-16 0,0 0-14 15,0 0-12-15,0 0-10 0,0 0-6 0,3 11-5 16,-2-2-10-16,2 2-5 0,1 6-6 0,-2-2-7 16,3 2 1-16,0 8-5 0,2 3 1 0,-1 0-5 15,2 3 2-15,2-1-8 0,-2 3 4 0,-1-1-2 0,0 0-35 0,-1 2-37 16,-1-2-33-16,-1 2-42 0,-3 0-51 0,2-4-47 16,-3 0-221-16,-1-4-481 0,-1-6 214 0</inkml:trace>
  <inkml:trace contextRef="#ctx0" brushRef="#br0" timeOffset="-204853.88">18064 13738 326 0,'0'2'352'0,"0"5"-28"16,0-7-28-16,2 3-30 0,-2-3-28 0,0 0-47 16,0 0-66-16,0 0-69 0,10-12-106 0,-5 7-115 15,-1-2-162-15,-3-1-353 0,1-2 156 0</inkml:trace>
  <inkml:trace contextRef="#ctx0" brushRef="#br0" timeOffset="-203652.19">19133 11989 97 0,'1'-10'266'0,"-1"0"-10"0,0 3-11 0,1 2-19 0,-2-1-21 16,1 2-19-16,0-1-21 0,0 5-22 0,0-5-19 16,0 5-19-16,0 0-16 0,0 0-10 0,6 17-8 15,-2 1-10-15,-2 10-5 0,1 3-7 0,0 4-6 0,3 11-9 16,-3 2 4-16,0 5 0 0,0-1-3 0,2 0-6 16,-1-3-5-16,-3-1 1 0,3-2-5 15,0-10 1-15,-2 0-2 0,4-4-4 0,-4 0 2 0,4-6-2 0,-2 1-1 16,-3-8-1-16,1-1-1 0,-1-2-1 0,0-4 3 15,-1 0-7-15,2-4-22 0,-2-1-16 0,-2 0-11 16,2 0-12-16,0-4 1 0,0 2-8 0,-2-1-20 16,2-4-66-16,0 0-54 0,0 0-163 0,-10-9-394 15,8 4 175-15</inkml:trace>
  <inkml:trace contextRef="#ctx0" brushRef="#br0" timeOffset="-203380.62">19223 12194 186 0,'0'-5'216'0,"2"2"-29"0,1 1-14 0,2 0-20 0,3 2-17 0,2 2-15 16,4 1-5-16,-1 2-8 0,5 1-12 0,0 6-12 16,1-3-11-16,5 8-6 0,-2 1-9 0,0 0 3 15,-3 1-16-15,-6-2-1 0,-4 0-4 0,2-3-6 16,-4 0-5-16,-1-1-5 0,-6-2-2 0,-4-1-2 15,0 1-2-15,-7 2 2 0,-3-2-6 0,-4-2 0 16,-1-1 0-16,-8-1-7 16,0 2-4-16,-1-6-9 0,-3-1-11 0,3-2-9 15,-2 0-14-15,1-2-13 0,1-1-32 16,10 3-27-16,-1-6-40 0,1-2-130 0,3 1-306 16,6-1 135-16</inkml:trace>
  <inkml:trace contextRef="#ctx0" brushRef="#br0" timeOffset="-202865.98">19505 11690 111 0,'12'2'129'0,"0"-2"-15"0,2 4-7 16,1 1-16-16,3 4-4 16,-3 0-12-16,3 4-7 0,4 6-9 0,-6 1-2 15,2 3-3-15,-7 3-9 0,1 0-3 0,-3 0-7 16,-5 3-1-16,-3 0 0 0,-2-1-1 0,-3-3 3 15,-1 0 2-15,-2-1 3 0,0-5 3 0,-2-1 9 16,-2-2 1-16,-1-1 7 0,3-6 2 0,0 1 9 16,-1-3 9-16,1 1 11 0,3-3 15 0,0-3 12 15,-2 3 21-15,3-5 15 0,-1 0 2 0,6 0 1 0,-7-3-9 0,3-1-18 16,4 1-9-16,1-7-8 0,2 0-21 0,2-2-6 16,4-4-8-16,2 0-8 0,7-8-10 0,1 1-5 15,-1 2 3-15,1-4-20 0,-1 5 0 0,-7 4 4 16,0 3-12-16,-2 2 3 0,-3 1-8 0,-2 2-4 15,0 3-8-15,0 0 0 0,0 1-8 0,-3 2-23 16,3 1-26-16,-4 1-7 16,0 0 2-16,0 0 3 0,0 17 6 0,-4-7 1 15,0 5 8-15,3 2 1 0,-3 2 4 0,4 2 1 16,0 4 4-16,1 2 2 0,7-1 3 0,2-2 1 16,3-1-15-16,6-1-14 0,9 3-30 0,3-8-44 15,3 3-63-15,3-9-327 0,17 1-548 0,0-4 242 16</inkml:trace>
  <inkml:trace contextRef="#ctx0" brushRef="#br0" timeOffset="-201964.16">20886 12151 216 0,'-3'-10'204'0,"-2"3"-8"0,1-1-16 15,-5 2-17-15,2 1-20 0,-5 0-14 0,-2 2-14 0,-3-1-11 16,-3 4-10-16,-9 1-12 0,2 3-10 0,-4 4-8 15,0 1-1-15,2 2-6 0,1 3-10 0,0 3-2 0,-2-2-10 0,9 4 0 16,-1 1-3-16,3-1-4 0,2 5-6 0,1-6 0 16,7 1 0-16,2-2-5 0,2-1-2 0,1-3 2 15,4-1-2-15,4-2 1 0,1 1 3 0,2-4-5 16,2 0 0-16,2-3-2 0,2-1-1 0,6-3 0 16,-2-3 1-16,2 2 4 0,0-6 8 0,0 0 6 15,3-3 6-15,-7 0 1 16,6-2 7-16,0-5 4 0,-1-2 2 0,0 3 4 15,-4 3 3-15,-1 2 0 0,-3 0-4 16,-1 1-3-16,0 4-2 0,-6-1-5 0,5 1-6 0,-6 3-6 16,0 1-4-16,1-1-6 0,0 2-6 0,4 1-2 15,-9 0-2-15,12 6-3 0,-6 0-5 0,3 7 0 16,3 2 2-16,-3 1-5 0,0 1 3 0,1 6-1 16,-1 3-1-16,-2-3 0 0,1 3-7 0,-2 1-1 0,-1-2-1 0,-1 1 0 15,-1 0 2-15,-2-8 2 0,0 1-1 16,2 0 0-16,-2-4-2 0,2-4 5 0,-3-1 4 15,0-3-2-15,0-2 1 0,0 2 8 0,0-2 37 0,1 0 38 16,-1-2 55-16,0-3 45 0,0 2 29 0,0-2-2 16,0 0-29-16,5-10-13 0,-4 1-20 0,1-6-15 15,2-2-22-15,3-9-18 0,2-2-29 0,5-2-28 0,-1-2-11 0,4-2-41 16,8-7-19-16,-8 9-24 0,1 0-10 0,0 0-9 16,-2 7-4-16,0-1-8 0,-4 13-16 0,-3-2-26 15,-2 6-27-15,0 0-45 0,-2 3-34 16,3 0-56-16,-5 1-278 0,-1 2-617 0,-2 3 273 0</inkml:trace>
  <inkml:trace contextRef="#ctx0" brushRef="#br0" timeOffset="-201441.5">21035 11797 82 0,'0'-6'317'0,"3"0"-15"0,-2 3-13 0,-1-3-16 16,0 6-32-16,1-4-21 0,-1 0-28 0,0 4-25 15,0 0-15-15,0-4-20 0,0 4-26 16,0 0-15-16,0 0-12 0,0 0-8 0,4 14-9 16,-4-3-4-16,3 2-9 0,-2 3-2 0,0 3-7 0,-1-1-3 0,2 8-3 15,0-6-6-15,-1 4-1 0,-1-5-1 0,0-1-4 16,0-1 1-16,0-5-3 0,0 1-1 0,3-5 1 15,-2 2-2-15,-2-5 2 0,2 0-2 0,-1-1-1 0,0 1 26 16,0-5 34-16,4 3 1 0,-4-3-8 16,0 0-5-16,10-10-6 0,-3 1-7 0,1 1-2 15,3-5-8-15,-3 2-8 0,3-3-3 0,0 0-4 0,-3 4-1 0,6-2 5 16,-4 4-12-16,-2 1-2 0,2 0-3 0,-1 1-7 16,-5 2 3-16,3 0-5 0,1 2 0 0,-3 1-10 15,3 1-7-15,0 2-5 0,3 2-16 0,1 1-14 16,4 3-26-16,0 2-26 0,-1-1-23 0,2 3-32 15,-1-1-47-15,1-1-79 0,-2-1-223 0,1-2-546 16,-4-5 242-16</inkml:trace>
  <inkml:trace contextRef="#ctx0" brushRef="#br0" timeOffset="-200977.62">21707 11907 177 0,'-5'2'161'0,"5"-2"-13"0,-9 1-13 16,4 0-18-16,5-1-12 0,0 0-4 0,0 0-13 15,-9 2-12-15,9-2 0 16,0 0-2-16,0 0 5 0,0 0 12 0,-4 2-2 15,4-2 7-15,0 0-3 0,0 0 3 0,0 0-4 16,0 0-1-16,0 0-10 0,0 0-5 0,0 0-8 16,0 0-9-16,0 0-3 0,0 0-5 0,0 0-13 15,0 0 8-15,0 0-14 0,0 0 0 0,0 0 0 16,0 0-7-16,0 0-3 0,0 0-1 0,0 0-4 16,0 0-4-16,0 0-6 0,0 0 12 0,0 0-11 0,0 0 1 0,0 0 2 15,0 0-2-15,0 0 2 0,0 0 3 0,0 0 4 16,0 0 4-16,0 0 2 0,0 0 5 0,0 0-1 15,0 0-1-15,23-4 2 0,-6 3 0 0,2-3-3 16,10 2 0-16,2-1-9 0,6-1 3 0,-3-1 0 16,18-1 6-16,-15 1-2 0,-2 1-2 0,1-1 0 15,-4 2-5-15,-4-2 0 16,-7 3-1-16,-3 0 1 0,-8 0-3 0,3-1-3 16,-7 3-1-16,1 0 2 0,-2 0-25 0,-5 0-19 15,5-1-24-15,-5 1-25 0,0 0-31 0,0 0-39 16,-22 1-50-16,11 2-236 0,-2-3-473 0,0 2 210 15</inkml:trace>
  <inkml:trace contextRef="#ctx0" brushRef="#br0" timeOffset="-200476.13">22318 11680 202 0,'4'-5'269'16,"2"1"-24"-16,-1 1-21 0,3-1-18 0,-3 2-26 0,4-1-20 15,5 2-16-15,-4 1-17 0,2 2-13 0,-3 2-13 16,1 2-11-16,0 3-6 0,1-3-14 0,-1 9-8 16,0-1-3-16,-2 3-8 0,-5 0-7 0,0 0 2 15,0 9-9-15,-5-5-7 16,-2 3 5-16,-3-2-9 0,2-1-3 0,-5-2-2 15,1-1 2-15,-2-2-6 0,1 0-4 16,1-2-1-16,3-5 1 0,-3-1 1 0,2 1-1 16,2-4-1-16,0 2 8 0,1-2 17 0,-1-2 18 0,4 1 16 15,-3-2 34-15,4-2 27 0,-5 3 17 0,5-3-19 16,0 0-12-16,0 0-13 0,13-14-7 0,-7 2-11 16,6 0-12-16,2-1-9 0,2-6-9 0,7-3 0 0,0 1-11 0,-3-2-12 15,3 0-1-15,0 1-13 0,-2 0 9 0,0 1-8 16,-7 8-3-16,0-2-1 0,-1 3 0 0,-6 3 0 15,0 1-12 1,-2 3 3-16,1 0-4 0,-2 4-4 0,-2-5-10 0,1 4-20 0,-3 2-18 16,0 0 1-16,0 0 0 0,-1 10 20 15,-4 2-9-15,-5 2 3 0,1 8-4 16,-2 4 11-16,-1-2 1 0,3 2 2 0,-2-2 3 16,8-5 4-16,-1 5 1 0,5-5 2 0,5 1 7 0,7 2 1 15,10-3-4-15,8-2-45 0,16 3-70 16,6-7-104-16,8-6-359 0,-4-3-635 0,5-8 281 15</inkml:trace>
  <inkml:trace contextRef="#ctx0" brushRef="#br0" timeOffset="-198920.75">8929 12236 152 0,'-4'-1'185'0,"4"1"-13"15,0 0-3-15,0 0-13 0,0 0-8 0,-9 0-9 16,9 0-9-16,0 0-13 0,0 0-8 0,0 0-7 16,-5-5-12-16,5 5-5 0,0 0-11 0,0 0-3 0,0 0-9 15,0 0-8 1,0 0 2-16,0 0-11 0,0 0-6 0,0 0-5 16,22 3-2-16,-7-1-3 0,8 0 0 0,9 2-3 15,5-2-4-15,0 0-1 0,21 0-1 0,-3-1-4 16,-7 1-1-16,-10-1 1 0,-3-4-5 0,0 2 1 15,-5 4 1-15,-8-2-3 0,-4-1-14 0,-4 0-41 16,-4 1-28-16,-1-1-20 0,-8 1-11 0,-1-1-39 0,0 0-191 0,-18 11-360 16,-2-6 159-16</inkml:trace>
  <inkml:trace contextRef="#ctx0" brushRef="#br0" timeOffset="-198403.59">8726 12320 121 0,'-1'-3'217'0,"-2"-1"-5"15,3 4-14-15,-4-5-3 0,4 5-26 0,-2-3-17 16,2 3-18-16,0 0-16 0,0 0-11 0,0 0-11 0,0 0-11 16,0 0-3-16,16 5-14 0,-6 0-8 15,3 1-5-15,5-2-5 0,1 8-6 0,8-1-4 16,0 4-5-16,1-1-1 0,-1 1-6 0,5-2-3 0,-3 4-6 0,1-1-6 15,2 1-2-15,-3 0-5 0,0-2-4 0,2-1-7 16,0-1-4-16,-3-1 2 0,-9-3 3 0,2-1-5 16,-2-3 6-16,-3 0-10 0,-3 1 6 0,-3-4 2 15,-1-1-1-15,1-1 1 0,-2 0 11 0,1-1 13 16,-4 0 8-16,3-4 11 0,-6 2 10 0,5-2 8 16,-2 1 6-16,0-1 3 0,-1 2 8 0,-3-2 1 0,3 1 1 0,-3 0-7 15,3 1-12-15,-1 0-3 0,-3 3 0 0,3-5-15 16,-3 5-24-16,0 0-23 0,0 0-1 0,0 0 2 15,3 19-3 1,-6-2 4-16,0 11-2 0,-1 2 2 0,-4 7 0 16,-2 13 1-16,-4 1-2 0,-4 2-1 0,1 4 1 15,-1 2 4-15,-10 22 0 0,5-3 1 0,7-24-3 16,1-3 7-16,-1 2-3 0,3-2 3 0,2 1-5 0,-1-6 8 16,6-12-7-16,-2-2 1 0,6-2-1 0,-5-4 1 15,6-6 3-15,0-3 6 0,-2-4-2 0,3-1-1 16,-1-3-2-16,-2 0 4 0,3-5-1 0,0 1 1 15,0 3 3-15,-1-5 0 0,1-1 7 0,0-2-6 0,0 7 2 16,-3-5-4-16,3-2 3 0,0 0 1 0,0 5-16 16,0-5-17-16,0 0-40 0,0 0-71 0,0 0-60 0,0 0-65 15,0 0-153-15,16-10-444 0,-7 4 196 0</inkml:trace>
  <inkml:trace contextRef="#ctx0" brushRef="#br0" timeOffset="-197865.06">9167 13636 188 0,'-12'3'196'0,"2"-1"-5"0,5 0-9 0,-3-1-13 16,3-1-7-16,-1 2-12 0,6-2-18 0,-8 0-5 16,8 0-11-16,0 0-8 0,0 0-11 0,-9 2-9 15,9-2-8-15,-4 1-7 0,4-1-12 0,0 0-2 16,0 0-3-16,0 0-11 0,0 0-4 0,-10 0 0 16,10 0-4-16,0 0-6 0,0 0-1 0,0 0-3 0,0 0-4 0,0 0-1 15,0 0-4-15,0 0-3 0,0 0 3 0,0 0-4 16,0 0-6-16,-5 1 5 0,5-1-1 0,0 0 4 15,0 0 5-15,0 0-4 0,0 0 4 0,0 0-4 16,0 0 4-16,0 0-1 0,0 0 0 0,0 0-2 16,0 0-1-16,0 0-3 0,0 0-1 0,0 0-3 15,0 0 1-15,0 0-2 16,0 0-7-16,0 0 7 0,0 0-1 0,0 0 5 16,0 0 2-16,0 0 17 0,36-2 7 0,-6-2 3 15,10-1 3-15,21-7-2 0,6 4-1 0,32-7 3 16,6 3 9-16,0-3 3 0,-3 0 4 0,-3 3-2 15,-1-4-1-15,-9 4-1 0,-27 2-3 0,-3 3-10 16,-6-2 6-16,-16 3-13 0,-2-1-3 0,-6 1 3 16,-8 2 19-16,-6 0 8 0,-2 2 14 0,-6-1 2 0,1 1 1 0,-3 2-6 15,0-3-6-15,3 3-7 0,-8 0-13 0,5-3-24 16,-5 3-45-16,0 0-56 0,0 0-52 0,0 0-64 16,-32 3-79-16,10 0-357 0,2 2-679 0,1-3 300 15</inkml:trace>
  <inkml:trace contextRef="#ctx0" brushRef="#br0" timeOffset="-196568.19">9002 14096 158 0,'4'-5'184'0,"-2"0"-11"0,5 3-18 0,-2-2-20 16,5-2-9-16,0 3-18 0,3 1-8 0,-2 2-12 0,2 0-9 15,0 3-6-15,6 5-5 0,3 0-7 0,-4 0-10 0,6 7-2 16,-4 2-4-16,-5-3-3 0,4 6-3 0,-4 1-5 16,-1-4-8-16,-5 1 0 0,2 5-2 15,-4-3-1-15,-2 6-3 0,-8-1-3 0,1-4 6 16,-2 2-7-16,-6 4 2 0,0-5-6 0,-1-4 5 15,-4 3-1-15,-2-2 3 16,3-4-1-16,3-1 6 0,-3-2 9 0,4-4-1 16,1-1 6-16,0 0 4 0,2-4 11 0,1 4 14 15,2-3 20-15,2-1 18 0,-1-1 26 0,3-2 25 16,0 0-4-16,0 0-21 0,0 0-16 0,-4-15-6 16,8 6-12-16,5-5-18 0,0-2-5 0,2-2-5 15,6-8-15-15,1-1-1 0,0 0-2 0,1 2-6 16,0-6-8-16,3 2-4 0,-3 3-10 0,0-2 8 0,-2 0 5 0,-2 4-16 15,-2 2-3-15,-4 8 10 0,0 2-3 0,-3 3 9 16,-1 0-5-16,-1 1-5 0,-1 2-4 0,1 2-1 16,-3-2-6-16,3 2-4 0,-3 1-11 0,1 3-26 15,-2 0-3-15,0 0 3 0,0 0 1 0,0 15 5 16,-2-3-1-16,1 5 2 0,-3 7 3 0,3 3 4 16,-1-4-6-1,2 4 10-15,3-2-5 0,3 1 3 0,-1 1-14 0,3-4 1 16,6 2-16-16,0 0-18 0,5-6-21 0,-1 2-24 15,5-5-28-15,4 0-37 0,0-4-50 16,1 0-56-16,0-7-192 0,-2 1-506 0,2-2 224 0</inkml:trace>
  <inkml:trace contextRef="#ctx0" brushRef="#br0" timeOffset="-196352.44">9940 14307 212 0,'-7'-5'360'0,"6"3"-24"0,1 2-22 0,-2-5-30 0,2 5-29 15,0-5-26-15,2 2-23 0,2-2-26 0,1-2-20 32,5 2-19-32,7-2-12 0,2-1-41 0,0 4-32 15,12-6-41-15,-4 5-48 0,3 0-44 0,-4 3-53 16,3-3-58-16,-7 3-236 0,0 2-457 0,-3-1 203 15</inkml:trace>
  <inkml:trace contextRef="#ctx0" brushRef="#br0" timeOffset="-196185.15">10102 14428 108 0,'-3'1'148'15,"1"4"1"-15,2-5-5 0,-3 2 13 0,3-2 9 16,0 0-16-16,18 1-14 0,0-2-12 0,1-1-13 15,11 2-10-15,-1-5-33 0,6 1-48 0,-1 2-37 16,3-3-56-16,-2 0-176 0,2-4-270 0,-4 5 120 0</inkml:trace>
  <inkml:trace contextRef="#ctx0" brushRef="#br0" timeOffset="-195831.3">10814 14117 137 0,'-4'-2'228'15,"1"-2"-24"-15,3 4-13 0,-6-3-25 0,-1 3-14 0,7 0-15 16,-13 5-16-16,4 1-12 0,-3 2-14 0,-2 4-5 0,2 0-12 16,0 3-9-16,0 2-11 0,-3 4-4 0,5-3-6 15,1-1-6-15,-1 1-1 0,4-2-6 0,0 2-1 16,5-1-6-16,1 0 3 0,1-5 2 0,3 1 13 15,1 1 27-15,6-5 11 0,4 3 11 0,5-6 5 16,5 4-3-16,7-7-8 0,0-2-5 0,4-2-9 16,-4-5 8-16,3-2 4 0,-3 0 8 0,-6-6-9 0,0-2 11 15,-8 5-23-15,1-9-5 0,-5 6-4 0,-5-11-13 0,-4 5-10 16,-9-6-10-16,-1-1-16 0,-10 1-26 0,-6 0-12 16,-7 3-28-16,-19-3-26 0,-9 8-38 0,-3 8-35 15,-7 2-51-15,2 4-62 0,-27 0-212 0,32 7-512 16,7-3 226-16</inkml:trace>
  <inkml:trace contextRef="#ctx0" brushRef="#br0" timeOffset="-194446.38">9208 11586 287 0,'0'0'278'0,"-2"-5"-22"0,2 1-25 16,0 4-20-16,0 0-25 0,0-5-21 0,0 5-20 0,0 0-27 16,0 0-36-16,0 0-15 0,0 0-9 15,0 0-6-15,3 21-6 0,0-9-6 0,0 6-3 16,1 6-1-16,1 5-5 0,-2 0-6 0,-1 1 5 15,0 0-10-15,0-1 0 0,1 2-6 0,-2-1 0 0,0-4 2 16,5-1-4-16,-2 1-1 0,-2-8 1 0,0 0-3 0,0-2-1 16,-2-7 0-16,2 3-1 0,-4-2-1 0,2-3 0 15,0 0 1-15,2 0 4 0,-2-4 20 0,0 1 19 0,0 0 26 16,0-4 24-16,0 4 17 0,0-4 37 16,0 4 28-16,0-4 17 0,0 0 12 0,0 0-9 15,0 0-23-15,0 0-20 0,3-16-17 0,1 7-13 0,-2-7-17 16,3-1-12-16,5-9-19 0,3-2-22 0,0 0-17 0,0-2-7 15,3 0-7-15,1-2-2 0,1 2-1 0,-3 5-6 16,2-1 3-16,-2 3-6 0,-4 7-3 0,-1 1 0 0,-4 6 1 16,2-1-4-16,-1 1-5 0,-4 3 0 15,1 2-10-15,-2-2-3 0,2 4-21 0,-1 0-8 16,-3 2-3-16,10 3 3 0,-3 4-1 0,1 1 5 16,0 2 4-16,-2 6-3 15,3 0 5-15,0 9 2 0,0-3 7 0,1 2-5 16,-2-1 5-16,0 2 5 0,-2 2 0 0,-1-9 2 15,1 2 1-15,-3-1 3 0,2-1-5 0,-1-2 2 16,-3-2 4-16,2-3 0 0,-2-1 12 0,0 1-12 0,1-5 0 16,-1 1-3-16,0-2 3 0,-1-1 19 0,3-1-10 15,-3 3-2-15,1-3 6 0,0 1 15 0,-1-4 17 16,0 0 13-16,2 4-4 0,-2-4 5 0,2 2 1 0,-2-2-1 16,0 0-5-16,0 0-3 0,1 3-8 0,-1-3-6 15,0 0 2 1,0 0-5-16,0 0-4 0,0 0-5 0,0 0-14 0,0 0-33 0,0 0-43 0,3 4-51 0,-3-4-51 31,0 0-75-31,0 0-87 0,0 0-373 0,0 0-767 16,0 0 339-16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15:49.98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2734 2218 105 0,'0'0'176'0,"0"0"-8"0,0 0-4 0,3-3-7 16,-3 3-4-16,0 0-1 0,0 0-1 0,0 0-3 15,0 0 2-15,0 0 4 0,0 0 4 0,0 0 6 16,-3-5 9-16,3 5 2 0,0 0 1 0,0 0-2 0,0 0 6 16,0-4-12-16,0 4-11 0,-2-4-11 0,2 4-12 15,2-6-7-15,-2 3-12 0,0 3-7 0,0-5-9 0,0 5-8 16,0-4-10-16,0 4-13 0,0-5-7 0,0 5-16 15,0 0-10-15,0 0-26 0,0 0-35 0,0 0-37 16,0 0-13-16,0 0-1 0,-2 17 12 0,2 1 5 16,-3 12 12-16,-2 6 3 0,-3 13 6 0,-1 3 2 15,0 2 5-15,2-3 6 0,-4-2 1 0,5 1 3 16,1-4 7 0,1-13-5-16,1 1-3 0,2-2-2 0,1-3 12 15,-1-2-9-15,1-8 4 0,0-1 2 0,1-6 2 16,-2 0 3-16,2 0 1 0,0-7 0 0,-1 2 2 15,0-2 14-15,2-1 14 0,-2-4 13 0,0 8 19 16,0-8 15-16,1 3 4 0,-1-3 10 16,0 0 1-16,0 0 8 0,0 0-14 0,0 0-22 0,0 0-30 15,0 0-37-15,3-11-40 0,-3 4-35 0,1-3-47 0,0-2-62 0,0-7-66 16,2 1-302-16,-2-9-610 0,3-1 270 0</inkml:trace>
  <inkml:trace contextRef="#ctx0" brushRef="#br0" timeOffset="268.77">2669 2198 168 0,'-1'-4'299'0,"-1"1"-14"16,1-3-12-16,1 6-18 0,-1-4-14 0,1 4-15 15,-2-4-19-15,2 4-16 0,0 0-15 0,2-6-20 16,0 4-19-16,5 0-13 0,7-2-13 0,4-2-14 15,12 0-10-15,2 0-3 0,0 1-14 0,2 3-11 0,-2-1-17 0,-4 1-4 16,-2-2-26-16,-4 4-9 0,1-1-16 16,-4-1-10-16,0-1-19 0,3 1-17 0,-5 2-24 15,-6 0-30-15,-2 0-18 0,-9 0-21 0,12 0-4 16,-10 5 3-16,-2-5 0 0,0 0-12 0,-7 14 0 16,-5-3-158-16,-2 1-349 0,5-3 155 0</inkml:trace>
  <inkml:trace contextRef="#ctx0" brushRef="#br0" timeOffset="601.03">2738 2902 9 0,'-4'3'238'16,"-2"-1"-13"-16,2-1-16 0,4-1-15 0,-5 6-5 16,5-6-15-16,-3 0-10 0,3 0-7 0,0 0-2 15,0 0 7-15,0 0 5 0,0 0 5 0,25 0-10 0,-5-5 3 16,8-1-30-16,7 1-7 0,0-5-11 0,2 4-13 0,0 0-6 16,-1-2-15-16,-5 0-4 0,-2 1-6 0,-8 3 3 15,-1-1-7-15,-7 3-3 0,-2-4-8 0,0 4-8 16,-1-1-2-16,-3 2-5 0,1 1-15 15,-8 0-25-15,11-3-23 0,-11 3-33 0,0 0-33 0,0 0-31 16,0 0-30 0,0 0-32-16,-39 3-32 0,26-2-44 0,-6 0-201 15,1-2-493-15,3 2 218 0</inkml:trace>
  <inkml:trace contextRef="#ctx0" brushRef="#br0" timeOffset="961.48">2767 2573 351 0,'0'0'331'0,"0"0"-21"0,-6 1-15 0,6-1-17 15,0 0-21 1,0 0-16-16,0 0-24 0,-4 2-19 0,4-2-25 15,0 0-16-15,0 0-16 0,0 0-7 0,23 0-9 16,-5 0 0-16,18-2-20 0,-2-1-8 0,4 1-2 16,-2-3-14-16,0 1-12 0,-4 1-2 0,-1 1-10 15,-13 0-3-15,1 0-14 0,3 0 5 0,-3 1-12 16,-6-1 6-16,0 2-8 0,-2-2-2 0,-4 2-3 16,1 0-7-16,-8 0-7 0,10 0-4 0,-10 0-4 0,9-2-5 0,-9 2 9 15,8-1-7-15,-8 1 0 0,0 0-8 0,0 0-2 16,0 0-9-16,10 0-13 0,-10 0-13 0,4-2-20 15,-4 2-18-15,0 0-27 0,0 0-25 0,0 0-32 16,0 0-30-16,-17 9-39 0,17-9-43 16,-6 5-202-16,6-5-520 0,0 0 230 15</inkml:trace>
  <inkml:trace contextRef="#ctx0" brushRef="#br0" timeOffset="1271.02">4177 2387 33 0,'0'0'385'0,"5"-6"-22"0,-5 6-25 16,2-4-21-16,-2 4-27 0,0 0-29 0,0 0-9 15,3-4-39-15,-3 4-25 0,0 0-30 0,0 0-29 0,0 0-16 0,0 0-17 16,0 0-4-16,-15 19-9 0,6-5-8 0,-3 1-8 16,-7 6-2-16,1 4-10 0,-1 0-2 0,-4-2-4 15,0 1-19-15,1 1-26 0,0-1-20 0,3 1-21 16,3-4-22-16,-1 0-27 0,3-6-19 0,0 1-24 16,2-3-45-16,1 1-41 0,1-6-67 0,1-2-153 15,0-1-471 1,1-2 210-16</inkml:trace>
  <inkml:trace contextRef="#ctx0" brushRef="#br0" timeOffset="1471.1">3897 2477 2900 0,'0'-10'270'0,"-1"-2"-28"16,-2 0-22-16,3 6-26 0,0 0-29 0,0-1-44 16,0 7-32-16,0-6-24 0,0 1-26 0,0 5-3 0,0 0-13 0,0 0-4 15,0 0-10-15,0 0 2 0,0 0 0 0,13 18-4 16,-6-3 6-16,5 6-8 0,5 4 4 0,-1 0 12 15,1 0-8-15,2 3 4 0,-1-5-1 16,2 3-21-16,-2-3-9 0,0-1-36 0,-4-2-41 16,-1-5-34-16,1 0-40 0,-5-1-54 0,0-4-62 15,-4-3-314-15,1-2-643 0,1 0 285 0</inkml:trace>
  <inkml:trace contextRef="#ctx0" brushRef="#br0" timeOffset="1993.93">4650 2561 115 0,'-12'3'241'0,"1"-2"-19"15,0 4-15-15,4-5-19 0,0 1-13 16,1-1-17-16,6 0-13 0,-9 3-14 0,9-3-11 16,-4 2-3-16,4-2-5 0,-6 0-5 0,6 0-10 15,0 0-5-15,0 0-2 16,0 0-8-16,0 0-1 0,-9 0 0 0,9 0-1 15,0 0-9-15,0 0-5 0,0 0-6 0,0 0-9 16,0 0-5-16,0 0-2 0,0 0-5 0,0 0-5 16,0 0-1-16,0 0-6 0,0 0 0 15,0 0-5-15,0 0-4 0,-8 0-1 0,8 0 2 16,0 0-4-16,0 0 1 0,0 0-6 0,0 0-2 0,0 0-4 16,0 0 5-16,0 0-1 0,0 0-2 0,0 0 3 0,0 0-7 15,0 0 6-15,0 0-3 0,0 0 0 0,0 0-2 16,0 0 2-16,0 0-3 0,0 0-4 0,0 0 6 15,0 0-1-15,0 0-3 0,0 0 1 0,0 0 2 0,0 0 0 16,0 0-3 0,0 0-3-16,0 0-2 0,0 0-5 0,0 0 0 15,0 0-11-15,0 0-12 0,0 0-21 0,0 0-24 16,0 0-31-16,0 0-30 0,0 0-51 0,0 0-259 0,0 0-485 16,0 0 214-16</inkml:trace>
  <inkml:trace contextRef="#ctx0" brushRef="#br0" timeOffset="2419.42">4813 2242 73 0,'-6'-6'301'0,"6"6"-28"16,0 0-33-16,0 0-24 0,0 0-20 0,0 0-17 16,-18 10-14-16,8-3-16 0,-3 6-12 0,-6 8-12 15,-2 1-12-15,-2 7-8 0,-13 9-14 0,7 2-5 16,1 1-10-16,2 0-10 0,6-8-3 0,6 0-1 16,0-2-9-16,5 1-8 0,4 0-2 0,2-2-1 15,6-3 7 1,-1-1 7-16,10 1 6 0,3-3 11 0,5-4 6 0,5 1 3 15,2-7 10-15,3 1-4 0,4-4-8 16,0-1-5-16,-2-2-9 0,4-1 2 0,-8-3-2 16,-1-2 7-16,2 0 8 0,-12-4 11 0,-6 4-1 15,2-2 4-15,-4 0 12 0,-9 0 9 0,14-2 6 0,-14 2 9 16,9-2-3-16,-9 2-6 0,0 0-4 0,9-3-14 16,-9 3-21-16,0 0-40 0,0 0-35 0,4-6-33 0,-4 6-48 15,0 0-38-15,-4-6-43 0,4 6-40 0,0 0-50 16,0 0-52-16,-8-11-66 0,7 5-287 0,1 6-702 15,-4-8 311-15</inkml:trace>
  <inkml:trace contextRef="#ctx0" brushRef="#br0" timeOffset="2688.67">5296 2438 42 0,'4'-3'400'0,"-3"0"-22"0,-1 3-24 16,1-8-28-16,-1 8-30 0,0 0-28 0,2-4-28 0,-2 4-26 15,0 0-29-15,0 0-18 0,0 0-17 0,-14 15-17 16,5-7-11-16,-3 9-13 0,-6 4-2 16,-2 1-16-16,2 2-7 0,-1 2-38 0,-3-3-24 15,3 3-27-15,-4-1-23 0,4-1-31 0,3-2-24 16,-3-1-30-16,5 0-27 0,0-6-35 0,1-4-43 0,1 1-67 15,1-7-153-15,1 1-475 0,5-3 210 0</inkml:trace>
  <inkml:trace contextRef="#ctx0" brushRef="#br0" timeOffset="2856.34">5050 2523 293 0,'0'-5'394'0,"0"5"-32"15,2-5-49 1,-2 5-42-16,4-4-26 0,-4 4-28 0,0 0-20 15,0 0-22-15,10 9-9 0,-3 0-13 0,4 3-12 0,3 4-16 16,6 3-11-16,1 0-6 0,3 5-9 0,-1-5-23 16,0 0-40-16,2 1-50 0,-1-3-54 0,-1 0-81 0,-4-6-106 15,-2-4-246-15,-1 1-541 0,-4-5 241 0</inkml:trace>
  <inkml:trace contextRef="#ctx0" brushRef="#br0" timeOffset="3225.62">5641 2602 155 0,'-5'3'298'15,"5"-3"-25"-15,-9 0-27 0,8 2-14 0,1-2-23 16,-8 0-6-16,8 0-15 0,-8 2-14 0,8-2-13 15,0 0-15-15,-5 1-18 0,5-1-10 0,0 0-11 16,0 0-12-16,-5 3-6 0,5-3 0 16,0 0-6-16,0 0-5 0,0 0 4 0,0 0 1 15,0 0 11-15,0 0-8 0,0 0 16 0,0 0 2 0,0 0-6 16,27-4-18-16,-9 3 4 0,4 0-16 0,4-1-3 16,5-3-13-16,0 0-3 0,-11 2-4 0,11 2-8 15,-3-2-4-15,-9 0-7 0,-2 1 6 16,-3-1-8-16,-3 1-2 0,-4 0-5 0,2 2-7 15,-2-2-19-15,-1 2-25 0,-3-3-37 0,-3 3-52 0,0 0-54 0,0 0-53 16,0 0-52-16,0 0-55 0,-25-1-180 0,25 1-561 16,-13 0 248-16</inkml:trace>
  <inkml:trace contextRef="#ctx0" brushRef="#br0" timeOffset="3557.44">5991 2426 360 0,'0'-6'515'0,"0"-1"-8"0,3 0-27 0,-3 3-12 15,-1-2-16-15,2 2-18 0,1-1-37 0,0 2-29 16,-2 3-39-16,0-4-31 0,0 4-37 0,0 0-31 16,2-4-29-16,-2 4-24 0,0 0-41 0,0 0-40 0,0 0-15 15,0 0-5-15,4 15-9 0,-1-3-5 0,-1 4-5 16,-2 2-4-16,1 7-9 0,2 0-2 0,-2 1 0 15,3 0-7-15,-4 0-5 0,1-6 1 0,2 4-1 16,-3-4-6-16,1-3-7 0,-1-4-3 0,0-3-8 16,0 1-4-16,0-4-7 0,0 0-16 0,-1 0-11 15,2-3 1 1,-2 0 5-16,1 0 0 0,0-4 11 0,0 7 2 0,0-7 9 16,0 1-16-16,0-1-54 0,0 0-39 0,0 0-42 15,-4-14-50-15,2 8-37 0,0-3-62 0,1-3-71 16,-2-1-90-16,3-6-251 0,3 2-776 0,-2-4 343 15</inkml:trace>
  <inkml:trace contextRef="#ctx0" brushRef="#br0" timeOffset="3891.87">6114 2213 52 0,'1'-3'380'0,"2"1"-27"0,-3 2-32 0,0-6-32 16,0 6-38-16,1-4-28 0,-1 4-25 0,0 0-12 15,18 11-1-15,-9-5-7 0,6 9-32 0,6 6 22 0,-1-1-10 32,1 10-11-32,0 0-6 0,-4 2-8 0,3 9-7 15,-7-7-8-15,0-1-11 0,-8-1-11 0,1 2-9 16,0-1-3-16,-5-3-11 0,-5 0-4 0,1-5-2 0,-3 0-8 16,0-7-3-16,-6 5-5 0,3-6 0 0,-1 0-9 15,-3-2 1-15,3-1-2 0,-2-2-6 0,4-2-2 16,-1-2-3-16,2 0-1 0,-2 0-10 0,5-3 2 0,3-1 4 15,-4-1-3-15,5-3-2 0,-4 4-1 0,4-4-4 16,-6 5 4-16,6-5-4 0,-3 3-4 0,3-3 0 16,0 0-1-16,0 0-1 0,0 0-10 0,0 0-9 15,0 0-13-15,0 0-41 0,0 0-58 0,0 0-59 16,0 0-64-16,0 0-97 0,16-12-331 0,-10 6-728 16,-2 0 323-16</inkml:trace>
  <inkml:trace contextRef="#ctx0" brushRef="#br0" timeOffset="5239.54">6362 2024 109 0,'-5'-5'231'0,"2"3"-7"0,-1-2-16 0,2 1-1 16,-2 1-12-16,4 2-1 0,0 0-17 0,-4-3-11 0,4 3-16 0,0 0-15 15,0 0-14-15,-3-4-15 0,3 4-8 0,0 0-16 16,0 0-7-16,0 0-6 0,0 0-5 0,17 1-15 16,-3-1-15-16,-2 3-13 0,2-3-15 0,2 2-4 15,0 0-8-15,0 1 3 0,-2-1-2 0,-1-2 9 16,1 0-6-16,-1 0 1 0,0-1 3 0,1 0-6 16,-4-2 18-16,3 1 16 0,-4-2 15 0,1 1 18 0,0-1 16 15,-6 1 6-15,1 1 34 0,-1-1 4 0,0-1 3 16,0 0 10-16,-4 4 7 0,5-7-5 0,-2 5 0 15,0 1-3-15,-3 1-12 0,3-4-17 0,-3 4-7 16,0 0-16-16,2-3-7 0,-2 3-16 0,0 0-13 16,0 0-7-16,0 0-27 0,0 0-36 0,0 0-20 15,0 0-4-15,7 16 7 16,-7-5 5-16,1 13 11 0,-4 8 0 16,2 3 5-16,-1 17 2 0,-1 4 0 0,-1 2 3 0,-3 0 5 15,1 2 7-15,3-4-4 0,-1 3 14 0,2-7-8 16,-1-1 3-16,-1-4-6 0,5-14 1 0,-1 1-4 15,-3 0 6-15,3-3 1 0,-1 0-2 0,1-3 3 16,1-5-4-16,-2-4 13 0,-1-2-8 16,2-2 0-16,-3-3-4 0,2 0 9 0,1-5 1 0,-3 1-7 0,3-3-3 15,0-5 6-15,-1 11-2 0,1-11-1 0,-1 9 7 16,1-9-6-16,-2 5 1 0,2-5 3 0,0 0-3 16,0 0 9-16,0 0-3 0,-2 9 3 0,2-9-3 15,0 0 8-15,0 0-4 0,0 0 3 0,0 0 2 16,0 0-5-16,0 0-4 0,-1 7 5 0,1-7-1 15,0 0 4 1,0 0 1-16,-8 2-1 0,8-2-1 0,-24 6 2 16,2-5-6-16,-10 4 0 0,-5-3-44 0,-17 0-57 15,-4-1-83-15,-34-3-116 0,-2-1-412 0,29-2-755 16,2-2 334-16</inkml:trace>
  <inkml:trace contextRef="#ctx0" brushRef="#br0" timeOffset="6471.86">4118 2106 174 0,'0'0'239'0,"1"-5"-15"0,-1 5-12 16,0-4-21-16,0 4-20 0,-5-5-17 0,5 5-17 15,-15 0-17-15,2 0-8 0,-5 0-19 0,-1 0-8 16,-9 0-14-16,-3 2-7 0,4-2-8 16,-1 0-7-16,-1 0-32 0,2-2-2 0,4 2-3 15,1-3 2-15,3 3-3 16,0-3-5-16,5 2 5 0,0-2-2 0,1 2 8 16,2-3 13-16,2 2 9 15,1 1 12-15,3-1 14 0,-4-1 3 0,6 1-7 0,1-2 3 0,-2 4 1 16,0-3 5-16,4 3-6 0,-5-5-2 0,4 2-2 0,1 3-8 15,-3-4-1-15,3 4-2 0,0 0-13 0,-5-2-4 16,5 2-11-16,0 0-4 0,0 0-24 16,0 0 0-16,-2 9-1 0,-1-1 0 0,3 9 2 0,-4 7-3 15,-1 10 6-15,-4 22 0 0,-1 3 0 0,-11 34 4 16,0-4-1-16,-5-1 3 16,2-4 1-16,3-4 0 0,7-25 1 15,3 1-3-15,-2 0 3 0,5-2 9 0,1-2-1 16,-1-6 0-16,3-14 4 0,1-1-2 0,3-6 2 0,1-3-1 15,0-6-1-15,-1 0-3 0,-2-5-1 0,3-1 1 16,0-3 1-16,0-2 28 0,0 1 24 0,0-6 20 16,-1 7 17-16,1-7 13 0,0 6 5 0,0-6 3 15,-3 3 2-15,3-3-9 0,0 0-8 0,0 0-8 16,0 0-14-16,4 7-2 0,-4-7-14 0,0 0-6 16,0 0-2-16,0 0-3 0,-4 4-13 0,4-4-2 15,0 0-12-15,0 0 1 0,0 0-1 0,0 0-6 0,0 0-2 16,0 0 7-16,0 0-13 0,0 0-3 0,0 0 3 15,0 0-2-15,0 0-7 0,0 0-6 0,0 0 5 16,13 0 0-16,-13 0-4 0,33-6-1 0,-2 0-1 16,21-2-2-16,2 1 2 0,5-3-1 0,5 2 2 15,2 1-5-15,26-6 1 0,-32 10 8 0,-5-4-8 16,-4 3 0-16,-11 0-1 0,-7 3-2 0,-2-4-6 16,-8 5-1-16,-4-3 4 0,-6 3 3 0,-1 0-3 0,-2-1-1 15,-2 1 3-15,-8 0-4 0,13 0 1 0,-13 0-9 16,10 0-10-16,-10 0-18 0,0 0-10 0,9-1-12 15,-9 1-32-15,0 0-22 0,0 0-25 0,9 0-29 0,-9 0-32 16,0 0-45-16,14-2-41 0,-5 0-322 0,5-1-665 16,8-1 295-16</inkml:trace>
  <inkml:trace contextRef="#ctx0" brushRef="#br0" timeOffset="7226.41">7163 2450 229 0,'0'0'255'0,"0"0"-4"0,-4-1-1 0,4 1-2 16,0 0-9-16,0 0-7 0,0 0-11 0,0 0-10 16,0 0-19-16,0 0-17 0,0 0-19 0,0 0-17 15,0 0-13-15,0 0-13 0,0 0-8 0,0 0-15 16,0 0-10-16,0 0-8 0,0 0-18 0,0 0 12 0,0 0-6 0,0 0-9 16,0 0-6-16,0 0-6 0,-9 1 1 0,9-1-9 15,0 0 0-15,0 0-5 16,0 0-4-16,0 0-2 0,0 0 2 0,0 0-6 0,0 0 1 0,0 0-8 15,0 0 3-15,0 0 2 0,0 0-1 16,0 0-1-16,0 0 4 0,0 0 0 0,32-3 4 16,-11 2-1-16,0-3-6 0,9 2-1 0,3 0 0 0,2-1-2 0,-1-1-2 15,5-1 4-15,-1 2-1 0,-3 0-5 0,1-1 8 0,-2-3-9 16,-4 4 4-16,-8 0 5 0,-3 1 10 0,-8 2 9 16,1-3 17-16,-2 1 6 0,-3 0 3 0,-1 2 0 15,0 0-8-15,-1-2-15 0,-5 2 7 16,0 0-13-16,0 0-15 0,0 0-40 0,0 0-29 15,0 0-30 1,-16-3-36-16,3 3-28 0,3 5-33 0,0-3-43 16,-2 0-47-16,2 1-66 0,0 2-196 0,-3-2-576 0,4 1 255 15</inkml:trace>
  <inkml:trace contextRef="#ctx0" brushRef="#br0" timeOffset="7495.61">7226 2659 257 0,'-6'1'269'0,"3"2"-7"0,-1-1-11 0,4-2-1 16,-4 3 4-1,4-3-7-15,18 0-8 0,4 0-16 0,7 0-31 16,8-1-21-16,17-3-13 0,-2 0-14 0,4 1-14 15,5 1 1-15,0-4-5 0,-1 4-8 0,-5 0-10 16,-17 1-14-16,-1 0-3 0,-10 0-12 0,-4-1 7 16,-5 0-7-16,-7 1 15 0,-1 1-16 0,-2 0-1 15,-3-2-15-15,-5 2 2 0,9 0-24 0,-9 0-28 16,0 0-48-16,0 0-46 0,0 0-59 0,-42 4-70 0,20-3-87 0,-4 6-305 16,-1-2-654-16,8-5 289 0</inkml:trace>
  <inkml:trace contextRef="#ctx0" brushRef="#br0" timeOffset="21928.67">8949 2098 34 0,'0'0'188'0,"-5"-4"-9"15,5 4-11-15,0 0-7 0,0 0-8 0,0 0-8 16,0 0-8-16,0 0-13 0,0 0-8 0,0 0-12 0,0 0-2 16,0 0-11-16,0 0-6 0,0 0-8 0,0 0-4 15,0 0-9-15,0 0 1 0,0 0-1 0,0 0 2 0,0 0-6 16,0 0 2-16,0 0-2 0,0 0 0 16,0 0-7-16,0 0 3 0,0 0 1 0,0 0 2 15,0 0-3-15,0 0-3 0,0 0-3 0,0 0-3 16,0 0-10-16,0 0-7 15,0 0 5-15,0 0-3 0,0 0-6 0,0 0-3 16,0 0-5-16,0 0 0 0,0 0-1 0,0 0 7 16,0 0-3-16,0 0-2 0,0 0-2 0,0 0 4 15,0 0-6-15,0 0 0 0,0 0-3 0,0 0 3 16,0 0-1-16,0 0-3 0,0 0 2 0,0 0-3 16,0 0 1-16,0 0-3 0,0 0 0 0,0 0-3 15,0 0-7-15,0 0 13 0,0 0-8 0,0 0 3 0,22 3-3 16,0-8 2-16,11 5-2 0,5-3-4 0,20-1 6 15,1 0-1-15,5 3-9 0,3-5 11 0,-2 2-4 16,26-3 0-16,-27 7 4 0,-5-5-5 0,3 0 1 16,-8 3-4-16,-17-1 5 0,-1 1-4 0,-4-1 4 15,-4 1-5-15,-9 0 4 0,-5 2-2 0,0-1-1 16,-4 1-2-16,-2-2-9 16,1 2 2-16,-4-1-20 0,-5 1-4 0,0 0-8 15,0 0-10-15,0 0-14 0,0 0-19 0,-22 6-9 16,7-4-6-16,0-2-23 0,-4 3-22 0,1-1-49 15,-4 1-208-15,2-1-434 0,-1-2 192 0</inkml:trace>
  <inkml:trace contextRef="#ctx0" brushRef="#br0" timeOffset="22831.1">8866 2153 197 0,'0'0'253'0,"0"0"-7"16,0 0-12-16,0 0-12 0,0 0-19 0,0 0-13 0,0 0-18 15,0 0-14-15,0 0-12 0,0 0-16 0,0 0-15 0,0 0-10 0,0 0-13 0,0 0-5 16,0 0-10-16,0 0-3 0,0 0-10 0,0 0-5 15,0 0-9-15,0 0-4 0,0 0-5 0,0 0-9 16,0 0-1-16,0 0-5 0,0 0-6 16,0 0-7-16,0 0-7 0,0 0-1 0,0 0-6 15,0 0 4-15,4 5 0 0,-1 0 0 0,-2-1-1 0,5 6-1 16,2-2 1 0,1 5 5-16,5 2 0 0,3-1 0 0,7 5 0 15,1 0 0-15,7 1-1 0,12 4-1 0,-1 1 3 0,2 0-1 16,2-4-1-16,-2 2 4 0,1-2-1 0,-10-4-1 15,-3 0-3-15,13 6 2 0,-13-8-2 0,-1-1 1 16,0 1-1-16,-4-3 1 0,-2-2-3 0,-7-1 2 16,-1-2 0-16,-3 0-1 0,-2-6 0 0,-7 4 1 15,1-3 4-15,1 1 6 0,-5-1 5 0,4 0 31 0,-4 0 15 16,1-1 14-16,-4-1 16 0,6 0 0 0,-6 0 8 16,0 0-1-16,5 2-13 0,-5-2 4 15,0 0-1-15,0 0-6 0,5 1-7 0,-5-1-16 16,0 0 8-16,0 0-9 0,0 0-9 0,0 0-10 15,0 0-4-15,0 0-1 0,0 0-5 0,0 0-8 0,6 1-3 16,-6-1-4 0,0 0 0-16,0 0-7 0,0 0-6 0,0 0-12 15,0 0-8-15,0 0-6 0,0 0-11 0,0 0-20 0,0 0-18 16,0 0-12-16,-5 8 12 0,3-3 3 0,-2 3 18 16,-3 1 4-16,-3 5-1 0,-5 6 6 15,-2 4 10-15,-1 1 3 0,-3 2 2 0,-1 3 10 16,-8 11-8-16,0 2 4 0,1-1-12 0,3-1 27 15,-1 2-3-15,3 1-3 0,-1 1 6 0,2-1 0 0,-1-2-6 16,6-9 7-16,4-3 0 0,-2 2-1 0,1-3-1 0,1-3 1 16,4-2 2-16,0-6 1 0,1-2-1 0,3 1-1 15,-1-5-2-15,2 0 7 0,2 0-6 16,-1-3 8-16,1-1-5 0,2 0 2 0,-1-2 6 16,1-2-5-16,0 1-2 0,1-5-2 0,-5 7 1 15,3-3 1-15,2-4 1 0,0 0-9 0,-1 6 13 0,1-6 5 0,0 0-3 16,0 0 2-16,0 0 7 0,0 6-21 0,0-6-18 15,0 0-26-15,0 0-79 0,0 0-92 0,0 0-109 16,0 0-236-16,0 0-609 0,0 0 271 0</inkml:trace>
  <inkml:trace contextRef="#ctx0" brushRef="#br0" timeOffset="23670.35">9210 3506 63 0,'-11'0'208'0,"2"0"0"0,-1 0-7 0,4 1-6 15,3 1-6-15,3-2-9 0,-10 1-11 0,10-1-9 16,-6-1-4-16,6 1-13 16,-5 2-8-16,5-2-12 0,0 0-13 15,0 0-14-15,-8 0-9 0,8 0-7 0,0 0-7 16,0 0-6-16,0 0-2 0,0 0-3 0,0 0 0 15,0 0-11-15,0 0-6 0,0 0-2 0,0 0-4 16,0 0-5-16,0 0 1 0,0 0-3 0,0 0-4 16,0 0 0-16,0 0 4 0,0 0-7 0,-6 1 1 0,6-1-2 15,0 0 4-15,0 0-2 0,0 0-1 16,0 0-1-16,0 0-5 0,0 0-2 0,0 0 10 16,0 0-13-16,0 0 6 0,0 0-11 0,0 0-4 0,0 0 4 0,0 0-5 15,0 0 3-15,0 0-2 0,0 0-3 0,0 0 0 16,0 0 3-16,0 0-4 0,0 0 3 0,0 0-3 15,0 0 1-15,0 0 2 0,0 0-3 0,0 0 4 16,0 4-6-16,0-4 3 0,0 0-1 0,0 0 1 16,0 0-3-16,0 0 2 0,0 0 2 0,0 0-3 15,0 0 9-15,0 0-6 0,0 0-3 0,27 0 14 0,-6 0-6 0,11-2-1 16,6 2 3-16,15-2-2 0,7 0 0 0,33-1-4 16,5-2 0-16,0 2 3 0,-1-1-2 0,5 1 10 15,-2-2 4-15,-5 0 1 0,-2 4-6 0,-28-3-2 16,-1 2 4-16,-3 0-4 0,1-3 2 15,-11 1 14-15,-14 2 12 0,-3-1 0 0,-3 0 21 0,-12 1 9 16,-1-3 24 0,-8 3 12-16,3 1 4 0,-7 0 14 0,2-1 11 15,-4 1-1-15,1 1-8 0,-5 0-8 0,10-3-7 16,-6 3-13-16,-4 0-15 0,0 0-20 0,6 0-33 16,-6 0-50-16,0 0-46 0,3-2-54 0,-3 2-68 15,0 0-60-15,0 0-73 0,0 0-72 0,-19 2-270 16,9-3-716-16,10 1 317 0</inkml:trace>
  <inkml:trace contextRef="#ctx0" brushRef="#br0" timeOffset="26547.19">9027 3979 181 0,'0'0'223'16,"-1"-4"-13"-16,1 4-19 0,0-5-19 0,4 1-20 15,-4 4-14-15,5-6-16 0,1 3-12 0,0 1-12 0,1-3-6 16,6 3-10-16,0-2-10 0,1 4-4 0,4-1-9 15,1 1-3 1,-1 1-7-16,4 1-1 0,-2 2-10 0,-2 3-4 16,1 0-2-16,0 3-4 0,-1 0-6 0,0 5 1 15,-4-1-6-15,-1 3 1 0,-3 7 0 0,-2-5-6 16,-3 4 0-16,-3 4-3 0,-4-1 2 0,-6-3 2 16,2 2-3-16,-6-1 2 0,-2-2-1 0,-3-3-2 15,-2 1-2-15,-2-3 2 0,7-5 5 0,-4 1 1 16,2-3-1-16,0 1 4 0,5-4 3 0,-1 0-1 15,3 1 0-15,-4-4 9 0,7-1 10 0,-2 1 16 0,4-2 14 0,-1 1 21 16,1-1 22-16,0-1 17 0,4-1-13 0,0 0 8 16,0 0-44-16,7-15 3 0,-1 7-12 15,6-5-9-15,3-3 3 0,5-5-12 0,1 0-6 16,3 0-10-16,2 0-10 0,-1-1 3 0,-1 1-1 16,2-2-4-16,1 5-2 0,-4-2-5 0,-1 2 2 0,-3 1-3 0,-4 4-2 0,-3 3-1 15,-1 1 1-15,-2 1 3 0,-2 3-1 0,-2 1 4 16,0 1-2-16,-2-2-3 0,3 2 3 15,-4 1-12-15,-2 2-16 0,5-3-11 0,-5 3-7 16,0 0 2-16,0 0 0 0,-4 13 0 0,-1-1 3 16,-6 2 6-16,2 3 0 0,0 1 4 0,0 4 1 0,-2 2 0 15,2-2 3 1,3-1 4-16,0-5-3 0,1 4 5 0,4-2 2 16,3-1-1-16,2 2 0 0,6-5-2 0,1 3-6 0,4-6 4 15,4-1-31-15,11 2-47 0,3-4-53 0,4-4-52 16,14-3-86-16,-14-2-264 0,2-3-583 0,-3 0 259 0</inkml:trace>
  <inkml:trace contextRef="#ctx0" brushRef="#br0" timeOffset="26893.05">9978 4162 11 0,'0'0'295'0,"0"0"-10"16,-4-4-15-16,4 4-14 0,0 0-11 0,0 0-24 16,0 0-19-16,-5-2-19 0,5 2-17 0,0 0-23 15,17-7-16-15,-8 4-12 0,5 2-26 0,2-4-27 16,5 2-34-16,7-2-32 0,0 1-39 0,1 0-50 16,-1-2-66-16,-7 4-242 0,1-2-432 0,-3 2 192 0</inkml:trace>
  <inkml:trace contextRef="#ctx0" brushRef="#br0" timeOffset="27055.5">10028 4313 185 0,'-4'3'209'16,"-1"-2"-2"-16,5-1-15 0,-3 4-10 0,3-4-21 15,0 0-14-15,0 0-18 0,25-3-15 0,-7 1-11 16,10-3-12-16,2 1-30 0,5-3-48 0,-1 3-56 15,5-1-79-15,-6-4-150 0,1 1-294 0,-2 0 130 16</inkml:trace>
  <inkml:trace contextRef="#ctx0" brushRef="#br0" timeOffset="27556.77">10600 4033 32 0,'4'-5'212'0,"-4"5"-26"0,10-3-14 0,-2 3-19 16,-8 0-12-16,19 0-14 0,-7 3-18 15,1-1-9-15,-2 1-3 0,6 3-17 0,-5 2-6 16,-1-1-9-16,-2 2-3 0,5 3-11 0,-3 2-7 0,-4 2-5 15,0-1 0-15,-2-1-4 0,-1 5 0 16,-4-2-5-16,-5 0 2 0,1 1 1 0,-5 1-6 0,-4 3-3 0,-4 0 4 16,-3-1 0-16,-1-4 2 0,-4 0 2 0,0-1 2 15,3-3 7-15,-2 3 5 0,3-6 1 0,5-2 1 16,-1 1-2-16,-1-1 2 0,7-3-10 16,2-2 0-16,-1 3-3 0,3-3-6 0,1 0 2 0,1-2-8 0,1 0 4 15,0 2 14-15,4-3 7 0,-6 2 5 0,6-2 0 0,-4 2 0 16,4-2 13-16,0 0 2 0,22 0-1 0,-3-3-3 15,11-2-5-15,6-1-14 0,14 0-10 0,8-1-2 16,-9 0-2-16,-10 2-3 0,1 1 0 16,0 3-4-16,-4-3-2 0,-1 1 6 0,-5 2-13 15,-3-1 9-15,-7 0-11 16,-7 2 5-16,1 2-3 0,-5-2-13 0,-1 0 9 16,-2 1-13-16,3-1-4 0,-9 0 4 0,8 0-11 15,-8 0 1-15,1 2 3 0,-1-2 0 0,0 0-15 16,-14 7-25-16,4-3-35 0,-2-2-50 0,-2 2-72 15,4-2-301-15,-3 1-550 0,-3-3 243 0</inkml:trace>
  <inkml:trace contextRef="#ctx0" brushRef="#br0" timeOffset="29275.71">9647 1480 157 0,'-1'-3'197'0,"1"3"2"0,0 0-4 15,0-5-6-15,0 5-2 0,0-5-5 0,0 5-11 16,0 0-13-16,-2-4-8 0,2 4-15 0,0 0-12 16,0-6-15-16,0 6-10 0,0 0-13 0,0 0-7 15,0 0-11-15,0 0-18 0,0 0-11 0,0 0-17 16,0 0-7-16,0 0-9 0,0 0 5 0,-1 20-4 0,1-10 4 16,0 9-5-16,0-1 2 0,0 6-2 0,0 4 0 15,-2-2 1-15,-2 4-2 0,3 4 2 0,-1-3-2 16,0 1 3-16,2-3-4 0,-1 0 2 0,-1-2-1 0,2-7-1 15,-1-2 4-15,1-3-1 0,0 2 2 0,-1-7-7 16,1 1 4-16,0-3-3 0,-2-2 7 0,2-1-5 16,-1 1 4-16,1-2-1 0,-1-2 23 0,1-2 24 0,0 6 17 15,0-6 22-15,1 4 22 0,-1-4 19 0,0 0 20 16,0 0 16-16,0 0-22 0,0 0-16 0,3-15-13 16,-1 4-11-16,3-1-14 0,0-5-9 0,2-2-11 15,2-3-8-15,2-4-11 0,2-1-4 0,1-1-6 16,0 2-1-16,-1 0-10 0,2 2-9 0,-6 7 6 15,3 2-2-15,-3 1-5 16,-3 3-3-16,2 3-6 0,-3-2 3 16,4 4-4-16,-2-3-13 0,-1 4 1 0,-3 1-2 15,3-1 3-15,1 1-4 0,-2 3-5 0,-5 1 0 0,11 0-3 16,-11 0-14-16,11 0 3 0,-3 5-19 0,-2 2-1 16,1 0 1-16,3 7 3 0,-1 1 5 0,0 2 3 15,-3 2 6-15,-1-2-2 0,0 12-1 0,0-4 6 16,-1-1 5-16,1 0 4 0,-3-5 2 0,0-2-3 15,2-2-4-15,-3-2 10 0,2-1-4 0,-3-4 4 0,1 2 2 16,-1-3-1-16,0-1-1 0,2-2 2 0,-2 1 2 16,0-5 5-16,3 10 0 0,-3-8 1 0,0-2-3 15,0 0-6-15,1 5 7 0,-1-5-8 0,0 0 9 16,0 0 0-16,0 7-3 0,0-7-3 0,0 0 0 16,0 0 14-1,0 0-14-15,0 0-2 0,0 0 6 0,0 0 0 16,0 5-5-16,0-5-1 0,0 0 6 0,0 0-6 15,0 0 7-15,0 0-5 0,0 0-1 0,0 0-3 16,0 0 3-16,0 0 9 0,0 0-6 0,0 0-2 16,0 0-3-16,0 0 9 0,0 0-8 0,0 0 8 15,0 0 10-15,0 0-14 0,0 0 9 0,0 0-7 16,0 0 1-16,0 0-6 0,0 0 4 0,0 0 1 0,0 0-2 0,0 0 6 16,0 0 0-16,0 0 2 0,0 0-9 0,0 0 5 15,0 0-1-15,0 0 3 0,0 0-1 16,0 0-3-16,0 0-4 0,0 0 12 0,0 0-6 15,0 0 2-15,0 0-1 0,0 0-4 0,0 0-3 0,0 0 6 16,0 0-1-16,0 0 0 0,0 0-3 0,0 0 6 16,0 0 1-16,0 0 1 0,0 0-15 0,0 0 1 0,0 0 9 15,0 0-3-15,0 0-3 0,0 0 8 0,0 0-6 16,0 0 0-16,0 0 2 0,0 0 7 0,0 0-11 16,0 0 1-16,0 0 4 0,0 0-5 0,0 0 7 15,0 0-6-15,0 0 6 0,0 0-6 0,0 0-4 16,0 0 6-16,0 0 0 0,0 0 0 0,0 0 2 15,0 0 2 1,0 0-2-16,0 0 3 0,0 0-8 0,0 0-2 16,0 0 2-16,0 0 2 0,0 0 2 0,0 0-2 15,0 0 1-15,0 0 1 0,0 0-1 0,0 0-3 16,0 0 0-16,0 0-22 0,0 0-31 0,0 0-26 0,3 3-39 16,-3-3-42-16,0 0-51 0,0 0-17 15,0 0-46-15,-10 4-273 0,10-4-595 0,0 0 264 16</inkml:trace>
  <inkml:trace contextRef="#ctx0" brushRef="#br0" timeOffset="31448.21">13049 2009 66 0,'0'0'181'0,"-3"-4"5"0,3 4 0 0,0 0-8 16,3-4-8-16,-3 4-7 0,0 0-12 0,0 0-8 16,0 0-10-16,0 0-20 0,0-5-7 0,0 5-17 15,0 0-9-15,0 0-8 0,0 0-11 0,0 0-9 16,0 0-12-16,0 0-2 0,0 0-12 0,2 14 1 15,-2-5-5-15,2 2-1 0,-1 5 1 0,0 2-5 16,-3 7 0-16,0 6-3 0,2-1 1 0,-5 1-4 16,5 1 3-16,-1-3-1 0,1 5 0 0,-3-3-3 0,-3 1 3 15,5-4-7-15,-2-1 4 0,2 0 0 16,0-7-2-16,-2-1-5 0,3-3 4 0,-4-4-1 0,3-2 1 16,0 1-3-16,-2-5 2 0,3 1-5 0,0-2 4 15,0 0-1 1,0-1 13-16,0-1 28 0,-1 2 11 0,1-5 20 15,0 0 23-15,0 5 20 0,0-5 29 0,0 0 7 16,0 0 16-16,0 0-16 0,0 0-20 0,0 0-19 16,1-23-16-16,2 7-15 0,-1-2-6 0,6-7-13 15,1-4-11-15,1 0-7 0,-1 0-8 0,4 1-9 0,-1 0 5 16,1 1-8-16,1 0-1 0,-2 6-6 0,3-1 0 16,-6 5-1-16,1 3-4 0,0-2 2 0,0 0-7 15,-3 9-1-15,-2-2-5 0,4-1 1 16,-1 7 12-16,-3-4-7 0,-1 0-13 0,2 6 0 15,-1-3 1-15,-1 3-6 0,4 1-3 0,-8 0 5 0,15 4-6 16,-7-2-12-16,0 7-3 0,-2-1 3 0,4 9-1 0,-2-3 2 16,2 10-2-16,0-2 4 0,-1 5 3 0,-1 0 9 15,-3-1-8-15,0 1 3 0,-1 2 12 0,-3-3-12 16,-1-1 3-16,1-1 0 0,-1-3 3 0,0-4 3 16,2 0-4-16,-2-4 2 0,-2-1 6 0,0-1 8 15,2-1-16-15,1-3 4 0,-2-2-4 0,-1 2 10 16,2-2 3-1,0 0-7-15,2-1-1 0,-2-4 5 0,-2 8-5 16,2-8 3-16,-2 3-3 0,2-3 5 0,0 3-5 0,0-3 4 16,0 0 2-16,0 0 0 0,0 6-1 0,0-6 3 15,-1 3 1-15,1-3-1 0,0 0-3 16,0 0 2-16,0 0-9 0,0 0 5 0,0 0 2 0,0 0 1 0,0 0 1 16,0 0-6-16,0 0 7 0,0 0-4 0,0 0-2 15,0 0-5-15,0 0-9 0,0 0-6 0,0 0-11 16,0 0-13-16,0 0-12 0,0 0-18 0,0 0-21 15,0 0-21-15,0 0-64 0,0 0-59 0,0 0-47 16,1-13-234-16,-1 13-563 0,-2-14 249 0</inkml:trace>
  <inkml:trace contextRef="#ctx0" brushRef="#br0" timeOffset="32048.24">13693 2086 5 0,'0'-9'259'0,"0"9"-10"0,0-4-6 0,1 0-14 16,-1 4-4-1,0-6-22-15,0 6-17 0,0 0-20 0,-1-5-16 16,1 5-13-16,0 0-16 0,0 0-19 0,0 0-9 0,0 0-17 16,0 0-8-16,0 0-10 0,0 0-6 0,0 0-5 15,6 19-6-15,-3-10-5 0,-2 4-3 16,-1 3-5-16,5 4-3 0,-2 3-2 0,-1-5-1 16,-1 8-1-16,2-1-4 0,0 1 2 0,0 1-1 15,0-7-2-15,0 0-3 0,-2-1 1 0,0 0-1 0,3-2 0 16,-2-3-2-16,0-1-2 0,-1-2-1 0,0-4-2 15,-1-1 5-15,1 3-3 0,-1-6-2 0,2 5 4 16,-1-4-3-16,-1 1 3 0,0-3 8 0,0-2 14 0,1 6 0 0,-1-6 4 16,2 4-4-16,-2-4 2 0,0 0-6 0,0 3 0 15,0-3-6-15,0 0 1 0,0 0-3 0,0 0 0 16,0 0-3-16,0 0-4 0,0 0 1 0,0 0-7 16,0 0-7-16,0 0-9 0,0 0-16 0,0 0-20 15,0 0-30-15,0 0-53 0,0 0-44 0,0 0-42 16,0 0-51-16,0 0-160 0,0 0-461 0,0 0 203 15</inkml:trace>
  <inkml:trace contextRef="#ctx0" brushRef="#br0" timeOffset="32286.6">13716 2847 292 0,'0'0'397'0,"-2"5"-8"0,2-5 4 15,0 0-16-15,0 0-18 0,0 0-37 0,0 0-35 16,0 0-26-16,0 0-32 0,0 0-17 0,17-10-39 0,-11 5-32 16,-2 0-51-16,1 3-62 0,-1-5-51 0,3 4-50 15,-2-3-59-15,1 0-71 0,-2 1-81 16,-2-2-256-16,2 2-584 15,0-2 259-15</inkml:trace>
  <inkml:trace contextRef="#ctx0" brushRef="#br0" timeOffset="33789.01">11329 3323 75 0,'10'0'79'0,"-4"-2"-16"15,-1 2 9-15,3 0-12 0,-1-1 14 0,1 1-17 16,3-1-8-16,-2 2 4 0,2-2-12 16,-1 2 4-16,2-1 4 15,3-1-10-15,-1 1 13 0,4-2-21 0,1 2 0 16,1 0 8-16,-1-1-8 0,4 2 3 0,-3-1 1 16,7 0-3-16,-3-2-3 0,6 1 1 0,0-1-4 15,5-1 14-15,-2 0-14 0,3-1 1 0,2 0-2 16,0 0-4-16,15-1-5 0,-15 1-2 0,14 0 0 15,-2 0 1-15,-12 2-2 0,1-1 0 0,15 1-1 16,-16 0-6-16,0-3 2 0,13 2 2 0,-11 1 5 0,12-5-20 16,-12 2 8-16,-1 3 3 0,1 0-3 0,14-3 8 0,-14 0-4 15,10 1-5-15,-12 1 4 0,13 0-2 0,-10 2 1 32,9-3-1-32,-11 1 0 0,0 2-5 0,-1-1 2 0,-1-1 3 15,4 3-4-15,-3 0 1 0,-1-1-2 0,0 1 4 16,3-4-12-16,-7 3 7 0,4-1 3 0,-1 2 1 15,0 0 0-15,-2-3 4 0,-1 1 0 0,3 1-9 16,4-2 5-16,-3 0 7 0,2 2-6 0,1-1 3 16,11-1-15-16,-10 3 11 0,11-2-9 0,-14-1 11 15,15 2-3-15,-16 0-1 0,2 1 8 0,-1-2-6 16,3 2-3-16,10-2 1 0,-13 1 2 16,-2 0 1-16,3 0 8 0,-1-3-11 0,1 3-2 0,-2-2 0 0,3 2 5 15,0-2-4-15,-3 3 1 0,1-1-3 0,1-2-2 0,0 2 8 16,-2-2-7-16,0 2-2 0,-1 0 3 0,1-1 2 15,1 4-2-15,-4-4 6 0,0 0-9 0,4 2 6 16,-3 0 8-16,1-3-11 0,1 3-6 16,-2-2 13-16,4 0-5 0,13-1 3 0,-12 3 8 15,-1-2-13-15,1 2 3 0,16-3 5 0,-6 1-2 16,5 0 3-16,-13 0 2 16,8 1-6-16,-11-1-2 0,1 1-2 0,10 0 5 15,-8-1-3-15,-2 1 7 0,14-3-3 0,-5 4-4 0,-9-4-1 16,1 3 2-16,10-3-4 0,-11 0 0 0,12 2 11 15,-12 0 7-15,12-2 9 0,-15 0-11 0,17-1-1 16,-3 2-3-16,-2 1 10 0,4-3 3 0,1 0 6 16,1 2 3-16,-3-1-2 0,3 2 4 0,-3 2-2 15,-12 0-3-15,-1-2-3 0,1-1-3 0,-4 3-1 0,2-1-1 16,-6 0-8-16,3-2 7 0,-2-1 10 0,0 1 2 16,-1 3 0-16,-1-3 1 0,-1 1 1 0,0 1 1 15,-4 0-4-15,0 0 6 0,-4 2-5 0,1-2 2 16,-4 1 6-16,2-2 0 0,-1 1 0 15,-3 0-1-15,-5 0 4 0,1-3 4 0,-1 4 4 0,-2 0 4 16,-4-1 4-16,1 1 7 0,0-1 1 0,-3 0 15 0,-4 1-13 16,9-2-4-16,-9 2 7 0,0 0-15 0,9-1-9 15,-9 1-2-15,0 0-10 0,0 0-2 0,5-1-2 16,-5 1-5-16,0 0-3 0,0 0-8 0,0 0-17 16,0 0-16-16,9 0-26 0,-9 0-26 0,0 0-26 15,0 0-34-15,0 0-7 0,0 0-24 0,0 0-49 0,0 0-209 16,0 0-454-1,0 0 202-15</inkml:trace>
  <inkml:trace contextRef="#ctx0" brushRef="#br0" timeOffset="35823.78">12163 3692 58 0,'0'-5'212'0,"0"5"-22"0,0-7-17 15,4 5-13-15,-1 1-34 0,2-5-12 0,1 2-11 0,4-1-16 16,0 4-4 0,2 0-8-16,2 1-4 0,-1 3-9 0,2 0-5 15,3 2-4-15,-3 4-8 0,2 4-1 0,-2 0-2 0,-2 3-6 16,1 1-2-16,-5 8-1 0,4-1-2 0,-4 5-5 15,-5-1-10-15,-3-2 1 0,-1 2 3 0,-1 0-3 16,-6 1-1-16,0-1 1 0,-5 1 0 0,-1-5 2 16,-1 2 2-16,0-4 1 0,0-1 2 0,1-5-3 15,1-1 1-15,-1-3 2 0,3 1 0 0,-1-7 2 0,5 4 5 16,1-6 12-16,1-1 17 0,0 0 25 0,0 1 25 16,1-1 27-16,3-3 30 0,-4 1 3 0,4-1-17 15,1-11-18-15,7 4-5 0,-1-9-24 0,5-7-14 16,6-2-10-16,1-1-15 0,5-3-15 0,-2 0-8 15,2 0-9-15,-2 2-7 0,0 1 1 0,-3 3-3 16,-2 3-6-16,-5 7 0 16,0 1 0-16,-6 3-3 0,3 1-2 15,-4 0-4-15,0 3 0 0,-1 1-6 0,-1 3-15 16,-1-3-20-16,-2 4-9 0,0 0 11 0,8 5-3 16,-8 2-3-16,1 3 1 0,-2 7 4 0,-2-2 4 15,0 4 4-15,1 0 3 0,1 1-1 0,1 4 2 0,-1 2 7 16,2-7 1-16,2 4-2 0,0-6-5 15,2-2-15-15,2 1-23 0,0 0-22 0,5-4-33 0,3-1-37 0,-2-2-55 16,10-4-61-16,-4-2-218 0,5-3-520 0,3-3 230 16</inkml:trace>
  <inkml:trace contextRef="#ctx0" brushRef="#br0" timeOffset="36271.56">12883 4005 29 0,'0'0'195'0,"-8"0"-12"0,3 2-13 15,5-2-10-15,-7 1-9 0,7-1-21 0,0 0-9 16,-6 2-11 0,6-2-11-16,0 0-11 0,0 0-6 0,0 0-7 15,0 0-12-15,-9 0-5 0,9 0-10 0,0 0-2 0,0 0 7 0,0 0 0 16,0 0 4-16,0 0-4 0,-5 2 1 0,5-2-3 15,0 0-4-15,0 0-1 0,0 0-10 0,0 0 0 16,0 0-6-16,0 0-5 0,0 0-3 0,0 0 0 16,0 0-1-16,0 0-8 0,0 0 2 0,0 0-2 15,0 0 2-15,0 0-1 0,0 0-3 0,0 0 2 16,0 0-4-16,0 0-1 0,0 0 9 0,0 0 13 16,22 0 2-16,-11-2-4 0,10-4 0 0,7 3-3 15,2-2-5-15,6 4 0 0,3-7-1 0,-2 5-4 16,0-2-2-16,-4 1 0 0,0 0-1 0,-1-1-4 15,-4 2-1-15,-5 1 2 0,-6 0 1 0,-3 0-2 16,-3 0-1-16,-3 2-5 16,1 0-4-16,-4 0-3 0,1 0-4 0,-6 0-8 15,7 0-2-15,-7 0-14 0,0 0-19 0,0 0-21 16,-17 2-20-16,4 0-33 0,3-1-25 0,-2-2-41 16,1 1-154-16,-3 0-376 0,4-2 167 0</inkml:trace>
  <inkml:trace contextRef="#ctx0" brushRef="#br0" timeOffset="36888.47">13387 3733 158 0,'0'0'222'0,"0"0"-21"0,4-3-19 15,-4 3-19-15,0 0-16 0,0 0-15 16,8-3-16-16,-8 3-13 0,11 0-3 0,-2 0-17 15,0 3-4-15,4-3-13 0,-3 3-7 0,8 2-5 16,-5-1-4-16,0 1-2 0,1 4-11 0,-3-2 0 0,5 4-4 16,-6-2-4-16,1 3-1 0,-4-1-4 0,-1 3 4 15,-1 3-6-15,-3-5-5 0,-4 5 0 0,-2 0 0 0,-1-1 0 16,-4 1-3-16,-2 0-7 0,-2-4 9 0,-1 3-2 16,2-4-2-16,-3 1 2 0,-2-1 4 0,1-1-2 15,6-5 2-15,-6 6 0 0,6-7-1 0,1 0-4 16,0 2 1-16,3-5-1 0,-1 2-2 0,2-3 1 15,4 1 0-15,-3 1 5 0,2-1 11 0,2-2 13 16,-4 4 8-16,4-4-3 16,0 0 3-16,0 0 3 0,0 0 8 15,0 0 2-15,15-1-7 0,-1-1-1 0,-1 1-9 16,6-6-1-16,2 4-5 0,7-1-2 0,0-3-7 0,-6 3-1 16,-1 0-2-16,-1 2-6 0,1-1-1 0,-2 0 0 15,-2 1-3-15,2 0-4 0,-6 1-3 0,-3 1 4 16,-2-1-3-16,-2 1 0 0,1 0-2 0,-2-3-3 15,-5 3-1-15,10 0 6 0,-10 0-5 0,5 0 1 0,-5 0 1 0,0 0-2 16,6 0-2-16,-6 0-8 0,0 0-9 16,0 0-3-16,0 0-13 0,0 0-7 0,0 0-21 15,0 0-33-15,0 0-39 0,0 0-29 0,0 0-51 16,0 0-246-16,-21-1-494 0,18-4 219 0</inkml:trace>
  <inkml:trace contextRef="#ctx0" brushRef="#br0" timeOffset="37141.99">13864 3623 143 0,'0'0'272'0,"4"-5"-32"0,-4 5-24 16,0 0-25-16,5 0-17 0,-5 0-15 15,13 6-10-15,-2-2-9 0,2 6-8 0,5 2-10 16,2 5-8-16,1 4-5 0,0 7-5 0,-4-1-13 16,2 1-4-16,-6 3-10 0,1 4-7 0,-7-2 0 0,-4 2-8 15,-3-2-4-15,-3 3-3 0,-7 0-7 0,-6 6-9 0,-3-9-2 16,-12 4-19-16,-6-5-29 0,-5-2-38 0,-7-1-44 16,-2-3-53-16,-2-9-76 0,-5 0-188 0,-1-6-443 15,-1-5 196-15</inkml:trace>
  <inkml:trace contextRef="#ctx0" brushRef="#br0" timeOffset="37612.21">12109 3688 228 0,'0'0'238'0,"-5"-4"-16"15,4 2-17-15,1 2-26 0,0 0-35 0,-7-2-18 16,7 2-15-16,-7 7-8 0,2-1-15 16,-5 5-11-16,-3 3-2 0,-2 13-13 0,-3 1-5 15,-3 15-5-15,0 4-4 0,0 2-1 0,3 1-2 16,3 4-2-16,2-3-6 0,4-4-1 0,8 1-3 15,2-15-2-15,8-1 2 0,5-1 9 0,7-3 0 16,1-1 0-16,21 1-2 0,9-5-2 0,8-8-3 16,28 0-3-16,-24-7-22 0,32-7-27 0,-5-2-44 15,2-8-62-15,2-1-88 0,-31-2-155 0,25-5-395 0,-28 0 176 16</inkml:trace>
  <inkml:trace contextRef="#ctx0" brushRef="#br0" timeOffset="38121.44">14316 3558 264 0,'0'0'293'0,"-5"-3"-11"0,5 3-18 0,0 0-24 16,0 0-21-16,0 0-22 0,0 0-22 0,0-6-17 16,0 6-17-16,0 0-16 0,0 0-15 0,0 0-17 0,0 0-11 0,0 0-4 15,0 0-9-15,9 14 2 0,-6-6-18 0,2 3-4 16,-1 3-6-16,0 2-1 0,1 2-4 15,0 2-2-15,0 7-5 0,-1 5 0 0,1-3-3 0,-3 4-3 16,2-2 1-16,0 1-5 0,-3 2-3 0,2 2-23 16,-2-2-22-16,0-5-32 0,-2 5-20 0,0-2-29 15,-4-1-44-15,1-3-46 0,-5-2-248 0,1-2-483 0,1-4 213 16</inkml:trace>
  <inkml:trace contextRef="#ctx0" brushRef="#br0" timeOffset="38275.3">14356 4388 154 0,'0'1'373'16,"0"-1"6"-16,-1 5-22 0,1-5-14 0,1 4-7 15,-1-4-21-15,0 4-37 0,0-4-24 0,0 0-25 16,2 3-31-16,-2-3-29 0,0 0-42 0,0 0-76 16,0 0-107-16,0 0-97 0,12-8-164 0,-7 2-190 15,1-1-548-15,2-9 243 0</inkml:trace>
  <inkml:trace contextRef="#ctx0" brushRef="#br0" timeOffset="39677.91">15225 3592 28 0,'0'-5'231'16,"1"0"0"-16,-1 0-1 0,0 0 0 0,0-1-12 15,0 3-8-15,0-2-8 16,3 1-9-16,-3-2-10 0,0 6-16 0,1-3-18 15,-1 3-11-15,1-4-18 0,-1 4-17 0,0 0-13 16,1-4-20-16,-1 4-11 0,0 0-11 16,2 13-3-16,-2-1-7 0,0 1-3 15,0 5-1-15,-2 7-3 0,0 3-2 0,-2 4-5 0,-5 2 2 0,4-1-3 0,1-4-1 0,-2 2-3 16,2-2-2-16,3-1 0 0,1-5 0 16,0-3-3-16,-3-7 1 0,3 0-7 0,0-3 7 15,-2-5 3-15,4 2-4 0,-2-3 27 0,-2 1 27 0,2 0 45 16,0-5 15-16,0 0-7 0,0 0-22 15,18-17 6-15,-7 5-16 0,0-1-16 0,2-3-6 0,3-9-16 16,-2 4 0-16,2-2-6 0,-4 6-7 0,2 1-1 16,-3 1-5-16,-2-1-6 0,0 8-2 0,-2-1-7 15,-4 4 3 1,1 0-20-16,0-1-8 0,0 2-29 0,0 3-11 16,-4 1 5-16,10 1 3 0,-6 2 5 0,2 5 5 15,2 2 1-15,2 6-16 0,-1 0-9 0,0-3-24 16,4 5-20-16,2 4-23 0,-2-1-32 0,-2-4-37 15,0 0-43-15,3-3-67 0,-5-2-211 0,0-3-553 16,2-2 244-16</inkml:trace>
  <inkml:trace contextRef="#ctx0" brushRef="#br0" timeOffset="40131.99">15916 3811 66 0,'-9'0'216'0,"9"0"-17"0,-6-1-16 15,6 1-14-15,0 0-11 0,-7-1-14 0,7 1-15 16,0 0-18-16,0 0-8 0,0 0-8 0,-8 0-15 16,8 0-4-16,0 0-9 0,0 0-1 0,0 0-8 15,0 0-10-15,0 0-1 16,0 0-5-16,0 0-1 0,0 0 0 0,0 0-3 15,0 0-5-15,0 0-2 0,0 0 0 0,0 0 0 16,0 0-8-16,0 0-4 0,-7 2 1 0,7-2-4 16,0 0-1-16,0 0 1 0,0 0-2 0,0 0 3 15,0 0 0-15,0 0-5 0,0 0 6 0,0 0-4 16,0 0 2-16,0 0 7 0,0 0 3 0,24-4 4 16,-9 2-3-16,4-1-7 0,2 1 0 0,1 2 0 0,6-4 5 15,3 0-9-15,-3 0-3 0,0-1-3 0,-6 4 2 16,-1 0-1-16,-1 0-5 0,-2-1-1 0,-7 1 1 15,2 1-2-15,-7 0 1 0,1 0 0 0,-1-1 1 16,-1 0-6-16,-5 1-1 16,9-1-8-16,-9 1 0 0,0 0 4 0,0 0-5 0,0 0-16 15,-14 8-23-15,8-5-27 0,-3 0-23 16,-1-2-32-16,3 2-45 0,-2-1-195 0,1 0-399 16,0-2 176-16</inkml:trace>
  <inkml:trace contextRef="#ctx0" brushRef="#br0" timeOffset="40565.48">16346 3632 112 0,'5'-4'258'0,"-3"1"-28"15,3 1-20-15,2 0-22 0,-1 2-21 0,5 0-20 16,0 0-16-16,-1 4-11 0,3-2-22 0,-3 4-2 15,4 2-8 1,-4-1-12-16,-2 1-4 0,1 6-9 0,1-2-2 16,-2 5-6-16,-4-3-6 0,-3 6-7 0,0 1-3 0,-3-4-3 15,-1 3-2-15,-2-2-3 0,-3-2 1 0,-2 0-4 16,0 1-2-16,-2-4 0 0,2-1-2 16,1-3 2-16,1 0 0 0,3-1 5 0,-5-1 5 15,6-2 11-15,1-3 20 0,1 0 32 0,-3 0 32 16,5-2 48-16,0 0-21 0,0 0-17 0,-3-11-22 0,7 1-13 0,4-4-13 15,1-3-9-15,8-7-5 0,3 2-6 0,-6-1-11 16,8 2-2-16,-3 0-15 0,0 3 1 0,-6 5-5 16,0 1-12-16,-3 4 0 0,0 1-10 0,-4 1 5 15,0 2-11-15,-2 1 13 16,-1-2-22-16,0 4-11 0,2-2 3 0,-5 3-8 16,0 0 1-16,13 7-1 0,-9-2-4 0,1 3 1 0,1 1 3 0,-3 5 6 0,6 1 3 0,-3 2-1 15,0-2-3-15,2 0-25 0,-2 2-23 0,2 0-29 16,0-2-37-16,-2 2-33 0,-2-6-40 0,1 3-45 15,-4-6-63-15,-1-3-222 0,-1 1-568 0,1-4 252 16</inkml:trace>
  <inkml:trace contextRef="#ctx0" brushRef="#br0" timeOffset="40802.14">16816 3520 188 0,'4'-3'361'16,"-2"2"-42"-16,1-2-33 0,-3 3-30 0,11 0-27 16,-4 3-17-16,8 1-14 0,-1 3-20 0,-2 3-6 0,4 3-18 0,2 9-9 15,1-1-22-15,-3 7-10 0,-1 1-6 0,-4 5-6 16,1 14-10-16,-7-3-11 0,-5-9-15 0,-5 11-17 16,-3-12-6-16,-5 9-10 0,-1-10-12 0,-6-3-17 15,-11 7-28-15,-2-3-38 0,-10-6-49 0,-2-1-46 16,-5-8-76-16,-9-4-255 0,1-3-529 0,-4-4 234 15</inkml:trace>
  <inkml:trace contextRef="#ctx0" brushRef="#br0" timeOffset="41219.21">14858 3577 25 0,'-4'-5'239'16,"4"5"-25"-16,0 0-31 0,0 0-14 0,-7 8-17 0,1 0-16 16,0 8-13-16,-1 3-10 0,-1 7-12 0,1 7-11 0,0 18-1 15,-2-2-10-15,5 1-7 0,1 1 0 0,5 1-12 16,2-3-1-16,6-1-5 0,-3-13-5 15,8-3-2-15,11 8 0 0,1-13-6 0,13 3-2 16,6-5 2-16,5-5-7 0,4-6-20 0,2-3-42 16,10-5-73-16,26-4-86 0,-30-4-151 0,31-6-366 0,-4-1 162 0</inkml:trace>
  <inkml:trace contextRef="#ctx0" brushRef="#br0" timeOffset="41766.51">17259 3449 188 0,'1'-4'305'0,"-1"4"-16"0,0-6-7 0,0 6-18 15,2-4-20-15,-2 4-21 0,0 0-26 16,0-3-17-16,0 3-25 0,0 0-18 0,0 0-10 15,0 0-22-15,0 0-11 0,0 0-9 0,0 0-10 0,3 15-9 16,0-6-13-16,2 6-3 0,-3 1-2 0,0 2-6 16,3 8-2-16,-5 3-8 0,4 3 3 0,0 0-6 0,-2 1-18 15,-2 16-32-15,2-13-26 0,0 11-35 0,-6-12-31 16,4 1-31-16,0-4-56 0,0-1-37 0,-6-5-182 16,6-5-454-16,0-2 202 0</inkml:trace>
  <inkml:trace contextRef="#ctx0" brushRef="#br0" timeOffset="41904.37">17328 4129 95 0,'1'3'295'0,"-1"-3"-6"15,0 0-3-15,0 6-13 0,0-6-5 0,3 2-17 0,-3-2-18 16,0 0-14-16,0 0-27 0,0 0-20 0,1 3-20 16,-1-3-15-16,0 0-30 0,7 0-45 0,-7 0-66 15,10 3-106-15,-10-3-148 0,0 0-186 0,13-5-480 16,-13 5 213-16</inkml:trace>
  <inkml:trace contextRef="#ctx0" brushRef="#br0" timeOffset="43553.14">18171 2305 112 0,'0'-8'234'0,"0"-1"-9"0,3 1-7 0,-2 1-8 16,-1 4-9-16,0-3-3 0,0-2-17 0,2 6-17 15,-2 2-19-15,0-7-15 0,0 4-28 0,0 3-22 0,0 0-12 16,0 0-9-16,2 20-6 0,2-4-2 0,-3 11-7 16,2 1-5-16,-2 7-3 0,-1 16-4 0,1 0-1 15,2 2-1-15,-3-7-3 0,1 4 1 16,-1-2-4-16,4-2-1 0,-4-11-1 0,5-3-1 0,0 3 1 0,-1-5-6 15,0 0 7-15,-3 0-7 0,2-3 2 0,-2-8-3 16,-1-1-2-16,0-7 1 0,0 3-3 0,3-4 1 16,-3-1-2-16,0-3-3 0,1 1 1 0,-1-2 3 15,0 0-4-15,0-5 1 0,1 9 0 0,-1-9 0 16,-1 3 1-16,1-3 3 0,0 7-4 0,0-7 1 16,0 0-2-16,0 0 0 15,0 0-14-15,0 0-48 0,0 0-38 16,0 0-38-16,0 0-54 0,-14-16-52 15,10 9-157-15,-5-1-425 0,5-8 188 0</inkml:trace>
  <inkml:trace contextRef="#ctx0" brushRef="#br0" timeOffset="43887.28">18180 2520 17 0,'0'0'243'16,"0"0"-28"-16,0 0-24 0,0 0-17 0,12-3-22 16,-2 4-5-1,3 0-18-15,6 3-9 0,2 3-13 0,4 0-6 16,3 3-11-16,-2 2-10 0,-2 0-8 0,0 5-11 16,-7-5-9-16,-2-2-5 0,-2 4-10 0,-4-1-1 15,1 1-7-15,-6-2-7 0,0-3-5 0,-5 1 0 16,-3 2-4-16,-3-1 0 0,-8 0 2 0,-4 1-3 15,-5 2 5-15,-3-1-4 0,-3-1 0 0,1-4-5 16,-2 1 0-16,1-4 1 0,-1 2-3 0,0-3 2 0,3 0-2 0,7 0-3 16,0-3 2-16,8-1 1 0,-1 0-4 0,3 0-3 15,3-1-22-15,8 1-28 0,-9-5-48 16,9 5-45-16,4-9-55 0,0 3-101 0,5-2-324 16,5-5 144-16</inkml:trace>
  <inkml:trace contextRef="#ctx0" brushRef="#br0" timeOffset="44509.67">18594 2087 70 0,'13'5'80'0,"-4"4"-14"16,5 2 3-16,-1 3-13 15,0 0 1-15,-3 3-5 0,-1 1-7 0,1 5-11 16,-5 3 8-16,-3-1-5 0,-2-1-5 0,-3-2 4 16,-3 4-3-16,1-1 0 0,-7-3 1 0,-6 1 0 15,5-8-1-15,-1 0 5 0,0 1 6 0,-1-3 10 16,0-5 7-16,4 1 0 0,-1-2 9 0,3-2 9 15,0 0 14-15,1-2 12 0,3 1 19 0,0-3 3 16,5-1-10-16,0 0-10 0,-7-8-12 0,6 1-12 0,2-3-4 16,3 0-9-16,7-5-6 0,0-1-14 0,6-6 1 0,4-2-11 15,2 0-3-15,-2-1-1 0,-1 1-2 0,3 2-5 16,-2-2-4-16,-2 2-2 0,0 3-3 16,-6 4-2-16,1 2 5 0,-7 2 11 0,1 4 7 0,0-3 13 15,-1 4-2-15,-1 1 2 0,-3 0-8 0,1 2-4 16,0 0-10-16,-4-1-8 0,0 4-10 0,5-1-6 0,-5 1-3 15,0 0 0-15,0 0 2 0,-7 16 0 0,0-5-5 16,1 5 3-16,-3 0-5 0,2 2 0 0,1 0-1 16,-3 9 1-16,0-3 1 0,8 0-2 0,-2-4 6 15,3 4 2-15,4-7 1 0,10 6 1 0,-1-8-1 16,7 3-2-16,7-4-32 0,6 1-63 0,20-4-96 16,-3-6-294-1,7-5-520-15,-1-2 231 0</inkml:trace>
  <inkml:trace contextRef="#ctx0" brushRef="#br0" timeOffset="45425.24">19950 2481 94 0,'0'-7'251'0,"-1"0"-9"0,1 0-21 15,-4 2-18-15,3-3-20 0,-2 2-14 0,-6 0-19 16,1 2-16-16,-3-3-13 0,-2 4-14 0,-6 2-11 16,-2 1-6-1,-6 1-12-15,0 6-4 0,-5 0-10 0,4 5-7 16,-3 1-7-16,4 1-4 0,-1 0-4 0,1 3-3 0,0 0-6 15,5 2-2-15,6-5-7 0,-3 5 4 0,6-5-5 16,3 5 0-16,5-5-5 0,-3 1 0 16,8-5-5-16,0-1 1 0,0-1-2 0,4-1 0 15,1 0 1-15,3-2-2 0,3-1 1 0,2-1 1 16,6-3 0-16,1-2-2 0,0 0 5 0,2-3-4 0,-1-2 1 0,5-3 4 16,-2 0 7-16,2-4 0 0,-10 4-1 0,4-2 0 15,-1 2 2-15,-3 1-7 0,1-1 8 0,-2 0 5 16,-2 3-2-16,-3 4 0 0,-1-4-4 0,-1 5-6 15,-2-2 1-15,3 3-6 0,-4 1-4 0,4 2-1 16,0 2-3-16,0 4-3 0,1-2 3 0,-1 8-2 16,3 0-1-1,-1 1 1-15,5 6-1 0,-10-3-1 0,8 6-2 16,-4-2 0-16,-2-3 3 0,1 5 2 0,0 1-2 16,-4-6 7-16,-1 2-6 0,2-4 1 0,-3 3 2 15,1-4 0-15,-3-1 0 0,0-5-6 0,-1 2 6 16,1-5-2-16,1-2 6 0,-1-3 25 0,-1 5 39 15,0-7 54-15,1 5 21 0,-1-5 35 0,0 0 29 16,0 0 32-16,0 0-18 0,0 0-35 0,0 0-21 0,5-21-22 0,-1 7-18 16,0-1-18-16,6-2-21 0,-1-10-12 0,0 1-11 15,5 0-11-15,-5-1-11 0,5 2-16 16,-5-1-13-16,4 4-10 0,-3 0-3 0,-2 6-11 16,-2 5-11-16,-2 2-20 0,1 3-28 0,3-3-41 0,-7 5-47 15,3 0-57-15,-3-2-59 0,-1 6-34 0,0 0-37 16,0 0-87-16,0 0-219 0,0 0-697 0,0 0 308 0</inkml:trace>
  <inkml:trace contextRef="#ctx0" brushRef="#br0" timeOffset="47044.39">20082 2051 50 0,'1'-7'268'0,"0"-1"4"0,-1 2-44 0,2-2-4 15,0 0-8-15,1 3-5 0,-2-1-9 0,0 0-6 16,1 2-7-16,0-1-18 0,-2 4-14 0,2-3-21 15,-2 4-17-15,2-5-18 0,-2 5-14 0,0 0-18 16,0 0-9-16,0 0-7 0,5 10-2 0,-7-1-6 0,-1 2-8 16,3 3-3-16,-4 5-1 0,0-2-3 0,0 9-2 15,-1-6-2-15,0 7 3 0,0-3-5 0,0-5-1 16,3-1-3-16,-1-7-2 0,2-1-4 0,-1 0-3 16,1-3 3-16,0-1 15 0,0-1-7 0,1-5 31 15,-2 10 34-15,2-10 39 0,-1 3 27 0,1-3 1 0,0 0-13 16,9-15-13-1,-4 6-15-15,4-4-12 0,2 1-14 0,-1-2-3 16,1-2-11-16,3 1-9 0,-5 1-12 0,5 3-2 16,-8-1-9-16,2 5-3 0,-3 0-6 0,-1 4 4 15,1-2-21-15,-1 2-36 0,0-1-27 0,-3 2-21 16,-1 2 8-16,0 0 4 0,19 9-3 0,-11-4-13 16,1 5-9-16,4 3-11 0,2 0-21 0,-2 2-23 15,9 3-23-15,-3 0-37 0,-5-2-50 0,4-6-58 0,-6 1-263 0,6-2-613 16,-6-4 272-16</inkml:trace>
  <inkml:trace contextRef="#ctx0" brushRef="#br0" timeOffset="47709.7">20815 2104 78 0,'0'0'186'0,"-7"0"-15"0,7 0-21 0,-10 2-18 15,10-2-8-15,-10 0-16 0,10 0-5 0,-5 0-11 0,5 0-10 16,-8 1-11-16,8-1-7 0,0 0-9 0,-6 2-5 16,6-2-2-16,-1 4-9 0,1-4 3 0,0 0 4 15,0 0-4-15,0 0-1 0,-4 3-1 0,4-3-7 0,0 0 1 16,0 0-3-16,0 0 6 0,0 0-5 15,0 0 10-15,0 0-7 0,0 0 4 0,0 0 0 16,0 0 4-16,0 0 1 0,0 0 7 0,0 0-2 0,0 0-1 0,0 0-3 16,0 0-2-16,0 0-6 0,0 0 0 0,0 0-3 15,0 0 0-15,0 0-1 0,0 0-2 0,0 0 5 16,0 0-8-16,0 0 3 0,0 0 1 16,0 0-3-16,0 0 3 0,0 0-7 0,0 0-5 15,0 0 1-15,0 0-1 0,0 0-3 0,0 0 7 0,0 0-4 16,0 0 3-1,0 0-3-15,0 0 2 0,0 0 1 0,0 0 1 16,0 0-1-16,0 0-3 0,0 0-3 0,0 0 2 16,0 0-2-16,0 0 1 0,0 0-1 0,0 0-1 15,0 0-2-15,0 0-2 0,0 0 5 0,0 0-5 16,0 0 0-16,0 0-1 0,0 0 0 0,0 0 10 16,0 0-4-16,0 0 1 0,0 0-5 0,0 0 5 15,0 0-3-15,0 0 3 0,0 0-1 0,0 0-4 0,0 0-2 0,0 0-2 16,0 0 2-16,0 0-3 0,0 0 2 0,0 0 1 15,0 0 0-15,0 0-5 16,27-7 8-16,-8 7-10 0,3-3 1 16,9-1-1-16,1 0 0 0,0 0 3 0,3-1-5 0,2 2 6 15,2-2-5-15,-3 1-1 0,-2-1 2 0,-2 1-3 16,-3 0 2-16,-7 3 1 0,-3-2 0 16,-6 1-2-16,-4 0 2 0,0 2-3 0,-3-1-1 15,1 1 7-15,-2-2-3 0,1 1-7 0,-6 1-2 16,5-1-1-16,-5 1-3 0,0 0-15 0,0 0-10 15,0 0-21-15,0 0-21 0,0 0-23 0,0 0-21 0,0 0-15 16,-24 0-19-16,24 0-41 0,-8-3-47 16,8 3-168-16,-10 0-443 0,10 0 197 0</inkml:trace>
  <inkml:trace contextRef="#ctx0" brushRef="#br0" timeOffset="48193.74">21463 1881 68 0,'13'-5'185'16,"6"4"-8"-16,4 1-16 0,-5 1-12 0,1 3-19 15,-1 0-10-15,1 1-12 0,0 2-11 0,0 3-11 16,-6 2-8-1,-1 1-9-15,-1 1-6 0,-2 3-3 0,-1-1-9 16,-7 3 2-16,-1-2-11 0,0 0-2 0,-5 8-3 0,-3-6-3 16,-2 4 1-16,-4-1 3 0,1-7-4 15,-2 1 5-15,2-3 0 0,-8 4 5 0,3-5 0 16,4-3 10-16,-1 2 10 0,3-9 7 0,2 5 19 0,2-6 20 16,-1 3 29-16,5-4 45 0,4 0 32 0,-9 3 30 15,9-3-7-15,0 0-29 0,-4-13-23 0,7 4-23 0,3-3-15 16,5-3-16-16,8-7-18 0,1 1-7 0,5-2-13 15,3-3-18-15,11-5-12 0,-11 8-11 0,9-9-10 16,-6 10-4-16,-6 3-2 0,-3 1-2 0,-5 5-7 16,-4 2 0-1,-4 5-2-15,-2 0-5 0,-3 1-3 0,1 3-2 16,-1-1-22-16,1-1-28 0,0 3-27 0,-5 1-26 16,0 0 7-16,0 0 7 0,1 9 7 0,-2 2 15 15,-4-1-7-15,0 6 15 0,-1-1 3 0,3 4 1 0,-1 0 0 16,6 1 8-16,0-1 4 0,3 1 9 15,10 2 3-15,6-3-26 0,10 4-46 0,4-9-92 16,18 0-121-16,-14-4-334 0,19-5-686 0,-2-6 303 16</inkml:trace>
  <inkml:trace contextRef="#ctx0" brushRef="#br0" timeOffset="129300.76">7159 6820 100 0,'0'0'135'0,"4"-3"1"0,-4 3-3 15,0 0-1-15,3-2 0 0,-3 2-25 0,0 0 14 16,0 0 0-16,0 0 9 0,0 0-1 0,0 0 4 16,0 0-11-16,0 0-2 0,0 0-5 0,0 0-9 0,0 0-10 0,0 0-10 15,0 0-9-15,0 0-15 0,0 0-5 0,0 0-5 16,0 0-10-16,0 0-2 0,0 0-2 0,0 0-7 16,0 0 0-16,0 0-3 0,0 0-4 0,-7-4-2 15,7 4-4-15,0 0-3 0,0 0-1 0,0 0-1 16,0 0 0-16,0 0-5 0,0 0 2 0,0 0 4 15,0 0-7-15,0 0-4 0,0 0 1 0,0 0-1 0,0 0 1 16,0 0 2-16,0 0-4 0,0 0 2 0,-9 0-6 16,9 0 1-16,0 0 1 0,0 0-2 0,-10-1 1 0,10 1-1 15,0 0 0-15,0 0 1 0,0 0 0 0,-8 0 0 16,8 0 0-16,0 0-2 0,0 0 4 0,0 0-3 16,-9 1-1-16,9-1 1 0,0 0 1 0,0 0-1 15,0 0 0 1,0 0 3-16,0 0-5 0,0 0-1 0,0 0 1 15,0 0-1-15,0 0 3 0,0 0-1 0,0 0 4 16,22 1-3-16,-4-2 2 0,4 0 0 0,6-4 0 16,2 4 0-16,1 0-3 0,1-2 2 0,0 1-1 0,0-1 2 15,-1 2 1-15,-1 0-4 0,-10-1 3 0,1 2-1 16,0 0 0-16,-5-1 0 0,-2 2 2 16,-2-2 0-16,-2 1-1 0,-5 0 3 0,0-1-20 0,-5 1-18 0,9 1-9 0,-9-1-1 15,4 4-17-15,-4-4-27 0,0 0-19 16,-14 6-25-16,5-3-24 0,-1-1-185 0,0 1-370 15,-3 0 164-15</inkml:trace>
  <inkml:trace contextRef="#ctx0" brushRef="#br0" timeOffset="129654.73">7178 7032 183 0,'-3'2'209'0,"-1"-2"-11"0,4 0-23 16,-5 1-6-16,5-1-2 0,0 0-14 0,-3 3-7 15,3-3-4-15,0 0-9 0,23-4-12 0,-2 2-5 16,8-5-12-16,8-1-9 0,2 2-7 0,15 0-1 15,-1 0-9-15,-15 2-7 16,2-2-7-16,-5 1-2 0,0 3-6 0,-4-2-6 16,-11-2 0-16,-2 5-3 0,-7 0 10 0,0 1-9 15,-5 0 5-15,2 0 11 0,-3-3-17 0,1 3-5 16,-6 0-3-16,7-2-8 0,-7 2-6 0,7 2-8 0,-7-2-7 0,0 0-19 16,0 0-22-16,0 0-24 0,-20 7-34 0,11-2-33 15,1-2-36-15,0 1-37 0,1-1-228 0,-1 2-459 16,4-3 203-16</inkml:trace>
  <inkml:trace contextRef="#ctx0" brushRef="#br0" timeOffset="132018.74">8433 6632 34 0,'0'-4'244'0,"0"0"-7"16,-1 1-5-16,1-2-8 0,0 5-6 0,0-9-11 15,0 4-10-15,0 1-14 0,1 1-5 0,-1-2-8 16,0 5-7-16,3-7-7 0,-2 5-10 0,-1 2-6 15,0-7-17 1,0 7-12-16,0-3-13 0,0 3-11 0,0-4-6 16,0 4-14-16,0 0-9 0,0 0-13 0,0 0-17 15,0 0-3-15,0 0-9 0,0 0 3 0,4 13-7 0,-4-5-1 16,0 3-2-16,0 0-1 0,0 3 0 16,1 0-1-16,-1 1 0 0,3-1 3 0,-2 5-8 0,-1-5 4 0,1 3-3 15,2-4 2-15,-2 2 4 0,-1-3-6 0,5 5 2 16,-2-5-3-16,-2-4 3 0,3 1 0 0,-4-4 0 15,1 2-5-15,-1 0 14 0,3-1-5 0,-2-2 5 16,-1 0 31-16,0-2 32 0,0-2 27 0,0 0 41 16,4 3 21-16,-4-3 1 0,0 0-18 0,5-12-16 15,4 3-13-15,-3-1-11 0,3-6-9 0,-1 1-9 0,5-2-13 16,-3 2-7-16,1-2-5 0,1 3-15 16,-3 0 0-16,-1 4-9 0,4 0-4 0,-7 3-3 0,1-3-3 0,-3 6-10 15,1 0-3-15,1 0-8 0,-4 1-7 0,3 1-3 16,-4 2-4-16,5-2-4 0,-5 2 1 0,8 4-6 15,0 1-3-15,-2 5-6 0,3-3 0 0,-1 3 0 16,1 4-1-16,2 3 2 0,-3-2 4 0,1 0 0 16,1 3 3-16,-2 0-3 0,-1-1 4 0,0 2 7 15,0-5 3-15,-3-1-10 16,3-3 9-16,-3-1-4 0,-2-2 5 0,1-1 8 16,-2 2-8-16,2-6 0 0,-1 2 3 0,-1-2 6 15,0 3 0-15,2-2-2 0,-3-3 6 0,1 4 2 16,-1-4-1-16,2 4 4 0,-2-4 9 0,0 0 0 15,0 0 0-15,4 1 1 0,-4-1 2 0,0 0-8 16,0 0-2-16,0 0 2 0,0 4-3 0,0-4-2 16,0 0-12-16,0 0-28 0,0 0-20 0,2-9-29 0,-1 5-31 0,-1 4-26 15,4-8-38-15,-1 5-30 0,-1-4-24 0,0 1-37 16,4 2-27-16,0-5-28 0,1 3-51 0,-1 0-204 16,1-2-617-16,1-1 273 0</inkml:trace>
  <inkml:trace contextRef="#ctx0" brushRef="#br0" timeOffset="132404.37">9233 6474 91 0,'0'-8'319'0,"4"-1"-9"0,-1 4 5 15,-1 0-10-15,-2 0-9 0,5-1-21 0,-5 3-18 16,1 1-23-16,-1 2-8 0,2-3-49 0,-2 3-27 0,0 0-17 0,0 0-13 15,-13 12-18-15,3 2-11 0,-2 8-8 0,-4 2-11 16,-1 3-11-16,4 4-3 0,0 0-3 0,-2 1-7 16,4 0-6-16,2 1-3 0,4 1-4 15,2 0-7-15,3 1 1 0,0-4-9 0,5-1-6 0,0-2 10 16,8-3 0-16,-4 0-2 0,5-9 0 0,-1 1 8 16,-1-3-5-16,4 0-2 0,-2-3-3 0,-1 0 5 0,-2-5 7 15,7 1 5-15,-8 1-3 0,3-6-4 0,0 1-3 0,-4 0-3 16,0-3 3-16,-3 2 5 0,-1-1 10 15,2 1-1-15,-3 0 11 0,-4-2 0 0,7 1 2 16,-3 1-5-16,-4-2-3 0,5 1-5 0,-5-1-1 16,0 0-6-16,0 0-7 0,0 0 7 0,4 1-20 0,-4-1-11 15,0 0-17 1,0 0-10-16,0 0-35 0,8 0-27 0,-8 0-18 16,0 0-12-16,0 0-24 0,0 0-99 0,0 0-54 15,-12-9-54-15,10 5-245 0,-1 0-641 0,-1-3 284 16</inkml:trace>
  <inkml:trace contextRef="#ctx0" brushRef="#br0" timeOffset="132820.07">9500 6694 127 0,'0'-5'394'0,"0"0"-1"0,1 3-18 15,-1 2-9-15,0-8-20 16,0 8-21-16,-1-4-28 0,1 4-23 0,0 0-39 16,0 0-21-16,0-5-26 0,0 5-25 0,0 0-20 15,0 0-35-15,0 0-8 0,0 0-13 0,0 0-13 16,4 17-12-16,-3-12-2 0,3 7-19 0,-4-1 5 16,4 4-4-16,-4 0 0 0,0 4-8 15,5-1-4-15,-5-4-1 0,0 3-9 0,0-1 5 0,0-6-2 0,1-1-3 16,-1-3 1-16,0 0-1 0,0-1 6 0,0 0-2 15,0-2 0-15,3 2 1 0,-3-3 37 0,0-2 28 0,1 5 28 16,-1-5-5-16,0 0-12 0,5-12-12 0,-1 5-9 16,1 1-7-16,-1 0-7 0,4-4-11 0,-2 0-1 15,-1 2-9-15,-1-1-1 0,0 2-9 16,2 2-5-16,-2 1-5 0,1-1-4 0,-2 2-8 0,1-1-4 16,-1 3-5-16,1-1-19 15,3 0-27-15,2 2-29 0,1 3-26 16,8 1-41-16,-3 1-32 0,4 3-43 0,-1 1-45 15,5 4-53-15,-4-5-61 0,-2 2-339 0,2 0-769 0,-1-7 340 16</inkml:trace>
  <inkml:trace contextRef="#ctx0" brushRef="#br0" timeOffset="133337.31">10203 6760 133 0,'-4'0'239'0,"4"0"-17"0,-10 1-22 0,10-1-15 15,-10-1-10-15,10 1-12 0,-8 2-8 16,4 0-18-16,4-2-13 0,0 0-10 0,-5 1-10 16,5-1-15-16,0 0-6 0,-4 2-9 0,4-2-8 15,0 0-2-15,0 0-8 0,0 0 0 0,0 0 7 0,0 0 6 16,0 0 7-16,0 0 2 0,-9 2 6 0,9-2-3 15,0 0 1 1,0 0 1-16,0 0-5 0,0 0-2 0,0 0-6 16,0 0-8-16,0 0 1 0,0 0-7 0,0 0-9 0,0 0-5 15,0 0-4-15,0 0 7 0,0 0-13 16,0 0 3-16,0 0-2 0,0 0-6 0,0 0-7 16,0 0-3-16,0 0 2 0,0 0-3 0,0 0-1 15,0 0-4-15,0 0 0 0,0 0-1 0,0 0-1 0,0 0 3 16,0 0 5-16,0 0 3 0,0 0 4 0,0 0 1 0,0 0 0 15,0 0 3-15,0 0-3 0,0 0 6 0,0 0 8 16,21-5-3-16,-11 3 0 0,3 1 4 0,2 0-13 0,6-2 0 16,-2 0-4-16,1 1-1 0,-1 2-1 15,4-3 0-15,-1 1 2 0,-3 0-9 0,3 0 0 16,-4-1-5-16,0 3 7 0,-8-1-4 0,4 0-1 16,-4 0-6-16,1 1 2 15,-5-2 0-15,-1 2-6 0,-5 0 17 0,6-1-16 16,-6 1-1-16,0 0-17 0,8 0-23 0,-8 0-35 15,0 0-18-15,6 0-15 0,-6 0-20 0,0 0-22 16,0 0-29-16,0 0-37 0,-15 5-44 0,10-4-66 0,-4 2-167 16,9-3-531-16,-9 2 236 0</inkml:trace>
  <inkml:trace contextRef="#ctx0" brushRef="#br0" timeOffset="133675.72">10631 6632 81 0,'3'-5'406'0,"-2"0"-16"0,-1 0-3 0,0 2-15 16,3-4 5-16,-3 4-18 0,0 3-17 0,3-4-29 0,-3 4-32 15,0 0-30-15,0-5-29 0,0 5-28 0,0 0-22 16,0 0-27-16,0 0-20 0,0 0-24 0,0 0-19 16,0 0-13-16,4 16-3 0,-1-8-15 0,0 2-3 15,0 6-7-15,0-4-3 0,0 5-4 0,0 0 0 16,2 0-9-16,1-1 8 0,0 0-11 0,-3 1 2 15,1-5-5-15,-1 0-1 16,-1 0-2-16,1 0-1 0,-2 0-2 0,1-5 3 16,-1-2-5-16,2 2-7 0,-3 0 1 0,2-4-6 15,-2 3 3-15,1-3-2 0,-1 1 3 0,0-4-2 16,1 2-14-16,1 2-12 0,-2-4-3 0,0 0-16 16,2 6-11-16,-2-6-21 0,0 2-10 0,0-2-9 15,0 0-11-15,0 0-34 0,0 0-49 16,0 0-38-16,-8-13-28 0,4 7-37 0,1-4-304 0,-2 0-646 0,2 1 285 0</inkml:trace>
  <inkml:trace contextRef="#ctx0" brushRef="#br0" timeOffset="134038.84">10715 6379 118 0,'0'-3'308'0,"2"-1"-27"15,-2 4-32-15,2-2-26 0,-2 2-25 0,5-3-11 16,5 6 1-16,1-1-20 0,3 8-8 16,10 3-13-16,0 6-4 0,3 0-5 0,0 5-12 0,-1 2-15 15,-3 3-7-15,-2 0-12 0,0 3-3 0,-1 10 3 16,-8-11-20-16,-5 1-2 0,-4 1-9 0,0 13 9 0,-6-9-17 16,-1-2-5-16,-5-3 2 0,-5 2 5 0,-1-1-6 15,-6-5 4-15,0-2 7 0,-1-2 12 0,-1-2-7 0,1 0 4 16,-2-6 2-16,2 0 0 0,6-7-3 15,3 3-6-15,1-5 2 0,7-2-8 0,-3 0 0 16,2-2-7-16,1 1 2 0,0-2-10 0,2-2 1 16,3 0-2-16,-6 5 19 15,5-3 1-15,1-2-1 0,0 0 1 0,0 0-5 16,-5 1-5-16,5-1-6 0,0 0-10 0,0 0-15 16,0 0-23-16,0 0-22 0,20-5-46 0,-11 1-46 15,1 1-48-15,-3-1-60 0,0 0-84 0,0-2-383 0,2 1-751 16,-3-3 332-16</inkml:trace>
  <inkml:trace contextRef="#ctx0" brushRef="#br0" timeOffset="135911.74">11441 6404 18 0,'1'-5'220'15,"-2"1"-2"-15,1-2 6 0,1 1-8 0,-1-2 0 16,0 2-2-1,0 0-9-15,0-2-8 0,0 1-2 0,3 2-12 16,-3 0-17-16,0 0-3 0,0 4-18 0,0-6-13 0,0 6-13 0,0-4-19 0,0 4-14 16,0 0-11-16,0 0-8 0,0 0-10 0,0 0-7 15,-3 21-8-15,3-2-3 0,-1 9-2 0,1 4-7 16,-5 2-4-16,1 3-3 0,-1 6 1 0,1 4-6 16,3-13 0-16,1-1-1 0,0 1-8 15,0 0 4-15,1 12 3 0,1-13 1 0,0-2-8 16,3 1 5-16,-1-5-3 0,-3-2-2 0,4 2-2 15,-2-11-1-15,1 1 3 0,-3 0 1 0,0-6-6 16,2 0 4-16,-3 1-1 0,1-5 17 0,2 1-19 16,-1-4 1-16,-2 3-2 0,0-2 0 0,0-1 2 15,0-1-2-15,0-3-1 0,3 6 2 0,-2-4 0 16,-1-2-7-16,0 4-9 0,0-4-9 0,0 0-15 0,0 0-14 0,0 0-8 16,0 0-14-16,0 0-10 0,0 0-16 0,0 0-11 15,0 0-45-15,-6 3-35 0,6-3-47 0,-7-9-207 16,6 3-478-16,1 1 212 0</inkml:trace>
  <inkml:trace contextRef="#ctx0" brushRef="#br0" timeOffset="136242.9">11454 6645 158 0,'0'-5'260'0,"0"1"-25"15,-3-1-13-15,3 1-22 0,0 4-21 0,0-6-20 16,3 2-13-16,3 2-19 0,-6 2-11 0,9-1-15 0,3 1-8 0,-1 1-11 16,5 1-12-16,1 5-3 0,0-3-5 0,2 6-8 15,-2-3-5-15,1 3-3 0,1 2-3 0,-2-1-6 16,-1 2-6-16,-3-1 1 0,1 0-5 0,-8-3-8 16,2 2 3-16,-4 2-8 0,0-1-1 0,-7-2 1 15,-1 2 4-15,-1-1 1 0,-5 0-1 0,-8 2-3 16,3-1 6-1,-8 2-3-15,4-5 6 0,-2 0 1 0,-3 0-4 16,2-4-1-16,1 3-2 0,1-3-2 0,1-1-3 16,1-1 0-16,5 0 1 0,3 0-3 0,0-2 1 0,1-1 7 15,5 1-11-15,4-1-17 0,-12-1-41 0,6 0-49 16,5-3-44-16,2-3-56 0,2 2-219 16,0-3-451-16,3-1 200 0</inkml:trace>
  <inkml:trace contextRef="#ctx0" brushRef="#br0" timeOffset="136753.59">11708 6221 287 0,'7'-6'280'15,"-2"-1"-24"-15,3 2-25 0,-1-3-15 0,2 4-22 16,0-1-24-16,-3 2-17 0,7 2-20 0,-3 1-9 16,2 0-15-16,-1 4-13 15,0-2-4-15,0 6-9 0,-1 0-5 0,3 5-9 16,-1-1-8-16,-6 5-3 0,3-2-6 0,-6 4-7 16,0 0-4-16,1 1 0 0,-4-3-2 0,0 2-11 15,-5-2 5-15,1 0-4 0,3-1-1 0,-3-5 0 16,-1 3-7-16,1-4 6 0,0-2-3 15,0 0-4-15,3-3 1 0,-3 1-4 0,3-2 1 0,-3 1 0 16,2-3 5-16,2-2 16 0,-2 5 8 0,2-5 25 0,0 5-7 16,0-5 10-16,0 0 5 0,0 0-1 0,4 2-6 15,-4-2-8-15,18-4-4 0,-4 1-10 0,13-6-5 0,5 2 4 16,7 0-13-16,10-5 0 0,9 0-8 0,-5 4-1 16,1-4-4-16,-14 7-5 0,-3-1 6 15,-3 1-13-15,-3 0 5 0,-3-1-1 0,-9 4 7 16,-6-1 1-16,1 1 22 15,-6 2-15-15,-1-3 2 0,-1 3 8 0,-6 0 8 16,10 0 8-16,-10 0-6 0,7-2 0 0,-4 1-3 16,-3 1-21-16,5-1-13 0,-5 1-26 0,0 0-41 0,0 0-28 0,0 0-64 0,0 0-54 15,0 0-64-15,-18 9-87 0,8-6-264 0,3-2-665 16,1 0 294-16</inkml:trace>
  <inkml:trace contextRef="#ctx0" brushRef="#br0" timeOffset="154163.76">7573 7002 118 0,'-2'-8'166'0,"2"0"-2"0,-3 1-12 0,-1-1-5 16,4 0-5-16,-1-2-9 0,1 3-2 0,-3 1-6 15,3 0-10-15,-1 1-9 0,1 3-12 0,0-4-8 0,0 6-11 16,0-5-7-16,0 5-10 0,0-5-5 0,0 5-8 16,0 0-4-16,0 0-1 0,0 0-7 0,18 10-2 15,-9-4-3-15,4-1-3 0,7 4-2 0,6 0-3 16,2 3-2-16,4-3 0 0,6-1 4 0,13 4-6 31,1-7-3-31,0 3 2 0,0-3-2 0,2-5-2 16,-3 0-4-16,5 0 0 0,-5-5-1 0,4-3-3 0,3 0 0 0,-6-2-2 15,1-5 1-15,-4 1-3 0,0-4 3 0,-1-2-3 16,-1-1 4-16,-12 5-1 0,-2-2 3 0,3-1 1 16,-3 2 3-16,-1 0 2 0,-1 5-3 0,-3 0-5 15,-7 4 3-15,-2 3-1 0,0-1-4 0,-2 2 1 16,-6 4-3-16,2 0-1 0,6 4-1 0,-6-2 1 15,1 3 4-15,3 2-2 0,0 0 1 0,0 1 0 0,2 3-2 0,4 4-1 16,-4 2 3-16,4 0 0 0,3-1 4 0,2 2-2 16,0-4-1-16,1 0 4 0,3-3-3 0,6 0 2 15,0-4-1-15,16-2-1 0,2-1 3 0,-1-5-4 16,-2-4 2-16,-1-2-5 0,-1-8-3 0,0-2 2 16,-3 0-1-16,2-4 3 0,1-2 2 0,-1-3-1 15,-3 3-2 1,-2-4-2-16,-10 10 4 0,0-1 1 0,-5 1 2 15,-3 4-1-15,-8 4 7 0,-2 0-6 0,-5 4 3 0,-2 1-8 0,-1 1-2 16,-4 1 3-16,3 2-3 0,-3 0 3 0,4 1-7 16,-4 3 8-16,0 0-4 0,3 3 0 15,-3-1-1-15,5 4 0 0,-3 1 3 0,0-1-1 0,1 4-3 16,5-1 10-16,-2 1-2 0,5-1 3 0,0-2-1 16,11 1 1-16,5-4-1 0,5-1 3 0,17-5-4 15,-1-4-1-15,4-1-5 0,0-6 1 0,-3 0-7 16,-2-3 2-16,-1-1 0 0,-14 1-2 0,2 0 5 0,-6-2-3 15,0 0 4-15,-3 2-4 0,-2 2 9 0,-8 4 2 16,-7 1-1-16,-2 3-2 0,1-1 6 16,-6 2-5-16,3-2-2 0,-1 2-1 0,-3-1-3 15,0 2 3-15,3 3-1 16,-2 0 2-16,2-2-1 0,1 4-1 0,0 0 2 16,0 1 0-16,0 1 0 0,3-1-8 0,2 2 11 15,4-1 0-15,0 1-14 0,1-2-23 0,3-3-32 16,-4 0-38-16,4-3-48 0,-12-3-203 0,3 3-382 0,-7-2 169 15</inkml:trace>
  <inkml:trace contextRef="#ctx0" brushRef="#br0" timeOffset="155866.41">3024 2314 118 0,'3'-1'160'0,"-3"1"-19"16,1-6-15-16,-1 6-13 0,5-2-11 0,3-1-12 31,0 3-8-31,3 0-6 0,6 3-15 0,2-1 2 16,2 4-11-16,0 0-1 0,12 5-8 0,5 0-2 0,14 1-2 15,1 3-1-15,2-3-7 0,4-3 0 16,0-1-10-16,5-1 5 0,-2-2-2 0,29 0-4 0,-31-13 1 0,3 8-4 16,30-10-7-16,-30 0 6 0,3 0-5 0,23-6-1 15,-27 4 6-15,4-5-5 0,20-7 6 0,-27 5 0 16,1 2 9-16,-3 2 1 0,-3-2-7 0,2 5-1 16,0 2-1-16,3 3-2 0,-4 7 6 0,0 0-10 0,1 4 2 15,3 5-4-15,2-1 2 0,1 7-1 0,3 3-1 16,-1-2-2-16,26 11 4 0,-4 1-4 15,-23-5 1-15,26 1 2 0,-3 3-3 0,2-1 0 0,-26-10-13 0,30 8-1 16,2-3-5-16,-1-4 1 0,6-7-6 16,-1-3-4-16,-1-10-9 0,5 3 11 0,3-9-7 15,-3 1 6 1,3-8-2-16,2-2 0 0,-1-5 3 0,-3-4-1 16,-8 7 8-16,-1-10 7 0,-1 2 3 0,-2-3 7 15,3 1 10-15,1 0 4 0,-2 4 0 0,-3 5 10 16,-26 12-9-16,-1 1-1 0,4 7-1 0,-6 3-6 15,2 5 4-15,-2 2 0 0,-1 4-3 0,1 3 0 16,-1 2 4-16,2 4-10 0,30 13 5 0,-8-5-3 16,-23-6 5-16,28 11-6 0,-5-1 7 0,0-7-7 0,-22-7-10 0,36 6-4 15,3-6-10-15,0-2-5 0,10-6-15 0,-1-2-10 16,6-7-10-16,2-6-17 0,1-7-3 0,0-1 0 16,-2-4 22-16,1-1-12 0,-2-8 5 15,-4-3 8-15,-3 1 18 0,-5-2 17 0,-5-5 12 16,2 1 15-16,-6 1 17 0,-7 7 18 0,-27 10 6 15,27-1 4-15,-29 3 4 0,-4 9-3 0,1 5-6 0,-5 0-5 0,-11 4-4 16,11 8-13-16,4 6 11 0,-7 4 7 0,-3 0 0 16,8 2-5-16,-2 1-4 0,5 5-2 0,0-3-4 15,29 12 1-15,-25-15-4 0,29 8-11 0,-26-10-11 16,31 4-3-16,5-5-9 0,-6-6-20 0,7-9-5 16,3-5-21-16,2-3-6 0,10-8-15 0,-1-2 0 15,1-5-10 1,0-6 10-16,-7-8 5 0,2 1 10 0,-2-3 9 15,-2-5 8-15,-3 2 19 0,-2-4 13 0,-4-1 14 16,-1 3 19-16,-13 2 15 0,-18 17 14 0,-6 4 11 0,-4-1 2 16,-1 9-4-16,-18 3-8 0,-1 4-5 0,2 3-11 15,-5 3 5-15,1 2-5 0,-1 4-2 16,-1 5-4-16,13 8-2 0,-10-6-7 0,8 11-2 16,2-1-1-16,2 1-2 0,0-1-3 0,6-2-10 0,7 3-1 0,2-5-7 15,30 3 0-15,5-10-8 0,-3-5-4 0,9-8-15 16,8-4-8-16,3-8-10 0,4 0 3 0,-1-9 3 15,-2-4 3-15,1-6 2 0,1 0 8 0,2-4-6 16,-6-2 9-16,4-8 6 0,-4 4 13 0,-2-1 20 16,-3-1 12-16,-5 4 12 0,-2 2 8 0,-5 9 3 15,-6 4 4 1,-33 6 3-16,3 6-11 0,-2 7 4 0,-7-2-9 16,-9 8-4-16,-2-2-2 0,-4 7-2 0,15 6-3 15,-4-2-4-15,-14 0 0 0,21 6-2 0,-4 2-12 16,5 0 4-16,1 1-2 0,4-4-5 0,30 12-6 15,2-12-10-15,9-4-2 0,2-2-7 0,-1-7-10 16,6-4-2-16,8-5-11 0,5-5-7 0,2-3 6 16,-6-5-2-16,-4-3 7 0,-7-2 3 0,-9-2 4 0,1-3 8 0,-2 2 7 15,-9-5 15-15,-23 14 18 0,25-10 10 0,-33 10 14 16,-1 2 0-16,-17 6 0 0,-1 1 0 0,-9 3-10 16,-6 3 4-16,-2-1-12 0,-2 6-3 0,1-1-1 15,-5 5-4-15,-2 1 2 0,-2 2-17 16,-1 3-2-16,-3-1-12 0,0 9-14 0,-2-6-11 15,-3 6-11-15,2-9-5 0,2 4-3 0,1-3-2 0,7-1 4 0,6 0-7 16,5 0-4-16,6-5-17 0,-2-5-10 0,5-1-18 16,2-5-3-16,1-1-8 0,-2 0-111 0,2-4-253 15,-1-2 113-15</inkml:trace>
  <inkml:trace contextRef="#ctx0" brushRef="#br0" timeOffset="156751.03">19870 2502 44 0,'-100'-1'51'0,"4"-4"-6"0,3 2 0 0,-3-1 4 16,4 2 1-16,3 1-4 0,-3-1 4 15,-3 5-2-15,3-4-8 16,-4 4 7-16,27 1-1 0,-34 4-8 0,7 6 15 16,-1 1-16-16,-3-6 2 0,-3 7-11 0,2 0-5 15,-3 1 7-15,3-2-8 0,-5-1-6 0,0 0 11 16,0 1-8-16,1-2-5 0,-2 0-1 0,2 0 0 15,1-2-4-15,5-4 0 0,6 1-4 0,2-3 6 16,27 0-7-16,-1-5 2 0,-30 6-1 0,30-3 1 16,-26-1 5-16,25-2-11 0,-30 3 3 0,28-7 0 0,-26 1 2 0,30 0-6 15,-33-1 0-15,-4 1 5 0,6-2 1 16,3-1-9-16,-6 6 0 0,-3-1 5 0,0 5 2 16,5 0-4-16,-1 2-4 0,5-1 3 0,3 5 0 15,-1 0-2-15,-2 2 7 0,0 7 4 0,-2 1-3 16,0 2-1-16,0 6 7 0,2-1-11 0,0-2 23 15,0 3-11-15,5 6 4 16,-3-5 1-16,29-5-3 0,-26 6 2 0,27-10 1 16,3 1 2-16,6-2-8 0,3-2 3 0,14-7-2 15,3-1-1-15,5-1-14 0,9-1 18 0,5-2 13 16,2-4 24-16,4 2 18 0,-1-3-5 0,7 0-20 16,0 0-23-16,-5-8-19 0,5 8 6 0,13-11-16 15,-8 6 3-15,4 3-4 0,-9 2-8 0,13-3 1 16,-8 1-2-16,-5 2 1 0,10 7 4 0,-9-2-1 0,-1 7-1 15,-6 3-1-15,-3 2 4 0,-6 7 3 0,-3 5 1 16,-5-2-1-16,-12 11 1 0,2-6 1 0,6-6 3 16,-14 6-7-16,-3 2-5 0,-1-8 4 0,-1-4-5 15,0-1-2-15,-3-6 10 0,11-5-1 0,-16-2 2 16,4-3-2-16,-1-1 15 0,-1-8-2 0,3-4-2 16,11 0 21-16,-12-4 0 0,0-5 18 0,15 2-11 0,-19-7-2 0,0-1-5 15,6 4 1-15,-1-1-3 0,-2 4 2 16,-1 3-7-16,-3 6 6 0,-5 3 5 0,-7 6-6 15,-26 6 5-15,1 8-2 0,-3 9-4 0,0-2 1 16,-3 10-4-16,-1 2 3 0,0 4-1 0,-2 2-6 16,-1 0 1-16,4 3 5 0,-2-1-3 0,8 3 2 0,5-7-7 15,8 1 3 1,21-17-2-16,5 4-11 0,4-6 1 0,16-8-7 16,2-4 7-16,3-2-7 0,6-4 1 0,2-7-4 15,5-2-3-15,1-5-10 0,5-3 3 0,6-4 2 16,1-11 5-16,8-3 1 0,6 0 8 0,11-11 10 15,5 4 10-15,7 3 10 0,6 7 12 0,-9 6 5 16,4 7 1-16,-1 4 2 0,-1 5-6 0,-1 4-7 16,-2 8-10-16,-3 5-14 0,-5 8-2 0,-8 10-21 0,-5 4-25 0,-4 14-33 15,-8 6-32-15,-5 3-188 0,-7-3-313 16,1-4 139-16</inkml:trace>
  <inkml:trace contextRef="#ctx0" brushRef="#br0" timeOffset="158523.07">3143 8965 184 0,'0'0'228'0,"-5"-9"-9"0,5 2-15 0,-3 5-3 16,3-5-5-16,-1 2-13 0,0 1-6 0,1-2-5 16,-1 0-8-16,1 6-3 0,0-4-12 0,-2 0-11 0,2 4-21 15,0-5-12-15,0 5-13 0,0 0-25 0,0 0-28 16,0 0-31-16,0 0-6 0,0 0 0 0,0 0 3 0,-4 20-6 16,2-2 1-16,-2 7-1 0,1 6 1 0,1 1-1 15,-1 4-2-15,0-1 2 0,0 12 2 16,0-11-1-16,1-2 3 0,-1-2-1 0,3 1-2 15,0-4-1-15,-1-4-3 16,0-5 2-16,1-2 1 0,0-5 1 0,0-2 0 16,0-1 2-16,1-1 3 0,-1-3 1 0,0-1 20 15,0-1 26-15,0-1 30 0,0-3 39 0,1 5 31 16,-1-5 35-16,0 0-10 0,0 0-18 0,0 0-21 16,-4-19-12-16,3 6-19 0,-3-5-14 0,0-10-16 15,2-1-13-15,-1-2-11 0,1-4-16 0,2 0 5 16,0-1-8-16,-1-10-5 0,1 11-6 0,1 3 3 0,-1 2-6 0,-1-2 0 15,2 3-2-15,1 3-7 0,-2 8 10 0,3-1 0 16,-2 2-4-16,3 6-11 0,-3-1 10 0,1 1-1 16,1 1-6-16,0-1-2 0,3 3-1 0,3-1-3 15,0 2-14-15,7-1-35 0,3 4-18 0,2 0-21 16,7 5-30-16,3 6-26 0,-1-2-22 0,-3 6-18 16,-1 3-30-16,0 2-22 15,2 0-49-15,-6 0-265 0,-7-2-592 0,-1 2 261 16</inkml:trace>
  <inkml:trace contextRef="#ctx0" brushRef="#br0" timeOffset="158757.2">3266 9467 130 0,'0'0'193'0,"-4"4"1"0,4-4-7 15,-1 1-8-15,1-1-18 0,0 0-14 0,-3 5 0 16,3-5 10-16,9 2-2 0,-1-2-8 0,3-2-14 16,8-1-14-16,3 1-8 0,9-4-13 0,-2 1-15 0,0-1-21 15,2 1-36-15,-4 0-40 0,0-2-46 0,-8 4-41 16,0 0-59 0,-9-1-189-16,1 0-379 0,-5 0 168 0</inkml:trace>
  <inkml:trace contextRef="#ctx0" brushRef="#br0" timeOffset="158980.12">3235 9312 188 0,'0'0'344'0,"-9"0"-25"0,9 0-23 0,0 0-18 16,-5 2-23-16,5-2-12 0,0 0-38 0,0 0-22 0,0 0-17 0,0 0-16 15,23-7-19-15,-5 3-9 0,13-5-21 0,2 1-23 16,2 4-49-16,3-4-51 0,0 3-46 0,-1 1-62 16,1-1-48-16,-3 1-271 0,-2-3-485 0,-4 2 214 15</inkml:trace>
  <inkml:trace contextRef="#ctx0" brushRef="#br0" timeOffset="160027.34">4081 8751 139 0,'0'-5'265'16,"0"-1"-6"-16,-4 1-9 0,4 1-10 0,0 4-9 15,0-6-25-15,0 3-23 0,0 3-23 0,-4-5-18 16,4 5-19-16,0 0-31 0,0 0-14 0,0 0-7 0,0 0-6 0,0 23-8 16,3-7-5-16,-2 10-5 0,-1 6-7 15,0 0-4-15,-1 14-3 0,-3-10-5 0,1 12-1 16,2 0-3-16,1-3-1 0,0 1 5 0,-4-9-12 0,6-5-1 15,0 2-2-15,-2-5 3 0,1 2-7 0,2-5 4 16,-2-1-5-16,-1-6 0 0,3-2-4 0,-6-2 5 16,3-2-2-1,0-3-1-15,4 2 5 0,-4-4-4 0,0 0 1 0,0-4-2 16,0 1-3-16,0 0 5 0,0-1-3 0,0-4-1 16,0 5 3-16,0-5 0 0,0 4 2 15,1 0-2-15,-1-4-1 0,0 0 0 0,3 4 7 16,-3-4 10-16,0 0 5 0,0 0 8 0,0 0-5 0,0 3-2 15,0-3 12-15,0 0-13 0,0 0-4 0,0 0-2 16,0 0 7-16,0 0-10 0,0 0-3 0,0 0-1 0,0 0-4 16,0 0 2-16,0 0-3 0,0 0 9 0,0 0-11 15,0 0-2-15,0 0-2 0,0 0 4 0,0 0-4 16,0 0 1-16,0 0-4 0,0 0 3 0,0 0 0 16,0 0-4-16,0 0 0 0,0 0 2 0,0 0 1 15,0 0 1-15,0 0-4 0,0 0 2 0,0 0 1 16,0 0-3-16,0 0 4 0,0 0-2 0,0 0 7 0,0 0-14 0,-4 3 3 15,4-3-1-15,0 0 3 0,0 0-3 0,0 0 1 16,0 0-4-16,0 0 5 0,0 0-2 0,0 0-2 16,0 0 2-16,0 0 2 0,0 0 1 0,0 0-3 15,18-3 3-15,-8 1 6 0,8-1-14 0,0-4-11 16,10-1-26 0,2-1-34-16,0 0-46 0,2-3-55 0,1-1-66 0,-2-4-232 15,1-2-517-15,-5 2 229 0</inkml:trace>
  <inkml:trace contextRef="#ctx0" brushRef="#br0" timeOffset="160312.26">3971 8721 246 0,'0'0'252'0,"-7"-1"-26"15,7 1-24-15,0 0-23 0,0 0-13 0,16-7-22 16,3 4-30-16,9-2-30 0,5 2-33 0,7-2-36 15,14 0-44-15,3 0-58 0,-7-1-174 0,-8 3-282 16,7-2 124-16</inkml:trace>
  <inkml:trace contextRef="#ctx0" brushRef="#br0" timeOffset="160628.62">5050 8904 147 0,'0'0'311'16,"2"-5"-24"-1,-1 3-16-15,-1 2-21 0,4-4-20 0,-4 4-20 0,0 0-23 16,0 0-22-16,3-2-19 0,-3 2-30 0,0 0-21 15,0 0-7-15,0 0-11 0,-7 12-10 16,4-4-5-16,-4 3-5 0,-3 3-9 0,-5 7-13 16,-1 3-12-16,0-2-6 0,-1 1-22 0,-2 0-18 0,-3 3-20 15,5-4-37-15,1 1-13 0,-2-1-27 0,7-6-17 16,2 0-49-16,1-6-181 0,0-2-399 0,3-1 177 0</inkml:trace>
  <inkml:trace contextRef="#ctx0" brushRef="#br0" timeOffset="160813.29">4844 8975 67 0,'1'-9'341'16,"-1"4"-23"-16,0 0-25 15,1 1-34-15,-1 1-27 0,2 1-19 0,-2 2-33 16,1-7-22-16,-1 7-21 0,0 0-1 0,0 0-21 16,8 11-12-16,-1-1-6 0,0 0-12 0,3 5-4 15,0 2-9-15,9 4-9 0,-5-2-6 0,4 3-23 16,0 2-36-16,0 2-33 0,0-4-41 0,-3 1-47 15,0-9-53-15,-4 0-263 0,0-4-474 0,1-2 210 16</inkml:trace>
  <inkml:trace contextRef="#ctx0" brushRef="#br0" timeOffset="161276.44">5645 8764 11 0,'-1'-5'281'0,"1"5"-23"0,1-3-23 16,-1 3-22-16,0 0-20 0,0 0-24 0,0 0-19 0,0 0-14 15,-9 14-11-15,0-2-10 0,3 5-12 0,-6 5-11 16,-3 7-8-16,2 1-11 0,-1 3-5 0,5-2-9 16,-3 3-1-1,5 1-6-15,3 1-3 0,2 9-4 0,3-8-4 0,4-8 0 16,5 3-6-16,2-3-13 0,5-3-11 0,-1 1-27 16,3-4-42-16,4-4-59 0,-1-6-77 15,-4-4-195-15,2-4-422 0,2-2 186 0</inkml:trace>
  <inkml:trace contextRef="#ctx0" brushRef="#br0" timeOffset="161661.5">6155 8898 239 0,'0'0'267'0,"4"-2"-24"0,-4 2-21 0,0 0-24 16,0 0-23-16,0 0-16 0,0 0-15 0,0 0-13 15,-14 15-14-15,6-6-11 0,-4 3-10 0,-2 3-3 0,-1-1-16 16,1 1-9-16,-4 7-27 0,-1-1-16 0,2-1-25 0,-1 2-22 16,2-2-26-16,-1 0-22 0,6-6-16 0,-1 2-15 15,3-9-25-15,3 4-63 0,-2-7-105 0,2-3-317 16,2 2 140-16</inkml:trace>
  <inkml:trace contextRef="#ctx0" brushRef="#br0" timeOffset="161830.72">5917 8997 196 0,'1'-11'277'0,"1"3"3"16,-1 1-2-16,0 1 0 0,2 2-11 0,-3-1-26 16,1 0-20-16,0 3-29 0,1 0-21 0,-2 2-21 15,2-4-16-15,-2 4-18 0,0 0 4 0,13 4-20 16,-8 0-10-16,4 3-8 0,4 4-9 0,0 2-9 15,3 0-9-15,-2 0-16 0,8 6-31 0,-4 1-30 16,1-2-43-16,-1 2-51 0,-4-6-44 0,2 1-60 0,-4-5-256 0,-2-1-513 16,0-4 227-16</inkml:trace>
  <inkml:trace contextRef="#ctx0" brushRef="#br0" timeOffset="162162.2">6442 9047 211 0,'0'0'309'0,"0"0"-19"0,0 0-14 16,0 0-12-16,-7 0-7 0,7 0-22 0,0 0-22 16,0 0-2-16,0 0-36 0,0 0-18 0,0 0-5 15,0 0-22-15,0 0-12 0,0 0-16 0,0 0-6 16,0 0-3-16,0 0-14 0,0 0-7 0,0 0-5 0,0 0 0 0,0 0-12 0,0 0-8 0,0 0 2 15,0 0-8-15,0 0-3 0,15-5-5 0,-9 2 7 16,7 2-17-16,0-1-1 0,0 0-3 0,2-2-2 16,6-1-2-16,-1 2-7 0,-2 0 6 0,2 1 1 15,-2-1-9-15,-5 1 6 0,2 0-4 0,-2-1-4 16,-4 1-15-16,2 0-17 0,-3 2-12 0,-4-3 1 16,1 3-23-16,-5 0-11 0,9-1-22 0,-9 1-44 15,4-2-55-15,-4 2-63 0,0 0-260 0,0 0-561 16,-13-7 248-16</inkml:trace>
  <inkml:trace contextRef="#ctx0" brushRef="#br0" timeOffset="162491.65">6892 8881 42 0,'0'-6'422'15,"1"5"5"-15,-1 1-15 0,0 0-12 0,3-7-20 16,-3 7-22-16,0-4-25 0,0 4-33 0,0 0-32 0,0 0-30 0,0 0-26 16,0 0-29-16,0 0-21 0,0 0-21 0,0 0-44 15,0 0-13-15,0 0-9 0,4 11-10 0,-3-6-7 16,-1 7-7-16,1 0-8 0,2 0-3 0,2 5-2 16,-4-2-6-16,-1 3-2 0,3-2-3 0,-2 1-8 15,0-2 3-15,2-3 4 0,-3 1-24 0,1-2-9 16,2 1-23-16,-3-2-3 15,1 1-12-15,-1-4-20 0,0-2 2 16,0 2-18-16,3-2-12 0,-3 0 2 0,-3-1 5 0,3-4 9 16,0 6 5-16,0-6 1 0,0 7 8 0,0-7 7 15,0 0-35-15,0 0-60 0,0 0-28 16,-9-12-41-16,5 3-68 0,0-4-234 0,2-1-564 16,-2-6 251-16</inkml:trace>
  <inkml:trace contextRef="#ctx0" brushRef="#br0" timeOffset="162794.68">6858 8635 177 0,'-3'-3'283'0,"2"2"-25"0,1 1-23 15,-2-4-26-15,2 4-18 0,0 0-26 0,0 0-14 16,6-4-11-16,-6 4 0 0,20 12-11 0,-5 0-3 0,11 5-6 16,1 2-9-16,2 5-3 0,10 9-6 0,-5-1-9 0,-6-5-7 15,8 7-7-15,-16-7-7 0,1 2-8 16,-3 0-6-16,-3 0-2 0,-3-3-10 0,-3 3-2 15,-1-5-3-15,-4-4-6 0,-1 3-3 0,-5-3 1 16,-1 6-5-16,-3-6 1 0,-1-2 0 0,-2 0 0 0,0-3 1 16,-5 0-3-1,1-1-7-15,2 1 15 0,-5-5-11 0,6-3-5 16,-4 5 1-16,1-2-5 0,1-3 4 0,3 2-5 16,2-2 0-16,-1-1-21 0,1-1-27 0,2-3-24 0,1 1-32 15,0 1-38-15,0-1-31 0,2-1-17 16,2-2-26-16,0 0-279 0,0 0-520 0,0 0 231 15</inkml:trace>
  <inkml:trace contextRef="#ctx0" brushRef="#br0" timeOffset="163680.34">7286 8508 163 0,'-3'-1'273'15,"3"1"-10"-15,-4-3-16 0,4 3-17 0,-4-5-20 16,4 5-17-16,-2-2-18 0,2 2-19 0,0 0-16 15,0 0-17-15,0 0-16 0,0 0-8 0,0 0-12 16,11 0-5-16,-11 0-9 0,18 2-14 0,-8 1-14 0,2 1-14 0,2-2-10 16,-4-2-8-16,4 0-2 0,-1 0-5 0,0 3-1 15,0-3 5-15,-3-3-5 0,3 3 6 0,-2-2-8 16,-2-3 1-16,0 3 4 0,-4-2 19 0,2 0 8 16,-2-1 12-16,-1 0 10 0,-1 2 10 0,1-3 14 15,-1 2 14-15,-1 0-2 0,-1 0 2 0,2 0-3 16,-2-1-5-16,2 3-7 15,-3 2-6-15,0 0-9 0,1-3-9 0,-1 3-5 16,0 0-22-16,0 0-24 0,0 0 1 0,4 7-3 16,-3 4-2-16,3 0 3 0,0 15-1 0,2 2-1 15,-1 7 2-15,3 15-6 0,0 1 2 0,3 3-1 16,1-3 3-16,-2 0 1 0,0 2-5 0,-2-5 3 16,1 1 1-16,4-1-2 0,-2-3-3 0,-3-10 11 15,2 1-4-15,-1-2-4 0,0-2 3 0,-1-1 0 0,-1-2 0 0,-2-4 1 16,-1-8-3-16,-2 1 1 0,1-3-4 0,-3-4 7 15,2-2-6-15,-2 0-1 0,-2-2 2 0,1-1 7 16,1 1 8-16,-2-3 3 0,-1 1 12 0,-2 0-3 16,-4 1 3-16,-3-2-1 0,-3-2-8 0,-3 2 5 15,4-1-4-15,-5-2 0 0,4 1-3 0,-1 1-6 0,2-1-2 16,0 0 2 0,3 2-2-16,-1-3-2 0,1 1 0 0,-1 0-13 15,3 1-44-15,2-3-36 0,0 3-44 0,-2-1-42 16,4 1-46-16,3-2-45 0,2-1-64 0,0 0-198 15,-4-6-566-15,6-2 250 0</inkml:trace>
  <inkml:trace contextRef="#ctx0" brushRef="#br0" timeOffset="164068.4">8382 8869 16 0,'-8'0'316'0,"8"0"-9"0,0 0-13 0,0 0-8 16,0 0-7-16,-2 3-9 0,2-3-6 0,0 0-13 0,0 0-22 15,0 0-19-15,0 0-19 0,0 0-19 16,0 0-10-16,19-5-28 0,-5 2 1 0,4-1-27 16,4 2-8-16,-2 1-9 0,0-3-14 0,0 1-22 0,-1-1-10 15,-1 1-22-15,1 0-23 0,0-1-25 0,-7 3-37 0,1-2-26 16,-1 2-25-16,-3-2-22 0,-1 3-25 0,-2-2-34 15,-2 1-47 1,-4 1-259-16,0 0-541 0,0 0 240 0</inkml:trace>
  <inkml:trace contextRef="#ctx0" brushRef="#br0" timeOffset="164318.76">8319 9072 129 0,'-3'4'276'0,"-1"0"-3"16,2-2-5-16,2-2-3 0,-3 3-4 0,3-3-19 16,0 0-11-16,15 2-17 0,4-3-20 0,2 0-10 15,13-2-18-15,6-1-19 0,-2 2-5 0,2-1-19 0,1-1-10 0,-6 3-10 16,-3-2-15-16,-1 1-3 0,-9 2-16 0,-7-2 1 16,-1 1-1-16,-5 1-15 0,0 0-5 0,-5-1-8 15,5 1 2-15,-9 0-6 0,9-1-9 0,-9 1-11 16,6 0-19-16,-6 0-22 0,0 0-29 0,0 0-35 15,0 0-25-15,0 0-52 0,-11 7-46 0,2-4-121 16,-2 0-168-16,4-1-539 0,7-2 238 0</inkml:trace>
  <inkml:trace contextRef="#ctx0" brushRef="#br0" timeOffset="180381.48">9799 8620 100 0,'1'-6'258'0,"-1"-2"-3"0,0 3-7 0,0-2-11 16,0 2-1-16,2-5-10 0,-2 6-13 0,1 0-23 16,-1 0-15-16,0 0-21 0,0 4-19 0,0-5-15 0,0 5-26 15,3-3-23-15,-3 3-19 0,0 0-3 16,0 0-2-16,1 14-10 0,-1-3-5 0,1 5-4 15,-1 3-2-15,-1 7-3 0,0 2-2 0,-2 1-3 0,3 0-1 0,-1 0-2 0,-1 0-1 16,0 0-1-16,-2-3 1 0,4-2-6 16,-1-4 3-16,1-3-3 0,-4-3 2 0,4-1-4 15,0-4 0-15,0 1 2 0,-1-6 5 0,1 3-3 0,1-1 21 16,-2-4 28-16,1-2 43 0,-1 5 45 0,1-5 40 16,0 5 25-16,0-5-21 0,0 0-18 15,7-11-17-15,-1-1-14 16,3-1-9-16,0-4-20 0,2 0-6 0,3-8-17 0,0 2-11 15,-3 7-8-15,-2-2-5 0,3 2-6 16,-5 2-9-16,-2 2-3 0,1 5-5 0,-4 0-8 16,3 0-8-16,-1 4-6 0,-4-2-11 0,3 3-21 0,-1-1-29 15,-2 3 1-15,0 0-1 0,9 8 4 0,-5-3 5 16,1 4 1-16,4 6-10 0,-4-1 0 0,3 3 9 16,-2 0-1-16,3 2 2 0,-4-2 5 0,2 0 3 0,-1-2 2 0,-1-3 6 15,0 2-1 1,2-4 3-16,-2 2 1 0,-1-4-3 0,-2-1-21 0,2-2-11 0,0 1 4 0,-2 0 8 15,-1-4 1-15,-1 0 9 0,3 1 2 0,-3-3 9 16,1 5 1-16,-1-5 9 0,0 0-23 0,0 0-39 16,0 0-32-16,0 0-27 0,2-11-37 0,-2 7-50 15,-2-5-54-15,2 1-71 0,0-6-243 0,0 3-627 0,3-6 279 0</inkml:trace>
  <inkml:trace contextRef="#ctx0" brushRef="#br0" timeOffset="180682.01">10618 8419 152 0,'0'-4'281'0,"0"4"-29"15,3-5-24-15,-3 5-22 0,0 0-19 0,0 0-21 16,-18 15-13-16,5-1-15 0,-5 11-13 0,-1 3-8 0,-8 11-19 15,-1 4-9-15,3-2-10 0,0 8-7 0,6-6-14 0,0 1-10 16,5-10 0-16,5 0-6 0,5 1-4 0,-1-3-3 16,5-3-1-16,5 0 0 0,0-2-2 0,8 1-5 0,0-5 4 15,2-3 0-15,7-1-2 0,2-3-1 16,3-3 0-16,1-1 0 0,4 0-2 0,0-7 1 16,-1 0-2-16,-2-4-26 0,0 2-32 0,-6-3-38 15,-5-3-63-15,-4 1-74 16,-1-3-217-16,-4 1-459 0,0-6 204 0</inkml:trace>
  <inkml:trace contextRef="#ctx0" brushRef="#br0" timeOffset="181129.81">10806 8685 277 0,'0'-7'379'0,"0"-2"-13"16,1 4-6-16,-1-1-16 0,0 0-12 0,0 3-29 16,0 3-33-16,-1-5-27 0,1 5-32 0,0-5-27 15,0 5-38-15,0 0-18 0,0 0-22 0,0 0-16 16,0 0-4-16,4 13-12 0,-3-1-9 0,-1 3-6 15,0 2-5-15,-1 1-8 0,-3 2-5 0,2 5-3 0,0-6-12 16,1 0 3-16,-2-1-4 0,2-1-3 0,1-1 1 16,0-4-2-16,-4-1 21 0,4-3-22 0,-1-1-3 0,1-1 0 0,0-1 3 15,0-1 7-15,-4-1 4 0,3 1 29 16,1-4 32-16,0 0 12 0,0 0-12 0,0 0-7 16,0 0-10-16,17-15-6 0,-11 8-6 0,3-4-8 15,1-2-4-15,3 0-15 0,-4 4 4 0,0 0-5 0,-3-1-5 16,2 3-4-16,-3 1 1 0,3 0-7 0,-5 1-1 15,0 2-5-15,1-1-5 0,-2 1-5 0,2 2-3 0,3 0-11 0,-7 1-16 16,14 2-30-16,-5 1-20 0,3 1-42 16,-1 1-40-16,4 5-39 0,-4-4-46 0,2 5-47 15,2-2-98-15,-3-2-274 0,-2-3-716 0,2-1 317 16</inkml:trace>
  <inkml:trace contextRef="#ctx0" brushRef="#br0" timeOffset="181430.76">11390 8753 191 0,'-4'3'273'0,"4"-3"-11"0,0 0-12 15,0 0-24-15,-2 2-16 0,2-2-12 0,0 0-19 16,0 0-12-16,0 0-9 15,0 0-14-15,0 0-9 0,0 0-10 0,0 0-13 0,0 0-11 0,0 0-9 16,0 0-10-16,0 0-6 0,23-5-9 0,-12 3-10 16,7-2-2-16,1 1-9 0,3 1-3 0,2 0-1 0,6-2-5 15,-1 0-4 1,-2 2-4-16,-7 1-10 0,-1-2 3 0,-1 2 0 16,-5 0-7-16,-3 1 0 0,3-2-2 0,-4 1-4 15,-4 0-17-15,2 1-18 0,0 0-18 0,-7 0-19 0,0 0-26 16,9 1-19-16,-9-1-24 0,0 0-26 15,0 0-47-15,0 0-241 0,0 0-482 0,0 0 213 16</inkml:trace>
  <inkml:trace contextRef="#ctx0" brushRef="#br0" timeOffset="181753.1">11858 8603 382 0,'0'-4'409'0,"0"1"-4"0,2-1-15 0,-2 4-15 16,-2-6-28-16,2 6-32 0,2-5-29 0,-2 3-28 31,0 2-30-31,0 0-29 0,0 0-14 0,0 0-36 16,2-5-43-16,-2 5-21 0,0 0-14 0,0 0-4 16,6 18 1-16,-6-7-28 0,5 6 6 0,-5 0-6 0,4 10-6 0,-1-1-9 0,-1 1 1 0,3 0-2 0,-4-1 0 15,2-7 1 1,-2 1-5-16,-1-1 1 0,1-4-10 0,2 0 4 15,-3-4 2-15,0 1-7 0,0-3 7 0,0-2-6 16,0 0 2-16,0-2 0 0,1 0-12 0,-1-1-1 16,3-2-4-16,-3-2 6 0,-3 7-5 0,3-7-9 15,-1 5 1-15,1-5-7 0,0 0-1 0,0 0-45 16,0 0-49-16,0 0-63 0,-4-14-76 0,3 4-75 16,-3-6-301-16,0-2-678 0,4-8 300 0</inkml:trace>
  <inkml:trace contextRef="#ctx0" brushRef="#br0" timeOffset="182015.5">11955 8263 161 0,'0'0'201'0,"0"0"-7"16,0 0-10-16,11 11-7 0,-3-2-11 0,7 5-1 15,7 11-3-15,1 0-3 0,14 16-10 0,-4 1 4 0,6 3-13 16,-6 5-10-16,-4-1-14 0,-4 1-12 0,-2-3-8 15,-9-3-5-15,-5-10-15 0,-4-2-10 0,-3 1-1 16,-7-2-8-16,0-2 7 0,-8-2-15 0,-5 0-3 16,-3-3 9-16,-6 0-15 0,-4-2-8 0,-2-3 1 0,-4-4-4 15,-12 6-3-15,12-9-29 0,-11 5-52 0,9-9-56 16,1-1-91-16,1-2-268 0,5 0-508 0,10-6 225 16</inkml:trace>
  <inkml:trace contextRef="#ctx0" brushRef="#br0" timeOffset="182747.91">12490 8339 149 0,'3'-7'332'0,"-3"3"-14"0,1-1-12 15,-1 0-9-15,1 1-10 0,1 0-14 0,-2 4-34 16,2-4-24-16,-2 4-30 0,0-5-13 0,0 5-28 15,0 0-17-15,4-3-14 16,-4 3-12-16,0 0-14 0,10 12-11 0,-4-2-6 16,4 2-8-16,-3 14-8 0,2 2-7 0,1 1-2 15,-3 4 0-15,-1 14-8 0,-2-2-5 0,1 1-2 0,-1-9-7 16,1 9 2-16,-5-11-5 0,3-1 5 16,-3-2-10-16,2-3 4 0,2 0-5 0,-4-2 1 15,0-8-2-15,0 0-1 0,0-1 1 0,0-1-4 16,0-5 1-16,0 1-3 0,0-1 4 0,-1-1-1 0,2-2 0 0,-2 1 5 15,-2-2-7-15,3 2-1 0,-1-1 1 0,0-2-3 16,-2 0-12-16,3 0-16 0,-5 1-15 0,5-3-17 16,-4 0-17-16,3-1-24 0,1 2-15 0,-1-2-16 15,-2-1-11-15,3-3-6 0,-1 4-11 0,1-4-77 16,0 0-259-16,0 0-529 0,-3-14 234 0</inkml:trace>
  <inkml:trace contextRef="#ctx0" brushRef="#br0" timeOffset="183048.74">12663 8615 310 0,'0'-5'301'0,"1"1"-12"15,-1-1-34 1,0 0-23-16,3 1-26 0,1 2-23 0,2-2-18 16,3 2-10-16,4 2-7 0,4 2-19 0,5 3-10 15,-4 2-9-15,10 1-9 0,-1 1-13 0,-1 6-4 16,-2-1-11-16,-4 0-10 0,-3 1-17 0,-3-3-3 15,0 3-13-15,-5 0-3 0,0 0-3 0,-5-3-9 16,-2-1-6-16,-2 1-2 0,-5 1 2 0,0-4-3 16,-8 3-1-16,-3 3 1 0,-2-5-1 0,-8 1 0 0,1-1-1 0,-3-1-1 15,-3-3 2-15,4-1 1 0,4-1-1 0,-4 1-2 16,0-5 0-16,4 0 3 0,4 0-6 0,4 0-8 16,-3-2-21-16,5-1-30 0,3-2-46 0,1 1-49 15,8-2-83-15,-3-4-212 0,5 4-486 0,3-4 215 16</inkml:trace>
  <inkml:trace contextRef="#ctx0" brushRef="#br0" timeOffset="183487.19">12940 8219 342 0,'0'-6'346'0,"1"0"-23"0,2 0-21 16,-2 2-17-16,2 1-32 0,-1-1-27 0,-1 0-5 0,3 0-33 16,4 4-22-16,-3 0-21 0,3 0-17 0,2 0-10 15,3 4-10-15,-2 0-13 0,1 2-12 0,-2 1-6 16,3-2-12-16,-4 6-1 0,1 1-9 0,-1-1-8 16,-3-1-2-16,1 5-6 0,-3-5-3 0,0 2-6 0,-4 0-8 15,0 1 5-15,-2 1 0 0,1-3 9 0,-2-1-17 16,1 2-2-16,-1 0 6 0,-1-3-6 0,3-1 0 15,-3-3-1-15,3 1-3 0,1 0-4 0,-1-3 6 16,-1 0 0 0,1 1-1-16,1-4-1 0,-2 5 3 0,2-5 4 0,0 0 5 0,8 3-1 0,1-3 6 15,4 0-6-15,10-1 9 16,9 1-10-16,0-5-3 0,5 0-1 0,4 1-2 16,14-2 0-16,-18 2-5 0,0 1-1 0,-1 2-2 15,-4-3 4-15,-3 2-10 0,-7 2 7 0,-3-2 5 16,-7 2 14-16,-2-2 11 0,-1 3 11 0,-3-1 0 15,1-1 3-15,-7 1-2 0,9 1-7 0,-9-1-6 16,7-2 1-16,-7 2-4 0,5-2-6 0,-5 2-17 0,0 0-31 16,4-1-34-16,-4 1-67 0,0 0-58 0,0 0-69 0,0 0-86 15,0 0-329-15,0 0-716 0,-29-1 317 0</inkml:trace>
  <inkml:trace contextRef="#ctx0" brushRef="#br0" timeOffset="185837.14">14265 8102 81 0,'-8'0'124'0,"8"0"-3"0,0 0-8 16,0 0-5-16,0 0-9 0,0 0-8 15,0 0-1-15,0 0-8 0,0 0-7 0,0 0-7 16,0 0 1-16,0 0-6 0,0 0 8 0,0 0 2 0,0 0 4 16,0 0 1-1,27 0 1-15,-6 0-3 0,10-1-1 0,2-2-5 16,8 1-7-16,17 1-5 0,-4-6-5 0,0 3-6 15,-2-1-3-15,-15 4 1 0,0-2-10 0,-2 2-2 0,-3-2-9 16,-13 3-10-16,1-1-22 0,-7 1-30 0,0 0-26 16,-6 1-32-16,0 1-32 0,-6-1-184 0,-1-1-336 15,0 0 150-15</inkml:trace>
  <inkml:trace contextRef="#ctx0" brushRef="#br0" timeOffset="186321.3">14324 8146 185 0,'-8'-2'241'0,"8"2"-15"0,0 0-25 0,0 0-19 16,0 0-22-16,-5-1-18 0,5 1-15 0,0 0-12 16,5 8-10-16,-1-2-10 0,4 1-13 0,-3 2-6 15,3 0-14-15,3 6-1 0,-1 1-5 0,7 4-5 16,1 0-6-16,1 1-1 0,3-2-5 0,-2 2-4 15,7 0 5 1,-3 2-11-16,7-2-3 0,-3 0-2 0,1-2-7 0,1-2 2 16,-2 0 1-16,-1-2-4 0,-3-2-1 0,-1 0-5 15,-4-6 4-15,-3 0-2 0,-4 0-2 0,0-4 2 16,-3 2-4-16,-2-2 0 0,1-1 0 16,-3-1 1-16,-1 1-1 0,0 0 0 0,1 0 5 0,-1 0-6 15,-4-2-1-15,5 5 0 0,-6-1-2 0,-1 5-2 16,-3 3 3-16,-5 5 2 0,-4 9-3 0,-5 5 2 0,-12 11-1 15,2 2-4-15,-6 1 1 0,5-1 0 0,0 0 2 0,1 2-2 16,2-3 1-16,3 0 2 0,6-11-3 0,0-2 1 16,4 1 2-16,-3-1-5 0,7 0 6 15,0-1-1-15,2-6-3 0,0-6 4 0,3-1-1 16,1-3 11-16,3-4 3 0,-3 0-3 0,3-1 4 0,-1-3 3 16,0 2 1-1,1-3 1-15,0-1 5 0,1-3-1 0,-1 7-2 16,-1-4-3-16,2-3 0 0,0 5-3 0,0-5-4 15,0 0-9-15,0 0-23 0,0 4-24 0,0-4-35 0,0 0-64 16,0 0-86-16,0 0-209 0,17-8-468 16,-11 4 208-16</inkml:trace>
  <inkml:trace contextRef="#ctx0" brushRef="#br0" timeOffset="186706.95">14490 9300 120 0,'-9'2'200'0,"1"-1"-10"16,3-1-5-16,-1 1-10 0,0 0-13 0,2 1-18 15,4-2-10-15,-5 1-17 0,5-1-10 0,-6 2-3 0,6-2-3 16,0 0-2-16,0 0 1 0,13 5-5 0,5-5-2 15,4-1-10 1,12-3-7-16,18 1-6 0,3-2-6 0,7 1-5 16,2-4 9-16,31 1 4 0,-5-3 6 0,-23 3-4 15,-2 2-5-15,-4 0-8 0,-1 2-5 0,-20-1-5 16,0 2-4-16,-6-1-4 0,-1 1-4 0,-14 2 2 16,-1-3 6-16,-5 0-5 0,-4 3-4 0,0 0 4 0,-4-1 10 15,2 1 2-15,-7 0 4 0,11 0 11 0,-9-3-9 16,-2 3-14-16,0 0-9 0,0 0-21 0,0 0-35 0,0 0-42 15,0 0-49-15,0 0-57 0,-24 6-81 0,13-4-275 16,2 0-565-16,1-1 250 0</inkml:trace>
  <inkml:trace contextRef="#ctx0" brushRef="#br0" timeOffset="188478.64">14436 9523 135 0,'0'-3'188'0,"0"3"-19"0,0 0-12 16,5-6-12-16,1 3-10 0,-1 2-14 0,3 1-11 16,0 1-12-16,3 3-9 0,0-1-6 0,2 1-11 15,1 5-4-15,0 0-11 0,-1 3-2 16,1 2-11-16,-4 3-2 0,-1-1-3 0,-1 2-4 0,-3 2-5 0,-3-1-5 0,1 1-2 31,-6 5 2-31,1-5-4 0,-4 3 0 0,-2-5-5 16,0 2 7-16,-6 2 4 0,5-5-1 0,-4-1 1 15,-1-4 4-15,1 0-2 0,2 1 4 0,-2-1 1 16,0-5 4-16,3-2 1 0,2 1 2 0,2-3 2 16,2 1 12-16,-1 2 14 0,0-4 19 0,0 1 23 15,2-3 28-15,3 0 12 0,0 0-5 0,0 0-25 0,-3-8-8 0,5 1-17 16,3-3-7-16,7-4-15 0,0 2-4 15,6-10-13-15,3 3-11 0,-1-2-3 0,3 1-3 16,-1 0 2-16,0 3-13 0,-6 2 1 0,0 4-6 0,-2 0 3 16,-1 1-4-16,-4 2-7 0,1 1 1 0,-5 2-2 15,1 1 10-15,-2-1-19 0,1 2-4 0,0 0-2 16,-4 1-5-16,-1 2-23 0,6-3-12 0,-6 3-1 0,0 0 5 0,0 8 1 16,-2-1 4-1,-3 1 2-15,0 3 3 0,0 0-2 0,-1 3 9 0,0-2 0 0,1 4-1 0,-2-1 7 16,4 1 1-16,-2-3 1 0,3-3 0 0,0 2 1 0,2 2 0 31,2-4-4-31,0 0-1 0,3-1-1 0,4-2-9 16,3 1-30-16,5-3-33 0,4-1-37 0,7 0-49 15,3-3-64-15,-3-2-260 0,0-3-539 0,-1 0 239 16</inkml:trace>
  <inkml:trace contextRef="#ctx0" brushRef="#br0" timeOffset="188662.81">15116 9711 266 0,'0'0'342'0,"0"0"-22"0,-5-4-31 16,5 4-31-16,0 0-28 0,3-6-24 0,3 2-20 16,8 0-19-16,5 0-26 0,8-3-38 0,3 1-48 15,-2 2-52-15,0 0-45 0,1 3-61 0,-1-1-72 16,-8-2-200-16,1 3-406 0,-7 0 181 0</inkml:trace>
  <inkml:trace contextRef="#ctx0" brushRef="#br0" timeOffset="188825.25">15217 9861 154 0,'-5'3'183'0,"3"-2"-2"15,-1 0-4-15,3-1 0 0,0 0-8 0,0 0-13 16,15 2-14-16,-1-2-13 0,5-4-15 0,8 1-13 15,4-1-25-15,-1-1-45 0,0 2-53 0,2-3-77 16,-5-2-180-16,0 1-301 0,-7 2 134 0</inkml:trace>
  <inkml:trace contextRef="#ctx0" brushRef="#br0" timeOffset="189210.06">15625 9622 339 0,'0'0'308'16,"1"-6"-33"-16,4 4-28 0,3-2-23 0,3 1-24 16,2 0-16-1,4 3-12-15,2 0-20 0,1 3-15 0,-2 0-13 0,1 4-12 16,3-2-11-16,-6 6-13 0,0 0-7 0,-2 3-11 16,0-1-7-16,-5 3-6 0,0-1-10 0,-5 1-4 15,1 2-3-15,-6 0-4 0,-3 0-5 0,-2-1-3 16,-2 0-3-16,-4-1 2 0,1 0-2 0,-2-3-1 15,0 0-1-15,1-1-4 0,3-5 12 0,-2 0-10 16,4 0-2-16,2-1-1 0,-2-3 0 0,3 1 2 0,2-2-3 16,-2 1 18-16,3 1 6 0,-2-1 2 0,3-3-4 0,0 0-2 15,8 2-1-15,3-4-8 0,6 2-3 0,6 0 1 16,4-3-6-16,2 1-5 0,-1-1 2 16,2 0 0-16,-1 2-6 0,-7-2 4 0,-2 3 3 15,3 0-12-15,-10 0 4 0,1-3-1 0,-4 5-1 0,2-4-4 16,-7 4-5-16,0-2 5 0,-5 0-15 0,12 0-16 0,-12 0-20 15,7 0-23-15,-7 0-24 0,0 0-41 0,0 0-77 32,0 0-341-32,-29-2-597 0,16 2 264 0</inkml:trace>
  <inkml:trace contextRef="#ctx0" brushRef="#br0" timeOffset="191196.73">14638 7503 89 0,'0'0'245'0,"0"-6"-5"0,-1 4-15 16,1 2-3-16,3-6-21 0,-3 6-16 0,2-5-16 15,-2 5-20-15,0 0-16 0,0-3-15 0,0 3-14 0,0 0-20 0,0 0-10 16,0 0-18-16,0 0-2 0,0 0-10 0,2 18-5 15,-2-7-5-15,0 0-2 16,0 7-6-16,-2 1 0 0,2 0 2 0,-2 0-5 0,0 6-3 0,1-6 1 16,0 1-8-16,1-2 0 0,0 0 1 0,0 1-3 15,1-5 0-15,-1-1-1 0,0-3 0 0,-1-4-2 16,2 2 0-16,-1-1 6 0,0-2-5 0,0 0 33 0,1-3 23 16,-1-2 30-16,0 5 36 0,0 0 52 0,0-5 1 0,0 0-18 15,0 0-12-15,7-11-20 0,0 1-7 0,0-3-23 16,2-4-1-16,2 0-17 0,5-7-5 0,0-1-15 15,1 1 1-15,-1 4-9 0,-3 6-9 16,0-2-2-16,-3 4 1 0,-2 2-14 0,0 2-4 0,-2 2-3 16,-1-1-9-1,-2 4-4-15,0-2-4 0,1 5-19 0,-4 0-8 16,8 0-3-16,-8 0-2 0,11 5-6 0,-4 2-1 16,-1 3-5-16,2 5 8 0,2 2 0 0,-4-1 3 0,2 1 6 15,2 8-3-15,-3 0 1 0,-1-7 6 0,-1 2 0 16,-1-2 7-16,0-1-4 0,0-5-1 15,-1-1 3-15,0 2 6 0,-2-2 0 0,3-4-4 16,-4 0-2-16,4 0 4 0,-4-2 7 0,0-1 12 0,0 1-16 0,1-2-5 16,2 1 17-16,-3-4 22 0,0 4 13 0,0-4 12 15,0 0 4-15,1 2 2 0,-1-2-1 0,0 0 0 16,3 3-3-16,-3-3-11 0,0 0-4 0,0 0-6 0,0 0-3 16,0 0-5-16,0 0-5 0,0 0-22 15,0 0-17-15,0 0-39 0,0 0-20 0,0 0-63 16,0 0-45-16,-3 7-49 15,3-7-60-15,-4 2-32 0,3 2-333 0,-4 0-708 16,-2 0 313-16</inkml:trace>
  <inkml:trace contextRef="#ctx0" brushRef="#br0" timeOffset="192999.87">17341 7814 200 0,'-1'-8'242'0,"1"2"-18"0,0-1-9 0,1 0-10 0,-1 0-5 15,0 1-17-15,1-1-14 0,-1 2-7 0,3 0-15 0,-3 1-14 16,0 4-14-16,1-6-16 0,-1 6-17 0,0 0-9 16,0 0-11-16,0 0-5 0,0 0-7 15,6 19-8-15,-6-3-6 0,0 2-1 0,3 7-2 0,-3 4-5 16,0 3-3-16,-3-4-5 0,3 2 0 0,-1 1-3 0,-4 1-6 16,5-6 0-16,-1 3-4 0,-2-4 3 15,2-4 0-15,1-4 0 0,0-1 0 0,-1 0-3 0,-2-7 0 0,3 1-2 16,0-3-1-16,0 0 1 0,0-1 19 0,0-2 40 15,0 0 38-15,0-4 42 0,0 5 36 0,0-5 19 16,0 0-14-16,0 0-21 0,0 0-19 0,9-18-14 16,-3 6-15-16,2-5-17 0,1-8-15 0,8 1-13 15,-3-6-12-15,2 1-8 0,0 0-11 0,-2 2 0 16,0 4-12 0,-3 6 0-16,-2 2-3 0,-2 4-7 0,-1 1-1 15,-1 2-1-15,0 2-7 0,0 2-5 0,-1 0-24 16,-3 4-9-16,-1 0 3 0,0 0-12 0,17 9 3 0,-7 0 0 15,-1 7 3-15,0-2 2 0,5 8 2 0,-5 0 0 16,3 2 1-16,-2 0 2 0,-2-5 4 16,4 4-18-16,-3-7-23 0,-2 2-9 0,0-2-21 0,1 0-25 15,-3-5-18-15,1 4-28 0,0-3-28 0,-2-2-31 0,-1-2-28 16,2-3-55-16,-3 0-251 0,1-2-596 0,3-1 265 16</inkml:trace>
  <inkml:trace contextRef="#ctx0" brushRef="#br0" timeOffset="193617.04">18175 8095 140 0,'-10'0'177'0,"-3"0"-9"16,3 1-5-16,-1 0-6 0,4 0-10 0,-3 1-10 0,1-1-4 16,3 0-11-16,-1-1-10 0,7 0-5 0,-10 1-12 15,10-1-8-15,-9 1-2 0,9-1-6 0,-5 3-1 0,5-3 1 16,0 0 0-16,-5 0 0 0,5 0 5 0,0 0-7 15,0 0-8-15,0 0-2 0,0 0-7 0,0 0-4 0,0 0-2 16,0 0 0-16,0 0-7 0,0 0-2 16,0 0 0-16,0 0-6 0,0 0-4 0,0 0 2 15,0 0-5-15,0 0-4 0,0 0 2 0,0 0-2 16,0 0 2-16,-5 3 2 16,5-3 1-16,0 0 1 0,0 0-5 0,0 0 5 15,0 0 2-15,0 0-3 0,0 0 2 0,0 0-5 16,0 0-2-16,0 0 4 0,0 0-4 0,0 0-5 15,0 0 7-15,0 0-8 0,0 0 1 0,0 0 5 16,0 0 0-16,0 0-5 0,0 0 0 0,0 0-2 0,0 0 5 16,0 0-4-16,0 0 2 0,0 0 4 15,0 0-1-15,0 0-6 0,0 0 1 0,0 0 5 0,0 0-13 0,0 0-1 16,18-3-2-16,-6-1 14 0,6-1-16 0,4 3-5 16,6-2 4-16,4-3-6 0,3 3 6 0,-1 1 3 15,3-2-8-15,-1-1-3 0,-3 2 6 0,-1-1-5 16,-4 3-2-16,-5-2 3 0,-2 3 6 0,-7-1-5 15,-4-1 2-15,0 2-2 0,0-2 0 0,-3 3 4 0,-7 0-7 16,9 0-12 0,-5-1-10-16,-4 1-12 0,7-1-2 0,-7 1-20 15,0 0-14-15,0 0-17 0,0 0-23 0,0 0-21 16,-27 0-25-16,15 1-40 0,3-1-40 0,-3-2-255 16,5 2-531-16,-1-2 235 0</inkml:trace>
  <inkml:trace contextRef="#ctx0" brushRef="#br0" timeOffset="194220.49">18639 7782 233 0,'0'0'237'0,"0"0"-32"0,-5-3-14 15,5 3-18-15,0 0-19 0,0 0-17 0,0 0-18 16,0 0-8 0,0 0-13-16,23 5-9 0,-14-3-5 0,0 2-2 15,4 1-9-15,0-1-7 0,3 3-3 0,1 0-9 0,-1 1-2 16,0 0-7-16,0 3-2 0,-3 1-5 0,1-2-3 15,-1 5-7-15,-3-1-2 0,3 1-4 0,-7 2 0 16,1 0-1-16,-5 0-3 0,1 0 0 16,-6 0 1-16,1 0-6 0,-2 0 0 0,-4-1 1 0,-1-1 0 15,-1 0 3-15,-1-3-1 0,-1 0-2 0,-1 0-1 0,4-6 7 16,-3 3-7-16,3-2 0 0,1-1-3 0,-1-1 3 16,1 2-4-16,3-3 4 0,0-2-4 0,0 1-1 15,2-1 0-15,-2 1 0 0,5-3 16 0,-5 4 16 0,5-4 6 16,-4 3 4-16,4-3 8 0,-2 2 1 0,2-2 5 15,0 0 0-15,0 0 3 0,0 0 3 0,11 2-4 16,2-6-2 0,-1 1-5-16,7 1 0 0,1-3 3 0,1 4-18 15,3 0-2-15,1-4-5 0,-3 3-8 0,-1 0-1 0,-2 1 3 0,0 1-8 0,-2-2 0 16,-3 2-3-16,-3 0-4 0,-2 0-1 0,-1 0-3 16,1 0 9-16,-4-1-9 0,-5 1-7 15,8 0-2-15,-8 0-1 0,7 0 4 0,-7 0-11 0,0 0-2 16,9-2-7-16,-9 2-7 0,0 0 8 15,0 0-18-15,0 0-8 0,0 0-12 0,0 0-15 16,5-1-17-16,-5 1-33 0,0 0-32 0,0 0-41 16,0 0-64-16,-19-5-244 0,17 2-538 0,0 0 238 0</inkml:trace>
  <inkml:trace contextRef="#ctx0" brushRef="#br0" timeOffset="194512.74">19167 7689 162 0,'0'-4'348'0,"0"4"-36"16,1-5-33-16,-1 5-29 16,8 0-24-16,-2-2-21 0,5 4-17 0,8 3-9 15,2 1-14-15,5 9-15 0,7 1-9 16,-1 2-7-16,-3 3-12 0,-2 3-12 0,8 10-13 15,-15-5-14-15,-2 5-8 0,-8 0-10 0,-2 1-3 0,-3 11-20 16,-9-11-2-16,-5 0-12 0,-9 9-12 0,-8 1-11 16,-6-7-5-16,-10-4-18 0,-6 1-24 15,-3-5-23-15,-28 12-30 0,23-16-42 16,-29 6-53-16,24-14-77 0,-26 0-178 0,-4-3-483 0,2-8 214 0</inkml:trace>
  <inkml:trace contextRef="#ctx0" brushRef="#br0" timeOffset="195035.15">17171 7724 49 0,'0'0'167'0,"-4"-2"-9"0,4 2-13 0,-5-4-17 0,5 4-12 15,0 0-16-15,-2-3-9 0,2 3-8 0,0 0-8 0,0 0-8 16,-12 9 1-16,4-1-1 0,1 2-5 0,-5 4 3 15,-1 3 2-15,-2 5 0 0,-7 4 7 16,3 6-3-16,-9 7 4 0,5 4-2 0,-2-1-5 16,-1 1 0-16,9 3 3 0,-2-2-10 0,1-1-4 0,8-9-8 15,5-3 3-15,1 1-5 0,4-2-4 0,5 0-1 0,4-5 1 16,5 1-3-16,8-5 2 0,8-3-2 0,19-1-6 16,11-4-10-16,32-10-40 0,-27-3-56 0,36-3-62 15,-11-8-271-15,-24 4-438 0,26-9 193 0</inkml:trace>
  <inkml:trace contextRef="#ctx0" brushRef="#br0" timeOffset="195690.76">19748 7685 179 0,'0'-7'309'0,"0"1"-9"0,0 4-6 0,0-5-16 0,3 4-15 15,-2-1-16-15,-1 4-17 0,3-5-13 0,-2 1-27 16,-1 4-23-16,1-2-20 0,-1 2-11 0,0 0-23 15,2-5-7-15,-2 5-13 0,0 0-9 0,9 16-11 16,-4-5-8-16,1 3-9 0,-1 3-3 0,3 8-3 16,1 1-7-16,-2 0-3 0,0 2-22 0,-3 1 1 15,1-1 9-15,0-1-14 0,-1 0 7 0,2-1-11 16,-2-3 1-16,-2-4 2 0,1-2-1 0,-2-1 0 16,2-3-7-16,-2-2 2 0,-1-1 2 0,1-1-23 15,1 0-16-15,-2-2-18 0,0-3-11 0,0 0-9 16,0 0-12-16,1 0-13 0,-1 1-19 0,0-5-19 15,-1 3-32-15,1-3-15 0,0 0-69 0,0 5-202 0,0-5-485 16,0 0 215-16</inkml:trace>
  <inkml:trace contextRef="#ctx0" brushRef="#br0" timeOffset="195873.8">19905 8349 115 0,'0'4'380'0,"0"-4"9"0,0 4 11 0,0-4 5 16,0 0-10-16,0 0-15 0,3 4-17 0,-3-4-37 0,0 0-29 15,0 0-28-15,0 0-31 0,0 0-31 16,5 0-79-16,-5 0-98 0,9-7-109 0,-5 2-106 16,6 0-144-16,-5 0-293 0,3-4-674 0,-3 1 299 0</inkml:trace>
  <inkml:trace contextRef="#ctx0" brushRef="#br0" timeOffset="197292.48">16642 8952 173 0,'-4'-3'178'0,"4"3"-16"15,0 0-18-15,0 0-13 0,0 0-13 0,0 0-16 16,0 0-10-16,0 0-8 0,0 0-8 0,0 0-7 15,0 0-9-15,0 0-6 0,0 0-8 0,0 0 3 16,23 2-3-16,-18-2-4 0,8 2 6 0,6-2-5 16,0 1 2-16,2 1 0 0,7-2-5 0,7 1-4 15,0-4-2-15,3 3-1 0,16 0-3 0,-1 0-3 16,2-2-2-16,2 1 1 0,2 1-6 0,2-2 0 16,-1 0-2-16,4 2-2 0,0-3-3 0,1 6 0 15,-1-8 1-15,0 0-1 0,0 4-2 0,29-3 0 16,-33-1-3-16,4 1-2 0,28 1 3 0,-29 2-4 0,1 0 2 15,0-2 0-15,-2 1 1 0,1-1-4 0,-2 2-1 0,0-2 0 16,-2 1 2-16,3-1 0 0,-2-1 0 0,-3 1 3 16,6 0-6-16,-2 1-2 0,0-3-1 0,2 1 2 15,2 0 0-15,0 0 2 0,2-1-1 0,-1-2 1 16,-4 2-1-16,1 2-2 0,0-4 3 0,1 5-3 16,-1-3 2-16,-3 0-1 0,-3 3-3 0,-2 2 6 15,1-3-1 1,-2 0-3-16,0 2 2 0,1-3-1 0,-2 5-2 0,-2-1 3 15,1 0-3-15,-1-2 1 0,2 2 0 0,-3 0 0 16,-10 0 0-16,16 0 3 0,-4-1 1 0,-1-2-3 16,-11 3 2-16,14-1 2 0,-3 1 3 0,-12-3 6 15,14 3 1-15,-3 0 1 0,-12 0 2 0,13 0-4 16,-13 0 2-16,-2-3 0 0,4 4 0 0,-3-4-1 16,2 5-5-16,-2-1 5 0,3-1-7 0,-3 0 0 0,1 0 1 15,0 2 0-15,-1-2-1 0,1 0-1 0,3 0 0 0,-4 0 1 16,-1 0-3-16,0 0 1 0,-1 0 3 0,2 0-3 15,-5 0-4-15,4 0 4 0,-3 3 3 0,-1-6-1 16,-1 3-2-16,2-2 2 0,-5 2-2 0,3 0-1 16,-3 2-2-16,0-5 0 0,3 1 2 0,-3 0 0 15,1 1-2-15,-2 1-1 0,1-1 1 0,3 0 1 0,-2-1 1 16,1 0 9-16,2 2 7 0,0-3 4 0,2 3 1 0,-1-3-2 31,-1 1-1-31,4 0-1 0,6 0 1 0,-5-1-13 16,2 3-1-16,0-2 1 0,2 0-7 0,-4 0 2 0,3 1 6 0,1-4-5 0,-2 5-1 15,1 0 2 1,12-2-5-16,-13 2-3 0,14-3 1 0,-16 3 0 16,16 3 5-16,-14-3-1 0,12 0-3 0,-11-3 1 0,15 3 2 0,-18 0-2 15,17 3 4-15,-17-6-4 0,2 2 1 16,1-2-3-16,-3 2 2 0,15-1 4 0,-14 0 6 0,1-1 7 0,-1 3 1 16,-2-2 5-16,0 2-3 0,-1-2 2 0,-5 1-1 15,0 0 0-15,-2 0-3 0,-7-2 5 0,-4 2 11 16,6-2 3-16,-10 3 6 0,1-3 9 0,-3 2 0 15,-1 0 6-15,1-2 2 0,-2 2 1 0,-3-2-3 0,3 3-8 16,-4-2 5-16,-5 2-12 0,8-1-5 0,-4-1 7 31,-4 2-13-31,7-1-4 0,-7 1-2 0,5-1-3 16,-5 1-4-16,0 0-1 0,7-1-5 0,-7 1-5 16,0 0 2-16,0 0 1 0,0 0-3 0,0 0-13 15,0 0-4-15,0 0-21 0,0 0-27 0,6 0-22 16,-6 0-33-16,0 0-43 0,0 0-35 0,0 0-82 0,0 0-267 15,0 0-580-15,-18-4 258 0</inkml:trace>
  <inkml:trace contextRef="#ctx0" brushRef="#br0" timeOffset="200027.72">17522 9469 57 0,'-1'-5'218'0,"1"5"-20"0,4-9-24 0,-4 7-17 16,5-2-20-16,0-2-9 0,0 3-15 0,4-1-10 15,4 1-6-15,0 1-7 0,0-1-8 0,4 3-6 0,3 4-6 16,-4 1-4-16,2 1-10 0,-1 4-11 0,-1 2 3 16,4 5-7-16,-6-3-2 0,2 7-10 15,-3-6-1-15,-7 2-4 0,7 7 0 0,-9-4-4 16,-3-2-5-16,3 3 4 0,-4-2-2 0,-1 0-7 0,-2-1 2 0,-2 1-4 15,-1-2-2-15,-1-1 1 0,1-2 3 0,-1-3-1 16,0-4 1-16,3 3 4 0,-1-3-1 0,1-1 3 16,0-2 4-16,0 0 12 0,3-1 18 0,-3 0 20 15,1 1 30-15,3-4 26 0,0 0-7 0,0 0-14 0,0 0-7 16,-2-12-12-16,7 2-6 0,2-4-10 0,4-2-9 16,3-5-12-16,0-1-7 0,8-2-6 0,-4 6-4 0,1-2-1 15,-6 5-6-15,2 3 0 0,-2 0-1 0,-4 2-11 16,-1 5 5-16,-5-2-8 0,4 5-3 0,-3-4 3 15,2 5-23-15,-2 0-2 0,-4 1-7 0,0 0 4 16,13 5-5-16,-9 3 1 0,-2-1-1 0,3 5 2 16,-2-1 3-16,-1 0-2 0,2 6 0 0,1-2 2 15,-1-1-11-15,1 2-12 16,-1-1-22-16,2 0-20 0,3-1-18 0,0 1-24 16,-1-4-46-16,7-1-80 0,-3-5-171 0,-1-2-456 15,9-3 202-15</inkml:trace>
  <inkml:trace contextRef="#ctx0" brushRef="#br0" timeOffset="200458.95">18372 9637 122 0,'-4'2'177'16,"4"-2"-18"-16,-7 0-18 0,7 0-14 0,-7 2-7 15,7-2-15-15,-5 0-11 0,5 0-12 0,0 0-2 16,0 0-4-16,0 0-3 0,-5 2-7 0,5-2-4 16,0 0-6-16,0 0-3 0,0 0-7 0,0 0-4 15,-4 1 5-15,4-1 6 0,0 0 4 0,0 0 2 16,0 0 6-16,0 0-8 0,0 0 5 0,0 0-1 0,0 0 1 0,0 0-5 15,0 0 1-15,0 0-7 0,0 0-5 0,0 0-1 16,0 0-5-16,0 0-5 0,21-3-4 0,-8 1 0 16,6-1-5-16,7-1 0 0,5 0-1 15,5-2 0-15,-2 3-1 0,4-1-3 0,0-1-2 0,0 2-2 16,-3 0-6-16,-3 2 3 0,-6 0 1 0,-4-1-7 16,-4 0 5-16,0 2-1 0,-8-3-3 0,1 3-2 0,-3-1-5 15,0 1-4-15,-3 0-7 0,0-1-9 0,-5 1-7 16,0 0 0-16,0 0-16 0,0 0-22 0,0 0-40 0,0 0-41 15,-23 5-33-15,12-8-201 0,0 1-409 16,4 2 182-16</inkml:trace>
  <inkml:trace contextRef="#ctx0" brushRef="#br0" timeOffset="200828.97">18874 9449 14 0,'0'0'264'0,"0"0"-27"0,0 0-26 16,0 0-22-16,7-6-17 0,-1 6-18 0,7-3-18 16,0 3-12-16,4 3-15 0,2-1-10 0,0 1-11 15,2 2-9-15,-1-1-7 0,-1 4-8 0,-3-2-4 16,2 2-9-16,0 2-3 0,-4 2-6 0,-1 0-3 15,0 0-5 1,-7 2-3-16,2 2-4 0,-7-5-6 0,0 6-3 16,-1-1-3-16,-5 1 1 0,-1-2-2 0,-3-2 2 15,-4 2 0-15,0-1-5 0,-1 0 4 0,4-4-1 16,-2 0-6-16,2-3 1 0,1 0 0 0,4-2 1 16,1 0 0-16,0-4 0 0,-2 3 2 0,6 0 5 15,0-4 2-15,-5 3 2 0,5-3 3 0,0 0 2 16,15 1-4-16,-2-5-2 0,6 3-1 0,-1-3-3 0,5-3-2 0,4 2-9 15,0-4-23-15,1 1-28 0,-1-1-45 0,-2 0-45 16,-1-2-67-16,-4 1-177 0,-5-3-411 0,-1 0 182 16</inkml:trace>
  <inkml:trace contextRef="#ctx0" brushRef="#br0" timeOffset="201079.08">19338 9292 38 0,'0'0'280'16,"1"-4"-31"-16,-1 4-22 0,8-3-23 0,-8 3-16 15,17 2-15-15,-7 1-12 0,3 5-11 0,1-1-8 16,7 10-14-16,1 2-4 0,0 3-12 0,-3 2-9 0,-2 3-10 0,-3 2-7 16,-4 4-3-16,-5 1-14 0,0 0-6 0,-10 3-9 15,0-2 0-15,-5-1-12 0,-12 8-9 0,4-11-7 16,-9-2-8-16,-11 6-6 0,-3-4-22 15,-5-2-40-15,-9-3-42 0,0-6-57 0,-6 1-89 0,-26-3-158 0,26-11-428 16,-1-5 189-16</inkml:trace>
  <inkml:trace contextRef="#ctx0" brushRef="#br0" timeOffset="201445.86">17519 9373 136 0,'-6'7'155'0,"1"3"-7"0,0 5-9 16,-4 4-16-16,4 7-8 0,-6 5-4 0,4-1-2 15,0 6-7-15,2 0-10 0,2 0 1 0,3-1-4 16,3 10-12-16,2-12-4 0,7 2-5 0,1-3-3 16,6 1-7-16,3-9 2 15,20 9-4-15,-1-5-5 0,8-9-3 0,8-2-3 16,7-5 0-16,29-4-30 0,-1-8-50 0,3-1-54 15,-2-3-93-15,-29-2-113 0,31-8-319 0,-36 2 141 16</inkml:trace>
  <inkml:trace contextRef="#ctx0" brushRef="#br0" timeOffset="201900.53">19857 9249 237 0,'-1'-5'283'0,"1"5"-12"15,-2-5-16-15,2 5-20 0,0-4-22 0,0 4-21 16,0 0-20-16,0 0-21 0,0-4-15 0,0 4-17 0,0 0-12 16,0 0-12-16,0 0-10 0,7 16-9 0,-3-6-7 15,3 6-6-15,-3 3-7 0,5 8-9 16,-6 2-23-16,3 5-34 0,0 0-39 0,-2 16-29 16,0-2-23-16,-3-1-35 15,3-10-35-15,-6-1-220 0,4-2-422 0,3 2 187 16</inkml:trace>
  <inkml:trace contextRef="#ctx0" brushRef="#br0" timeOffset="202047.37">19963 9994 50 0,'0'3'351'0,"0"-3"-7"0,-1 5 0 16,1-5-5-16,0 0-5 0,0 5-17 0,0-5-24 0,0 0-27 0,1 4-26 16,-1-4-28-16,0 0-14 0,0 4-26 0,0-4-24 15,0 0-50-15,0 0-71 0,0 0-75 0,12-9-84 16,-6 5-87-16,4-4-337 0,-1 3-602 0,4-3 267 15</inkml:trace>
  <inkml:trace contextRef="#ctx0" brushRef="#br0" timeOffset="202764.93">21076 9376 135 0,'0'-4'250'0,"0"0"-5"0,0 4 0 0,0-9-8 16,0 4-11-16,0 2-2 0,3 0-13 0,-3 3-11 0,0-5-16 16,0 5-22-16,0 0-20 0,1-4-14 0,-1 4-14 0,0 0-18 15,0 0-13-15,0 0-13 0,0 0-7 0,0 0-4 16,1 21-8-16,-1-9-6 0,0 3-6 0,-1 4-2 15,0 1-1-15,-3 6-10 0,1-1-1 16,-2 2-2-16,0 0-12 16,0-1-2-16,2-1 0 0,2-5-2 0,-4-5 3 15,1 1-1-15,4-5 5 0,0-2-10 0,-1 1 3 16,-2-3 2-16,3-2 0 0,0 0 19 0,-1 0 29 16,1-5 43-16,0 4 39 0,0-4 30 0,0 0-20 15,0 0-7-15,0 0-20 0,18-17-19 0,-9 4-5 16,1 0-9-16,4-1-4 0,-1-8-15 0,6 0-7 15,-7 7-9-15,-2 1-4 0,1-1-5 0,-4 6-4 0,2-1-4 16,-2 3-2-16,-4 0-10 0,3 2-5 0,-5 2-9 0,2 0-31 16,-3 3-21-16,7-2-1 0,-7 2-15 0,10 5-3 15,-1 1-7-15,-3 3-4 0,3 4-8 0,1 0-23 16,2 3-23-16,-3 0-22 0,2 1-36 0,-2 0-36 16,5-2-46-16,-1-1-95 0,-3 0-198 0,3-4-605 15,-3-5 267-15</inkml:trace>
  <inkml:trace contextRef="#ctx0" brushRef="#br0" timeOffset="202981.42">21570 9535 293 0,'0'0'295'0,"-4"2"-22"16,4-2-21-16,0 0-24 0,0 0-21 0,0 0-18 15,0 0-15-15,0 0-22 0,0 0-13 0,0 0-12 16,21-2-15-16,-2-1-23 0,8 3-25 0,1-5-42 16,3 3-44-16,-2-1-51 0,-2 1-58 0,0-3-83 15,-5 1-149-15,-3 1-393 0,0-1 174 0</inkml:trace>
  <inkml:trace contextRef="#ctx0" brushRef="#br0" timeOffset="203319.23">22002 9365 42 0,'0'0'296'0,"2"-4"-23"16,-2 4-31-16,0 0-23 0,1-5-27 0,3 3-19 15,0 1-17-15,-4 1-15 0,11 1-15 16,-4 1-18-16,2-2-9 0,-2 3-12 0,-3 1-4 15,6 1-10-15,-1 0-11 0,-2 4-5 0,-1-2-4 0,2 3-7 16,-5 2-6-16,1 0-2 0,-1 3-1 0,-6 4-10 16,2-2-3-16,-3 2 2 0,-4-2-4 0,0 1-2 15,1-2-3-15,-2 1-3 0,-1-2 4 0,6-6-5 0,-2-1 0 16,3 1-4-16,-3-1 2 0,3-2-2 0,1-1 1 16,0-2 2-16,1 2-2 0,2-1 3 0,-1-4 2 15,7 3 0-15,3 0-1 0,9-6 0 0,1 3-5 16,9-4-22-16,-1 0-37 0,0-2-49 0,1 3-63 0,2-6-281 0,-1 2-479 15,0-2 212-15</inkml:trace>
  <inkml:trace contextRef="#ctx0" brushRef="#br0" timeOffset="204054.75">22566 9503 131 0,'0'0'295'0,"-5"1"-14"0,5-1-40 0,0 0-23 0,0 0-21 16,0 0-17-1,19-5-23-15,-1 0-16 0,2 2-13 0,10-2-19 16,4 1-27-16,0-4-35 0,1 6-34 0,6-3-26 15,-4 0-44-15,0-2-58 0,-1 2-225 0,-2-2-367 16,-3 2 163-16</inkml:trace>
  <inkml:trace contextRef="#ctx0" brushRef="#br0" timeOffset="204553.34">23259 9300 190 0,'5'-3'212'0,"5"-2"-21"15,-1 1-16-15,2 3-15 0,2 0-16 0,0 2-14 16,1 0-12-1,5 1-14-15,-2 5-13 0,-6-2-4 0,7 1-12 16,-4 5-7-16,-1 2-8 0,-3 1-3 0,-2 0-5 16,-3 1-11-16,0 3 0 0,-4 0-7 0,-2 2-1 15,-5-2 0-15,-2 2-5 0,0-3 4 0,-1 0 1 16,-2 0-4-16,-2-2 11 0,0-3-9 0,3 0-4 16,1-5 0-16,-1 3 8 0,4-3 0 0,0-3 4 0,1-1 8 15,1 0 13-15,2-1 23 0,-1 2 31 0,3-4 33 0,-5 3 19 16,5-3-29-16,0 0-18 0,10-16-8 0,-1 8-16 15,4-5-8-15,5 0-11 0,-3 0 7 0,7-3-27 16,0 1-5-16,-8 1 1 0,3 4-1 0,-7 2 5 16,1 1-1-16,-3 2-5 0,-2-2-9 0,1 3-8 15,-2 3-6-15,-1-3-6 0,-2 3-12 0,-2 1-14 16,7-2 0-16,-7 2-6 0,5 7-1 0,-1-4 0 0,-2 4 4 0,3 3-1 16,0 0-7-16,0 1-13 0,3 5-21 0,1-3-24 15,-1 2-30-15,1-1-27 0,1 0-33 0,1-1-35 16,-2-5-64-16,-1-1-269 0,2 0-575 0,-5-3 255 15</inkml:trace>
  <inkml:trace contextRef="#ctx0" brushRef="#br0" timeOffset="204790.76">23849 9486 211 0,'0'0'271'0,"0"0"-15"0,0 0-12 0,-8-3-19 16,8 3-12-16,0 0-9 0,0 0-11 0,0 0-12 15,0 0-20-15,0 0-17 0,0 0-14 0,0 0-15 16,23-1-14-16,-9 0-19 0,6-1-28 16,6-1-26-16,2 1-36 0,1 0-38 0,2-1-48 0,4 0-63 15,-7-1-261-15,4-3-454 0,-4 2 201 0</inkml:trace>
  <inkml:trace contextRef="#ctx0" brushRef="#br0" timeOffset="205191.69">24326 9322 282 0,'2'-3'267'16,"-2"3"-28"-16,5-4-23 0,0 1-24 0,0 1-17 0,2 2-20 0,1-2-14 16,3 4-13-16,1-2-13 0,1 4-12 0,0-2-14 15,-4 3-7-15,5 0-8 0,-5 1-7 0,0 1-5 16,-2 1-10-16,-2 1-6 0,-1 0-6 0,-1 1-2 31,0 2-5-31,-7-2-4 0,0 3-5 0,-1 1-1 0,-4-3-2 16,0 2-2-16,0 0 0 0,-5-2-2 0,5 0-1 15,3-5-1-15,-2 4-2 0,2-6 0 0,1 1-3 0,2 0 2 16,-1-1-6-16,1-1 13 0,0-1-7 0,2 2 2 16,1-4-5-16,0 0 5 0,10 5 0 0,0-4 0 15,4-1-3-15,4 0-1 0,1-1-18 0,0 0-26 16,-1-1-36-16,4 0-48 0,0-3-68 0,-7-1-237 15,6-1-458-15,-5-1 204 0</inkml:trace>
  <inkml:trace contextRef="#ctx0" brushRef="#br0" timeOffset="205422.95">24678 9176 65 0,'0'0'230'0,"0"0"-26"0,0 0-13 0,0 0-10 0,9 13-15 16,-4-5 0-16,4 3-12 0,-1 6-14 0,5 5-1 15,-3 2-10-15,-1 4-5 0,0-1-6 0,-2 3-17 16,-3-1-13-16,0 0-4 0,-5 0-7 0,-2 0-5 16,-2 0-10-16,-5-3-8 0,0-1-15 0,-7-1-16 15,-5-1-16-15,-5-3-31 0,-2-3-44 0,-3-2-55 0,-2-5-77 16,-3 0-167-16,-2-4-397 0,2-3 176 0</inkml:trace>
  <inkml:trace contextRef="#ctx0" brushRef="#br0" timeOffset="205892.79">23076 9131 221 0,'0'0'209'0,"0"0"-23"16,-4-3-20-1,4 3-20-15,0 0-13 0,-5 10-2 0,2 1-14 0,-2 6-4 16,0 3-10-16,-2 4-6 0,4 6-9 0,-2 1-5 16,2 3-10-16,2 0-2 0,0 12-1 15,3-11-14-15,2 0-4 0,5-1-2 0,2 0-5 0,4-3-1 16,5 0-6-16,2-6 1 0,2-1-2 0,4-5-32 16,3 0-64-16,1-6-90 0,-2-4-213 0,0-1-390 15,-2-3 173-15</inkml:trace>
  <inkml:trace contextRef="#ctx0" brushRef="#br0" timeOffset="206524.4">22259 9274 95 0,'4'-6'179'0,"-4"6"-20"0,0 0-11 0,0 0-9 16,19 8-6-16,-10-1-7 0,9 2-1 0,-4 6-10 15,5 3-5-15,-1 4 1 0,1 3-8 0,1 2-6 16,-2 6-9-16,5 7-8 0,-8-6-12 0,0-1-5 16,-2 13-9-16,-7-12-5 0,-2 0-3 0,-3 1-6 15,-2-2-5-15,-3 0 0 0,-5-1-8 0,-9-3-16 16,1 0-17 0,-5-2-22-16,-8-3-23 0,0-4-56 0,-5-1-234 0,2-4-370 15,-1-5 165-15</inkml:trace>
  <inkml:trace contextRef="#ctx0" brushRef="#br0" timeOffset="207093.94">21094 9155 2 0,'-7'5'186'0,"-4"2"-11"16,-2 3-8-16,-6 7-11 0,0 7-4 15,-3 1-11-15,-1 5-8 0,-7 14-9 0,0 3-13 16,5 0-8-16,4-1-13 0,-2 1-8 0,9-2-4 0,8-11-7 15,2-1-8-15,1 0-5 0,7-1-5 0,4-2-4 16,5-1 0-16,6-2-12 0,5-3-17 0,4-4-44 0,7-4-76 16,-1-5-230-16,17-2-357 0,-12-5 158 0</inkml:trace>
  <inkml:trace contextRef="#ctx0" brushRef="#br0" timeOffset="208127.41">20634 9053 95 0,'0'-6'175'0,"0"6"-18"0,1-4-25 15,-1 4-14-15,0 0-10 0,0 0-11 0,0 0-8 16,0 0-10-16,3 15-8 15,-6-5-7-15,3 4-2 0,-4 3-9 0,-3 12-3 16,-1-2-1-16,0 4-8 0,-1-2-3 0,-5 5 1 16,4 0-8-16,0-1-7 0,1 1 0 0,1-2 0 15,1 2 0-15,0 0-5 0,5-2-5 0,3-4 1 16,0 0-4-16,4-2 5 0,0-5-1 0,7 1-4 16,-6-5-2-16,4 0 0 0,2 0 1 0,-2-3-3 15,3 1-2-15,-4-3 0 0,0 3 1 0,0-1-5 0,-4-3 1 0,-1 3 6 16,0 2-4-16,-3-1-2 0,-2 0 1 0,-3 1 0 15,-4 1 7-15,2-2 5 0,-7 2 2 16,-1 4 8-16,0-4-5 0,-3 2 5 0,3-7 1 0,1 0 4 16,2 2-6-16,2-5-5 0,1 0-5 0,1-1 3 15,0 1 0-15,2-1-4 0,3-1-3 0,0-1 7 16,0 1 2 0,3-1 7-16,-1 2 4 0,4-1 3 0,1-1-1 0,4 2-1 15,0 1-2-15,1-1-2 0,4-1-2 0,2 3 1 16,0-1-4-16,1-3-2 0,-1 3-1 15,-3-2-2-15,0-3-2 0,-3 1 2 0,0-1-4 0,0 1-3 16,-3-1-2-16,-2-1 2 0,0-3-4 0,0 3-1 16,0-1-5-16,-5-2-5 0,5 3-12 0,-1-2-16 15,-4-1-12-15,4 3-14 0,-4-3-52 0,11-2-56 0,-4 0-187 16,7-3-383-16,5-1 170 0</inkml:trace>
  <inkml:trace contextRef="#ctx0" brushRef="#br0" timeOffset="209226.06">24952 8930 169 0,'0'0'222'0,"2"-4"-18"0,-2 4-17 0,3-3-19 15,-3 3-13-15,0 0-18 0,10 2-12 16,-10-2-14-16,15 3-7 0,-7 1-10 0,6 1-11 16,-4 2-8-16,2 0-5 0,2 3-6 0,-1-1-6 15,-1 4-6-15,-5-3-7 0,3 4-3 0,-2 3-8 0,-3-3-1 0,1 1-4 16,-6 0-3-16,0 2-2 0,-4-3-5 0,-1 1-3 15,-5-1 0-15,1 0 2 0,-3 1-3 0,0-1-1 16,3-5 0-16,-4 4-3 0,4-3-3 0,-1 1 1 16,2-4-4-16,-2 2 3 0,5 0-5 0,0 1 5 15,1 0-4-15,1 1 3 0,3 2-4 0,2-1 4 16,4 3 0-16,2 2-2 16,3 0 3-16,5 4 4 0,1-1 5 0,3 0-6 15,-1 1 0-15,1 1 3 0,2-1 5 0,-3 1-4 16,0 1-1-16,-2-2-3 0,-7-5-2 0,2 7 0 15,-6-4 1-15,-1-1-3 0,-3 7-1 0,-2-5 2 16,-6 5-3-16,-1-2-5 0,-5-5 8 0,1 3-5 0,-5 1 1 16,6-6 1-16,-3-1-1 0,4-3-2 15,-1 1 1-15,1-2-2 0,0 1-2 0,2 0 2 0,2-3-1 0,1 2 5 16,2 1 0-16,2-2 2 0,4 2 0 16,0-3-1-16,6 1-1 0,3 4 1 0,2-3-4 0,2 0-1 15,1 0 6-15,1 5-4 0,-1-4-2 0,-4-2 1 16,0 2-1-16,-4 1-2 0,2 0-1 0,-6-3-2 15,1 2 3-15,-4 0 0 0,-1-3-6 0,-2 2-1 16,-4 0 0-16,-5 2 0 16,-5-3-4-16,-2 2-21 0,-10 0-46 0,-4-5-95 15,-3-2-234-15,2 0-441 0,-1-5 195 0</inkml:trace>
  <inkml:trace contextRef="#ctx0" brushRef="#br0" timeOffset="210359.74">25980 7693 197 0,'0'-7'268'0,"0"-1"-11"0,0 4-11 0,0-2-23 0,0 2-23 16,0 4-21-16,-1-7-21 0,1 7-21 15,0 0-15-15,0 0-13 0,0 0-16 0,5 17-11 0,-4 0-7 16,3 12-8 0,0 1-16-16,1 17-6 0,-1 1-7 0,-1 6-3 15,0-3-1-15,1 5-6 0,-1-5-2 0,-2 2 0 16,3-3-4-16,-3 1 2 0,3-2-2 0,0 1-5 16,-2-2 1-16,1-13-2 0,-2-4 3 0,3-2-5 0,-1 0 5 15,-1-4-8-15,-2-7 2 0,0-1-6 16,0-2 9-16,0-4-8 0,3-2 2 0,-2 0 0 15,-1-1-1-15,0-1-2 0,0-5 2 0,0 4-2 0,0-2 1 0,0-2 1 16,0-2 5-16,0 7-3 0,0-7-1 0,0 5-9 16,0-5-5-16,0 0-12 0,0 0-55 0,0 0-69 15,0 0-68-15,-4-13-224 0,2 5-467 0,0 1 207 16</inkml:trace>
  <inkml:trace contextRef="#ctx0" brushRef="#br0" timeOffset="210678.59">26042 8011 50 0,'-2'-5'259'0,"2"-2"-23"0,0 2-28 0,3 0-21 15,2 1-16-15,4 0-25 0,4 2-11 0,1 1-5 16,6 1-11-16,8 2-9 0,4 3-4 0,0 0-7 15,4 4-8-15,-4 2-11 0,1 2-6 0,-3 1-6 16,-2 2-10-16,-5-3-7 0,-8 0-5 0,6 4-4 16,-9-5-2-16,-4 0-10 0,-2-1-4 0,-3-2-4 15,-6 4 4-15,0-2-1 0,-8 2-2 0,-3-4 2 0,-14 6-4 16,0-3-3-16,-4-2-3 0,0-2 0 0,-1 1 0 16,2-3 0-16,1 0-3 0,1 0-2 0,8-3-2 0,0-1-14 15,1 0-25-15,6-2-38 0,0 2-36 0,6-2-61 16,2-3-241-16,3 1-438 0,3 2 193 0</inkml:trace>
  <inkml:trace contextRef="#ctx0" brushRef="#br0" timeOffset="211815.93">26295 7362 208 0,'-2'-5'256'0,"2"5"-29"0,0-5-21 16,4-1-21-16,0 2-18 0,4 1-20 0,1-2-15 0,0 3-13 0,5-1-15 15,2 2-10-15,5 1-11 0,-2 1-7 0,1 3-7 16,2 1-11-16,-3 0-2 0,-1 5-8 0,3 3-5 15,-6-2-4-15,5 8-6 0,-8-3-2 0,1 5-6 16,-7-5 0-16,-1 3-1 0,-2-1-7 0,-4 2 1 16,-2 3-2-16,-4 4 2 0,1-9-2 0,-3 0-2 0,0 1 0 15,-2-2-1-15,1-2 3 0,1-2 2 0,1-4 5 0,0 0 2 32,2 2 4-32,1-7 2 0,1 0 8 0,1-1 11 15,-2 3 18-15,4-2 33 0,-2-3 29 0,-1 0 19 0,4-1 9 16,0 0-16-16,0 0-16 0,8-15-18 0,4 2-6 15,-1-3-14-15,10-3-9 0,0-3-8 16,-2-1-6-16,3 1-2 0,4 0-9 0,-4 1-9 0,-1-1-4 16,-1 4-2-16,-8 6-10 0,-3 3-6 0,0 1 8 15,-1 3-8-15,-3-1-1 0,0 3-17 0,-2 0-19 16,-1 0-23-16,3 2-24 0,-5 1-4 0,0 0 4 16,5 7 1-16,-3-1 7 0,-2 2 4 0,-2 5 8 15,4 3-1-15,-2 0 5 0,2 1 13 0,1 4-26 16,0-2-15-16,5 7-15 0,3-9-25 0,1 0-30 15,6 1-47-15,6-2-78 0,-5-7-266 0,10 1-570 0,0-2 253 0</inkml:trace>
  <inkml:trace contextRef="#ctx0" brushRef="#br0" timeOffset="212632.83">27323 7510 112 0,'-28'0'203'0,"0"0"-11"0,8 3-10 16,-1 2-13-16,1-3-11 0,1-1-14 0,5 0-12 15,-3 1-8 1,3 1-10-16,2-3-17 0,2 1-8 0,1 0-8 0,4 1-5 16,1 0-1-16,4-2 1 0,-10 0 1 0,10 0 1 15,0 0-2-15,-8 0-1 0,8 0 6 0,0 0-2 16,-5 2-5-16,5-2 1 0,0 0 0 0,0 0 3 15,0 0-9-15,0 0-4 0,0 0-5 0,0 0-7 16,0 0-4-16,0 0-3 0,0 0-7 0,0 0-3 16,0 0-7-16,0 0 0 0,0 0-4 0,0 0 1 0,0 0-3 15,0 0-5-15,0 0 0 0,15-8-6 0,-15 8 1 0,0 0-2 16,0 0 0-16,0 0-4 0,0 0 4 0,0 0-1 16,0 0 1-16,0 0-5 0,0 0-1 0,0 0-1 15,0 0-1-15,0 0 9 0,0 0-6 0,0 0 1 16,0 0 6-16,0 0 2 0,0 0 0 0,0 0 0 15,0 0-2-15,0 0 2 0,0 0-3 0,0 0-4 0,0 0 1 16,0 0-2-16,0 0-1 0,0 0 2 0,0 0-4 16,0 0 3-16,0 0-6 0,0 0 2 0,0 0 3 0,0 0-3 15,0 0 0-15,0 0-1 0,0 0 3 0,0 0-2 16,0 0 3-16,0 0-3 0,0 0-3 0,0 0 2 16,0 0-1-16,0 0 2 0,0 0-6 0,0 0 4 15,0 0 0-15,0 0 3 16,0 0-4-16,0 0-1 0,0 0 0 15,0 0 2-15,0 0 5 0,0 0 1 0,0 0 9 16,0 0-5-16,0 0 2 0,0 0-6 0,0 0 8 0,0 0-2 16,0 0 0-16,0 0-5 0,0 0 6 0,0 0-4 15,0 0-4-15,0 0 5 0,0 0-5 0,0 0-5 16,0 0 5-16,0 0 0 0,0 0 2 0,0 0-4 16,12 0 4-16,-3 0-1 0,5-3-3 15,7 1 8-15,8 1-4 0,7-2 0 0,3-2-5 16,11 2 1-16,3-4-2 0,2 3 4 0,3-3-4 15,-3 4 1-15,0-2-1 0,-18 3-1 0,-2 1 0 16,-5-1 0-16,-7 2-3 0,-6 0 5 0,-3-1-3 16,-4-2 3-16,-5 3 0 0,3 0-4 0,-8 0 2 15,13-1-13-15,-9 0-11 0,-4 1-5 0,0 0-14 16,0 0-20-16,0 0-31 0,0 0-47 0,-25 6-49 16,15-3-59-16,-4-2-273 0,1 1-562 0,2-2 249 15</inkml:trace>
  <inkml:trace contextRef="#ctx0" brushRef="#br0" timeOffset="-213809.75">27889 7239 232 0,'0'-4'257'0,"0"0"-14"0,2-3-8 15,-2 7-20-15,4-4-18 0,-1-1-21 0,1 1-20 0,1 0-15 16,4 1-12-16,0 1-14 0,0 1-5 0,5-5-19 0,-1 6-12 15,6 4-8-15,-5-1-9 0,7-1-8 0,-8 4-2 16,3 2-4-16,-1 2-6 0,-1 0-4 0,-2 2-2 16,-1 3-5-16,0-1-3 0,-4 2-3 0,0 0-3 15,0 1-2-15,-3 1 1 0,-1 2-5 0,-1-4 1 16,-2 2-6-16,-5-1 3 0,1-2-2 0,-2 2 2 16,2-5-2-16,-2-3 0 15,-3 4-2-15,-1-1 2 0,2-4 1 0,0 0-2 16,1 2 3-16,-1-3-1 0,2 1-3 0,-1-4 3 15,2 1-3-15,1 2 3 0,2-3-5 0,-3-3-2 16,5-1-2-16,-5 3-1 0,2-2-1 0,3-1 2 16,-4 4-3-16,4-4 3 0,-4 3 1 0,4-3 1 15,0 0 10-15,-1 2 4 0,1-2 0 0,0 0 6 0,0 0 6 16,0 0 5-16,0 0 7 0,0 0 9 0,0 0-4 0,0 0 3 16,0 0-2-16,0 0-8 0,0 0-1 0,0 0-3 15,20 2-4-15,1-4 2 0,11-7-9 0,7 6-5 16,20-3-20-16,-4 4-33 0,-2-4-46 0,-14 3-51 15,1 3-72-15,-1-2-49 0,-7 2-277 0,0 0-569 16,-4 1 252-16</inkml:trace>
  <inkml:trace contextRef="#ctx0" brushRef="#br0" timeOffset="-212770.52">29639 7908 29 0,'7'-9'300'0,"-2"-8"-18"0,-1 7-12 16,0-4-5-16,0 4-18 0,-3 1-10 0,1-1-22 15,-2 0-17 1,-2 3-23-16,1-1-22 0,-5 1-22 0,-1 0-19 0,-4 1-11 16,-6 3-12-16,-3 0-9 0,-10 3-9 15,-4 4-8-15,-5 0-4 0,2 5-10 0,-14 3-8 16,3 2-1-16,15 0-4 0,-1-2-5 0,2 1-3 16,6 2-3-16,1 0-6 0,7-3-2 0,-2 4-2 0,7-3 2 15,4-4-8-15,0 1-4 0,4-2-5 0,0-1 2 16,1 0-3-16,3-1 7 0,1-1 4 0,4 1 3 0,1-5 11 15,5 3-10-15,3-2 1 0,2-2 4 0,6 0 0 16,-3-3-3-16,3 0 1 0,-2 2 2 0,2-6 5 16,-1 3-3-16,-2-2-6 0,3 3 3 0,-3-1-3 15,1 2-6-15,-7 1 3 0,1 1-6 0,1 0 0 16,-1 1-3-16,-3 1-7 0,1 1 1 0,0 3-1 16,-1 2 3-16,3 3-3 15,-4 3 0-15,2 2-2 0,0 1 3 0,-1 6-7 16,-4-5 4-16,2 5 4 0,-3 3-2 0,0 0 3 15,-1-3 2-15,0-3-2 0,-2-1 0 0,0 0 3 16,0-3-2-16,-1 0-1 0,2-4 8 0,-3 0-5 16,1-2-3-16,-1-3 1 0,2 1 18 0,-2-3 25 15,1 0 30-15,-1-5 54 0,0 4 58 0,0 1 45 0,0-5 42 16,0 0 22-16,3 2-12 0,-3-2-36 0,0 0-24 0,9-16-27 16,-3 3-15-16,0 0-27 0,4-4-16 0,0 0-22 15,7-8-25-15,-3 2-19 0,4-2-21 0,-3-1-13 16,2 3-14-16,-2 4-5 0,-6 4-5 0,3 3-18 15,-3 1-19-15,2 1-24 0,-7 1-34 0,0 2-44 16,0 1-46-16,2-1-39 0,-3 1-54 0,-2 2-44 16,-1-2-76-16,1 5-104 15,-1-5-283-15,2 2-834 0,-1-3 369 0</inkml:trace>
  <inkml:trace contextRef="#ctx0" brushRef="#br0" timeOffset="-212270.22">29597 7371 59 0,'1'-1'332'0,"3"-1"-16"0,-4 2-16 0,4-7-30 15,-4 6-27-15,0 1-31 0,4-3-23 0,-4 3-21 16,0 0-23-16,0 0-14 0,0 0-15 0,4 10-10 16,-4-6-15-1,-3 7-10-15,0-2-5 0,2 8-7 0,-3 0-3 0,-2 7-3 16,0-3-13-16,3 1-2 0,-4 6-7 0,2-4-1 15,1-5-2-15,1 0-3 0,-1-5-2 16,1 3-4-16,2-8-6 0,-2 1 0 0,3-4 2 0,-1 1-2 16,1-3 24-16,0-1 21 0,1-1 36 0,-1-2-8 15,0 0-7-15,0 0-12 0,17-11-2 0,-7 1-10 16,0-2-8-16,2-1-3 0,2 1-7 0,-1 1-4 0,3-2-8 16,-7 4 0-16,4-1-10 0,-3 2-5 0,-1 2 5 15,0 2-11-15,-3 0-5 0,2 0 0 0,-3 1-1 0,2 0-2 16,-1 4-5-16,3 1 0 0,0 1-4 0,1 1 0 15,0 4-17-15,1-4-19 0,3 6-23 0,-2 2-28 16,0 1-37-16,2 1-38 0,1 1-44 0,1-5-53 16,-5 4-317-1,3-5-626-15,0 0 276 0</inkml:trace>
  <inkml:trace contextRef="#ctx0" brushRef="#br0" timeOffset="-211922.91">30050 7565 235 0,'0'0'232'16,"-5"0"-12"-16,5 0-22 0,0 0-20 0,0 0-8 0,0 0-13 0,0 0-14 15,0 0-10-15,0 0-14 0,0 0-8 0,0 0-6 16,0 0-4-16,17 0-8 0,-3 0-13 0,5 0-7 16,1 0 0-16,7-2-11 0,5 0-13 0,0-1-2 15,0 2-4-15,4 0-2 0,-5-2-7 0,-1 3-2 16,-2-3-2-16,-6 3-2 0,-8 0-8 0,-1-2 5 16,-3 2-7-16,-1 0-1 15,-1 0-1-15,-5-3-2 0,-3 3-5 16,10-1-10-16,-10 1-8 0,0 0-7 0,0 0-26 15,0 0-26-15,0 0-49 0,-17 5-25 0,8-5-60 0,-3-1-184 16,3 2-416-16,1-1 185 0</inkml:trace>
  <inkml:trace contextRef="#ctx0" brushRef="#br0" timeOffset="-211407.2">30745 7320 36 0,'0'-4'273'15,"0"4"-19"-15,2-3-26 0,0 1-28 0,-2 2-19 16,7-3-18-16,-1 2-17 0,-6 1-15 0,11 4-17 0,-2-2-12 0,0 5-11 15,0-3-9-15,0 5-10 0,0-2-6 0,0 5-6 16,-1-2-4-16,-2 5-2 0,-1-1-8 0,-1 3-5 16,-1 2-5-16,-2-2-2 0,-2 2-6 0,-3-1 0 31,0 1-2-31,-2 0-1 0,-1-3-4 0,-3 1 0 16,5-8-2-16,1 3-1 0,-4-3-2 0,7-1-1 15,-3-3 0-15,3 0-1 0,-3 1 2 0,3-4-1 0,-2 1 0 16,3-3 5-16,3 6 14 0,-2-3 4 0,8-1-5 15,3-1-3-15,0-1-3 0,8 0-24 0,1 2-32 16,7-4-41-16,0 2-68 0,3-2-75 0,-3-3-203 0,0 2-450 16,-7-3 199-16</inkml:trace>
  <inkml:trace contextRef="#ctx0" brushRef="#br0" timeOffset="-210120.72">31204 7495 122 0,'0'0'240'0,"0"0"-1"0,0 0-1 0,0 0-8 16,0 0-5-16,0 0-13 0,0 0-15 0,0 0-26 0,0 0-15 0,0 0-14 16,0 0-19-16,28-7-6 0,-10 5-13 0,3 1-22 15,7 0-22-15,-2 0-32 0,4 2-37 0,-1-2-49 16,3 1-55-16,-4-1-62 0,-10-2-214 0,7 2-421 0,-5 1 187 16</inkml:trace>
  <inkml:trace contextRef="#ctx0" brushRef="#br0" timeOffset="-209700.94">31727 7356 247 0,'2'-3'275'16,"-2"3"-28"-16,0 0-26 0,3-2-26 0,-3 2-18 15,10 1-16-15,-10-1-23 0,10 5-12 0,-3-1-16 0,0 6-10 16,1-3-12-16,-2 5-8 0,1 1-9 16,-2 1-7-16,-1 4-5 0,-3-1-6 0,-1 1-7 15,-1-2-4-15,-3 1-4 0,0 0 0 0,-1-1-8 16,-3 1 0-16,2-2 2 0,-3-1-1 0,4-2-3 0,-3-6-2 0,3 2 2 16,1-1 6-16,-1-2 9 0,3 0 11 0,-1-2 18 15,-1 1 18-15,3-1 30 0,-2 0 38 0,3-3 30 16,0 0 11-16,0 0-19 0,0 0-22 0,0 0-12 15,9-17-14-15,0 7-20 0,1-2-11 0,3-2-11 16,4 1-7-16,-4-1-8 0,3 1-9 0,-2 7-10 16,0-6-2-16,-5 4-9 15,0-1-6-15,0 3 1 0,-4 2-9 0,0 1-25 16,-1 1 13-16,0-3-13 0,-4 5-18 0,8 0-11 16,-8 0 1-16,7 7-14 0,-3-2-8 0,1 0-10 15,-1 4-14-15,3-1-20 0,-1 4-32 0,-2 0-22 16,1 3-40-16,-1 1-31 0,1 1-62 0,1 0-83 0,1-8-233 15,-2-2-639-15,-1-1 284 0</inkml:trace>
  <inkml:trace contextRef="#ctx0" brushRef="#br0" timeOffset="-209488.4">32115 7560 307 0,'0'0'306'0,"0"0"-27"0,0 0-28 0,0 0-26 15,0 0-28-15,0 0-28 0,0 0-29 16,32-2-34-16,-18 5-49 0,4-1-56 0,1-2-59 16,-1-2-66-16,-4 1-186 0,0-1-335 0,4 0 149 0</inkml:trace>
  <inkml:trace contextRef="#ctx0" brushRef="#br0" timeOffset="-209134.79">32428 7407 135 0,'0'0'337'16,"0"0"-35"-16,0 0-28 0,4-4-27 0,-4 4-25 15,13-1-25-15,-4 2-19 0,1-1-38 0,3 3-18 16,4-1-15-16,-7 5-11 0,1-2-9 0,2-1-16 16,-3 4-18-16,-1-4-11 15,-1 5-9-15,-2-2-9 0,-3 4-2 0,-2-2-3 16,-4 2-6-16,-3 1-3 0,0-3 0 0,-5 5 0 16,1-3 1-16,-4 3-4 15,5-4-3-15,-5 2 2 0,3-4-1 0,4 1-2 0,-2-6 2 16,4 2 1-16,0 0-1 0,1-1-1 0,0-1 2 15,1-1 5-15,3-2 4 0,-4 4 1 0,4-4 1 16,0 0-2-16,7 5 10 0,2-4-12 0,5 0-4 0,-1 0-14 0,6-1-25 0,2 0-34 16,-2 0-50-16,3-2-55 0,-2-4-82 0,-2 0-133 15,0 0-415-15,-1-3 183 0</inkml:trace>
  <inkml:trace contextRef="#ctx0" brushRef="#br0" timeOffset="-208918.43">32790 7270 118 0,'0'-3'260'15,"0"3"-25"-15,0 0-27 0,0-5-26 0,0 5-14 0,0 0-22 16,1 12-12-16,1-4-11 0,1 9-10 0,-1-1-7 16,0 4-5-16,-2 6-6 0,0 4-8 15,1 4-4-15,-6-1-6 0,-2 1-7 0,-5 13-6 0,-2-4-5 0,1-9 5 16,-6-1-32-16,-9 8-22 0,-4-4-12 0,5-11-35 15,-3-4-44-15,-2-4-54 0,-3 0-90 0,-14-2-118 16,11-4-371-16,1-11 164 0</inkml:trace>
  <inkml:trace contextRef="#ctx0" brushRef="#br0" timeOffset="-208480.13">31547 7224 62 0,'-3'12'196'0,"-1"8"-10"0,-4 3-11 16,-2 3-7-16,4 5-9 0,-2 3-17 15,0-1-8-15,6 14-8 0,1-12-14 0,1 16-11 16,5-4-5-16,5 1-5 0,2-15-6 0,4-1-6 16,5 0-6-16,7 7-24 0,-8-13-50 0,3-2-76 0,-4-8-249 15,7-1-354-15,-8-6 157 0</inkml:trace>
  <inkml:trace contextRef="#ctx0" brushRef="#br0" timeOffset="-207763">31070 7203 143 0,'0'0'247'16,"1"-2"-26"-16,-1 2-26 0,0 0-19 0,0 0-18 15,0 0-17-15,14 10-12 0,-6 0-10 0,2 8-1 16,3 6-8-16,-3 4-7 0,2 2-5 0,-2 1-12 15,0 3-7-15,0 12-5 0,-3 0-6 0,-7 0-7 16,0 2 0-16,-3-16-10 0,-5 14 1 0,-2-14-14 16,-10 11-28-16,2-11-32 0,-11 4-34 0,-1-11-51 0,2-3-81 15,-8-4-174-15,0-3-390 0,1-6 173 0</inkml:trace>
  <inkml:trace contextRef="#ctx0" brushRef="#br0" timeOffset="-207176.82">29507 7120 248 0,'0'0'232'0,"0"0"-24"0,0 0-20 15,-14 8-22-15,5 1-17 0,-4 7-12 0,-4 6-10 0,-3 5-14 16,1 3-6-16,1 1-10 0,-4 12-9 0,9-9-13 16,2 0 0-16,5 0-10 0,1 3-6 0,5 13 0 15,3-14-7-15,10 11-1 0,8-3-4 0,1-14-11 16,8 8-39-16,8-5-71 0,6-10-122 0,2-2-155 15,-13-10-381-15,6-7 168 0</inkml:trace>
  <inkml:trace contextRef="#ctx0" brushRef="#br0" timeOffset="-194292.73">9438 12564 28 0,'0'0'135'0,"0"0"-8"15,0 0-16 1,0 0-6-16,0 0-11 0,0 0-7 0,0 0-11 0,0 0-1 16,0 0-7-16,-6-2-6 0,6 2 3 0,0 0-12 15,0 0-2-15,0 0-7 0,0 0-5 0,0 0 8 16,0 0-2-16,0 0-12 0,0 0 1 15,0 0-4-15,0 0-3 0,0 0-2 0,0 0-5 0,0 0-4 0,0 0-4 16,0 0 7-16,0 0-4 0,0 0 4 0,0 0 4 16,0 0 6-16,27 2-5 0,-14-4 10 0,7-3 5 15,10 1 1-15,2-1-9 0,4 2 0 0,-1-2-2 16,1 1-2-16,0 0 0 0,2 0-8 0,-3 1 4 16,-5-1-3-16,-1 1-1 0,-7 0-4 0,-2 1 3 15,-2 0-5-15,-6 2-3 0,1-1-5 0,-4 0-6 0,0 0-14 16,-4 1-10-16,-5 0-12 0,13 0 5 0,-12 2-7 15,-1-2-8-15,0 0-10 0,-11 8-24 0,3-4-30 16,-1 0-155-16,0 0-288 0,-4-1 128 0</inkml:trace>
  <inkml:trace contextRef="#ctx0" brushRef="#br0" timeOffset="-193907.98">9596 12741 148 0,'-6'3'162'0,"0"-1"-14"0,0 0-18 16,2-1-13-16,4-1-4 0,0 0-2 15,0 0-3-15,0 0-2 0,0 0-7 0,22 2-9 0,-2-4-2 16,12-3-11-16,4-1-9 0,4 0-5 0,15-4-2 0,0 0-12 0,0-2 3 16,3 4-3-16,-4-2-8 0,0 1-1 15,-15 2-5-15,-3 0-2 0,-3 2-6 0,-3-3-4 16,-11 4 1-16,1 3-2 0,-8-1-5 0,1 0-7 0,-6-1 7 16,0 2-2-16,-1-1 1 0,-1 2 3 0,-5 0-5 15,0 0-8-15,0 0-12 0,0 0-11 16,-20 6-16-16,9-4-12 15,0 1-6-15,0-1-24 0,0 1-18 0,1 1-23 16,4-4-47-16,-2 0-104 0,8 0-288 0,-8 3 127 16</inkml:trace>
  <inkml:trace contextRef="#ctx0" brushRef="#br0" timeOffset="-193407.52">10758 12364 194 0,'0'0'248'0,"-2"-5"-13"0,1 1-17 16,1 4-15-16,0 0-21 0,-1-4-21 0,1 4-18 15,0 0-18-15,0 0-18 0,0 0-9 0,0 0-11 16,0 0-13-16,0 0-8 0,-1 13-6 0,1-4-8 16,-2 3-4-16,2 3-1 0,-2 1-8 0,0 9-3 15,-2 2-4-15,1-3-4 0,-3 5-4 0,0-3-2 0,1 3-1 0,0-2-1 16,0-3-3-16,1-4 0 0,1-1-5 0,1-3-1 16,0-3 5-16,-1-3-7 0,2-1 0 15,-1-2 4-15,1-2 11 0,1 0 25 0,0-2 37 16,-1 1 31-16,1-4-2 0,0 0-4 0,10-8-16 0,-2 2-8 15,1-7-10-15,2-3-4 0,3-7-8 0,5-2-8 16,-5 0-10-16,4-1-5 0,0 2 12 0,-3 2-16 0,-2 7-3 16,-1-1-2-16,-6 7-7 0,2 0 11 0,-2 1-19 15,-2 4-3-15,1 2-2 0,0-3-18 0,-1 2 4 16,2 3-1-16,-6 0-8 0,12 6-4 0,-2 0 5 16,-1 1-5-16,0 1 0 0,4 4 3 0,-4 3 2 15,2 0 3-15,1 2 1 0,3 6-2 0,0-3 6 16,-3-3-2-1,2 0-28-15,-1-1-23 0,-3-1-27 0,4-2-26 16,-2-1-37-16,-2-3-38 0,-1-2-39 0,1-1-289 0,0-4-552 16,0 2 245-16</inkml:trace>
  <inkml:trace contextRef="#ctx0" brushRef="#br0" timeOffset="-193153.77">11697 12153 81 0,'-3'-5'228'0,"3"5"-17"0,0 0-19 0,0 0-15 16,-18 7-20 0,3 5-15-16,2 2-7 0,-7 6-17 0,1 6-14 0,-1 5-3 15,-5 12-12-15,2 2-11 0,-1 2-10 0,6-2-5 16,1 4-5-16,3-6-7 0,6-9-4 0,3-2-2 15,4 1-3-15,7-2-11 0,2-3 9 0,5-2 3 16,6-4-2-16,5-3 1 0,6-2-2 0,4-2-1 16,3-4-14-16,18-3-34 0,0-1-66 0,0-7-69 15,-3-2-233-15,-12-1-409 0,-3-4 182 0</inkml:trace>
  <inkml:trace contextRef="#ctx0" brushRef="#br0" timeOffset="-192721.61">11997 12342 102 0,'-4'-3'328'15,"2"1"-26"-15,0-3-26 0,2 5-29 0,-3-5-30 16,1 3-22-16,2 2-23 15,0 0-21-15,0 0-13 0,0 0-18 0,0 0-14 16,-1 12-8-16,2-7-13 0,2 6-4 0,1 5-12 16,-3 1-6-16,0 2-6 0,1 8-20 0,-2-1-3 15,0 3-1-15,-2-5-2 0,2 2-6 0,0-1-2 0,-2-7 0 16,2 0 0-16,-2-3-8 0,2-3 5 0,-1 0-4 16,1-7-2-16,-1 2 2 0,1-1 0 15,1 0 18-15,-1-2 19 0,0-1 29 0,0-3 20 0,0 0-28 0,0 0-5 16,17-10-4-16,-7 1-8 0,1-3-7 0,3-3-2 15,-1 2-5-15,2 0-7 0,6-3 13 0,-7 3-17 16,0 1 0-16,0 2 3 0,-5 2-2 0,3 1-9 16,-1 2 0-16,-2 1-5 0,1 1-5 0,2 0-1 15,-2 2-5-15,2 2-7 0,0 0 1 0,1 2-8 0,5 1-21 16,-6 1-27 0,4 3-26-16,-2 0-34 0,1 1-40 0,2 2-55 15,-3-3-48-15,-2 0-282 0,-2-1-583 0,0-1 258 16</inkml:trace>
  <inkml:trace contextRef="#ctx0" brushRef="#br0" timeOffset="-192521.29">12627 12505 183 0,'0'0'290'16,"-5"-1"-23"-16,5 1-21 0,0 0-19 0,0 0-25 15,-5-3-15-15,5 3-20 0,0 0-18 0,13-5-15 16,-2 2-12-16,10-1-24 0,5 0-41 0,2-4-40 0,3 6-55 0,0-2-62 16,1-5-70-16,-2 2-170 0,-1 0-368 0,0-2 163 15</inkml:trace>
  <inkml:trace contextRef="#ctx0" brushRef="#br0" timeOffset="-192219.96">13156 12322 134 0,'-4'-5'361'0,"4"5"-29"16,-1-4-18-16,1 4-17 0,-3-3-42 0,3 3-29 16,0 0-28-16,0 0-21 0,0 0-22 0,0 0-16 15,0 0-14-15,0 0-16 0,0 0-13 0,4 15-13 0,0-5-5 0,1 2-10 16,-2 0-4-16,0 4-13 0,1 1 0 0,0 2-4 15,0-1-5-15,1 1-2 0,0-1 4 0,3 1-14 16,-3 0-4-16,-1-4 0 0,0 1-6 0,-2-3 1 0,2-1 13 16,-1-1-17-16,-1-1 2 0,2 0-16 15,-3-5-17-15,2 0-15 0,-2-1-15 0,-1 1-9 16,0 0-9-16,3 0 0 16,-3-5 1-16,0 0-30 0,0 0-65 0,0 0-43 15,0 0-36-15,0 0-211 0,-4-24-484 0,1 15 215 16</inkml:trace>
  <inkml:trace contextRef="#ctx0" brushRef="#br0" timeOffset="-191973.14">13235 12051 237 0,'4'-4'211'16,"0"4"-15"-16,5 0-15 0,-2 1-10 0,4 5-8 15,7 3-8-15,7 6-9 0,1 0-8 0,3 7-1 16,9 9-4-16,2 7-3 0,-8 0-5 0,0 7-14 15,-4 1-7-15,-4 2-12 0,-7 1-7 0,-4-1-7 16,-7-1-10 0,-5-10-9-16,-1-3-4 0,-5 0-4 0,-4 0-3 15,-5-2-6-15,0-3-5 0,-5-2-9 0,-5-4-13 0,-2 1-15 16,2-3-20-16,-7-3-29 0,1-2-42 0,-5-3-37 16,2-4-55-16,0-1-239 0,1-6-455 0,5 2 202 15</inkml:trace>
  <inkml:trace contextRef="#ctx0" brushRef="#br0" timeOffset="-191587.56">13981 12119 201 0,'0'-4'287'0,"0"4"-28"0,-1-6-24 0,1 6-30 0,0-4-23 15,0 4-19-15,0 0-15 0,0 0-12 0,7 17-17 16,-5-3-9-16,2 4-3 0,1 8-11 15,2 4-7-15,-1 5-5 0,2 11-5 0,-1 4-5 0,-2-3-19 16,1 2-7-16,-2-4-5 0,-1-9-1 0,0-1-6 16,0-1-2-16,0-1-2 0,-2-6-1 0,-1 1-4 15,0-3-1-15,0-6 1 0,-1-4-4 0,1 1 1 0,-4-4-5 0,2-2-17 16,0 0-13-16,1-3-9 0,-4-3-9 0,0 0-23 16,-1-1-47-16,-3 1-37 0,-3-7-37 0,2 0-50 15,0-3-161-15,-2 1-415 0,5-5 184 16</inkml:trace>
  <inkml:trace contextRef="#ctx0" brushRef="#br0" timeOffset="-191333.33">14022 12343 218 0,'6'-6'238'16,"1"-4"-15"-16,2 5-17 0,1 1-9 0,2-2-10 15,3 4-15-15,2 2-9 0,2 2-8 16,4 3-15-16,-1 0-7 0,-3-1-17 0,8 5-7 15,-2 3-7-15,2-1-10 0,-4 0-11 0,-9 2-8 0,0-2-8 0,-2-3-8 16,-6 3-10-16,2-1-14 0,-4 1-3 16,-3-1-10-16,-5 2-4 0,-1-3-1 15,-3 2-3-15,-7-1-1 0,-3-1 0 0,-8 3-2 0,0-3-6 16,-5-2-9-16,0-2-15 0,1 0-6 0,-2-2-15 0,1-2-15 16,3-2-11-16,5 1-5 0,4-3-22 0,1 1-37 15,5-3-34-15,2-2-209 16,3 0-405-16,4 0 179 0</inkml:trace>
  <inkml:trace contextRef="#ctx0" brushRef="#br0" timeOffset="-190970.23">14388 11971 225 0,'0'-2'319'0,"1"-3"-22"16,2 3-30-16,-3 2-32 0,1-5-27 0,-1 5-20 16,0 0-22-16,0 0-18 0,0 0-11 0,15 8-16 15,-8-1-11-15,-1 4-9 0,1-1-10 0,0 5-8 0,-2 2-9 0,-2 0-9 16,-1 2-9-16,-2 0-1 0,-1 2-3 0,-2-2-7 16,2-1-5-16,-1-1-3 0,-1 0-4 0,-1-3-3 15,3-3-4-15,-1-2-3 0,0-1-3 0,2-3-1 16,0 2 5-16,0-1-4 0,0-2 24 0,2 0 27 15,3-1 18-15,2-3 5 0,5 1 3 0,6-1-12 16,2-3-3-16,11 0-11 16,0 0-3-16,2 1-14 0,2-4-2 0,-1 1-7 15,-2 1-9-15,-2 1-8 0,-9 2 16 0,-2-2-26 16,-5 2-20-16,-4 1-38 0,0 0-30 0,-3 0-43 16,-1 1-16-16,-3 2-26 0,-5 1-51 0,-2 1-73 15,-6 0-272-15,0 2-594 0,0-5 262 0</inkml:trace>
  <inkml:trace contextRef="#ctx0" brushRef="#br0" timeOffset="-189632.15">15584 11979 139 0,'-5'2'164'0,"-3"-2"-19"0,4 2-8 0,4-2-11 0,-7 1-19 15,7-1-8-15,-7 2-12 0,7-2-5 0,0 0-9 16,0 0 4-16,0 0 9 0,0 0-6 0,31 0-2 15,-11-2-8-15,14-1-2 0,3-2-13 0,2 0-2 16,11 0-8-16,1-1-4 0,-15 1-18 0,0 1-14 16,-3 0-23-16,0-1-12 0,-6 3-25 0,-8-1-24 0,-6 1-22 15,-2 2-58-15,-7-2-83 0,-1 1-257 0,-3 1 113 0</inkml:trace>
  <inkml:trace contextRef="#ctx0" brushRef="#br0" timeOffset="-188998.51">15608 12015 123 0,'0'0'206'0,"0"0"-18"0,0 0-20 16,0 0-14-16,0 0-8 0,22 7-16 0,-10 1-11 16,5 1-10-16,5 8-8 0,1 0-2 0,1 7-12 15,-2 1-8-15,6 17-8 0,-9 4-4 0,-1 2-8 16,-5 2-6-16,-3 6-1 0,-7-1-7 0,-3-2-5 15,-3 3 0-15,-1-3-9 0,-3-4-2 0,-1-2-2 0,0-10-3 0,-1-5-2 16,1 1-2-16,-1-1-5 0,-2-4 1 0,1-3-2 16,-1-2-3-16,3-5 0 15,-1-1-3-15,1 0 2 0,4-6-2 16,-2-2-5-16,3 0 10 0,1-2 2 0,1-2-4 0,-3 0 6 0,3-1 0 16,-2 1-3-16,3-2 0 0,0-3 8 0,-1 7 4 15,1-5-4-15,0-2 1 0,1 3 8 16,-1-3 1-16,0 0-1 0,4 5 0 0,-4-5-4 15,2 1 7-15,-2-1-8 0,0 0-3 0,0 0-2 16,0 0 1-16,2 4-2 0,-2-4-3 0,0 0 0 16,0 0 0-16,0 0-3 0,0 0 0 0,0 0-6 15,1 4 1-15,-1-4 2 0,0 0-2 0,0 0-1 16,0 0 7-16,0 0-11 0,0 0 1 0,0 0-1 16,0 0 1-16,0 0 0 0,0 0 3 0,0 0 1 0,0 0 1 0,0 0 1 15,0 0 1-15,0 0 3 0,0 0-1 16,0 0 1-16,0 0 0 0,0 0-6 0,0 0 13 15,0 0-10-15,0 0-2 0,0 0-3 0,0 0 0 0,0 0-2 16,0 0 0-16,0 0 0 0,0 0-3 0,0 0-2 16,0 0 2-16,0 0-1 0,0 0 3 0,0 0 0 15,0 0-6 1,0 0-1-16,0 0 6 0,6 1 1 0,6-3 3 16,7-1-2-16,10-2-2 0,10-2 3 0,13-3-1 0,9 2 0 15,5-3-1-15,30-6 3 0,-2-2-5 0,-2 4-3 16,3 1 2-16,-28 5 3 0,-3-2 5 15,-1 2-6-15,-6 3 1 0,-20 2-2 0,-1-3 0 16,-6 4 1-16,-11-2 1 0,-5 5-2 0,-2-3 2 0,-3 0-2 16,-1 3 3-16,-1-1 9 0,0-1-2 0,-7 2-4 0,7-3-12 15,-7 3-32-15,0 0-57 0,0 0-56 0,-31 1-64 16,14-2-266-16,5 1-519 0,-1-2 230 0</inkml:trace>
  <inkml:trace contextRef="#ctx0" brushRef="#br0" timeOffset="-185576.92">18137 11605 71 0,'2'-12'244'0,"-2"5"-10"0,-2-2 5 15,4 1-13-15,-4 3 0 0,2-1-19 0,0 1-7 16,0 2-18-16,0 3-15 0,0-7-24 0,-2 3-14 0,2 4-18 0,0-4-15 15,0 4-29-15,0 0-5 0,0 0-10 0,0 0-5 16,2 20-7-16,-2-8-6 0,0 6-1 0,-2 0-2 16,0 8-3-16,2 0-3 0,-2 3-13 0,0-1-1 15,1 0-3-15,1 1-2 0,-1-1-1 0,-2-2 2 16,3-6-2-16,0 0 0 0,-2-3 5 0,2-5-2 16,0-3-3-16,0-1 0 15,0-1 1-15,-2-1 5 0,2-2 32 0,0 2 25 16,-1-3 37-16,1-3 7 0,0 0-7 0,0 0-11 15,9-13-10-15,-2 5-18 0,0-8 0 0,2 0-7 16,-2-1-9-16,2-1 5 0,4-4-13 0,-4 5 1 16,3 1-7-16,-6 7-5 0,1-2-5 0,-2 2 0 15,-1 2-2-15,-3 2-11 0,3 2-2 0,1-2-7 16,-4 2-2-16,3 2-18 0,-4 1 1 0,0 0-3 0,14 5-7 16,-3-1 8-16,-2 4-12 0,0 1-8 0,3 2-11 15,1 3-31-15,0 0-33 0,2 2-34 0,0 0-32 0,-1-4-49 16,-1-2-309-16,2 1-581 0,-1-1 256 0</inkml:trace>
  <inkml:trace contextRef="#ctx0" brushRef="#br0" timeOffset="-185324.5">18634 11743 87 0,'0'0'217'0,"0"0"-3"16,-9-1-17-16,9 1-9 0,-9 1-10 0,9-1-9 0,0 0-14 15,0 0-7-15,0 0-16 0,-7-1-13 16,7 1-12-16,0 0-11 0,0 0-9 0,21-3-8 16,-3 0-8-16,12-1-7 0,0-1-10 0,5 0-27 15,2 1-26-15,1-1-35 0,-1 0-32 0,3 0-41 0,-2 0-91 16,-2 0-134-16,-4 0-357 15,-5 2 158-15</inkml:trace>
  <inkml:trace contextRef="#ctx0" brushRef="#br0" timeOffset="-184943.14">19206 11555 60 0,'-1'-4'280'0,"1"4"-26"15,1-5-29-15,-1 5-23 0,6-8-21 0,-1 5-20 16,1 1-15-16,4 0-16 0,-1 2-17 0,2-1-5 0,1 4-13 0,0-1-16 16,-2 6-2-16,0-3-8 0,-1 5-9 0,0-1-9 15,0 1-4-15,-4 5-3 0,-1-1-7 0,1 3 0 16,-4 0-8-16,-1 1-5 0,-2 0 1 0,-6 2-3 15,3-2-3-15,-4-2 1 0,0 0-3 0,0-1-3 16,2-4 1-16,-1-1-3 0,0-2 0 0,4 0-3 16,1-2-2-16,1-1 3 0,-4-2-2 0,6 3 2 0,-4-3 3 0,4-3-7 15,0 5 4-15,0-5 0 0,10 3-2 0,-1-6 1 16,4 3-2-16,5-4 0 0,1 1 3 0,-1 0-16 16,5-4-27-16,-1 2-26 0,-3-1-36 0,3 0-35 15,-1-1-47-15,-7-4-205 0,4 2-414 0,-9 0 184 16</inkml:trace>
  <inkml:trace contextRef="#ctx0" brushRef="#br0" timeOffset="-184721">19591 11426 241 0,'3'-3'278'16,"-1"-1"-25"-16,-1 3-26 0,-1 1-22 0,7-1-23 0,-7 1-15 0,13 1-16 15,-1 4-10-15,3 4-8 0,0 2-8 16,5 7-4-16,0 6-15 0,-4-1-10 0,1 4-8 0,-4 5-5 16,-6 2-5-16,0 1-11 0,-6 14-5 0,-6-3-4 15,-2-12-6-15,-13 13-5 0,2-13-19 0,-10 9-22 16,-5-4-22-16,-2-3-38 0,-6-2-37 0,-2-1-48 16,-2-8-69-16,-5-3-207 15,3-3-449-15,-5-7 199 0</inkml:trace>
  <inkml:trace contextRef="#ctx0" brushRef="#br0" timeOffset="-184245.72">17816 11405 92 0,'0'0'167'0,"-2"-3"-15"0,2 3-18 0,-4-2-20 16,4 2-7-16,0 0-16 0,0 0 3 0,-14 12-6 15,5 2-7-15,-4 7-6 0,-3 6 7 0,-1 4-1 16,-5 15 0-16,3 1-5 0,2 1-9 0,3 2 0 15,5-2-8-15,2-1-3 16,3-12-5-16,4 2-7 0,4-2-2 0,-1-3-3 0,9-3-4 0,3-1-2 0,8-2 3 16,8-3-3-16,14 1-4 0,3-4-1 0,10-3-25 15,3-6-51-15,8-5-76 0,-9-3-204 16,1-3-355-16,-7-2 157 0</inkml:trace>
  <inkml:trace contextRef="#ctx0" brushRef="#br0" timeOffset="-183487.93">17530 12416 225 0,'0'0'226'0,"-5"-1"-7"0,5 1-22 0,-6-1-18 15,6 1-17-15,0 0-19 0,0 0-11 0,-7-2-14 16,7 2-14-16,0 0-11 0,-2-2-10 0,2 2-8 16,0 0-7-16,0 0-9 15,0 0-3-15,0 0-8 0,0 0-6 0,0 0-5 16,15 4 0-16,-15-4-6 0,11 1-3 0,-3 0 0 15,2-1-4-15,3 1-3 0,5 1-4 0,2-2-1 16,9 1-1-16,2 0-3 0,7-2 1 0,23-4 1 16,2 1-2-16,37-4-1 0,9 0 6 0,7-2 0 15,10-4 5-15,13 2 5 0,4-4 4 0,10-1 2 16,16 1-4-16,-2 5-4 0,3-1-6 0,3-3 6 0,3-4-1 0,-2 9-5 16,-8-1-3-1,-6-3-2-15,-9 2 6 0,-10 2-5 0,-6 0-2 16,-9-1-3-16,-12 0 2 0,-17 1-2 0,-33 2 2 0,-5-1-3 15,-3 2-4-15,-19 3 6 0,-5 0-2 0,-5-2 14 16,-7 2 34-16,-7 1 27 0,1 1 30 0,-4-1 25 16,-5 0 15-16,2 0-12 0,-2-1-13 15,-3 2-23-15,2-2-20 0,-4 4-23 0,-4-5-41 0,0 2-34 16,1 0-37-16,-6 2-33 0,-1-1-35 0,-2 4-40 16,-7 2-38-16,-1-1-38 0,0-1-312 0,1 0-588 15,0 2 261-15</inkml:trace>
  <inkml:trace contextRef="#ctx0" brushRef="#br0" timeOffset="-182685.82">18071 12848 104 0,'10'-3'191'0,"-1"-2"-12"0,4 2-17 0,4-4-16 16,4 5-7-16,1-1-14 0,7-1-10 0,3 4-15 16,-4 0-10-16,4 1-11 0,-4 2-7 0,0 2-7 0,-7 0-5 15,0 3-12-15,-4-1-3 0,2 7 0 0,-6-4-9 16,1 3-7-16,-4 3 1 0,1-2-1 0,-4 2-5 15,-3 2-1-15,-3-3-5 0,-1 7 1 0,-4-4 0 16,-2 0 0-16,0-3-3 0,-2 4 4 0,-1-6-2 0,0 0 3 16,0-4 1-16,1-1 8 0,2 1 2 0,-3-3 3 15,4 0 6-15,1-2 2 0,0 0 15 0,-1-1 18 16,3 1 13-16,0-1 22 0,2-3 2 0,0 0-9 16,0 0-1-16,0 0-22 0,9-17-11 0,-1 7-8 15,2-7-2-15,9-7-8 0,3 1-6 0,1 0-6 16,1-3-2-16,-2 4 3 15,2-1-14-15,-3 1 1 0,-1 2-4 0,-4 8-3 16,-5 0-1-16,-2 4-2 0,0 3-2 0,-4-1-2 16,-1 2-2-16,0 2-8 0,-2-3-2 0,2 3-17 15,0 0-6-15,-4 2-3 0,0 0 2 0,0 0-1 16,-1 10 3-16,-2-3 1 0,-2 3 0 0,1 1 1 16,3 1 0-16,-3 4 2 0,1-3 3 0,6 3-1 15,-3-1 3-15,5 2 9 0,8 6-6 0,4-2 4 0,6-4 0 0,6-2 1 16,11-7-9-16,17-2-50 0,7-3-69 0,27-3-67 15,-27-8-293-15,2 2-531 0,2-4 235 0</inkml:trace>
  <inkml:trace contextRef="#ctx0" brushRef="#br0" timeOffset="-181953.85">19729 12879 160 0,'-1'-5'278'0,"1"0"-6"0,0 0-18 16,-3 2-14-16,6-1-34 0,-3 4-20 0,0-7-23 0,0 7-23 15,0 0-18-15,0 0-9 0,0 0-8 0,0 0-19 16,0 0-7-16,-3 19-9 0,2-9-7 16,-3 4-7-16,3-3-10 0,-4 6-2 0,-1 6-2 15,0-2-5-15,1 4-4 0,0-1-2 0,-2-5-3 0,4 1-2 16,-1-5-3-16,2-3-1 0,0-1-5 0,0-2 0 0,2 0 0 16,-2-5 3-16,1 1 14 0,2-1 22 0,-1-4 4 15,0 0-5-15,0 0-5 0,22-12-1 0,-9 1 3 0,-3-4-2 16,4 2 2-16,-1-3-5 0,6-2-2 0,-6 3-6 15,2-1-5-15,-1 3 3 0,0 0-7 16,-1 1-8-16,0 2 2 0,-4 3-2 0,-3-1-9 16,1 6 3-16,0-2-7 15,-2 1-4-15,3 1-1 0,-3 0-8 0,4 2-1 16,-4 3-2-16,5 1-3 0,0 0 5 0,-2 2 9 16,5 6-11-16,-4-5-6 0,5 7-14 0,-1-1-13 15,0 0-17-15,0 3-25 0,-1-4-23 0,4 2-29 0,-2 0-31 16,1-1-34-16,-1-4-43 0,-3-1-209 15,1-3-488-15,-1-1 216 0</inkml:trace>
  <inkml:trace contextRef="#ctx0" brushRef="#br0" timeOffset="-181768.83">20239 12993 213 0,'0'0'298'16,"-3"-5"-24"-16,3 5-25 15,0 0-28-15,0 0-20 0,0 0-22 0,7-4-16 16,1 2-9-16,-1 0-26 0,6 2-9 0,6-3-15 16,0 1-6-16,4-2-36 0,-2 1-47 0,-1 0-53 15,10 2-54-15,-4-2-63 0,-6 0-211 0,-1 1-396 16,0-3 176-16</inkml:trace>
  <inkml:trace contextRef="#ctx0" brushRef="#br0" timeOffset="-181381.12">20603 12837 213 0,'-1'-7'271'0,"1"7"-28"0,1-5-24 0,3 2-24 15,0-1-22-15,1 1-17 0,0-1-15 0,8 3-13 16,-2 0-15-16,2-2-9 0,0 3-15 0,0 2-11 16,1-1-7-16,-1 1-6 0,1 2-6 0,-3 2-9 15,2 1-4-15,-3 0-5 0,0 2-7 0,-2 0-3 0,1 2-4 16,-4 1-4-16,-4 0 0 0,2 4-3 0,-6 1-4 0,-1 1 2 16,-1-2-2-16,-1 1-3 0,-3 0-1 0,3-2-1 15,-3-5-2-15,1 4 0 0,-1-4-4 0,5-2 2 16,-2 1 1-16,2-2-1 0,-1-2-1 0,4-1-1 15,-3-3 2-15,3 3-1 0,1-4 2 0,4 6 4 16,2-5-7-16,0 0 3 0,6-3 0 0,6-2-31 0,2 1-33 16,-1-2-44-16,9-2-43 0,-1-1-67 0,1 1-170 15,-8-2-411 1,-1 2 182-16</inkml:trace>
  <inkml:trace contextRef="#ctx0" brushRef="#br0" timeOffset="-181065.93">21127 12900 209 0,'0'0'221'0,"0"0"-19"0,0 0-14 0,0 0-7 15,0 0-14-15,0 0-8 0,0 0-6 0,0 0-8 16,0 0-4-16,0 0-16 16,0 0-11-16,0 0-10 0,0 0-10 0,18-4-5 15,-5 1-11-15,7 1-9 0,8-5-8 0,4 4-5 16,0 0-19-16,7-1-38 0,-1-1-49 0,-1 0-49 15,3 0-61-15,-6-1-221 0,1 0-412 0,-5 1 182 16</inkml:trace>
  <inkml:trace contextRef="#ctx0" brushRef="#br0" timeOffset="-180496.47">21766 12673 154 0,'5'0'178'0,"-5"0"-19"16,14 3-18-16,-5-1-15 0,0 3-2 0,3 2-7 16,-3 1-17-16,-2 3-6 0,2 0-14 0,0 3-6 0,-4 1-7 15,-3 1-4-15,1-1-5 0,-3 1-5 0,-1 1-4 0,-3-2-7 16,-1 1-10-16,-4-1-6 0,2 2 2 0,0-9 0 15,1 4 7-15,-1-3 1 0,1-1 3 0,1-3 7 16,2-1 6-16,-2 0 10 0,3 2 20 0,-1-4 17 16,0 1 24-16,3-3 25 0,0 0-6 0,0 0-19 15,0 0-9-15,0 0-10 0,11-19-11 0,-4 10-11 16,7-2-11 0,-1-3-2-16,1 2-7 0,3-1-8 0,-2 1-8 15,-2 2-2-15,2 0-6 0,1 1-5 0,-7 1 0 0,1 2-7 16,-1 0-3-16,-4 2 3 0,0 2-9 0,0-1-5 15,0 1-7-15,-2 2-2 0,-3 0-4 16,9 0-5-16,-9 0 0 0,6 4 0 0,-3-2 2 0,2 3-1 16,-1 1-2-16,-1 1 6 0,1 3-2 0,0-4-10 15,3 4-27-15,-4 0-23 0,4-1-30 0,-2-1-47 0,1-1-38 16,-3-2-52-16,1 0-261 0,-2-2-529 0,2-1 234 16</inkml:trace>
  <inkml:trace contextRef="#ctx0" brushRef="#br0" timeOffset="-180258.72">22186 12564 177 0,'2'-2'258'16,"-2"2"-26"-16,4-2-21 0,-4 2-20 0,0 0-7 0,15 9-13 16,-7 1-9-16,2 2-9 0,0 5-15 0,3 5-4 15,-3 4-2-15,0 1-18 0,-1 2-9 16,-4 3-10-16,-3 0-7 15,-4 1-6-15,-3 1-10 0,-7-1-6 0,-8 11-4 16,-3 0-15-16,-4 1-20 0,-4-5-23 0,-8-5-25 16,-7-3-48-16,-4-1-63 0,-1-7-60 0,-4-2-224 15,-3-5-450-15,-3-5 200 0</inkml:trace>
  <inkml:trace contextRef="#ctx0" brushRef="#br0" timeOffset="-179710.12">19490 12673 87 0,'0'0'195'0,"-13"10"-13"0,7 0-10 0,-5 4-17 0,-2 8-6 0,-1 3-9 16,0 3-10-16,0 1-8 0,1 5-5 0,-1 0-13 16,1 12-7-16,4 1-6 0,4-10-8 0,5 9-7 15,6-12-1-15,3 2-9 0,8-5-6 16,3 0-2-16,18 3-4 0,10-4-3 0,7-4-1 0,6-6-37 16,30-1-60-16,-26-9-90 0,-1-7-221 0,3 1-386 15,-5-5 171-15</inkml:trace>
  <inkml:trace contextRef="#ctx0" brushRef="#br0" timeOffset="-176519.42">23278 11351 8 0,'-3'-10'262'0,"2"1"-12"16,1 2-2-16,-1 1-14 0,-1 0-14 0,2 0-21 15,-1 3-22-15,0 0-16 16,1 3-23-16,-3-7-20 0,3 7-22 0,0 0-11 15,0 0-12-15,3 21-7 0,-3-1-9 0,2 6-7 16,-2 9-4-16,3 11 0 0,-1 1-7 0,2-1-4 16,1 3-2-16,1-1-5 0,-3-4 0 0,4 5-11 15,-1-17-3-15,-1 4-4 0,0-3 0 0,2 1 1 16,0-2 3-16,-3-5-6 0,1-2-2 0,-3-5 2 16,0-1 3-16,1-2-3 0,-2-3 5 0,0-3-9 0,1 0 2 0,-2-3 0 15,0-1 3-15,0 0-1 0,2-2-2 0,-2 0 2 16,0-2 4-16,0 0-1 0,0-3 0 0,0 4-3 15,0-4-10 1,0 0-31-16,-9 2-36 0,9-2-23 0,-13-4-25 0,6 0-24 16,2 0-16-16,0-4-70 0,-2-1-120 0,3-3-375 15,0 2 166-15</inkml:trace>
  <inkml:trace contextRef="#ctx0" brushRef="#br0" timeOffset="-176241.03">23283 11560 198 0,'0'-5'214'0,"0"0"-15"16,2 1-25-16,2-3-16 0,1 3-19 0,4 0-7 0,3 2-8 15,-1 2-4-15,8 1-8 0,3 3-7 16,6-2-9-16,0 8-4 0,-2-1-12 0,1-1-2 16,-2 5-8-16,1 0-5 0,-8-1-8 0,-2 0-3 0,0-1-10 15,-3 2-9-15,-2 0-2 0,-2-4-10 0,-4 1-10 16,-5 1-1-16,-3-2-7 0,-2 2 1 0,-6 1-2 15,-4-2 3-15,-3-1-2 0,-9 3-4 0,-1-4 2 0,-2-2-2 0,0 1 1 16,3-3 0-16,-4 0 1 0,2-3-8 16,6 0-7-16,1-1-16 0,2-1-12 0,2-1-10 15,4 0-5-15,2-2-33 0,3 0-20 0,4-1-31 16,0 0-185-16,8-6-350 0,0 2 154 0</inkml:trace>
  <inkml:trace contextRef="#ctx0" brushRef="#br0" timeOffset="-175702.06">23531 11145 13 0,'2'-3'228'0,"2"0"-17"15,2-2-27-15,0 2-18 16,1 0-22-16,-2 2-12 0,8 0-13 0,-4 3-14 16,0 1-8-16,2 2-14 0,-2 2-6 15,2 1-3-15,0 5-8 0,-2 3-9 0,-1 1-7 0,0 0-5 16,-2 3-4-16,-5-1-3 0,3 1-3 0,-4 5-5 15,-1-5-3-15,-2-1 2 0,-2 3-5 0,0-5-2 16,0 0 1-16,-3-3-3 0,3 1 8 0,0-5 11 16,-3-2 8-16,3 3 4 0,4-6 12 0,-3-1 3 0,1 0 18 0,2 0 16 15,1-1 29-15,0-3 13 0,-4 3 10 0,4-3-22 16,0 0-15-16,0 0-6 0,9-19-9 16,-1 10 0-16,1-1-22 0,1-4-12 0,3-3-8 0,0 2-2 15,1-8 0-15,4 2-12 0,-3-1-4 0,-5 5-3 16,2 3-2-16,-5 1-3 0,-3 2 15 0,4 4-4 15,-4 0 4-15,0 2-8 0,-1 1-13 0,1 0-4 0,-2 0 9 0,-1 1-33 16,-1 3-23-16,4-2-16 0,-4 2 1 0,0 0 7 31,-2 10 14-31,1-5-8 0,-1 4 1 0,0 2 0 0,0 1 7 0,0 3-1 0,2 1 6 16,4 2-3 0,-1-3 0-16,8 3 2 0,0-1 2 0,11 1-7 15,5-3-37-15,5-1-49 0,4-4-63 0,13 2-77 16,3-6-321-16,-1-4-614 0,3-5 272 0</inkml:trace>
  <inkml:trace contextRef="#ctx0" brushRef="#br0" timeOffset="-174337.18">25205 11454 68 0,'-3'-10'211'0,"1"2"-8"0,-1 2-25 0,-1-1-16 0,0-1-12 16,-2 3-14-16,-4 0-16 0,1 2-9 0,-3-1-13 16,-2 2-7-16,-7 2-14 0,3 0-7 0,-3 4-8 15,-2-2-4-15,-2 6-6 0,3-3-4 0,-4 7-8 16,1 1-2-16,-1 3-4 0,4 0-4 0,7-3-4 0,0-1-3 0,1 3 0 15,4-1-6-15,-2 2 0 0,3-3 0 0,1 1-1 16,5-3-1-16,1-1-2 0,2 1 2 0,2-6 0 16,3 3 5-16,2-3 11 0,2-1 5 0,5 1 1 15,1-3 1-15,6-2 6 0,0-2-1 0,-1-2-3 16,10-2 5-16,-9 1 2 0,5-4-1 0,-6 2 4 16,-1-1 1-16,0 0-6 0,-2-1 5 0,2 2-4 0,-5 0-6 0,-3 1-5 15,0 0-3-15,-1 3-7 0,-2 2-2 0,0-2-4 16,-2 3-4-16,3 0-3 0,-3 3 0 0,1 1-8 15,2 1 1-15,0 4-2 0,1 3-3 0,-1 2 1 16,0 1 2-16,-3 2 0 0,1 1-2 0,-2 0 0 16,1 7 4-16,0 1-4 0,-1 0-10 0,-1-2 3 15,-2-4-3-15,-1-2 3 16,1 1 3-16,0-5 0 0,0-1-1 0,-2-2-1 16,2-3 5-16,-2-1-1 0,2 0 20 0,-2-4 38 15,2 1 41-15,-1-1 40 0,-1-3 37 0,1 4 36 16,-1-4 20-16,0 0-15 0,0 0-29 0,10-10-18 15,-5 1-17-15,4-7-17 0,0 1-13 0,5-11-9 16,4 2-18-16,-5-3-9 0,1 2-7 0,3 1-11 0,-3-5-8 16,2 6-3-16,-3 1-8 0,-2 8 1 0,-4 3-11 15,-2 1-6-15,0 1-11 0,-2 3-13 0,2 1-31 0,-3 1-39 16,2-1-35-16,-3 1-43 0,3 3-38 0,-4 1 4 16,4-2-15-16,-4 2-17 0,9 7-30 0,-6 0-30 15,2 0-34-15,0 3-59 0,-3-3-234 0,2-2-641 16,-2 2 284-16</inkml:trace>
  <inkml:trace contextRef="#ctx0" brushRef="#br0" timeOffset="-173333.12">25407 10976 228 0,'2'-7'241'16,"1"2"0"-16,-2-2-2 15,2 2-13-15,-2 0-14 0,1 1-13 0,0-1-11 16,-1 2-19-16,1-1-12 0,-2 4-18 0,2-3-18 15,-2 3-17-15,0 0-13 0,0 0-13 0,0 0-7 16,5 10-8-16,-4-5-7 0,-1 7-9 0,0 0-5 16,0 3-2-16,0 4-2 0,0-1-7 0,0 7 0 15,-1-2-6-15,1 3-5 0,0-6 3 0,0-1 2 16,-1 0-4-16,1-7-3 0,0-1-4 0,0-2-1 0,1 1 0 0,-1-6-1 16,0 3 2-16,-1-1 4 0,2-2 41 0,-1-1 42 15,0-3 52-15,0 6 24 0,0-6-19 0,0 0-17 16,9-9-12-16,-3 1-15 0,6-1-12 0,-3-8-11 15,2 6-10-15,2-5-4 0,4-2-10 0,-5 2-11 0,2 0-1 16,0 3-7-16,-6 3-4 0,1 1-11 0,-1 0 1 16,-2 5-10-16,-2-3-5 0,-2 3-3 0,5 3-21 0,-6-3-5 15,4 3-14-15,4 1-1 0,-9 0-9 0,13 6-5 16,-4-2-7-16,5 7-1 0,-1 0-9 0,2 1-20 16,-1 0-21-16,3 1-19 0,3 3-43 0,3 1-34 15,-2-3-39 1,-5-3-55-16,1-1-314 0,-2-5-649 0,-2 2 287 15</inkml:trace>
  <inkml:trace contextRef="#ctx0" brushRef="#br0" timeOffset="-173125.84">25950 11067 270 0,'0'0'260'0,"-6"-3"-14"0,6 3-17 0,0 0-18 15,0 0-26-15,0 0-12 0,0 0-19 0,0 0-13 16,0 0-16-16,0 0-12 0,0 0-10 0,0 0-12 16,17-4-8-16,-3 4-7 0,2 0-21 0,5-2-26 15,7 0-34-15,-6-3-43 16,-1 4-48-16,7-3-67 0,-8-1-209 16,-2-1-403-16,1 1 178 0</inkml:trace>
  <inkml:trace contextRef="#ctx0" brushRef="#br0" timeOffset="-172678.22">26440 10818 219 0,'0'0'282'0,"3"-6"-13"0,-2 4-20 0,2-3-24 0,-3 5-17 32,2-4-22-32,2 0-11 0,2 0-26 0,1 1-21 15,-1 3-10-15,3-1-12 0,0 2-13 0,3 2-10 16,-1 0-6-16,2 2-9 0,2 4-6 0,-1 0-8 15,-1 6-7-15,1-3-3 0,-5 5-6 0,0 0-4 16,1 11-3-16,-5-1-3 0,-3-1-2 0,-4 3-1 0,0 0-5 16,-3-1 2-16,-5 1-3 0,2-5-4 0,0-1 2 15,-3-6-6-15,3-1 0 0,2-1-5 0,-1-6 7 0,2 1-5 16,3-3 0-16,-1-2-1 0,-1 2 5 16,2-2-3-16,-1-2-2 0,2-1 3 0,1-2 4 15,2 7 1-15,4-7-3 0,5 0-2 0,2-1 0 0,6-5-7 16,1 4-24-16,9-4-37 0,1-3-43 0,1 4-49 0,2-5-86 15,-2 1-218-15,-1-4-490 0,0 3 217 0</inkml:trace>
  <inkml:trace contextRef="#ctx0" brushRef="#br0" timeOffset="-172348.65">27049 11032 92 0,'-6'0'206'0,"6"0"-9"0,0 0-5 16,-7 1-22-16,7-1-5 0,0 0-19 0,-5 2-11 15,5-2-9-15,0 0-10 0,0 0-9 0,0 0-2 0,0 0-9 16,0 0-6-16,0 0-8 0,0 0-7 0,0 0-7 16,25-5-6-1,-7 4-9-15,5-1-1 0,8-6-6 0,2 2-6 16,7 1-12-16,-2 0-14 0,13-3-22 0,-11 2-22 16,-1 1-32-16,-4-3-28 0,-2 4-42 0,-5-4-67 15,-7 1-125-15,-5 2-351 0,-3-1 155 0</inkml:trace>
  <inkml:trace contextRef="#ctx0" brushRef="#br0" timeOffset="-171868.1">27652 10747 70 0,'2'-5'251'0,"-2"5"-24"0,9-3-24 0,-4 1-25 0,4 3-18 15,3 3-14-15,0 1-17 0,1 2-16 0,0 3-9 16,1 2-8 0,-4 5-11-16,3 0-7 0,-4 0-9 15,-5 2-8-15,1 6-4 0,-5 0-7 0,0-2-4 0,-6 1-4 0,-5 1-7 16,0-1-3-16,-6-4-6 0,2 0 1 0,2-5-3 15,-3-1-1-15,2-2 10 0,-2-2 9 0,5-3 6 16,0-1 5-16,1 0 10 0,4-3 12 0,1 2 13 16,0-2 21-16,1-1 35 0,0 1 32 0,4-3 3 15,0 0-21-15,-2-8-15 0,4 0-18 0,6-1-14 16,3-6-9-16,1 1-10 0,7-8-12 0,3 1-4 0,-2 1-9 16,3-2-11-16,0 0 2 0,-3 1-7 0,0 2-10 0,-5 6 8 15,-6 5-15-15,-1-3 10 0,0 6-8 16,-2 0-5-16,-3-2-7 0,1 6-2 0,0-3-12 15,-4 4-27-15,4-3-24 0,-4 3 2 0,0 0 7 16,0 0-6-16,-3 14 4 0,1-6 3 0,-2 6 6 0,-1 2 1 16,2 2-3-1,2 3-2-15,1 4 3 0,6 2 3 0,5-1 4 0,8-3-2 0,4 1-26 16,20 1-54-16,-7-8-85 0,18 1-126 0,-1-9-302 16,4-3-664-16,0-10 294 0</inkml:trace>
  <inkml:trace contextRef="#ctx0" brushRef="#br0" timeOffset="-170293.77">15833 13405 118 0,'17'-1'110'0,"1"2"-16"0,0 3 0 0,2 1-12 0,-1 3 2 15,-1 3-4-15,4 6-11 0,-1 0-18 0,-3 2-1 16,0 3-1-16,-5 0-10 0,-3 2-6 0,-5 2 5 16,-1-2-5-16,-4 1 6 0,-5 1-7 0,-5-2 6 15,2 1 0-15,-2 0 1 0,-1-7 14 0,2-3 10 16,-2 0 0-16,-1-1 11 0,-1-2 1 0,4-5 9 0,0 0 14 16,2-1 12-16,2-1 14 0,0-1 10 0,1-2 18 0,2 1 24 15,2-3 21-15,-5 2-1 0,5-2-15 0,-4-7-18 16,4 0-16-16,1-3-15 0,4-6-25 0,3 1 3 15,0-3-14-15,3-4-12 0,3-4-8 0,0 2-11 16,1 2-23-16,6-2 6 0,-6 2-5 0,-6 7-9 16,5-1-4-1,-6 4-1-15,1 2-3 0,-4 3-3 0,0 3-8 16,0-3-5-16,-1 3-1 0,-1 0-48 0,-1 2-20 16,-2 2 1-16,0 0 4 0,7 6 4 0,-7 2 5 15,1 4 6-15,0-3 3 0,-1 8 2 0,3 0-7 16,0-2 7-16,1 2 3 0,0 0 0 0,3-1-6 15,0 0-12-15,5-2-27 0,-1 2-24 0,2-3-42 16,4-1-50-16,3-3-71 0,-2-2-216 0,2-4-518 0,2-1 230 0</inkml:trace>
  <inkml:trace contextRef="#ctx0" brushRef="#br0" timeOffset="-169676.7">16634 13551 254 0,'0'0'278'0,"-2"-4"-10"16,2 4-19-16,0 0-25 0,0-3-25 0,0 3-12 16,4-5-27-16,2 3-13 0,-1-2-18 0,5-1-14 15,2 0-25-15,-2 0-26 0,9 0-29 0,2 0-30 16,-2 2-41-1,1-2-35-15,1 1-37 0,-2 1-32 0,-4 1-62 0,-5 2-107 16,2 0-333-16,-6 0 149 0</inkml:trace>
  <inkml:trace contextRef="#ctx0" brushRef="#br0" timeOffset="-169529.59">16648 13678 116 0,'-9'9'124'0,"2"-4"-6"0,2 3-3 0,1-4 0 0,2 3 6 16,2-2 3-16,0-5 0 0,11 2-9 0,0 1-14 15,8-3-9-15,11-5-9 0,-1 3-13 0,1-1-33 16,1-3-42-16,3 0-45 0,4-3-42 0,-5 1-126 16,1 1-237-16,-2-1 105 0</inkml:trace>
  <inkml:trace contextRef="#ctx0" brushRef="#br0" timeOffset="-167987.63">17364 13377 140 0,'0'-2'146'0,"-1"-3"-8"0,1 5-11 15,0-5 0-15,0 5-4 0,1-5-12 0,-1 5-14 16,0-3-6-16,0 3-9 15,0 0-9-15,0 0-15 0,0 0 1 0,0 0-5 16,0 0-11-16,0 0 2 0,-13 13-2 0,3-4-7 16,-2 4 3-16,2 4 0 0,0-1-4 0,-5 4-1 15,5-3-5-15,-1 7-3 0,2-5-2 0,-1-1 2 16,2 5-5-16,3-6-2 0,3 0-3 0,0 0-1 16,2 0 0-16,2-2 2 0,0-1-4 0,5 1 8 15,0-5 23-15,3-1 15 0,7 1 11 0,1-3 14 0,10-1-3 16,0-5-9-16,2-1-6 0,2-2 1 15,-3-6-1-15,-2 0 5 16,-3-3 3-16,0-3 8 0,-6 2-3 0,-5 0 0 0,1-5-9 0,-5 0 2 0,-4 0-2 16,-1-2-7-16,-4 0-10 0,-4-5-5 0,-5-1-14 15,-5 5-13-15,-1-1-19 0,-7 3-13 16,-5 3-26-16,-1 5-28 0,-6 3-33 16,-1 2-33-16,-2 5-36 0,4 0-52 0,-2 1-229 15,5 4-483-15,9-1 214 0</inkml:trace>
  <inkml:trace contextRef="#ctx0" brushRef="#br0" timeOffset="-162800.32">15682 11401 126 0,'0'-5'240'0,"0"-1"-12"0,0 1-13 15,0 1-21 1,0 4-18-16,1-5-17 0,1 1-19 0,-2 4-17 15,0 0-16-15,0 0-22 0,0 0-9 0,0 0-8 16,0 0-4-16,5 18-13 0,-4-7-6 0,-1 5-3 16,0 1-2-16,2 3-6 0,-1-1-3 0,-2 0-3 15,-1 6-1-15,2 4-6 0,-1-10-2 0,1 0 1 16,-1-2-5-16,-1-4 1 0,2-4-1 16,0 1-4-16,-1-3 2 0,1-1 13 0,0-1 24 0,0-2 23 0,0 2 31 0,0 0 28 15,1-2 33-15,-1-3 25 0,0 0 17 0,0 0-4 16,0 0-26-16,0 0-24 0,6-10-13 0,-3 0-14 0,1 2-16 15,0-3-9-15,4-2-10 0,-3 4-8 16,2-5-9-16,-3 4-12 0,2 3-5 0,-3 0-7 16,2 1-6-16,-2 2-6 15,-2-2-5-15,2 2-17 0,-1 2-17 0,2-1-25 16,-4 3-4-16,0 0-1 0,0 0-2 0,13 5 1 16,-5-1-1-16,-1 4-10 0,1-1 0 0,-2 2 1 15,3 1-11-15,0 1-12 0,3 1-11 0,-1 2-14 16,-2-4-20-16,-1 0-20 0,1 0-24 0,1 4-17 0,-1-5-22 15,-3 0-23-15,4-1-42 0,-2-1-260 16,1-4-560-16,-1-1 248 0</inkml:trace>
  <inkml:trace contextRef="#ctx0" brushRef="#br0" timeOffset="-162594.16">16049 11475 47 0,'0'0'336'0,"0"0"-18"0,0 0-20 0,0 0-22 15,0 0-30-15,0 0-27 0,0 0-22 0,0 0-19 16,21-10-22-16,-5 5-31 0,12-4-31 0,2 2-35 16,0 2-41-16,2-2-54 0,-4 4-60 0,3-3-82 15,-13 2-199 1,5-2-407-16,-3 1 181 0</inkml:trace>
  <inkml:trace contextRef="#ctx0" brushRef="#br0" timeOffset="-162046.47">16473 11268 160 0,'0'0'217'0,"3"-4"-26"0,-2 2-16 0,3 0-17 16,1-1-20-16,-5 3-11 0,13 0-14 0,-7 0-13 15,4 0-12-15,-2 3-8 0,2 1-8 0,1 1-7 0,-2 2-7 16,1 1-5-16,-1-2-6 0,-2 5-8 0,0 0-5 15,-2 0-4-15,0 5-1 0,-4 0-1 16,-1 4-1-16,-2-2-4 0,-6 7-1 0,0-7-4 16,-2 7 1-16,-4-1 5 0,3-8 0 0,0 0-2 0,0 1 0 0,-2-3-1 15,4 0 2-15,0-4 1 0,3-2-3 0,-1-2-5 16,2 2-2-16,-1-4 1 0,2 1-1 0,3-2-3 16,-3 0 3-16,4 1 8 0,0-4 6 0,-4 5 4 15,4-5 4-15,-1 3 2 0,1-3 3 0,0 0 4 16,0 0 0-16,0 0 9 0,10 0-10 0,3-3 0 15,2 0-2-15,7-1-2 0,7-1-4 0,1 0-4 0,3-2-3 0,0-1 3 16,4-1-3-16,-2 4-7 0,-1-3 2 0,-2 2 2 16,-4 1-1-16,-9 3 2 0,-1-1 1 15,-5 1 1 1,-8-1 0-16,5 2 1 0,-2-2-3 0,-8 3 1 0,9 0-1 0,-9 0-7 0,9-1-2 0,-9 1-3 16,5-2-3-16,-5 2-4 0,5-1-16 0,-2-1-23 15,-3 2-31-15,0 0-10 16,0 0-15-16,0 0-21 0,0 0-30 0,-11 10-58 15,5-7-261-15,1 1-494 0,1-1 219 0</inkml:trace>
  <inkml:trace contextRef="#ctx0" brushRef="#br0" timeOffset="-158088.18">5751 15359 199 0,'0'-2'200'0,"-1"-5"-16"0,0 4-19 0,1 3-19 0,-2-4-20 15,2 4-26-15,0 0 4 0,0 0-17 0,-4 16-8 16,4-1-5-16,-1 4-1 0,-1 7-12 0,2 6 9 16,0 1-7-16,-2 3-5 0,6 13-3 0,-6-4-7 15,0-9-1-15,1 0-18 0,-2-1-6 0,2-2 2 16,1-4-10-16,-1 0 1 0,2-3-2 0,-1-6 0 15,1-2-2-15,-1-6-1 16,2 0 2-16,-1-1-9 0,0-2 8 0,-1-4 1 16,-1 1 1-16,1-3 2 0,3 3 25 0,-2-4 13 15,0 0 11-15,-1-2 5 0,0 5 2 0,0-5-4 16,0 0-18-16,0 0-44 0,0 0-32 0,-6-15-25 16,3 6-39-16,-1-4-35 0,3-5-13 0,-3-7-24 15,-2-4-29-15,1-2-112 0,1-5-327 0,1-11 146 16</inkml:trace>
  <inkml:trace contextRef="#ctx0" brushRef="#br0" timeOffset="-157929.09">5699 15574 53 0,'-3'-26'84'0,"0"7"26"0,-1 0 5 0,0 2 22 0,1 0 20 16,2 5 9-16,-1 1 3 0,0 1 1 0,2 3-2 16,0 0-4-16,0 0-6 0,0 1-7 15,0-1-16-15,0 1-9 0,4-2-14 0,1-1-2 16,2 1-17-16,1-1-16 0,4 2-6 0,6-3-8 16,8 1-5-16,5 2-6 15,5 0-9-15,1 3-6 0,17-6-20 0,-1 8-22 16,-2 2-38-16,-15 1-44 0,1 5-45 0,-1 0-46 15,-9 0-215-15,0 5-424 0,-12-4 189 0</inkml:trace>
  <inkml:trace contextRef="#ctx0" brushRef="#br0" timeOffset="-157619.4">5870 16100 194 0,'0'4'233'0,"0"-4"-12"16,0 3-5-16,0-3-12 0,-4 5-17 16,4-5-13-16,-1 1-18 0,1-1-17 0,0 0-11 0,0 0-12 0,0 0-13 15,-1 6-9-15,1-6-10 0,0 0-6 0,0 0-4 32,0 0-10-32,19-6-6 0,-8 5-5 0,6-4-8 15,1 2 0-15,2-1-7 0,9 2 6 0,0-2-14 16,-3-2-3-16,4 2 0 0,-11 0-7 0,4 1 2 15,-4 1-8-15,-6-1 5 0,1 1-4 0,-4-1-1 16,-1 3-3-16,-1 0-2 0,-3-1-6 0,-5 1 2 0,10-1-9 0,-10 1-16 16,5-2-9-16,-5 2-8 0,0 0-17 0,0 0-26 15,0 0-25-15,-20 5-17 0,8-3-29 0,1-2-23 0,-2 0-25 16,-4 0-133-16,5 0-359 0,-2 0 159 16</inkml:trace>
  <inkml:trace contextRef="#ctx0" brushRef="#br0" timeOffset="-157307.81">5821 15891 104 0,'-4'0'273'0,"4"0"-10"0,0 0-10 0,-10 2-12 16,6-1-17-16,4-1-17 0,0 0-22 0,0 0-18 15,0 0-15-15,0 0-16 0,0 0-10 0,30-8-10 16,-10 3-18-16,13-4-11 0,3 3-4 0,14-3-8 16,0 0-8-16,-9 1-5 0,-3-1-9 0,-2 2-6 15,-3-1-3-15,-5 4-3 0,-7 1-3 0,-5-2-8 16,-2 3 0-16,-2 2-5 0,-7-3 0 0,5 2-5 0,-6 0-6 0,1-1 0 16,-5 2-6-16,9-1-8 0,-9 1-20 0,8 0-15 15,-8 0-9-15,0 0-17 0,0 0-13 0,0 0-27 16,0 0-25-16,-9 10-30 0,5-8-35 15,4-2-38-15,-4 5-150 0,0-4-410 0,4-1 181 16</inkml:trace>
  <inkml:trace contextRef="#ctx0" brushRef="#br0" timeOffset="-156306.79">6873 15279 152 0,'0'-4'225'0,"0"4"-20"0,1-9-21 0,-2 6-28 16,1 3-14-16,0 0-20 15,0-4-12-15,0 4-12 0,0 0-14 0,-3 17-8 16,2-2-9-16,-1 9-3 0,0 6-7 0,1 5 0 15,-5 14-6-15,2 1-1 0,-3 3-1 0,1 1-3 16,0 0 0-16,-1 0-12 0,2-4-1 0,1-1-2 0,-1-13-5 16,3 0-4-16,-1-5-2 0,2-1-1 0,-2-2 7 15,5-1-12-15,-4-8 3 0,4 0-5 16,-2-1 1-16,1-2-4 0,0-6-1 0,-1 0 4 0,-1 0-1 16,2-3-3-16,-1-2 4 0,1 0 3 0,-1-1-4 15,0-1 10-15,0-3-11 0,0 5 4 0,0-5 27 0,3 4 13 16,-3-4-1-16,0 0-32 0,0 0-45 0,1-12-53 15,3 0-48-15,1-5-53 0,-2-8-190 0,2 1-397 16,-1-4 175-16</inkml:trace>
  <inkml:trace contextRef="#ctx0" brushRef="#br0" timeOffset="-156105.9">6782 15323 19 0,'-1'-9'241'0,"4"3"-17"0,0-2-19 0,1 2-21 16,4-1-15-16,6-4-13 0,1 4-15 0,13-4-13 15,3 3-17-15,5 0-9 0,1 2-16 0,15 3-17 16,-13 2-26-16,-4 2-39 0,5 2-36 0,-8 1-44 16,-4 4-49-16,-3 2-151 0,-8 1-297 0,-2 0 133 15</inkml:trace>
  <inkml:trace contextRef="#ctx0" brushRef="#br0" timeOffset="-155905.51">6978 16200 55 0,'-3'3'289'0,"2"0"-3"0,1-3-5 16,-1 5-18-16,1-5-28 0,0 0-23 0,19-5-23 15,0 0-17-15,1-1-19 0,12-2-14 0,0-4-22 16,4-1-25-16,1 1-49 0,0-2-55 0,0 5-65 16,-1-5-91-16,-5 1-211 0,2 0-409 0,-5 2 181 15</inkml:trace>
  <inkml:trace contextRef="#ctx0" brushRef="#br0" timeOffset="-155116.75">8125 15455 140 0,'0'-4'189'16,"0"4"-19"-16,0 0-19 0,0 0-14 0,0 0-21 15,0 0-11-15,0 0-10 0,0 0-5 0,-11 17-11 16,4-6-1-16,-2 3-10 0,-2 4-5 0,-4 4-5 0,1 2-4 0,-4-2-17 16,1 4-1-16,-1 1-9 0,3-1 0 0,-5-3-10 15,4 3-9-15,3-4-17 0,-3 0-19 0,1 0-18 16,4-7-14-16,1 1-19 0,3-5-30 0,-3 0-127 16,3-6-256-16,1 0 114 0</inkml:trace>
  <inkml:trace contextRef="#ctx0" brushRef="#br0" timeOffset="-154918.22">7802 15605 83 0,'0'-9'308'0,"-1"4"-10"16,-2 0-22-16,3-1-24 0,0 2-28 0,0 4-24 16,0-5-20-16,0 5-23 0,0 0-15 15,0 0-11-15,0 0 0 0,0 0-22 0,22 11-7 0,-9-2-6 0,3 3-11 16,1-1-6-16,7 5-4 0,2 2-7 0,-1 0-8 15,0 3-11-15,4 0-19 0,-5-2-33 0,6 0-41 16,-5-1-54-16,1 1-52 0,-3-3-72 0,-9-3-215 16,2-1-472-16,-2-5 209 0</inkml:trace>
  <inkml:trace contextRef="#ctx0" brushRef="#br0" timeOffset="-154549.16">8668 15291 180 0,'0'-3'200'0,"0"-1"-15"0,0 4-17 16,0-5-22-16,0 5-12 0,0 0-9 15,0 0-12-15,-20 12-7 0,6 2-8 0,-3 7-10 0,-1 7-4 16,-1 1-8-16,1 1-1 0,-7 12-9 0,4 0-3 16,6-9-12-16,-1 12 1 0,4-12-7 0,4 2-4 15,3-1-4-15,1-2-2 0,7 0-2 0,2-3-3 16,3-2-13-1,5-4-25-15,0 2-27 0,6-5-44 0,6-3-57 16,-1-4-196-16,6-2-360 0,0-3 160 0</inkml:trace>
  <inkml:trace contextRef="#ctx0" brushRef="#br0" timeOffset="-153986.4">9158 15432 17 0,'0'0'184'0,"0"0"-18"16,-10 16-15-16,6-6 5 0,-4-2-6 0,-1 7-11 15,0-1-10-15,0 2-6 0,-1 1-12 0,0 0-11 16,-3 7-13-16,-4 0-7 0,3-2-15 0,1 3 0 16,1-3-5-16,0-1-2 0,3 0-5 0,0-4-6 15,0 0-16-15,0-1-30 0,1-2-18 0,2-4-22 16,0 0-24-16,1-1-34 0,1-4-11 0,-2 3-32 16,1-6-112-16,1-1-272 0,1 1 120 0</inkml:trace>
  <inkml:trace contextRef="#ctx0" brushRef="#br0" timeOffset="-153799.87">8964 15527 197 0,'1'-7'270'15,"0"3"-25"-15,0 0-28 0,-1 4-26 0,2-3-19 16,-2 3-14-16,0 0-14 16,0 0-10-16,0 0-11 0,14 12-10 0,-8-3-13 15,2 2-5-15,1 3-8 0,0 3-7 0,6 6-6 16,0 2-8-16,-2-3-6 0,1-2-13 0,3 1-32 0,-6-1-43 15,-2-3-55-15,8 4-53 0,-7-6-60 16,3-3-162-16,-2-4-388 0,-2 3 173 0</inkml:trace>
  <inkml:trace contextRef="#ctx0" brushRef="#br0" timeOffset="-153479.96">9389 15648 17 0,'0'0'264'0,"0"0"-17"0,0 0-16 0,0 0-13 0,0 0-11 16,0 0-17-16,-5 0-16 0,5 0-10 0,0 0-17 16,0 0-9-16,0 0-15 0,0 0-11 0,0 0-3 15,0 0-18-15,0 0-9 0,0 0-13 0,27-4-6 16,-10 0-4-1,4 1-6-15,7-2-4 0,4 2-7 0,3-1-5 16,2-1-1-16,0 0-7 0,-3-1-1 0,-1 2 0 16,-2 2-9-16,-8-1-1 0,-5 1-6 0,0-1-5 0,-5 2-4 15,-1-2-6-15,-4 3-8 0,-1 0-6 16,-7 0-11-16,10 0-14 0,-6-3-8 0,-4 3-13 16,0 0-24-16,0 0-32 0,0 0-32 0,0 0-22 15,-22-2-214-15,15 0-420 0,0 1 186 0</inkml:trace>
  <inkml:trace contextRef="#ctx0" brushRef="#br0" timeOffset="-153101.53">10103 15380 288 0,'2'-6'294'0,"-2"1"-7"0,2-1-16 0,-2 6-17 15,0-3-26-15,0 3-20 0,3-6-23 0,-3 6-22 0,0 0-21 0,1-6-16 16,-1 6-14-16,0 0-15 0,0 0-9 0,5 14-7 16,-1-5-4-16,-3 6-17 0,4-6-6 0,-4 9-1 15,2 1-10-15,0 0-1 0,-1 6-5 0,0-6 5 16,0 1-11-16,-1 1-7 0,2-4 0 0,0 4-4 15,-3-4 3-15,2 0-5 0,-2-5-3 0,1-1 4 16,2 0-7-16,-3-1-2 0,0-3 4 0,1-1 1 0,-2 0-2 16,2 0 1-16,3-3-4 0,-3 0-7 0,-1 2-24 15,0-5-12-15,0 0-1 0,0 7-5 0,0-7-6 0,0 3-5 16,0-3-4-16,0 0-15 0,0 0-79 0,0 0-89 16,0 0-225-16,-1-19-499 0,1 9 221 0</inkml:trace>
  <inkml:trace contextRef="#ctx0" brushRef="#br0" timeOffset="-152814.76">10130 15177 96 0,'3'-2'198'0,"3"2"-13"0,4 0-10 15,3-3-12-15,1 3-15 0,4 5-13 0,7 5-5 0,0 4-9 16,3 1-11-16,0 2-6 0,0 5-5 0,0 2-6 16,8 10-7-16,-5 7-9 0,-11-9-6 0,-2-1-13 15,-1 15 1-15,-3 0-10 0,-10-2 6 0,-6-9-15 16,-3 2-3 0,-8 7-1-16,-2-13-6 0,-1 1 0 0,-5-3-14 15,-2-2-14-15,-4 0-11 0,-1-1-24 0,-3-5-40 16,2 0-52-16,-3-4-236 0,3-3-391 0,-1-2 174 0</inkml:trace>
  <inkml:trace contextRef="#ctx0" brushRef="#br0" timeOffset="-152184.06">10571 15032 152 0,'0'0'225'0,"0"0"-12"0,0 0-18 15,0 0-20-15,1-6-20 0,-1 6-17 0,0 0-13 16,13 3-13-16,-13-3-13 0,19 5-10 0,-5-2-9 16,6 2-5-16,0 0-9 0,2 0-3 0,6 0-7 15,-2 0-6-15,0 2-4 0,-5-5-9 0,-1 1-1 0,-2-1-2 16,-3 0-6-16,-2-2-1 0,4 0-2 0,-6-2-5 0,1 0-1 15,-1 1 0-15,-4-2 2 0,3-1 1 0,-4 0 8 16,-1-1 15-16,-1 0 5 0,0 2 7 0,-1-4 2 16,-1 5 3-16,1-4 5 0,2 2 4 0,-5 0-8 15,2 1-5-15,-1 0-5 0,-1 3-10 0,2-5-6 16,-2 5-9 0,4-2-13-16,-4 2-23 0,0 0-3 0,3 7 4 15,-1 2-1-15,-1 6-1 0,2 3 3 0,-1 10-4 16,3 3 1-16,2 6 0 0,0 13 11 0,1 4-2 15,-2 0 6-15,7 6 6 0,-3 22-3 0,-1-27 1 16,4 2 5-16,-1-1-24 0,-2-3-1 0,0-5 1 16,-1 0-1-16,-3-14 7 0,2-2-3 0,-2-1 2 15,-3 1 2-15,2-5-2 0,-2-2 3 0,-2-4-3 0,-2 2 1 0,-2-6-1 16,-1 2 6-16,-1-5 5 0,0-3 12 0,-3-2 4 16,-2-3 1-16,-4 3 4 0,-4-6-3 15,-1 3-2-15,-3-2-1 0,-5-2 2 0,-1 0-6 0,7-4 2 16,-1 2-10-16,4-2-44 0,-5-1-70 0,9-1-126 15,-8-2-258-15,12-1-528 0,1-1 234 0</inkml:trace>
  <inkml:trace contextRef="#ctx0" brushRef="#br0" timeOffset="-151213.4">12203 15683 218 0,'0'0'203'0,"0"0"-22"15,0 0-19-15,0 0-14 0,21-6-15 0,-4 0-16 0,5 0-12 16,7 1-13-16,3-3-10 0,0 1-30 0,0 2-27 16,3-3-34-16,-5 3-31 0,2 0-26 0,-2 1-46 0,-9 0-104 15,1-1-233-15,-9 4 104 0</inkml:trace>
  <inkml:trace contextRef="#ctx0" brushRef="#br0" timeOffset="-151059.96">12347 15772 27 0,'-9'3'155'0,"4"0"-11"16,-3 1-12-16,6 1-1 0,-1-2 13 0,3-3-2 15,8 3-10-15,7-6-11 0,6 0-9 0,12-2-16 16,7-2-15-16,17 0-41 0,4-3-47 0,29-10-49 15,-26 9-72-15,28-9-83 0,-28 8-230 0,-2-3 102 0</inkml:trace>
  <inkml:trace contextRef="#ctx0" brushRef="#br0" timeOffset="-150459.56">13516 15416 64 0,'0'0'271'16,"-5"-4"-24"-16,5 4-23 0,-2-4-22 0,2 4-28 15,0 0-13-15,0 0-18 0,-3-3-20 0,3 3-9 16,0 0-17-16,0 0-4 0,3 19-10 15,-3-10-5-15,1 6-9 0,-1 2-7 0,0 1 10 0,-1 1-10 16,-1 8-4-16,0-3-6 16,-2 2-4-16,1 0-7 0,0 0-2 15,-5-1-3-15,4-5-4 0,-1-2-5 0,1-4-15 16,-1-2-4-16,4-3-3 0,-2-1 2 0,2-2 2 16,-1 0 4-16,2-1 29 0,0-1 30 0,-3-3 32 15,3-1 3-15,0 0-6 0,0 0-15 0,10-9-9 16,-4 0-10-16,6-5 0 0,-1-1-9 0,1-7-5 15,10-2-4-15,-6 2-8 0,3 0-4 0,-1-2-7 0,0 5-2 0,-2 5-5 16,-4-1-2-16,1 5 4 0,-3 2-11 0,1 2-5 16,-5 0-6-16,3 1 3 0,-1 2-11 0,-2 3 5 15,3 3-7-15,1 2 1 0,0 2 1 0,1-1-2 16,3 6 1-16,-1 1-2 0,2 0 5 0,-2 2-3 16,1-1-3-16,-2 0-14 0,2 2-24 0,1-2-33 15,1 1-30-15,-2-5-45 0,-1 4-44 0,1-6-47 0,-2-1-242 16,-2-2-527-16,0-3 233 0</inkml:trace>
  <inkml:trace contextRef="#ctx0" brushRef="#br0" timeOffset="-150159.08">14490 15148 81 0,'-17'5'180'0,"6"3"-8"0,-6 3-14 0,-3 4-3 0,-4 9-7 0,-1 2-10 16,-9 12-10-16,3 2-7 0,4 6-12 0,3 0-7 16,-1-2-10-16,11-11-8 0,-2 12-7 0,8-9-19 15,5-4 3-15,6 1-8 0,4-1 9 0,4-2 0 16,11-3 2-16,2-3-4 0,17 3-1 0,6-4-3 15,5-5-8-15,9-5-18 0,-1-4-51 16,3-1-74-16,3-1-92 16,-6-5-156-16,-5-2-371 0,-4-5 164 0</inkml:trace>
  <inkml:trace contextRef="#ctx0" brushRef="#br0" timeOffset="-149573.51">14761 15374 173 0,'0'-4'259'0,"0"0"-10"0,0 4-21 16,3-5-20-16,-3 5-23 0,0-4-20 0,0 4-16 0,0 0-21 16,0 0-15-16,0 0-11 0,0 0-13 0,0 17-9 0,-3-8-5 15,3 8-6-15,0-2-7 0,0 3-3 0,0 2-10 0,-4 3-9 0,2 3-2 16,-1-1 0-16,-1-7-7 0,0 2 1 0,3-3-6 16,-3-2-2-16,-1-3-1 0,4-1-1 0,1-2-2 15,0-5 0-15,0 3 2 0,0-4 17 0,-3 2 32 0,3-5 14 16,0 0 3-16,0 0-8 0,0 0-3 0,21-12 3 15,-12 2-7-15,2-2-4 0,2-1 0 16,2-1-5-16,3-7-9 16,1 0-8-16,1 0 11 0,-6 7-7 15,0-1-17-15,0 3-4 0,-4 5-3 0,-1-1-1 16,-2 2-2-16,1 2-10 0,-4-1-5 0,4 1 0 16,-1 3-11-16,-7 1-2 0,13 5 2 0,-4-3-9 0,1 5-5 15,-1 0-12-15,3 5-21 0,-2-1-34 16,3 4-37-16,-2-3-48 0,1 1-53 0,1 0-58 15,-3-3-217-15,-4 0-537 0,2-3 238 0</inkml:trace>
  <inkml:trace contextRef="#ctx0" brushRef="#br0" timeOffset="-149341.25">15323 15494 5 0,'0'0'277'0,"-6"0"-9"0,6 0-18 0,0 0-16 15,0 0-13-15,0 0-19 0,0 0-22 0,0 0-17 16,0 0-20-16,11-3-15 0,2-1-12 0,5 1-23 16,1 0-34-16,8 2-33 0,7 0-41 0,-2-2-55 0,3 0-68 15,-1-1-74-15,-2-3-110 0,3 3-348 0,-4-1 153 16</inkml:trace>
  <inkml:trace contextRef="#ctx0" brushRef="#br0" timeOffset="-149009.02">15828 15315 282 0,'0'-3'326'0,"0"3"-13"0,-1-4-32 15,1-2-28-15,0 6-23 0,0 0-26 0,0 0-24 16,-3-4-22 0,3 4-17-16,0 0-17 0,0 0-15 0,0 0-16 15,0 15-11-15,3-5-7 0,-2-2-9 0,3 9-7 16,-2 0-5-16,2 4-2 0,0-3-15 0,0 7 0 0,0-7-2 16,1 7-3-16,-3-5-3 0,1-2-4 15,3 0 3-15,-2-3-4 0,0 1-5 0,0-3 0 16,-2-2-2-16,1 1 0 0,0-4-1 0,-1 0-3 15,2-3 2-15,-3 2-4 0,-1-1 4 0,1-3-1 0,1 2-6 0,-2-2-5 16,2 0-2-16,-2-3-2 0,1 2-3 0,-1-2-4 16,2 4-2-16,-2-4-6 0,0 0-33 0,0 0-58 15,0 0-57-15,0-12-50 0,0 5-274 0,-3-3-527 16,3-2 233-16</inkml:trace>
  <inkml:trace contextRef="#ctx0" brushRef="#br0" timeOffset="-148722.09">15901 15069 110 0,'17'5'192'0,"-6"1"-11"0,6 4 0 0,8 3-12 16,3 5-2-16,3 2-10 0,9 9-7 0,-4 5-12 15,0 3-12-15,-2 1-13 0,-9 8-2 16,-2-1-12-16,-8 1-8 0,-3 1-13 16,-6-12-10-16,-6 12-2 0,-6-12-7 0,-3 0-7 0,-3-1-4 15,-3-3-3-15,-3 1-8 0,-5-3 2 0,-2-3-4 0,-2-3-6 0,-2-2-8 0,-6-1-12 16,3-3-20-16,-3-3-30 0,-3-2-54 16,0-5-58-16,1 0-74 0,4-4-114 0,3-3-370 0,11 0 165 31</inkml:trace>
  <inkml:trace contextRef="#ctx0" brushRef="#br0" timeOffset="-148301.96">16494 15172 146 0,'1'-6'224'0,"-1"4"-8"0,0 2-13 0,4-6-23 15,-3 3-20-15,-1 3-17 0,0 0-15 16,0 0-16-16,0 0-4 0,0 0-11 0,5 17-3 0,-5-3-2 16,0 1-10-16,0 9-6 0,-1 4-9 0,2 3 0 15,-2 1-5-15,1 4-3 0,1 10-7 0,2-1-5 16,-2-11-6-16,2 1-5 0,2 3 0 0,-1-6-4 16,1-3 2-16,0 0-4 0,1-3-2 0,-2-6-2 0,-1-3-5 15,-2 0 2-15,1-5-20 0,0-1-12 0,-2-1-21 16,1-4-24-16,0 2-24 0,1-3-14 0,-2-2-11 15,0-1-54-15,0-2-210 0,0 0-399 0,0 0 177 16</inkml:trace>
  <inkml:trace contextRef="#ctx0" brushRef="#br0" timeOffset="-148023.96">16596 15323 207 0,'2'-4'203'0,"2"0"-11"0,3 2-14 0,1 1-10 0,2 2-12 15,2 1-15-15,2 2-10 0,2 3-12 0,-1 4-7 16,6 6-18-16,-9-2-5 0,1-1-9 0,1 3-10 16,-5-2-6-16,-2 3-10 0,-2-3-1 0,-1 2-13 15,-2 0-8-15,-3-1 0 0,-6 1-4 0,1-2-5 16,-3-3 2-16,-2-2-5 0,-2 0 0 0,-4-1-6 15,-1-3 0-15,0 1-7 0,0-3 3 0,1-1-2 0,4 0-3 16,-1-2-5-16,1 0-24 0,0-2-4 0,3 1-32 16,1-2-44-16,3 0-45 0,1-5-189 0,1 2-365 15,4-3 161-15</inkml:trace>
  <inkml:trace contextRef="#ctx0" brushRef="#br0" timeOffset="-147607.35">16914 15023 53 0,'8'-3'261'0,"-2"-3"-19"0,-1 5-24 0,2-1-21 15,-2 0-18-15,0 2-16 0,5 0-17 16,-5 3-9-16,2 0-23 0,0 4-8 0,1 0-15 15,0 1-9-15,-3 4-4 0,-1 0-11 16,0 3-3-16,-1 2-9 0,-1-1-2 16,-4 1-6-16,2 1-9 0,-2-3-1 0,-3 2-6 0,2 0 8 15,-1-6-6-15,0 4 4 0,0-9 2 16,-2 5-3-16,4-5 2 0,-2 0 1 0,1 0 3 16,1-2 4-16,0 0 12 0,2-4 13 0,-3 5 16 15,3-5 5-15,0 0 13 0,0 0-2 0,9 7 1 16,6-7-4-16,5-2-7 0,12 0-10 0,5-2-14 15,13 0-1-15,4-1-4 0,3-2 2 0,5 2-11 16,-1-3 1-16,2 3-2 0,-5-1-3 0,-3 3-1 16,-15-4-2-16,-4 4-8 0,-4 2 6 0,-11-2-7 0,-5 2-4 0,-5 0-6 15,1 1-7-15,-1-3 4 0,-6 3-9 0,-5 0-20 16,13 0-18-16,-9-2-48 0,-4 2-49 0,0 0-38 16,0 0-52-16,-13 7-93 0,-5-3-310 0,3 3-661 15,0-4 293-15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27:51.34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3387 2658 278 0,'0'-5'302'0,"0"-2"-10"15,-1 0-8-15,1 2-21 0,0-2-16 0,0 1-14 16,0 6-19-16,1-7-23 0,-1 1-19 0,1 5-16 16,-1 1-18-16,0 0-25 0,0-6-15 0,0 6-10 15,0 0-17-15,0 0-7 0,13 7-19 0,-9 2-23 16,7 8 7-16,1 0-9 0,-2 7-3 0,8 2-1 16,-5 3 4-16,5 1-6 0,-4 4 0 0,7 9 5 15,-1 0-10-15,-6-9 8 0,2-2-3 0,-2 2-2 0,0-4 1 16,-1-2 1-16,0 1-5 0,-2-4 1 0,-2-7 2 15,-2-1 2-15,0-6-6 0,-3-2 3 0,3 0-2 16,-6-3 28-16,3-2 25 0,-3-1 61 0,3 1 33 16,-1-4 52-16,-3 0-2 0,7-5-22 0,-3-4-20 15,5-6-17-15,4-12-17 0,2-1-16 0,-1-4-8 16,9-10-14-16,-1-2-14 16,2-3-14-16,-2-4-12 0,6 3-17 0,-5-3-6 15,0 1-5-15,-5 6-3 0,-3 10-6 0,-2 4 1 16,2 2-3-16,-4 3-1 0,-6 10-4 15,0 3 2-15,-2 3-4 0,3 0-22 0,-4 4-36 16,-1 0-36-16,3-1-62 0,-2 5-59 0,-2 1-10 16,0 0 2-16,9 8-14 0,-8 1-19 0,3 7-34 0,-1 2-55 0,-3 6-267 15,3-2-655-15,-2 2 291 0</inkml:trace>
  <inkml:trace contextRef="#ctx0" brushRef="#br0" timeOffset="548.16">4495 2907 267 0,'0'-9'327'0,"0"-1"-6"0,0-1-14 15,-3 0-28-15,-1 4-20 0,-1-3-30 0,0 5-16 0,-4 0-28 16,-1 0-19-16,-3 2-16 0,-6 3-11 0,0 1-22 15,-10 6-11-15,2 0-31 0,0 2 13 0,5 6-15 16,-2-1-9-16,0 2-5 0,1 5-7 0,2 0-3 16,1 4-1-16,4 0-11 0,1-4 2 0,6-6-23 15,4 2-7-15,-3-1-7 0,6-1-1 0,-2-3-4 16,4-1 6-16,0-2-3 16,4 0 5-16,1-3 7 0,3-4 3 0,-2 0-1 15,7-2 1-15,1-2 2 0,5-3-3 0,-1-5-5 16,2 3 4-16,-3-4 7 0,2 0 9 0,-5 1 2 15,3 0 1-15,-7 4 1 0,-1-1-2 0,-3 4 1 16,2-4-8-16,0 4-1 0,-3 0 2 0,1-1-6 16,-2 3-5-16,0 0-2 0,-4 1-9 0,4-3-6 15,-4 3 2-15,9 0-6 0,-5 4-2 0,3 0 3 0,-2-1-7 16,3 1-17-16,1 3-39 0,-3-2-21 0,1 0-37 16,2 1-41-16,1 2-31 0,1-3-86 0,-2-2-234 15,0 1-562-15,1 2 249 0</inkml:trace>
  <inkml:trace contextRef="#ctx0" brushRef="#br0" timeOffset="902.1">4611 2844 192 0,'4'-2'276'0,"0"-3"-28"0,0 3-26 16,3-1-24-16,-2 2-19 0,3 1-21 0,2 3-5 15,2 0-8-15,-1 2-10 0,7 5-11 0,-5 0-8 0,1-1-10 16,0 3-2-16,-2 2-8 0,-1-1-7 0,2 11-8 16,0 2-6-16,-7-6-5 0,2 3-5 0,-4 1-5 15,-3-7-6-15,-1 0-4 0,-4-3-4 0,4-2 6 16,-3 0 10-16,-3-1 14 0,3-3 8 0,0-1 21 0,-2-1 21 0,2 0 15 16,-2-4 9-16,1-2 1 0,4 0-3 0,0 0 1 15,-14-8-5-15,9 2-7 0,1-5-10 0,-1 0-12 16,2-4-19-16,2-3-2 0,1-2-11 0,4-9-10 15,1 4-14-15,-1 0-16 0,6-2-16 16,-5 9-8-16,3 0-14 0,1 2-14 0,1 2-24 0,-1 1-59 31,-1 4-23-31,3 0-48 0,-3 1-46 0,2 3-46 0,-1 1-51 16,1 1-68-16,-3-1-252 0,2 3-677 0,-1 0 299 16</inkml:trace>
  <inkml:trace contextRef="#ctx0" brushRef="#br0" timeOffset="1267.54">5756 2745 14 0,'3'-3'348'0,"-1"1"0"16,-1 0-15-16,-1 2-5 0,4-6-18 0,-4 6-22 15,3-2-17-15,-3 2-33 0,3-3-25 0,-3 3-27 16,0 0-25-16,0 0-32 0,0 0-14 0,0 0-16 15,-7 11-8-15,1 1-1 0,-6-2-20 0,1 6 3 0,-8 4-11 0,-1-1-9 16,2 5-5-16,-1-1-28 0,-1 2-40 0,-2 2-24 16,3 0-29-16,-3-1-30 0,4 1-28 0,2-6-27 15,-2 2-28-15,8-8-57 0,-2-4-246 0,3-1-529 16,1-3 234-16</inkml:trace>
  <inkml:trace contextRef="#ctx0" brushRef="#br0" timeOffset="1502.76">5527 2825 119 0,'3'-11'413'0,"-2"6"-16"0,-1-1-28 16,2 1-37-16,-1 0-36 0,0 3-33 0,-1 2-29 15,1-7-53-15,-1 7 2 0,0 0-16 0,0 0-18 16,16 14-14-16,-9-3-3 16,6 1-20-16,0 3-7 0,1 8-10 15,5-1-27-15,-5 4 19 0,-1 1-8 0,6 2-3 16,-2 0-5-16,2-2-7 0,-5-1-1 0,1 1-6 0,-4-10-23 15,-2-1-19-15,1 0-23 0,-3-3-22 0,1-3-25 16,-4 0-25-16,2-5-21 0,-2 0-8 0,-1 0 8 16,-3-1 9-16,2-4-16 0,-2 0-40 0,0 0-43 15,0 0-42-15,0 0-46 0,-5-18-182 0,1 7-498 0,-1-2 221 16</inkml:trace>
  <inkml:trace contextRef="#ctx0" brushRef="#br0" timeOffset="1765.27">5991 2651 304 0,'3'-3'307'16,"-3"3"-37"-16,0 0-27 0,0 0-30 0,0 0 1 15,15 12-20-15,-10-3-2 0,3 4-15 0,6 4-5 16,-1 7-13-16,2 3-10 0,-3 3-7 0,-1 3-30 15,-2 1 7-15,3 16-8 0,-9-3-8 0,-1 1-12 0,-7-14-4 0,-2 15-8 16,-3-14-6-16,-4 9-5 0,-3-14-8 0,-2 0-18 16,0-1-26-16,-5-2-30 0,-3-3-37 0,-3-1-48 15,-3-5-53-15,-2-3-87 0,-17-3-285 0,15-4-568 16,-16-6 252-16</inkml:trace>
  <inkml:trace contextRef="#ctx0" brushRef="#br0" timeOffset="2050.73">5470 2518 137 0,'-1'-4'276'0,"-2"3"-30"15,3 1-27-15,-14 7-23 0,4 4-19 0,-7 9-15 16,-2 3-15-16,0 8-10 0,-6 12-17 0,3 3-8 16,-1 5-12-16,2 5-4 0,-3 24-11 0,11-24-3 15,4-1-9-15,3 2-5 16,7-2-3-16,7-3-4 0,9-1-2 0,5-7-1 0,9-3-5 0,2-7 2 0,8-3-5 16,5-10-22-16,4-4-35 0,1-7-54 0,4-6-81 15,3-7-109-15,0-5-150 0,4 3-433 0,-1-9 192 16</inkml:trace>
  <inkml:trace contextRef="#ctx0" brushRef="#br0" timeOffset="2519.6">6676 2989 123 0,'-4'3'367'0,"4"-3"-4"15,0 0-9-15,0 0-14 0,0 0-21 16,0 0-43-16,0 0-5 0,0-10-31 0,0 10-15 0,9-2-36 16,-1-1-10-16,2 1-41 0,3-3-48 0,6-1-59 15,2 2-66-15,0 2-76 0,1-3-91 0,6 1-109 0,-10-1-164 16,2 2-514-16,-3-1 228 0</inkml:trace>
  <inkml:trace contextRef="#ctx0" brushRef="#br0" timeOffset="2651.24">6720 3163 241 0,'-4'3'273'0,"1"-1"-21"0,3-2-27 0,0 0-20 16,14 0-34-16,-1-4-67 0,15-1-95 0,3-6-146 16,2 2-88-16,0-3-242 0,2-5 108 0</inkml:trace>
  <inkml:trace contextRef="#ctx0" brushRef="#br0" timeOffset="4539.13">7766 2786 295 0,'0'-5'300'0,"-2"0"-13"0,2 1-12 16,0 4-30-16,0-5-23 0,0 5-24 15,0-5-22-15,0 5-22 0,0 0-28 0,0 0-18 16,0 0-22-16,0 0 0 0,2 19-11 0,-2-7-13 16,0 5 2-16,-4 9-5 0,3 1-8 0,-2 2-3 15,2 4-1-15,-3 2-7 16,-1-1-4-16,-2 12 4 0,1-12-9 0,1-2-1 15,-1-4-4-15,0-3 1 0,3-7-5 16,2-2-8-16,-3-4 3 0,3-4 4 0,-1 0 22 0,1-3 28 16,1 0 47-16,0 1 45 0,-1-5 31 0,1-1-7 15,0 0-17-15,4-12-17 0,1 2-16 0,5-6-18 16,-2-2-6-16,4-8-18 0,1 2-4 0,1 0-15 16,3-8-7-16,-3 4-11 0,0 0-5 0,4 2-3 0,-4 5-8 15,-5 6-2-15,-3 3-10 0,-2 4-2 0,1-1-8 16,-1 6-8-16,1-2-31 0,-2 3-9 0,1 0 2 15,-4 2-5-15,0 0-5 0,15 8 3 0,-6-3 5 16,-2 7-4-16,4 1 6 0,0 4-2 0,-2 0 12 16,1 0-2-16,3-2 6 0,0 7-4 0,-4-6 7 15,2 0 6-15,1-2-29 16,-3-3-19-16,0-3-31 0,-3 0-29 0,3 1-29 16,-2-3-29-16,-3 1-19 0,-1-3-21 0,1-2-30 15,0-2-59-15,-4 0-289 0,0 0-636 0,5-12 282 16</inkml:trace>
  <inkml:trace contextRef="#ctx0" brushRef="#br0" timeOffset="4808.5">8494 2555 228 0,'3'-4'264'16,"1"0"-24"-16,-3 1-26 0,-1 3-23 0,0 0-16 15,0 0-18-15,-10 13-11 0,1 3-11 0,-5 9-9 0,-8 1-6 0,7 5-10 16,-8 12-3-16,-4 2-9 0,4 5-7 0,5-1-10 16,-1-1-5-16,4 4-5 0,1-2-7 0,5-4-3 31,5 0-5-31,2-12-8 0,6-1 14 0,8-1 0 16,1-3 2-16,5 0 1 0,6-7-1 0,7-3-4 15,4-4-2-15,23-3-43 0,-2-5-47 0,3-4-65 0,-2-5-90 16,2-5-313-16,-3-2-539 0,-6-5 238 0</inkml:trace>
  <inkml:trace contextRef="#ctx0" brushRef="#br0" timeOffset="5241.26">8884 2835 346 0,'-4'-5'372'0,"2"0"-22"0,2 2-15 0,0-1-17 15,-4-1-34 1,4 5-21-16,0-3-37 0,0 3-23 0,-1-4-23 16,1 4-53-16,0 0 20 0,0 0-23 0,0 0-9 15,1 15-11-15,-1-6-11 0,0 5-7 16,0 4-6-16,0 7-10 0,-1 0-6 0,2 5-2 15,-2 1-8-15,-3 0-11 0,4-2-1 0,0-4 0 16,0-4-3-16,0-4-11 0,-3-3 4 0,6-2-10 0,-3-2 1 16,-3-3-4-16,3-2 2 0,0 0 21 0,3 1 21 0,-3-2 40 0,0-4 6 15,0 0-16-15,0 0-7 0,15-17-9 0,-8 5-9 16,-1-1-11-16,8-3-2 0,-5-1-6 16,10-4-4-16,-5-4-10 0,-1 2-6 0,-2 6-1 15,2 1 0-15,-4 5-7 0,0 0-4 0,-2 4-2 16,-2 2-2-16,-3 0-8 0,3 0 1 0,2 4-6 0,-1-2-10 15,-6 3 3 1,14 3-9-16,-5-2-7 0,4 3-8 0,-4-2-39 16,6 9-29-16,-3-3-39 0,2 4-41 0,-1 0-48 15,-1-1-60-15,4 0-77 0,-6-6-288 0,1 1-705 16,1-1 312-16</inkml:trace>
  <inkml:trace contextRef="#ctx0" brushRef="#br0" timeOffset="5457.48">9501 2888 121 0,'-2'6'343'0,"2"-6"-29"0,0 0-32 16,0 0-27-16,-3 4-22 0,3-4-20 0,0 0-18 0,0 0-15 0,13 0-16 15,1-3-15-15,7 2-15 0,11-3-17 0,6 2-6 16,0-3-45-16,13 3-54 0,-11-3-74 0,-3 2-98 15,0-1-285-15,-1-2-482 0,-2-2 214 0</inkml:trace>
  <inkml:trace contextRef="#ctx0" brushRef="#br0" timeOffset="5843.26">10099 2760 204 0,'0'0'369'0,"0"0"-22"0,0 0-25 16,0-3-20-16,0 3-25 0,0 0-27 0,0 0-25 16,0 0-21-16,0 0-24 0,-2-2-21 0,2 2-17 15,0 0-15-15,0 0-16 0,0 0-25 0,0 0 4 16,0 0-7-16,0 0-14 0,0 0-8 15,1 14-7-15,0-7 1 16,3 1-13-16,-2 4 0 0,0 1-1 0,2 3-11 16,-1-2 7-16,0 6-10 0,1-3 2 0,2 2 1 15,-2 8-2-15,2-1-2 0,0-1-9 0,0-1 5 16,-3-5-11-16,2-1 8 0,-4-2-4 0,3-4-1 16,0 0 0-16,-3 1 3 0,3-6-5 0,-3 0 2 15,2 0-1-15,-2-2-1 0,-1-2-2 0,0-3 2 16,3 6 5-16,-3-6-7 0,1 5-6 0,-1-5-5 0,0 0 5 0,0 0-37 15,0 0-52-15,0 0-57 0,0 0-54 0,-8-14-66 16,6 5-88-16,-6-7-187 0,4-1-580 0,-2-1 256 16</inkml:trace>
  <inkml:trace contextRef="#ctx0" brushRef="#br0" timeOffset="6085.98">10216 2455 183 0,'0'0'240'0,"6"0"-19"0,-6 0-3 0,16 7-6 16,-1 3-4-16,0 4-9 0,9 6-1 0,2 4-13 15,7 14-1-15,-1-3-12 16,-1 5-12-16,0-2-6 0,-6 4-8 0,-2 4-9 16,-6 0-16-16,-6-10-10 0,-6 15-12 0,-5-3-1 15,-6 0-11-15,-7-2-10 0,-5-3-3 16,-1-12-13-16,-13 7-32 0,-4-2-45 15,-2-6-54-15,-2-1-67 0,6-10-122 0,-1-2-257 16,-3-7-558-16,0-5 247 0</inkml:trace>
  <inkml:trace contextRef="#ctx0" brushRef="#br0" timeOffset="7614.51">10869 2561 116 0,'1'-6'273'0,"-1"2"-13"16,0-1-17-16,0 0-24 0,3 1-22 0,-3 4 10 16,0-6-25-16,0 6-21 0,0 0-22 0,0 0-13 15,0 0-11-15,3 22-14 0,0-2-11 0,-3 9-8 16,3 5-7-16,-3 2-9 0,5 12-3 0,0-1-11 0,0 0 5 16,-1 2-8-16,1 2-2 0,4-2-8 0,0-3-2 0,-4-17-4 15,1 4 1-15,-2-3-3 0,4-1-3 0,-3 0-2 16,0-11-1-16,-1-2-3 0,-2-2 0 15,2-4-1-15,-1 1-1 0,-2-1-11 0,3-4-15 16,-2 0-10-16,-2-1-5 0,2 0-19 0,-2-2-19 16,0-3-39-16,0 0-59 0,-12 0-70 0,2-3-214 0,2-3-477 0,-3-2 211 15</inkml:trace>
  <inkml:trace contextRef="#ctx0" brushRef="#br0" timeOffset="7877.73">10911 2747 105 0,'0'-6'247'0,"5"3"-24"0,-5 3-22 0,12 0-19 16,-2 0-15-16,2 0-8 0,5 3-9 0,2 4-9 16,2 0-8-16,3 5-10 0,-1 1-10 0,0 3-10 15,-6-4-13-15,3 5-6 0,0 0-8 0,-8 0-8 16,-1-6-12-16,-2 3-2 0,-3-3-11 0,-4 4-6 0,-2 0-5 0,-6-1-3 15,-1 1-5-15,-4-2-2 0,-2-3-9 0,-2 2-5 16,-2-2-8-16,-2 0-8 0,1-6-10 0,0 1-12 16,-1-4-13-16,1-1-13 0,-4-1-23 0,3-4-18 15,6 1-33-15,3-1-45 0,-1-3-167 0,-1-7-369 16,7 5 163-16</inkml:trace>
  <inkml:trace contextRef="#ctx0" brushRef="#br0" timeOffset="8200.01">11265 2326 129 0,'1'-4'362'0,"-1"1"-45"0,3 1-32 0,-3 2-17 15,5-3-39-15,1 1-26 0,2 2-25 0,2 2-10 16,4 3-19-16,3 1-13 0,1 3-12 0,-4 5-13 15,0 1-5-15,2 7-14 0,0 2-6 0,-7 4-10 16,0-2-4-16,-2 4-5 16,-7 0-9-16,0 0-7 0,-5-3-1 15,0 1-1-15,1-7-24 0,-1-2 11 0,1-4-1 0,2-3-6 16,0-1-3-16,-2-1-2 0,3-3-3 0,1-1 10 16,0-1-6-16,0 1 6 0,5-5 4 0,8-1 0 15,6 0-7-15,17-3-17 0,0-4-41 0,1 0-66 16,1-1-99-16,16-4-127 0,-7-3-198 0,-8 5-562 15,9-5 249-15</inkml:trace>
  <inkml:trace contextRef="#ctx0" brushRef="#br0" timeOffset="9349.06">12458 2873 143 0,'-7'0'160'0,"0"1"-13"0,1-1-6 0,1 2-14 15,5-2-12-15,-9 0-10 0,9 0-12 0,-5 1-2 16,5-1-11-16,0 0-2 0,0 0-5 0,-8 0-4 0,8 0-4 16,0 0-1-16,0 0 3 0,-5 1 1 0,5-1-1 15,0 0 1-15,0 0 1 0,0 0 0 0,0 0-7 16,0 0 3-16,0 0 8 0,0 0 8 0,0 0 2 16,22-1-5-16,-7-2-7 0,5 0-5 0,10 0-10 15,3-1-1-15,5-1-6 0,16-5-7 0,1 0-3 16,0 2-1-16,0 4-9 0,0-5 14 0,-18 6-36 0,-1 1-31 15,-6-1-30-15,1-1-29 0,-12 2-34 0,-6 2-41 16,1-3-48-16,-10 3-170 0,-4 0-407 0,0 0 180 0</inkml:trace>
  <inkml:trace contextRef="#ctx0" brushRef="#br0" timeOffset="9564.92">12642 2759 81 0,'-2'-2'322'0,"1"-3"-13"0,-1 1-13 0,2 4 2 16,-2-6-21-16,2 6-28 0,-3-4-28 0,3 4-14 15,0 0-29-15,0 0-29 0,0 0-16 0,0 0-13 16,0 0-10-16,0 0-14 0,1 20-6 0,-1-3-11 0,0 0-6 16,0 1-5-16,4 9-4 0,-2-1-13 0,-1 1 0 15,1 4-26-15,5-1-34 0,-2-1-44 0,0-3-39 16,4-1-58-16,2-8-67 0,-3-4-288 0,0-2-546 15,3-2 242-15</inkml:trace>
  <inkml:trace contextRef="#ctx0" brushRef="#br0" timeOffset="10033.54">13501 2571 236 0,'0'-3'354'0,"-1"-2"-22"0,-1 1-30 16,2 4-29-16,0 0-29 0,0-6-31 0,0 6-22 15,-1-2-17-15,1 2-21 0,0 0-23 0,0 0-9 16,4 18-9-16,1-11-15 0,-1 8-5 0,0 2-11 0,0 9-8 0,0-6-4 15,-4 7-11-15,0 2 1 0,0-1-23 0,0 1 14 16,0-2-9-16,-2 1-1 0,1-2-1 0,0-6-3 16,-1-1-4-16,2-9 0 0,-1 1-5 15,0-5 1-15,1 2-5 0,1-3-1 0,-1 2 12 0,1-3 28 16,-1-4 45-16,0 0-3 0,0 0-12 0,0 0-20 16,18-13-11-1,-9 2 1-15,4 0-3 0,0-4-7 0,0 0-6 16,7-5-2-16,-3 1-4 0,-2 6-15 0,3-2 3 15,-4 3 2-15,1-1-4 0,-2 4-9 0,-4 3 2 16,2-2-3-16,-2 2-4 0,0 2-5 0,3 3-6 16,-2-1 0-16,0 4-3 0,3-1 0 0,4 4 0 15,-1 0-24-15,2 3-3 0,-2-2-27 0,4 3-25 16,-2 1-26-16,0-1-34 0,-2 1-28 0,1 0-35 0,1-3-42 0,0-2-47 16,-6 0-279-16,1 0-619 0,-2-5 274 0</inkml:trace>
  <inkml:trace contextRef="#ctx0" brushRef="#br0" timeOffset="10318.24">14113 2537 68 0,'4'-29'329'0,"-4"1"3"16,0 1 17-16,3 2-8 0,-1 8-7 0,-2 7-5 16,3-2-20-16,-3 5-30 0,1-2-29 0,-1 5-34 0,3-1-31 15,-3 5-34-15,0 0-19 0,0 0-22 0,0 0-15 16,6 18-4-16,-5 1-13 0,2 8-11 15,-3 7-2-15,2 14-14 0,1-1 0 0,-1 3-1 16,1 1-10-16,0-3 5 0,-1 3-11 0,2-2 5 0,1-1-6 0,-3-2-2 16,1 0 0-16,2-12 3 0,-4-5-6 0,3-4-5 15,3 2-12-15,-3-9 7 0,1-3-20 0,-2 1-25 16,-1-5-20-16,2-2-22 0,-2-1-19 16,-1-2-14-16,1-2 0 0,0 0-5 0,-2-4-9 15,0 0-47-15,0 0-56 0,0 0-66 0,0 0-266 16,-16-13-596-16,11 5 264 0</inkml:trace>
  <inkml:trace contextRef="#ctx0" brushRef="#br0" timeOffset="10564.92">14224 2663 2207 0,'1'-15'189'16,"2"3"-52"-16,0 1 9 0,-1 3-27 0,2-2-39 16,1 2-20-1,-1 1-22-15,1 3-10 0,7 1-6 0,-1 1 11 16,11 2 2-16,-2 4 3 0,11-1 8 0,-2 7-2 15,1-1 6-15,0 7-6 0,-4-3 11 0,1 4-19 16,-7 1 0-16,-7-2-6 0,1-1-2 0,-6 1-6 16,0 1-8-16,-6 1-1 0,-3-3 0 0,-7-1-3 15,-1 0 5-15,-6-3-5 0,-7 3 1 0,-5-2-2 16,2-1 1-16,-3-3-1 0,1 0-6 0,-1-2-13 0,0-4-18 0,8 1-7 16,-8-2-16-16,9 1-19 0,0-4-20 0,6 1-26 15,3-1-44-15,1-1-65 0,3-1-252 0,3-1-515 16,3 5 229-16</inkml:trace>
  <inkml:trace contextRef="#ctx0" brushRef="#br0" timeOffset="11351.72">14918 2745 84 0,'-1'0'212'0,"1"0"-14"0,0 0-11 16,0 0-8-16,-6 3-12 0,6-3-13 0,0 0-7 16,0 0-14-16,0 0-7 0,0 0-12 0,0 0-8 15,0 0-7-15,20-5-4 0,-20 5-6 0,0 0-5 16,6-1-4-16,-6 1-2 0,0 0-8 0,7-1-6 0,-7 1-5 16,0 0-5-16,0 0-5 0,0 0-5 0,0 0-5 15,0 0-5-15,0 0 0 0,0 0-3 0,0 0-5 16,0 0 1-16,7 1-6 0,-7-1-2 0,0 0-3 15,0 0 1-15,0 0 3 0,0 0 0 0,0 0 3 16,0 0 2-16,0 0 0 0,0 0-2 0,0 0 1 16,0 0 3-16,0 0-5 15,0 0-5-15,0 0 3 0,0 0-1 0,0 0-5 16,0 0 0-16,0 0 0 0,0 0 1 0,0 0-2 16,0 0 5-16,0 0-5 0,0 0-2 15,0 0 1-15,0 0 1 0,0 0-5 0,0 0 2 0,0 0-1 16,0 0 0-16,0 0 2 0,0 0-3 0,0 0-9 0,0 0 8 15,0 0 1-15,0 0 3 0,0 0-2 16,3 5 2-16,-3-5-6 0,0 0 8 0,0 0 19 0,10-4 8 16,2 2 0-16,4 1-3 0,12-1-5 0,3-1 0 15,2-1-3-15,1 0-2 0,4-2 0 0,3 5 5 16,9-4 7-16,-12 1 0 0,-2 0 5 0,2 1-8 16,-5 2 1-16,-6-1 2 0,-5 0 3 0,-9 1 0 15,1 0-13-15,-4 0 29 0,-2-1 4 0,-8 2-5 16,13 0-7-16,-7 0-2 15,-6 0-4-15,9-2-2 0,-9 2-36 0,5 0-19 16,-5 0-51-16,0 0-43 0,0 0-63 0,0 0-76 16,6 0-98-16,-6 0-249 0,0 0-641 0,0 0 283 15</inkml:trace>
  <inkml:trace contextRef="#ctx0" brushRef="#br0" timeOffset="12820.92">16123 2484 36 0,'1'-3'276'0,"1"-1"-14"0,-2 4 17 16,1-6-17-16,0 4-20 0,-1 2-22 0,2-5-23 0,0 3-23 16,-2 2-18-16,0 0-18 0,0 0-18 0,0 0-16 15,9 7-8-15,-5-1-15 0,0 3-7 0,0 3-5 16,1 6-12-16,-4 7-4 0,3 4-4 0,-3-4-13 15,1 4 5-15,0 3-1 0,-1-2-6 0,-2 1-4 16,1-1 3-16,-2 0-5 0,0-4-2 0,0-7-4 16,-1-2-2-16,4-1 0 15,-2-4-4-15,1-1 3 0,0-4-1 0,0-2 24 16,0 2 25-16,0-2 34 0,0-5 44 0,0 7 34 16,0-7 14-16,0 0-25 0,0 0-17 0,9-13-13 15,-3 3-17-15,-1-1-11 0,6-3-11 0,0-1-11 16,-1-2-6-16,8-6-9 0,-5 0-9 0,5 0-11 15,-3 3-3-15,-1 3-8 0,-1 3-2 16,0 3-5-16,-3 2-12 0,-1 2-5 0,-1 0-4 0,-2 2 0 0,-1 2-15 16,0 1-8-16,2 2-10 0,0 0-7 0,2 1 8 15,0 3-8-15,-2 1 7 0,5 2 5 0,-4-1-15 16,4 6 8-16,-1-3-1 0,-2 2 3 0,1 1-18 16,4-2-24-16,-1 2-40 0,-4-5-25 0,1 3-31 15,0-3-31-15,0 1-26 0,1-4-29 0,-2 1-49 16,1-2-58-16,-2-3-225 15,2-2-622-15,0 2 275 0</inkml:trace>
  <inkml:trace contextRef="#ctx0" brushRef="#br0" timeOffset="13137.32">16803 2480 26 0,'0'-11'371'0,"0"0"-5"0,0 5-12 15,0 0-6-15,1-2-20 0,-2 5-17 0,1-1-39 16,0 4-27-16,-2-5-33 0,2 5-25 0,0-5-23 16,0 5-26-16,0 0-18 0,0 0-6 0,3 19-19 15,-3-2-5-15,1 7-16 0,2 4-9 0,-2 2-4 16,-1 2-4-16,2 4-27 0,0 0 19 0,1 1-13 0,4 7 4 16,-3-8-12-16,0 2 12 0,4 8-10 0,-4-14 1 0,1 0-25 15,1 1 20-15,-2-9 1 0,6 0 4 16,-9-7-3-16,3-2-5 0,0-2 2 0,-4-3-5 15,1 1-8-15,2-7-27 0,-3 3 21 0,0-3-8 16,1 1 4-16,-1-5-3 0,0 5-4 0,0-5-1 0,0 0-17 16,0 0-50-1,0 0-43-15,0 0-37 0,0 0-30 0,-9-13-48 16,5 4-57-16,3 0-278 0,1-5-612 0,-4-1 271 16</inkml:trace>
  <inkml:trace contextRef="#ctx0" brushRef="#br0" timeOffset="13437.63">16873 2593 254 0,'0'0'232'0,"0"0"-29"0,0 0-18 0,0 0-22 15,0 0-14-15,0 0-15 0,17 9-10 0,-10-4-9 16,5 1-10-16,3 2-7 15,2 2-10-15,-1 0-5 0,0 0-9 0,0 2-6 16,-1 0-6-16,0-2-8 0,-4 2-7 0,-3-3-2 16,2 1-9-16,-9-3-4 0,3 5-1 0,-2-6-5 15,-5 5 1-15,-1-4-5 0,-7 1 1 0,-1 0 1 16,-4-1-6-16,-4-2-2 0,0 2 1 0,0-3-6 16,3-2 5-16,-5 1-3 0,3-3 1 0,2 1-2 15,7-1-2-15,-4-1-11 0,1-1-17 0,3-1-28 0,3-1-24 16,1 1-49-16,3-2-50 0,4-4-199 0,1 2-399 15,4-4 176-15</inkml:trace>
  <inkml:trace contextRef="#ctx0" brushRef="#br0" timeOffset="13706.33">17198 2225 2300 0,'2'-3'226'0,"1"-2"-83"0,-2 2-71 16,-1 3-32-16,3-4-23 0,-3 4-4 0,0 0-7 15,10 8-1-15,-2 1 5 0,3 6 8 0,3 12 10 0,1 1 8 0,0 5 3 16,1 13 3-16,-3 1-1 0,-3 6-1 0,-5 2-5 16,-2 2-9-16,-11 1 5 0,-2-1-1 0,-3-1 1 15,-10 2 0-15,-2-4 1 0,-1-4-24 0,-3 1-3 16,-2-8-20-16,-1-1-23 0,-5-5-29 0,1-1-31 15,-6-10-48-15,8-5-75 0,-14 1-233 0,11-9-491 16,-1-3 218-16</inkml:trace>
  <inkml:trace contextRef="#ctx0" brushRef="#br0" timeOffset="14153.9">15943 2398 123 0,'0'0'212'0,"0"0"-26"15,0 0-17-15,-3 11-18 0,3 6-3 0,-5 10 15 16,1 4-10-16,-2 3-11 0,-1 17-12 0,1-3-10 16,3 3-9-16,4-1-10 0,1 1-8 0,6-2-11 15,3-2-2-15,5-2 0 0,8 0-4 0,4-6-4 0,-5-12-1 16,17 9-4-16,3-6-32 0,2-7-45 0,7-6-88 16,3-5-125-16,-1-7-150 0,1-7-403 0,-1-5 179 15</inkml:trace>
  <inkml:trace contextRef="#ctx0" brushRef="#br0" timeOffset="15008.87">17645 1976 240 0,'3'-5'249'0,"-1"4"-6"0,-2 1-22 0,6-6-26 16,-6 6-17-16,7-2-16 0,-3 1-17 0,1-1-20 15,-5 2-13-15,14 3-11 0,-8 1-9 0,2 0-13 16,1 2-6-16,1 1-8 0,-3 2-2 0,0 2-7 16,1 3 1-16,-2 3-8 0,2-3-6 0,-7 5-4 15,-1-2-3-15,2 2-1 0,-4-1-4 0,-2 1 1 16,-1 1-5-1,-1-1-1-15,2-5-1 0,-4 1 1 0,5-4-2 16,-3 0-2-16,3-2-1 0,-4-1 0 0,5 1-3 16,-1-6-6-16,1 4 4 0,0-3-2 0,2-4-1 15,-1 6 0-15,1-6 13 0,-3 6 17 0,3-6 10 16,-1 5 11-16,1-5 8 0,0 0 2 0,0 0 7 16,0 0 1-16,28-4-2 0,-1-3-6 0,6 0-11 15,6-3-2-15,14-3-10 0,2-1 1 0,1-3-8 0,6 7-2 0,-2-1 0 16,1 1-2-16,-7 1-4 0,-13 3-2 0,-5 1 0 15,-7 0 0-15,-10 1-3 0,0 4 0 0,-5 0-10 16,-5-2 9-16,-1 0-16 0,-2 2 1 0,-6 0-8 16,13-3-31-16,-9 3-34 0,-4 0-43 15,0 0-34-15,0 0-52 0,0 0-82 0,0 0-324 0,-23 10-643 16,14-9 285 0</inkml:trace>
  <inkml:trace contextRef="#ctx0" brushRef="#br0" timeOffset="28531.02">20004 2675 164 0,'-4'-3'158'0,"4"3"-2"16,0 0-10-16,0 0 2 0,-4-3-11 0,4 3-2 15,-5-1-8-15,5 1 0 0,0 0-7 16,0 0-5-16,0 0-5 0,0 0-9 0,0 0-4 0,0 0-7 15,-6-1-8-15,6 1-7 0,0 0-5 0,0 0-10 0,0 0-4 16,0 0-10-16,0 0-1 0,0 0-8 0,0 0 1 16,0 0-3-16,0 0-10 0,0 0 4 0,0 0-7 15,29 0 2-15,-15-2-4 0,7 1-14 0,0 1-20 16,6 0-27-16,-4 0-38 0,0 1-46 0,4-2-48 16,-8 1-189-16,2-1-392 0,-3 2 174 0</inkml:trace>
  <inkml:trace contextRef="#ctx0" brushRef="#br0" timeOffset="28715.17">20024 2842 28 0,'-7'4'276'0,"0"-2"-31"15,7-2-21-15,-7 4-25 0,7-4-18 0,0 4-20 0,0-4-11 16,16-1-18-16,7 0-12 0,9-1-6 0,21-2-17 15,3 0-11-15,0-1-42 0,0 1-49 0,4 0-65 16,-6 0-79-16,5-2-157 0,-3-1-331 16,0 3 147-16</inkml:trace>
  <inkml:trace contextRef="#ctx0" brushRef="#br0" timeOffset="29415.74">21338 2481 182 0,'0'0'283'0,"1"-6"-11"0,-1 6-7 16,3-4-13-16,-3 4-23 0,2-2-24 0,-2 2-22 15,0 0-22-15,0 0-17 0,0 0-19 16,0 0-15-16,0 0-14 0,0 0-7 0,4 11-22 16,-2 0 6-16,-1 0-8 0,-1 6-8 0,-1 1-9 0,1 6 1 0,-3 3-1 15,2-2-8-15,-3 0 1 0,0 2-10 0,1-3-1 16,-3 3-2-16,0-6-3 0,2-3 2 0,1-1-4 15,2 0 3-15,0-6-9 0,-2-1 3 0,2-2-4 16,1-1 0-16,-1-2 2 0,1 0 21 0,0-5 32 16,0 7 33-16,0-7-2 0,0 0-7 0,0 0-10 15,19-15 0-15,-10 6-18 0,4-5-12 0,0 1-3 0,6-7-8 0,2-1 5 16,-2-1-14-16,2 1-8 0,-5 3 2 0,5-1-1 16,-10 7-6-16,-3 2-2 0,2 4 5 0,-2-2-9 15,-3 4 0-15,0 0-9 0,-1 2-14 0,1-1 0 16,1 3-12-16,-6 0 8 0,12 4-3 15,-3 1 8-15,1 2-8 0,0 0 6 0,6 4 3 16,-4 1-22-16,5 1 19 16,-2-1-4-16,3 0-7 0,0 0-28 0,0 0 4 15,0 0-21-15,0 0-20 0,-3-5-21 0,3 4-20 16,-6-5-26-16,2-1-11 0,-3-2-20 0,1-1-29 16,0-1-22-16,1-4-22 0,-3 1-182 0,-1-4-471 0,0 0 209 15</inkml:trace>
  <inkml:trace contextRef="#ctx0" brushRef="#br0" timeOffset="29702.6">21927 2641 26 0,'6'-21'128'0,"-2"2"19"0,-1-9 17 0,-2 10 7 16,3-2 10-16,-4 2 8 0,0-6 10 16,0 5 9-16,-1 0-3 0,2 2 10 0,-1-1 5 0,0 1 7 15,-1 1-2-15,2 5-10 0,-2-2-27 0,1 8 2 16,0-2-3-16,-3 0-20 0,3 1-14 0,0 2-25 16,0 0-3-16,0 4-18 0,0-5-17 0,0 5-27 15,0 0-35 1,0 0 1-16,0 0-1 0,3 14-5 0,-2-1 5 15,4 15-8-15,-5-2-3 0,5 6 0 0,0 6 2 16,-1 9-7-16,-1 1 2 0,0 0-3 0,-3-13 3 16,4 13 2-16,-1-12 1 0,-1-2-2 0,2 0-10 15,0-3 8-15,4-2-2 0,-4 0 1 0,1 0 5 16,-1-5-7-16,-1-7 4 0,1 0-19 0,-1-5 1 16,-1 0 1-16,2-2-7 0,-3-1-10 0,1-3-4 0,-1 1-9 0,0-4 3 15,2 1-10-15,-3-4 4 0,1 8-6 16,-1-8-11-16,1 4-9 0,-1-4-13 0,0 0-23 0,0 0-68 15,0 0-59-15,0 0-60 0,0 0-265 0,-15-16-596 16,11 8 265-16</inkml:trace>
  <inkml:trace contextRef="#ctx0" brushRef="#br0" timeOffset="30087.8">22091 2601 110 0,'0'0'269'0,"0"-6"-27"0,0 6-26 0,0 0-22 16,0 0-20-16,7-2-18 0,-2 1-14 15,8 2-16-15,-4 1-13 0,9 2-12 0,3-1-10 16,0 0-9-16,6 2-10 0,0 4-6 0,-8-4-5 15,3 2-6-15,-4 3-8 0,-2 0-5 0,-2-2-3 0,-6 0-10 0,1 0-4 16,-4 1 4-16,0-1-9 0,0 1 1 0,-5-3-3 16,-6 3 0-16,-2-1 0 0,-5 3-2 0,-3-5 1 15,-1 1-2-15,-5 2-3 0,3-2-1 0,-1 1 4 16,-2-4 1-16,2 1 3 0,0-2-4 0,0 2 0 16,2-1-2-16,0-1 0 0,8-1-4 0,2-2 6 15,3 0-8 1,5 0-1-16,-13 3-7 0,13-3-4 0,-10 3-3 15,10-3-10-15,0 0-15 0,0 0-20 0,0 0-24 0,35-11-30 16,-16 5-41-16,1 1-67 0,-3-1-140 0,9-3-383 16,-5-1 170-16</inkml:trace>
  <inkml:trace contextRef="#ctx0" brushRef="#br0" timeOffset="30619.44">22921 2532 146 0,'4'-5'281'0,"-4"-3"-17"0,-2 3-11 16,-2-3-22-16,0 3-10 0,-3-2-15 0,-1 2-18 16,-4 0-15-16,0 2-25 0,-5 1-8 0,-2 3-15 15,-1 0-13-15,-3 4-13 16,0-2-6-16,-3 6-13 0,-3 2-4 16,6 0-13-16,-4 4-5 0,3-1-5 0,3 6-3 15,0-4-15-15,1 2 6 0,8-4-3 0,-2 0-4 16,5 1-15-16,4-1-1 0,0-1 0 0,2-4-7 0,2 1-1 0,2-3 1 0,4 0 4 15,-1 0 1-15,4 0 0 0,1-4 5 0,2-1 0 16,2 0-1-16,0-2-4 0,7-2 0 16,-6-2 10-16,3 1 3 0,3-4 2 0,0 0 3 15,-2-1-9-15,3-2 20 0,-3 1 3 0,1 0-4 16,-3 1 8-16,0-1 4 0,-5 2-5 0,0 0 2 16,-2 4 1-16,-3-1-7 0,0 1-7 0,1 1-9 15,-2-1-23-15,-5 3 16 0,0 0-11 0,18 7 6 16,-10-2-7-16,-1 4 0 0,2 4 1 15,1 3-5-15,-2 1 4 0,-3 1 2 16,3 0-6-16,-5 10-2 0,-1-4 1 0,0 7 4 0,1-7 3 0,-8 3-2 16,7-9 1-16,-2 0-2 0,-2-1-3 15,2-3 0-15,0-2 1 0,0-2 1 0,-2-4-4 16,4 0 12-16,-2-6 44 0,0 7 43 0,0-7 48 16,0 0 43-16,0 0 12 0,0 0-25 0,0 0-22 15,15-18-25-15,-7 3-9 0,10-9-14 0,-4 2-11 16,4-4-18-16,0-1-7 0,1-2-11 0,3 0-6 15,-2 0-15-15,-1 1-5 0,2 2-7 0,-6 4 0 16,2 1-4-16,-7 8-6 0,-4 5-20 0,-2 3-44 16,1-1-44-16,-1 3-64 0,-3-3-77 0,3 4-90 15,-4 2-30-15,0 0-59 0,0 0-404 0,-1 17-875 16,-3-8 388-16</inkml:trace>
  <inkml:trace contextRef="#ctx0" brushRef="#br0" timeOffset="32122.42">8993 4685 73 0,'4'-1'140'0,"-4"1"-10"0,0 0-16 16,0 0-11-16,0 0-9 0,0 0 0 0,-3 9-9 0,-3-2-9 15,-2 3-6-15,-5 3-3 0,-6 3-8 0,-3 4-13 16,-3 1 24-16,-2 0-13 0,0 2-6 0,4-2 0 16,-2-2-3-16,0-1 2 0,1-1-2 0,4 0 0 15,3-3-1-15,2-2-2 0,2-1-9 0,4-3-4 16,-1 2 2-16,2-3-8 0,4 0 1 0,3-1-3 15,-2 0 1-15,3 0 7 0,4-2 4 0,4 3-1 0,6-1-4 0,3-2 0 16,2 1-2-16,10 0-2 0,1 3-2 16,0-1 4-16,-3 0-11 0,1-2-3 0,-7 0 0 0,-1 0-3 31,-1 2 4-31,-1 0-1 0,-5 0 4 0,-2-3-3 16,-3 2-10-16,0-1 3 0,-3 0 11 0,-3 3 8 15,-2-4 8-15,-5 1-2 0,-4 4 0 0,-5-2-4 0,-5 2-2 16,-9-1-2-16,2 2 0 0,-2-5-6 0,0 3 2 0,-3-2 2 15,2-1 5-15,6-2-2 0,3 0 0 0,0-1-4 16,3 0-4-16,5-1 0 0,1-2-1 16,3 1-13-16,0 0-22 0,4-3-75 0,4 3-53 15,0 0-62-15,8-11-180 0,5 3-419 0,6-2 185 16</inkml:trace>
  <inkml:trace contextRef="#ctx0" brushRef="#br0" timeOffset="32291.48">9176 5086 329 0,'0'0'369'0,"0"0"-20"0,0 0-17 15,0 0-20-15,0 0-16 0,0 0-17 0,10-6-39 0,-10 6-32 16,0 0-34-16,0 0-52 0,4 0-52 0,-4 0-64 16,0 0-61-16,0 0-52 0,15-2-50 0,-8 2-64 15,0 0-204-15,5-3-459 0,-1 1 203 0</inkml:trace>
  <inkml:trace contextRef="#ctx0" brushRef="#br0" timeOffset="32877.96">9904 4968 75 0,'-4'-5'281'0,"-2"1"-18"15,-2-2-19-15,-3 0-21 16,0 4-13-16,-2-1-23 0,-6 1-16 0,-1 0-19 16,-8 4-13-16,-3-2-13 0,3 2-10 15,-4 5-11-15,2-2-14 0,-2 3-8 0,1-1-10 0,2 2-4 0,3 1-9 0,5-3-5 16,2 2-8-16,5 0-9 0,0-2-5 0,3 5 0 16,4-3-4-16,-3 0-2 0,5-2-4 0,2 2 3 15,2-2-3-15,2 2-4 0,2-3 1 0,2 2 0 16,5 0-5-16,-1-1 3 0,2-4 0 0,6 3 3 15,1-5 0-15,-4-1-2 0,3 0-1 0,2-1-2 16,1-6 13-16,-2 1 7 0,-1-1 10 0,-2-1 9 16,3-5 10-16,-6 0 16 0,2-1 7 0,-4-3 10 15,-1-1-2-15,2-7 0 0,1 1-14 0,-2-2 23 16,-5-3-6-16,3 0-6 0,-3 0-3 0,-1-2 0 16,1 2 8-16,-1 5 7 0,-3 5 2 0,3 1-2 0,-3 5-4 15,-1 2 1-15,4 3-9 0,-4 2-10 0,0-2-15 16,0 4-7-16,0-1-15 0,0 1-31 0,0 4-36 15,0 0-37-15,0 0 21 0,0 0 0 0,5 23 11 16,-5-4-4-16,-1 7 5 0,1 6 2 0,-1 2 16 0,1 12-24 16,-3-10 8-16,6-2 11 0,-3 2 3 0,1-2-2 15,1 0 4 1,1-6 6-16,4-2 1 0,-1-6-3 0,-2-2 3 16,-1-1-3-16,0-5-10 0,2-3 14 0,-2-1 1 15,-1-1 5-15,0-2 4 0,0 0 17 0,-1-2 5 16,2 1 14-16,-1 1 11 0,-2-5 6 0,4 0-7 15,-4 0-5-15,12-5-9 0,2-1-8 0,-3 2-26 16,4-7-31-16,-3 8-35 0,6-6-58 0,-4 1-49 16,4-1-48-16,1 2-46 0,-1-3-49 0,9 0-53 0,-9 3-310 0,2 2-724 15,2-5 320-15</inkml:trace>
  <inkml:trace contextRef="#ctx0" brushRef="#br0" timeOffset="33093.57">10721 4940 28 0,'0'0'441'0,"0"0"-14"0,0 0-56 0,0 0-37 16,0 0-11-16,0 0-33 0,0 0-27 0,0 0-41 0,7-12-28 15,3 9-64-15,3-2-51 0,2 1-54 0,6-1-64 16,-2 1-65-16,3-1-73 0,-3 2-83 0,0-2-165 0,-1 1-460 16,-5 1 204-16</inkml:trace>
  <inkml:trace contextRef="#ctx0" brushRef="#br0" timeOffset="33247.51">10749 5087 218 0,'-8'8'207'0,"1"0"-16"15,3-4-13-15,0 0 11 0,4 1 33 0,2 0 8 16,6-2-13-16,5-3-25 0,6 2-18 0,14-4-22 0,0-1-51 16,20 3-78-16,-14-8-90 0,14 2-128 0,-2-5-144 15,-14 3-367-15,-3-2 162 0</inkml:trace>
  <inkml:trace contextRef="#ctx0" brushRef="#br0" timeOffset="33895.18">11730 4933 87 0,'0'-9'287'0,"0"1"-15"15,0-2-12-15,4 2-10 0,-3 1-12 0,-1 1-5 16,3 3-22-16,-2-2-14 0,0 2-25 0,-1 3-20 15,1-3-24-15,-1 3-13 0,6-1-11 0,-6 1-12 16,6 7-5-16,0 1-7 0,7 5-8 0,-4 0-7 0,1 1-8 16,0 3-2-16,2 0-7 0,1 0-2 15,2 5-3-15,-6-5-7 0,1 0-3 0,-1-1-4 16,4-3-4-16,-4-1 12 0,-4-5-12 0,3 3 0 0,-6-5-4 0,2-1 5 16,0 0 57-16,1 0 46 0,-4-2 43 0,-1-2 0 15,0 0-29-15,11-17-13 0,-6 7-19 0,3-6-8 16,-1 0-10-16,2-7-11 0,-1-4-12 0,0-2-16 15,0-4-18-15,0-2-11 0,2-11-12 0,0 0-25 16,-2-2-19-16,1 3-34 0,0-2-21 0,-4 13-15 16,1 1-17-16,0 4-22 0,-1 4-18 0,-4 6-16 0,2 4-42 0,0 1-53 15,-3 3-62-15,1 2-224 0,2 1-599 0,-2 0 265 16</inkml:trace>
  <inkml:trace contextRef="#ctx0" brushRef="#br0" timeOffset="34226.49">12140 4499 288 0,'0'0'280'0,"-6"-3"-21"15,6 3-19-15,-9 0-20 0,9 0-24 0,0 0-17 16,0 0-17-16,0 0-19 0,0 0-10 0,0 0-15 0,0 0-10 0,0 0-2 15,0 0-9-15,37-4-4 0,-3 3-10 0,24-7-9 16,35-7-9-16,6 8-6 0,8-9-2 0,12 0-9 16,15 0-2-16,1 3-7 0,10 1-5 0,3-5-1 15,-5 3-4-15,-2 4-4 0,-6-3 1 0,-11 4-1 16,-14 0-5-16,-13 0 0 0,-34 2-4 0,-6 2-1 16,-17 1 5-1,-7 1-6-15,-1-3 0 0,-13 6-2 0,-5-3 0 0,-5 2 1 16,3 1 8-16,-6-3-4 0,-2 2-4 0,-4 1-24 15,0 0-18-15,0 0-20 0,-27-3-20 16,10 3-19-16,-2 2-33 0,3 0-26 0,-5 2-35 16,3-1-58-16,-1-1-183 0,0 3-458 0,0-3 203 15</inkml:trace>
  <inkml:trace contextRef="#ctx0" brushRef="#br0" timeOffset="34864.03">12699 4775 239 0,'0'0'301'0,"-3"-4"-19"0,3 4-23 0,-2-3-31 16,2 3-23-16,0 0-20 0,0 0-22 0,-2-5-20 16,2 5-16-16,0 0-15 0,0 0-8 15,-1 12-12-15,2-4-9 0,-1 4-8 0,0 4-7 0,0 1-8 16,2 5 3-16,-6 2-11 0,1 1-5 0,0 0-1 16,0 0-10-1,-1-6-1-15,0 1-1 0,2-5-4 0,0-3 0 16,1-4-5-16,0 0-4 0,-1-3 0 0,2 1 3 15,0 0 5-15,0-2 37 0,0 0 36 0,0-4 48 16,0 0-7-16,0 0-17 0,12-10-14 0,-5 0-23 16,4-3 11-16,0-3-22 0,1 1-5 0,3-6-8 15,0-1-14-15,3 1 5 0,0 1-11 0,-5 6-7 16,0 1-6-16,-6 3-8 0,4 2 13 0,-2 0-8 16,-6 3-9-16,3 1-13 0,-1 0-1 0,2 1 10 15,0 3-21-15,3 0-6 0,3 0-2 0,-1 6-2 0,6-1-16 0,0 0-9 16,4 3 15-16,2 2-28 0,-3-1-21 0,3 0-26 15,4 1-24-15,-8-3-25 0,5 4-21 0,-7-5-19 16,1 2-19-16,-2-3-16 0,-5-2-8 0,1 1-10 16,-3-4-3-16,3-3-178 0,-8 2-458 0,3-3 204 0</inkml:trace>
  <inkml:trace contextRef="#ctx0" brushRef="#br0" timeOffset="35112.32">13226 4925 1443 0,'7'-9'-50'0,"-6"-3"41"0,0-3 28 0,2-1 34 16,-3-2 22-16,0-1 13 0,-3-8 16 0,1 2 17 16,3 2 10-16,-5-3 6 0,3 1 19 0,-2 3 17 15,7 5 18-15,-5-2 9 0,1 8 7 0,0 0-3 16,0 0-11-16,0 5-18 0,0-1-20 0,0 3-16 15,0-2-23 1,0 6-17-16,0 0-38 0,0-5-17 0,0 5-4 16,0 0 11-16,1 20-17 0,-2-1 0 0,1 10-13 0,1 0 5 15,-1 8-2-15,0 9 1 0,-4 4-9 0,2-3 2 16,2 1 0-16,1-1-5 0,-2-10 5 16,2-1-3-16,0 1-18 0,2-3 14 0,-2-3 6 15,3-2-4-15,0-4 2 0,-3-6-20 0,3-2-17 16,-4-3-9-16,5 1-25 0,-5-8-18 0,4 4-14 0,-3-3 3 0,-1-3 12 15,3-2 12-15,-3-3-21 0,0 0-59 0,0 0-52 16,0 0-53-16,0 0-44 0,-3-25-241 0,2 13-575 16,2-4 254-16</inkml:trace>
  <inkml:trace contextRef="#ctx0" brushRef="#br0" timeOffset="35864.47">13267 4839 18 0,'0'-5'314'0,"0"-4"-13"0,0 3-17 0,0 1-22 16,2 0-19-16,-1 1-27 0,1 0-22 0,1-1-15 16,6 1-23-16,-2 4-15 0,10-2-12 0,-4 2-2 15,6 0-11-15,4 2-9 0,-4 1-12 0,8 3-6 16,-5 0-5-16,2 3-10 0,-2-1-12 0,-4-1-7 0,-3 1-11 16,0 3-6-16,-4-4-10 0,-4 3-8 0,0-2-2 15,-2 2-8-15,-3 0-4 0,-3-2 0 0,-7 2 1 0,-1-3-4 16,-4 3 2-16,-3 0-2 0,-3-1-2 0,0-1 3 15,-2-2 0-15,-7 2 1 0,10-3-13 16,-1 2-6-16,0-4-5 0,7-1-10 0,2 1 2 16,1-2-13-16,3-1-18 0,2 0-39 0,4 0-33 0,0 0-8 0,14-4-4 15,5-1 9-15,9-4 1 0,8-3-21 0,14-1-18 16,-1 1-12-16,0-1-146 0,2 2-357 0,3-1 157 16,0 2 1386-16,2-1-918 0,-5-2 29 0,-1 2 27 15,-14 5 20-15,-3-6 24 0,-2 2 27 0,-13 3 40 16,1 3 27-16,-4-6 28 0,-5 4 10 0,-1-3 3 15,0 3 18 1,-3-5-14-16,1 5 2 0,-6-2-6 0,2 3-13 0,-3-1-11 16,-3 1-13-16,-2-1-21 0,0 1-9 0,-6 2-14 15,0 0-11-15,-3 2-2 0,-2-1-16 16,-4 6-7-16,-1 1-6 0,-4 3-5 16,0 4-2-16,-2 0-8 0,0 6-3 0,3 0 0 0,2 4-10 0,-1-1 1 15,3 1-4-15,2-3 3 0,4-2-3 0,3-1-11 0,1-2-12 16,5-2 2-16,0 0-8 0,0-5-3 0,4 0 8 15,-1-2-4-15,4 2 16 0,-1-4 15 0,5-1 4 16,2 1 16-16,5-6-12 0,0 0 5 0,3-1-17 16,2-3 22-16,0 0 4 0,2-3 2 0,-3-2 4 15,7-1-3-15,1-1-5 0,-4-1 1 0,-3 4-11 16,1 1-4-16,-3-1 10 0,0 3-21 0,-2 0 4 16,-1 3-7-16,-3 1-7 15,-1-1-1-15,-1 3-3 0,2 2-1 0,1 3-1 16,0 3-6-16,-1 1 2 0,-2 3-2 0,2 5 4 15,3 1 4-15,-5 1 3 0,-2 2-7 0,3 3 0 16,-4 5-2-16,1-2 2 0,1 0 5 0,-3-6-2 16,-2 1 4-16,3-2-3 0,-2-2 0 0,-2-4-1 15,0-3-6-15,1 2 9 0,-1-6 3 0,0 1 2 16,-1-1 6-16,1-2 49 0,-1-3 43 0,2 5 51 0,-2-1 38 0,0-4 30 16,0 0 9-16,0 0-26 0,10-10-18 0,-2-2-20 15,-1-1-28-15,1-3-6 0,7-6-13 0,-2-1-21 16,0-4-12-16,6 3-7 0,-1-5-17 0,-4 0-12 15,4 3-17-15,-4 1-17 0,1 2-23 16,-5 6-32-16,1 4-43 0,-4 5-54 0,-2-1-71 0,1 2-101 16,-5 2-121-16,4 3-113 0,-2 2-410 0,-3 0-1022 0,0 0 452 15</inkml:trace>
  <inkml:trace contextRef="#ctx0" brushRef="#br0" timeOffset="76807.32">3852 7582 167 0,'1'-4'183'0,"-1"4"-1"0,3-6-2 15,-3 4-7-15,0 2-6 0,0-10 0 16,0 7-7-16,1-1 1 0,-1 0 2 0,3 0-9 0,-3 4-1 16,1-5-5-16,0 4-1 0,2-3-3 0,-3 4-13 15,1-7-11-15,-1 7-9 0,3-4-6 0,-3 4-6 16,0-3 3-16,0 3-21 0,5-3-10 0,-5 3-7 16,0-4-10-1,0 4-8-15,0 0-8 0,0 0-10 0,0 0-11 0,0 0 2 16,1 10-2-16,-1 1-9 0,0 2 1 0,0 11-2 15,-1 7 0-15,-7 5 0 0,3 14 1 16,-3-4 0-16,2 1-3 0,-4 1 2 0,1-1-4 16,5-13 1-16,-4 1-1 0,3-1 1 0,2-2-2 0,-3-3 4 15,3-3 1-15,-1-5-5 0,2-5 1 0,0 2 2 16,1-7-2-16,-2 0 2 0,2 1 10 0,-1-8-10 0,2 1 4 16,0 0 11-16,0 0 32 0,0-5 27 0,0 4 37 15,0-4 30-15,0 0 4 0,0 0-18 0,0 0-26 16,9-18-3-16,2 3-10 0,-1-2-8 0,3-10-11 15,3 0-20-15,-3-2-7 0,5 1-6 0,-4-1 1 16,0 0-8-16,0 3-3 0,-1 0-4 0,3 0-1 16,-4 1-6-16,-2 8-2 15,0-1-2-15,-2 3-2 0,0 5 1 0,-1 2 0 16,-2 0-9-16,-1 2 4 0,0-2-2 0,0 4 3 16,-1-1-2-16,2 3 0 0,-3-2-10 0,1 1 4 15,-3 3-5-15,6-3-8 0,-6 3-10 0,1-2-20 16,-1 2-5-16,0 0-19 0,0 0 5 0,0 0 1 15,0 0 8-15,0 0 3 0,-9 14 8 0,6-6 2 16,-4 1 1-16,1-2 9 0,-2 3 4 0,3-3-1 0,-1 1 6 0,1-3-3 16,0 1 1-16,1-2 4 0,0 1 4 0,1-3 4 15,-1 1 7-15,2 0 13 0,0 1 8 0,-2-3 12 16,4-1 17-16,0 0 2 0,0 0 9 0,-4 4 1 16,4-4-2-16,0 0-8 0,-4 3-7 0,4-3-1 15,0 0-6-15,0 0-9 0,0 0-3 0,-3 5-6 16,3-5-9-16,0 0 3 0,0 0-10 0,0 4 3 0,2 1-1 0,-1 2-7 15,1-1 5-15,1 5 2 0,3 3-2 0,1 3 0 16,0 2-5-16,5 4-2 0,2-1 5 0,-2 4 1 16,3-4 1-16,-2 1-4 0,1 0 6 0,-3-7 2 15,2 6 1-15,1-5-2 0,-5-3-23 0,1 1-12 16,-1 0-31-16,-1-7-34 0,-3 1-25 0,0-2-31 16,3-2-37-1,-5-1-38-15,0-2-79 0,-3-2-381 0,0 0-742 0,12-7 329 16</inkml:trace>
  <inkml:trace contextRef="#ctx0" brushRef="#br0" timeOffset="77477.75">4754 7602 118 0,'0'-10'289'0,"3"0"-16"0,-6 2 0 0,3-1-5 15,0 0-5-15,-1-2-7 0,2 6-8 0,2-2-4 0,-2 1-21 16,-1 3-29-16,0-1-20 0,0 0-20 0,0 4-23 15,0 0-21-15,0 0-13 0,0 0-12 0,0 0-5 16,0 15-14-16,-1 3-7 0,-2 10-5 0,2 2 7 16,-4 3-14-16,0 13-4 0,1 1-7 0,-5-1-5 15,6-1 4-15,3-11-4 0,-1 2 10 0,0-5-19 16,2-3-3-16,-5 0 16 0,4-2-16 0,0-8-7 0,-1-1 2 0,2-5 3 16,2-1-4-16,-3-1 9 0,0-3-13 0,1-3 3 15,-1 2 5-15,0-3-3 0,0 0 1 0,0-3 1 16,0 5 11-16,0-5-49 0,0 0-39 0,0 0-32 15,0 0-23-15,-1-13-23 0,-3 7-31 0,4 0-30 16,-4-3-40-16,3-2-52 0,-2-5-197 0,2 3-530 16,-3 2 234-1</inkml:trace>
  <inkml:trace contextRef="#ctx0" brushRef="#br0" timeOffset="77778.12">4492 7911 199 0,'-10'2'236'0,"1"-1"-13"0,2 0-5 0,0 1-15 16,3-1-9-16,-1 0-9 0,5-1-11 0,-7 2-8 0,7-2-14 15,-4 3-19-15,4-3 0 0,0 0-4 16,0 0-9-16,36-5 1 0,-7 2-24 0,8-2-8 16,2-2-12-16,19-2-5 0,-8 1-8 0,-12 0-5 15,-1 4-9-15,-1-1-5 0,-3 3 0 0,-3-4-7 0,-9 2-5 16,-3 4-5-1,-4-2 0-15,-2 2 0 0,-2 0-6 0,-1 0-3 16,-4-3-4-16,-5 3-2 0,9 0-6 0,-9 0 1 16,0 0-2-16,0 3-1 0,0-3-6 0,-10 4-11 0,0-1-8 15,-3 2-8-15,5-3-13 0,-1 2-17 16,-3-1-21-16,1-1-29 0,1 4-31 0,1-5-38 16,4 0-31-16,-3 2-220 0,2-3-463 0,6 0 206 15</inkml:trace>
  <inkml:trace contextRef="#ctx0" brushRef="#br0" timeOffset="78310.25">5122 7634 72 0,'0'0'313'0,"0"0"-9"16,4-2-5-16,-4 2-4 0,0 0-13 0,0 0-14 15,0 0-15-15,1-4-5 0,-1 4-27 0,0 0-17 16,0 0-20-16,0 0-24 0,2-5-18 15,-2 5-23-15,0 0-11 0,0 0-9 0,0 0-13 0,0 0-8 16,0 0-14-16,2 13-8 0,-2-4-16 0,2-1 20 0,-2 3-16 16,2 6 0-16,-2 4-9 15,-4 5-6-15,4 3-3 0,-2 0-1 0,0 4-2 0,1 1-1 0,-3-1-4 16,0-1-2-16,0 0-4 0,1-1 5 0,-1-5-10 16,3-6 5-16,-2-3 3 0,1-5-10 0,2-1 6 15,0-3 1-15,0 0 4 0,-2-1 1 0,2-4 50 16,-1 1 39-16,1-4 44 15,-1 6 35-15,1-6 32 0,0 0-17 0,0 0-18 16,14-10-17-16,-1-1-20 0,-1-2-13 0,2 0-14 16,4-6-14-16,4 2-3 0,-9 5-19 0,2-2-8 15,1 3-9-15,-6 2-6 0,-3 4-9 0,1-1-11 16,-1 4-8-16,-1-1-8 0,0 1-15 0,1 3-19 16,0 2-15-16,3 1-19 0,-1 2-11 0,2 4-7 15,1 0-14-15,0 6-28 0,-2 0-38 0,4-1-43 0,-2 4-60 0,-2-4-53 16,-4 4-70-16,3-5-119 0,-1 1-271 0,-3-3-822 15,0-3 365-15</inkml:trace>
  <inkml:trace contextRef="#ctx0" brushRef="#br0" timeOffset="79230.16">6392 7913 149 0,'0'0'228'0,"0"0"-17"0,-3-5-14 0,3 5-14 16,0 0-11-16,0 0-17 0,0 0-12 0,0 0-13 15,-3-1-12-15,3 1-8 0,0 0-15 0,0 0-6 0,0 0-14 16,0 0-1-16,0 0-10 0,0 0-5 16,0 0-8-16,0 0-3 0,0 0-6 0,0 0-6 15,0 0 0-15,0 0 1 0,0 0-4 0,0 0 2 16,0 0-3-16,12-5 0 0,-6 2-3 0,4 1-4 16,4-3-3-16,-3 0 3 0,5 0-7 15,2-2-3-15,1 2 0 0,-2-4 1 0,-2 4-3 0,4-3-1 16,-3 0-1-16,0 1-3 0,-4 3 4 0,-1-3-4 15,-1 3 0-15,-1-2 15 0,-2 1 12 0,-2 4 9 16,1-2 10-16,-3 1 4 0,1 1-2 0,-4 1 1 0,2-3-9 0,-2 3-6 16,0 0-5-16,0 0-3 0,-23 4-4 15,10 2-2-15,-6 1-6 16,0 6-3-16,-5 0-2 0,0 4-3 0,-2 1-1 0,3 2-7 0,0 0 3 16,5 1-1-16,0 3-7 0,3-3 4 0,0 0 0 15,7-1-2-15,0-3 3 0,3 0-4 0,4 0 1 16,1-6 2-16,2 2 1 15,1-2 3-15,3 1-1 0,7-1 6 0,1-2 5 0,4 0-8 16,10-2-12-16,3-5-22 0,2-2-42 0,3 0-54 16,0-2-74-16,-1-6-81 0,1 1-218 0,-3 1-532 15,2-1 236-15</inkml:trace>
  <inkml:trace contextRef="#ctx0" brushRef="#br0" timeOffset="80230.92">6837 8092 16 0,'-2'3'276'16,"2"-3"-26"-16,0 0-20 0,0 0-20 0,-4 1-8 15,4-1-13-15,0 0-23 0,0 0-16 0,0 0-13 16,11-6-14-16,-2 2-14 0,0 1-12 0,1-2-14 15,8 0-16-15,-1-3-10 0,2 1-12 0,3 0-11 16,2-4 0-16,2-1-3 0,-6 4-4 0,-2-4-3 16,-1 2 1-16,0 1-3 0,0-3-5 0,1-1 0 0,-4 1 8 15,0 2 9-15,-5 1 14 0,1 1 8 0,-5 0 17 0,3-1 9 16,-4 4 7-16,0-1 11 0,-3 1 1 0,2-1-2 16,-6 2-11-16,2-1-14 0,-2 0-11 0,-2 1-4 15,-4 1-8-15,-1 0-3 0,-3 2-3 0,-6 2-9 16,1 2-6-16,0 0-2 0,-3 2-4 0,0 0 3 15,1 4-10-15,0 0 1 0,1 1-6 0,0 1 1 16,5 1-9-16,0 1-15 0,1-1-10 0,3 1-6 0,1 1-8 0,5-2-9 16,5 1 1-1,2-1 0-15,6 2-2 0,5-1-3 0,5-4-3 0,8 1-7 0,7-4-8 0,1-3-5 16,1-2-6-16,0-1-5 0,2-5-1 0,0 0 6 16,-2-2 4-16,-2-4 6 0,-3 0 10 0,-3-1 16 0,-1-1 22 15,-9 3 42-15,0 0 47 0,-4 0 26 0,-1-1 25 31,-4 3 28-31,-3-2 34 0,2 4 23 0,-2-4 12 0,-3 6 14 16,0-2 14-16,0 2 0 0,0 0-18 0,-1 0-19 16,-1 2-23-16,-1 2-19 0,3-4-18 0,-2 1-21 15,-1 3-19-15,0 0-22 0,0 0-41 0,0 0-4 16,0 0-12-16,0 10-5 0,-1-3 0 0,0 1-5 16,-3 6-19-16,0 0-19 0,0 1-13 0,0 2-11 15,0 0-4-15,3-5-9 0,0-1-5 0,-3 1 5 0,3-4 5 0,0 0 8 16,-1-2 2-16,2-2 6 0,0 0 8 0,0-4 18 15,0 7 24-15,0-7 29 0,2 1 1 0,-2-1 1 16,0 0-5-16,10-12-4 0,-3 3-6 0,0 0-2 16,4-5-2-16,1-1-4 0,-2 1-1 0,5-9-6 15,-4 7-3-15,-1 2 0 0,0 1-3 0,-4 1-1 16,1 3-4 0,3 3 1-16,-6 1-1 0,-2-1-3 0,5 3-8 15,-5-1 4-15,1 1-16 0,1 1-22 0,-4 2-7 0,0 0-8 16,10 4-1-16,-5-2 1 0,3 4 0 0,0 0-2 15,-1 3-11-15,2-1-11 0,3 5-10 0,-1-1-19 16,1 2-16-16,-1 0-2 0,-1-6 1 0,-1 0-3 16,2 1 6-16,-1-4-9 0,-1 2 4 0,0-2 16 15,-3-3 10-15,2-1 10 0,-2-4 10 0,0-2 7 0,7-2 8 16,-4-1 6-16,0-3 14 0,-1-6 5 0,-1-1 11 16,1-1 6-16,1-8 9 0,0 1 2 0,4-4 4 0,-6-3 3 15,0-2 0-15,3 0 0 0,0-11 8 0,1 14 17 16,-7 1 25-16,0 13 26 0,-1 0 21 0,-2 8 9 15,1-2 2-15,-2 4-12 0,1 2-16 16,-1-1-9-16,0 3-24 0,1 3-30 0,-1 1 1 0,0 0-7 0,0 0 3 16,-8 21-4-16,-2 2 7 0,4 5 2 0,-2 5-9 15,-1-1 0-15,-1 4 3 0,1 10-4 16,0-11 5-16,2-1-5 16,4 0-3-16,-1-4-1 0,0 0 4 0,7-5 0 0,-3-6 0 0,1-3-21 15,-1-4-6-15,3-2-8 0,-3-2-1 0,0-1 1 16,1-3 7-16,-1 1 6 0,0-3 6 15,0-2-9-15,0 0-35 0,0 0-28 0,14-11-34 16,-12 0-33-16,4-1-52 0,-4 0-43 0,2-6-71 16,0-1-204-16,1 1-563 0,-1-2 250 0</inkml:trace>
  <inkml:trace contextRef="#ctx0" brushRef="#br0" timeOffset="80484.77">7684 7803 146 0,'-3'1'234'0,"0"2"-23"0,3-3-19 0,0 0-13 16,-5 3-8-16,5-3 2 0,0 0-9 0,15 1-13 15,-1-2-9-15,18-2-10 0,4 0-6 0,14 1-3 16,1-3-12-16,3 3-9 16,-15-1-13-16,15 0-7 0,-20 2-9 0,0-2-9 15,-4 1-4-15,-9 1-1 0,-1 0-5 0,-8-1-18 16,-1 2-7-16,-2 0-1 0,0 0-3 0,-5-1-4 15,-4 1-14-15,0 0-15 0,0 0-19 0,0 0-11 16,-22-3-11-16,11 3-11 0,-6 0-14 0,-1 0-17 16,2 3-29-16,3-3-32 0,1 1-51 0,-3-1-158 15,5 2-390-15,2 0 173 0</inkml:trace>
  <inkml:trace contextRef="#ctx0" brushRef="#br0" timeOffset="81436.38">8310 7763 217 0,'0'0'342'0,"0"0"-36"0,0 0-34 16,8 0-28-16,-8 0-29 0,0 0-21 0,7 1-22 0,-3 2-17 16,-1 1-16-16,2 3-16 0,-1-2-11 0,3 2-13 15,-2 3-11-15,1-3-7 0,0 5-11 16,-1-1-5-16,3 3-5 0,-1 0-4 0,-3 0-9 15,-1-1-3-15,2-2-3 0,-1 1-2 0,-3-1-6 0,-1 2-1 0,3-2-3 0,-3-3 8 16,0-1-7-16,0-1 6 0,-3 0-2 16,3-2 10-16,0 1 5 0,0-2 19 0,0-3 19 15,0 0 23-15,3 7 28 0,-3-6 18 0,0-1-3 16,0 0-12-16,0 0-17 0,0 0-14 0,0 0-9 0,-4-13-14 16,2 6-16-16,4 1-7 0,-1 0-18 0,2-1-22 15,1-2-20-15,-2 0-23 0,6 1-21 0,6-3-27 0,3 1-9 16,1 1-10-16,10-4 3 0,1 4 4 0,3-1-1 15,1 3 1-15,3-2 8 0,-4 2 1 0,4 0 7 16,-4 1 11-16,1 0 0 0,-6-1 6 0,-7 3 4 16,2-2 8-16,-7 4 11 0,-2 0 21 0,-4-1 25 15,0 1 30-15,-5 0 22 0,2 1 15 0,1-1 7 0,-5 1 0 16,-2 1-11 0,0 0-11-16,0 0-8 0,0 0-15 0,0 0 0 15,-28 3-7-15,15 0-13 0,-6 4 6 0,1-2-12 16,0 6 0-16,-1-2-1 0,-4 5-10 0,7 1 4 15,-2-3-3-15,4-2 0 0,1 2-8 0,0 1-2 16,7-3-9-16,-1 0-8 0,1-2 12 0,2-3-17 16,3 2 3-16,-2-3 4 0,3 0-2 0,4-1 12 15,0 0 7-15,2-2 3 0,7-1 6 0,0-2-4 0,5-3 7 0,2-1-2 16,-1-4 1-16,6 0 4 0,1-4 1 0,-8 3 2 16,-1 0-7-16,2 0 0 0,-5 1 5 0,0 0 1 15,-2 1 2-15,-2 3 4 0,-1 3 3 0,-4-1 1 16,0-1-4-16,-1 1-6 0,1 1-8 0,-1 3 1 15,-4 0-4-15,5-5-11 0,-5 5-13 0,5 0-9 16,-5 0-6-16,0 0 0 16,8 3 1-16,-4 2-5 0,-2-2-1 0,2 2 2 15,1 0-4-15,0 0-2 0,-1 2 1 0,1-3-16 16,0-2 17-16,1 3-1 0,0 0 6 0,-1-1 4 16,0-2 10-16,0-1-1 0,0-1 0 15,-5 0 6-15,16-5 1 0,-10 3 8 0,3-6 9 0,-4 1 3 0,5-1 5 0,-5-1 2 16,7-5 6-16,-3-1 11 0,0 1 10 0,-3-4 11 15,2 1 6-15,2-5 11 0,-5 4 12 0,8-11 9 16,-9 10 4-16,3 1 21 0,0 1 11 0,-3 2 6 16,-2 3-1-16,0 0 7 0,-1 3-15 0,0 1-10 15,2 3-9-15,-2 1-10 0,0-3-17 0,1 2-8 16,0 3-17-16,-2 2-5 0,0-4-14 0,0 4-22 16,0 0-22-16,0 0-24 0,0 0-9 0,0 0 0 15,0 0 2-15,-2 11 5 0,-2-1 3 0,1 2 4 0,-1 7 1 0,-5 6 4 16,0-1 1-16,3 3 3 0,-3 0 3 0,3-2-1 15,-1 1 1-15,1-1 1 0,2-8 3 0,0 1-1 16,2-5 1-16,-1 1 2 0,3-2 1 0,-1-1 3 16,-2-4-4-16,6 0 2 0,-2-2 4 0,-2 0 5 15,2 0 12-15,-1-2 6 0,0 1 8 0,5-1 10 16,-1-2 4-16,10 2-10 16,4-6-3-16,11 2-4 0,3-4-42 15,0-2-86-15,5-3-144 0,-1-5-167 0,14-8-604 0,-12 7-1101 16,8-8 487-16</inkml:trace>
  <inkml:trace contextRef="#ctx0" brushRef="#br0" timeOffset="82920.84">10471 7663 47 0,'0'-3'381'0,"0"3"-10"0,0 0-7 16,-1-9-12-16,2 7-11 0,-1 2-19 0,0-4-23 15,0 4-25-15,0 0-32 0,-1-7-28 16,1 7-18-16,0 0-30 0,0 0-27 0,0 0-17 0,0 0-22 0,0 0-13 0,0 0-11 15,-3 16-11-15,2-5-3 0,0 1-11 0,-3 4 0 16,0 1-2-16,1 1-3 0,-1 3-12 0,-1 3-3 16,1-4 12-16,1-3-21 0,0 0 5 0,1-4-4 15,1-1-1-15,-2-4-3 0,3 0 3 0,-1-3-8 16,-3 0 17-16,4-1-12 0,0 0 18 0,0-4 5 16,0 6 43-16,0-6 29 0,0 0-2 0,0 0-12 15,11-10-8-15,-3 2-8 16,-1-3-4-16,4 0-8 0,1-6-6 0,-1 1-9 15,7-7-5-15,-4 2-6 0,-1 4-8 0,0 4 0 16,-2 0-7-16,-2 4-4 0,-4 1-3 0,0 1-5 16,1 2-5-16,1 0-3 0,-3 2-7 0,-2-1-6 15,1 3-5-15,-3 1-5 0,0 0-12 0,13 4 3 16,-7 0-8-16,-2 1-1 0,1 3 3 0,0 3 0 16,3-1 9-16,-2 2-2 0,2 2 3 0,0 1-1 0,-2 0 5 0,3-1 2 15,-1 1 6-15,-3-5-5 0,1-2 5 0,-1 0 4 16,0-2-6-16,-2 1 6 0,2-5 3 0,-2 1 3 15,0-1 14-15,3 0 16 0,-3 1 9 0,-3-3 13 16,16-8 5-16,-5 4-4 0,1-5-7 0,-1-2 0 16,3-3-5-16,2 2-3 0,4-8-7 0,-2 1-5 15,0 1-3-15,-2-3-3 0,-3 7-1 0,0 2-5 0,-4 0-1 0,0 4 1 16,-4 3-6-16,0-2-6 0,-1 4-9 0,0-1-13 16,-2 1-17-16,0 1-26 0,-2 2-24 0,6-1-24 15,-6 1 12-15,0 0 13 0,10 9 4 0,-3-5 4 16,0 7-7-16,3-5-6 0,5 9-9 0,2-3-12 15,10 2-6-15,1 0-12 0,7-2-9 0,3-1-16 16,11 2-9 0,3-6-4-16,2-1-5 0,-2-5-2 0,-12-2 5 15,12-1 10-15,-12-2 16 0,-3-2 12 0,4-2 14 0,-9-2 12 16,-2 1 12-16,-3-2 29 0,-4-1 31 0,-5 3 36 16,-4-4 29-16,0 4 21 0,-6-3 30 0,-3 2 19 15,0 0 18-15,-1-3 10 0,-3 5 2 0,-2-1 1 16,0 2-11-16,-2-1-10 0,-2 1-16 0,0 2-8 15,-3-2-13-15,-1 3-11 0,-1 1-6 0,0 0-13 0,-2 3-3 16,-3 0-3-16,2 3-12 0,-5 1-1 0,0 4 0 16,2 2-9-16,-2 1-8 0,4 2 3 0,-1-1-2 0,2 2 0 15,1 1-1-15,2 1-20 0,1-3-7 0,4 1 0 16,1-1-4-16,4-1-12 0,3-1 6 0,-2-1 4 16,4 1-3-16,2-2 10 0,-1-2 1 0,4-2 5 15,3 1 5 1,0-2 2-16,-1-3-2 0,6-1 4 0,-4-3-4 15,0 1 12-15,-1-4 4 0,-2 3 11 0,1-4 6 16,-2 2-1-16,2-3-3 0,-4-1 1 0,-1 0 1 16,1 0-5-16,-4-3-2 0,-3-1-4 0,4 3 0 0,-4-1-3 15,-1 2-6-15,-1-3-8 0,-1 3-10 0,-2 0-14 16,0 2-22-16,0 2-19 0,0-2-12 16,-1 3-37-16,0 0-24 0,-4-1-39 0,1 3-49 0,2-1-41 0,0 2-38 0,6 1-309 15,-12 1-662-15,8 3 293 0</inkml:trace>
  <inkml:trace contextRef="#ctx0" brushRef="#br0" timeOffset="83453.07">11910 7613 2 0,'4'-5'434'0,"-4"1"12"0,0 0-10 15,4 0-29-15,-4 4-37 0,1-4-40 0,-1 4-39 16,1-2-28-16,-1 2-31 0,0-5-20 0,0 5-31 15,0 0-24-15,0 0-27 0,0 0-19 0,0 0-11 0,0 0-12 16,7 11-7 0,-7-5-11-16,1 0-7 0,3 4-10 0,-3 0-1 15,2-2-6-15,-2 3-13 0,-1-1-7 0,3 1-14 16,-2-2 1-16,-1-6-4 0,1 6-3 0,-1-7-1 16,0 3 4-16,2 1 2 0,-2-2 3 0,0-4 5 15,2 2 8-15,-2-2 23 0,1 3 23 0,-1-3 30 16,0 0 22-16,0 0 5 0,0 0-8 15,0 0-12-15,0 0-6 0,12-9-9 0,-11 2-11 0,5 1-11 0,-3 2-8 0,6-7-10 16,-4 5-3-16,0 0-2 0,-1 1-10 0,0 1-3 16,-2 1-6-16,1 0-7 0,0 1-3 0,-3 2-5 15,6-5-5-15,-6 5-4 0,2-1-3 0,-2 1-6 16,0 0-4-16,0 0-2 0,13 8-3 0,-9-3 0 16,1 0 2-16,1 3-10 0,1 1-4 0,-1 3 1 15,1-3-11-15,4 4 0 16,-4-1 5-16,-1-3-2 0,0 2 6 0,0-5 0 15,1 2 6-15,-6-1-2 0,3-2 3 0,0-2 6 16,1 2 4-16,-2-1 9 0,-2-4 30 0,3 3 22 16,-4-3 7-16,0 0-6 0,11-6 0 0,-3 4-7 15,0-5-2-15,2-1-6 0,0-4-5 0,3 2-2 16,0-3-6-16,1-2-4 0,4-4-4 0,0-2-12 16,-3 6-19-16,-2 2-18 0,3 1-26 0,-3 0-14 0,1 2-32 0,0 0-34 15,3 1-38-15,-7 4-39 0,3 1-20 16,-3 1-21-16,3 1-27 0,-1 3-14 0,-1 0-24 0,3 2-14 15,-4 1-44-15,0-3-210 0,0 6-635 0,-2-2 282 16</inkml:trace>
  <inkml:trace contextRef="#ctx0" brushRef="#br0" timeOffset="84321.65">12509 7700 124 0,'0'0'247'16,"0"0"1"-16,-1 6-1 0,1-6 1 0,0 0-2 15,0 0-2-15,0 0-4 0,-2 2-13 0,2-2-15 16,0 0-15-16,0 0-18 0,3 2-8 0,-3-2-11 15,0 0-19-15,0 0-16 0,0 0-17 0,12-2-15 16,-6 1-20-16,2 0-10 0,2-2-13 0,4 2-12 16,-1-3-7-16,10-1-15 0,-4 2-16 0,-2 2-8 0,1-6-8 15,-2 2-3-15,2-1 0 0,-2-2 2 0,0 2 2 0,0-1 7 16,-4 0-7-16,-3-2 3 0,3 0 9 0,-5 1 12 16,1-1 15-16,-4 3 10 0,0-2 6 0,0-1 27 15,-3-2-6-15,0 5-1 0,-2-1 2 16,1 2-2-16,0-1-6 0,-4 0-8 0,3 2-11 0,-3 0 3 15,-1 1 7-15,-3-1-23 0,-2 2-10 0,2 3-9 0,-1 0 7 16,-3 3-17-16,1-1 2 0,1 1-4 0,-5 8-2 16,2-4-1-16,2 2-3 0,0 2-2 0,2-3-7 0,-1 4-3 15,2 1-5-15,2-1-3 0,2-1 0 0,2-1 2 16,-1 3-3-16,8 0-1 0,3 0 7 16,-2-2 2-16,8 0 6 0,2-3-3 0,1 2 3 15,2-5-3-15,2 0 4 16,6-1-2-16,-3-4 4 0,3-3-1 0,1-2 3 15,0-2 5-15,-3 0 10 0,-4-1 18 0,0-1 16 16,-5 1 17-16,2-4 20 0,-4-1 27 0,-1 6 28 16,-4-2 19-16,-1 1 16 0,-1 0 11 0,-3 2 4 15,3 0-4-15,-2-1-9 0,-1 2-15 0,-2 2-18 16,2 0-13-16,0-1-16 0,-3-1-11 0,-1 4-16 16,0 0-16-16,0 0-22 0,5-2-24 0,-5 2-30 0,0 0-13 0,0 0 5 15,0 9 2-15,0-5-1 0,-1 5 1 0,1 0-5 16,0 3-13-16,-1-3-4 0,-2 3-3 0,3 0-3 15,-5 1 5-15,5-3-4 0,0 1 12 0,0-5 4 16,0 1 5-16,0-3 6 0,0 1-2 0,0-2 24 16,0-3 24-16,4 6 19 0,-4-6 7 0,0 0-3 15,0 0 5-15,19-10 4 0,-9 3-5 0,0 1 1 0,-1-2-9 0,0-3-2 32,4-2-5-32,-1 1-2 0,-2 2-2 0,1 1-9 0,-2-3 0 0,1 6-4 0,-2-1-1 0,-1 0-2 31,-1 2-5-31,-1 2 0 0,0-1-5 0,0-1-1 15,0 4-11-15,2 0-14 0,-1-1-14 0,-6 2-8 16,14 2-8-16,-5 0-8 0,0 3 1 0,4 0-3 16,-2-1-11-16,2 2-9 0,2 1-13 0,2 0-14 0,-2 0 1 0,-2-2-1 15,1-1 2-15,-5-3 5 0,3-1 25 0,-1 2 1 16,-3-5 9-16,-2 2 3 0,2-3 17 0,-2-7 4 16,2 4 13-16,-2-3 24 0,-1-1 20 0,-1 0 25 15,0-6 17-15,-4 2 21 0,5-3 19 0,-2 3 12 0,-2-3 9 16,2-1 11-16,-2 0 10 0,2-5 5 0,-1 5 1 15,-1 1 3 1,-1 2 8-16,3 1 0 0,-3 4-11 0,-3 3-16 0,3-1-15 0,3 5-13 0,-6 0-27 0,3 0-38 16,0-1-57-16,0 5-53 0,0 0-13 0,0 0 17 15,0 0-1-15,-6 17 4 0,5 0 13 0,-2 1 7 16,-1 8 8-16,-1 1-2 0,1 2-22 0,-1 0-20 16,5 1-20-16,0-4-17 0,0-7-26 0,0 1-18 15,-4-3-21 1,4 1-12-16,0-7-25 0,-2-1-35 0,-1 2-10 15,6-8-37-15,-3-3-272 0,0-1-626 0,0 0 276 0</inkml:trace>
  <inkml:trace contextRef="#ctx0" brushRef="#br0" timeOffset="84553.11">13400 7524 259 0,'-5'-3'269'0,"1"0"1"0,-1-2 0 0,1 2-7 0,0 0-10 15,2 0-12-15,2 3-11 0,-3-2-8 0,0-1-7 16,3 3-2-16,0 0-32 0,0 0 7 0,13-3-17 15,3 2-7-15,13-2-10 0,12 0-13 0,10-1-16 0,8 1-12 16,5-1-7-16,2-1-16 0,-2 3-8 16,0-4-3-16,-8 2-14 0,-20 1 0 0,-3 3-7 15,-11-3-5-15,-4 1-1 0,-3-1 18 0,-6 2 8 0,-1-2-4 0,-1 3 3 32,-1 0-19-32,-3-2-28 0,-3 2-45 0,0 0-60 15,0 0-67-15,0 0-58 0,-31 1-74 0,13 0-98 16,0 2-279-16,0 0-704 0,5-2 312 0</inkml:trace>
  <inkml:trace contextRef="#ctx0" brushRef="#br0" timeOffset="85785.04">15749 7773 205 0,'-3'2'216'0,"3"-2"-21"15,-2 3-19-15,2-3-19 0,0 0-19 0,-2 4-9 16,2-4-16-16,0 0-15 0,0 0 5 0,0 0 6 16,7 4 6-16,-7-4-2 0,10 2 1 0,-1-4-3 15,1 0-1-15,3-1-1 0,2-4-1 0,2-1-1 16,-2 0 10-16,6-9 9 0,-5 4 7 0,6-7-1 16,-3 1 11-16,2-5 7 0,-4-1 0 0,1 1-9 0,4-2-3 0,-4-3-12 15,1 3-3-15,0-3-13 0,-2 1 0 0,0 0-5 16,-3 6 6-16,-4 2 5 0,-3 2 3 0,2 5-11 15,-3 4 4-15,-1-2-11 0,0 6-10 0,-3-2-10 16,1 2-13-16,-1 1-9 0,0 1-25 0,-2 3-36 16,2-4-46-16,-2 4-9 0,0 0 0 0,4 9 9 15,-1 2-1-15,-1 0 8 16,0 7 11-16,-1 7 1 0,0 1 1 0,1 3 6 16,0 1-1-16,-1 0 2 0,2-3 7 0,-1 3 4 15,3-1 3-15,-1-2 0 0,0-8 8 0,0 1-2 16,3-4 1-16,-3-6-5 0,0 2 9 0,0-2-6 15,1-5 8-15,-1 0 17 0,1-1 16 0,5-4 13 16,-1-4 3-16,9-1-4 0,-1-6-4 0,7-1 4 16,-4-7 0-16,2 1 4 0,0 0 3 0,0-5-1 0,-1 0-5 0,1 1-4 15,-3-2-6-15,3-5-2 0,-4 7 1 16,0-1 11-16,-3 2 6 0,-6 7 5 0,-1 2 13 0,-2 4 7 16,2-1-10-16,-4 2-7 0,-1 2-12 0,2 2-6 15,-3-1-18-15,-1 1-30 0,-1 3-31 0,3-3-35 16,-3 3-5-16,0 0 6 0,2 13 6 0,0-4 16 15,-4 3-7-15,1 8 7 0,-2-1 2 0,2 7 6 0,1 4 4 0,0 0 10 16,4-1 0-16,0-1 4 0,2-1 3 16,-1-3 0-16,5 4-6 0,1-6 15 0,-2-5-15 15,3 0-15-15,3-6-34 0,2 1-52 0,5-5-62 0,0-3-90 16,11-1-106-16,-1-3-368 0,1-5-809 0,-1-4 359 16</inkml:trace>
  <inkml:trace contextRef="#ctx0" brushRef="#br0" timeOffset="86408.19">16963 7652 135 0,'-3'-6'362'16,"3"0"-13"-16,0 1-19 0,0-1-21 0,0 2-12 15,0 1-25 1,0 3-31-16,3-5-24 0,-3 2-29 0,0 3-19 0,0 0-18 16,2-3-12-16,-2 3-24 0,0 0-9 0,7 9-15 15,-6-1-12-15,0 3-4 0,2 4-7 16,-2 2-10-16,0 1-3 0,-2 1 12 0,0 1-7 0,0 6-4 15,1-2-6-15,-4-3-6 0,1 2 0 0,2-2-7 16,-2-3-3-16,1-1-6 0,-1 0-1 0,2-6 3 16,1-2-8-16,-2-1-3 0,4-3 5 0,-4 0-2 0,2-2 20 0,2 1 52 15,-5-1 41-15,3-3 37 0,0 0 28 0,0 0-20 16,0 0-15-16,12-10-19 0,-4 2-11 16,-1-6-17-16,6 0-10 0,-1-4-12 0,4-3-10 15,1-2-9-15,1 1-7 0,-3-1-5 0,4 2-7 0,-5 5 8 16,-1-5 20-16,-3 7-12 0,0 2 7 0,-1 0 2 15,-1 4 1-15,-3-1 15 0,0 3-19 0,0 2-6 0,-1-1-14 16,0 3-22 0,-3-1 14-16,2-2-12 0,-3 5-23 0,2-2-18 0,-2 2-2 0,0 0-15 0,3-4-26 0,-3 4-12 15,0 0 1-15,0 0 4 0,-5 14 8 0,1-6 0 16,-3 1 7-16,-1 3 3 0,-4 2 3 0,2-2 3 16,1 0 2-16,-1 0 3 0,2-5 3 0,0 3 0 15,0-2 1 1,2-1 1-16,2-3 2 0,1 2 0 0,0-2 4 15,3-1 0-15,-4 1-4 0,2-1 5 0,2-3-3 16,-2 4 1-16,2-4-18 0,2 4-3 0,-4 0 8 16,6 1 1-16,0 0 0 0,2 2 9 0,4 1 2 15,3 4 0-15,4 0 4 0,0 0 0 0,7 5-6 16,-3 1-44-16,1-2-47 0,1 1-50 0,0 0-59 0,3-1-75 16,-3 1-88-16,1-4-485 0,-1 0-934 0,-3-5 413 0</inkml:trace>
  <inkml:trace contextRef="#ctx0" brushRef="#br0" timeOffset="87125.39">18041 7481 3 0,'0'0'253'0,"0"0"-10"0,-6-2-9 15,6 2-14-15,0 0-15 0,0 0-23 0,0 0-12 16,0 0-9-16,-8-1-11 0,8 1-3 0,0 0-4 15,0 0 5-15,0 0-14 0,0 0-9 0,0 0 2 16,0 0-16-16,0 0-12 0,22-3-11 0,-9 2-9 16,6 1-10-16,6-2-7 0,8 1 6 0,-2-3-37 0,1 5-31 0,0-3-44 15,-3 2-47-15,1-2-61 0,-2-1-61 0,-9 0-246 16,4 3-497-16,-4-2 220 0</inkml:trace>
  <inkml:trace contextRef="#ctx0" brushRef="#br0" timeOffset="87341.35">18127 7680 64 0,'-5'2'356'15,"1"2"-21"-15,0-1-24 0,4-3-17 0,-5 0-27 16,5 0-11-16,-3 2-16 0,3-2-21 0,0 0-23 0,0 0-20 0,27 0-18 15,0-1-38-15,6 1-40 0,8-4-67 0,10 3-87 16,-11-2-107-16,-2-2-291 0,-1 0-511 0,-1 1 226 16</inkml:trace>
  <inkml:trace contextRef="#ctx0" brushRef="#br0" timeOffset="88813.88">19146 7146 284 0,'0'-17'301'0,"0"5"-12"0,0 1-18 0,2 1-10 15,-2 2-23-15,0 2-18 0,0-2-20 0,0 5-20 0,1 0-24 16,-1-1-25-16,0 4-21 0,0 0-12 16,0 0-13-16,-1 14-6 0,-2 3-7 0,1 8-8 15,-3 7-6-15,0 4-6 0,-3 12-4 0,-4-1-8 16,5 1-2-16,0-2-5 0,-2 1-3 0,7-10-4 0,-1-6 14 15,-1 16-19 1,-1-16 0-16,4 1-4 0,1-3 3 0,0-3-4 16,0 3-4-16,1-12 1 0,-1 0 3 0,4-4-6 15,-4-1 1-15,0-1-1 0,0-4-3 0,0-2 3 0,1 2 1 16,-1-4 3-16,0 1 2 0,0-1 11 16,0-3 16-16,-1 5 8 0,1-5 3 0,0 0 5 15,0 0-23-15,0 0-33 0,0 0-40 0,-5-12-35 16,1 1-33-16,3 1-41 0,-3-6-32 0,4-7-56 0,-3 1-288 0,2-3-565 15,1-6 250-15</inkml:trace>
  <inkml:trace contextRef="#ctx0" brushRef="#br0" timeOffset="88986.13">19148 6938 262 0,'1'-11'306'0,"2"4"-31"0,-1-2-23 16,-1 2-26-16,3 2-27 0,4-2-21 0,2 3-16 15,2 1-18-15,4 2-16 0,6 2-11 0,6 1-13 0,0 3-9 0,2 5-23 0,-1 0-51 16,-2 2-46-16,1 4-45 0,1 1-50 16,-1 3-61-16,-6-1-177 0,-4 1-388 0,-3 1 173 15</inkml:trace>
  <inkml:trace contextRef="#ctx0" brushRef="#br0" timeOffset="89245.68">19155 7932 201 0,'-3'4'212'0,"0"0"-23"0,2 1-11 16,-2-4-13-16,3-1-11 0,-2 5-12 15,0-3-9-15,2-2-8 0,-1 4 1 0,1-4 9 16,0 0 2-16,6 4-2 0,1-2-8 0,3-2-16 0,8 0-5 15,2-1-10 1,12-3-14-16,0 0-9 0,4-3-12 0,1 3-32 16,-1 1-46-16,0-2-59 0,-1 2-66 0,0-1-82 15,-7-1-153-15,-6 0-407 0,-4 3 180 0</inkml:trace>
  <inkml:trace contextRef="#ctx0" brushRef="#br0" timeOffset="89546.42">19103 7544 203 0,'0'0'341'0,"-4"1"-34"0,4-1-25 15,-5 3-23-15,5-3-24 0,0 0-21 0,0 0-14 16,0 0-21-16,13 2-20 0,5-2-13 0,10-5-18 0,10 1-27 0,17-1-45 16,0-3-70-16,0 1-93 0,4-1-115 0,-5-3-190 15,-5-1-445-15,-14 5 197 0</inkml:trace>
  <inkml:trace contextRef="#ctx0" brushRef="#br0" timeOffset="92582.48">20120 6745 50 0,'0'0'150'0,"0"0"-8"0,4-2-14 0,-4 2-7 0,0 0-7 15,0 0-3-15,0 0-1 0,0 0-5 16,0 0 4-16,0 0-2 0,0 0-3 0,0 0 0 0,0 0-3 0,0-4 2 0,0 4-2 16,0 0-1-16,0 0-1 0,0 0-2 15,0 0-4-15,0 0-8 0,3-4-5 0,-3 4-19 16,0 0 1-16,0 0-5 0,0-4-1 0,0 4-6 0,0 0 0 15,0 0-3-15,0-6-8 0,0 6-2 0,0 0-1 16,0-5 1-16,0 5-2 0,2-5 4 0,-2 5 2 16,0 0-3-1,-2-4 4-15,2 4-9 0,0 0-5 0,0 0-2 0,0 0-6 16,0 0-2-16,0 0-2 0,0 0-1 0,0 0-2 16,-2-5-24-16,2 5-21 0,0 0 2 0,0 0 3 15,4 12 0-15,-4 0 1 0,0 3 1 0,0 5 3 16,-5 9 3-16,1 20 3 0,-6 7 2 0,-3 3 3 15,-7 23 2-15,-3 3 1 0,-7-7 3 0,9-20 2 16,-2-1-3-16,-7 19 6 0,11-21 0 0,-1-7 0 0,1 3 3 16,3-4 3-16,-2-4-4 0,5-13 2 0,1-4-3 15,0 0 0-15,1-2 1 0,2-7-2 0,2-4 4 16,2-4 1-16,0 0 5 0,2-2-8 0,1-3 26 16,-3 0 20-16,4 2 32 0,-1-4 2 0,2-2-5 15,0 0-11-15,0 0-8 0,-6-13-7 0,6 4-8 16,3-2-5-16,2-2-7 15,2-3-6-15,2-1-12 0,3 3 2 0,6-5-6 16,-4 5 0-16,1 2-3 0,0 2 10 0,3 0-15 0,-4 6-2 16,4 1 1-16,0 0-1 0,-1 5-3 0,-1 5-2 15,2 1 3-15,-1 5-1 0,0 8-3 0,-2 5 4 16,-4 3 0-16,-2 3-2 0,-5 16-4 0,-3 5 2 16,-6 1 3-16,-6 0 0 0,-1 1 2 0,-6 0 0 15,2 4-1-15,-6-4 3 0,3 1-2 0,1-5 1 0,-3-5 1 16,6-2 0-16,1-12-2 0,4-1 4 0,1-5-3 15,1-6 5-15,2-4-2 0,1 1 0 0,2-6-2 16,1 1 3-16,2-6 3 0,0 2 1 0,2-1 23 16,6-2-13-16,1 0 0 0,9-3 6 0,3-2-4 15,6-3 1-15,4-1-3 0,2 1-6 0,-1-1 2 16,0-1-5-16,-3 0 2 0,3 1-2 0,-4 1-3 0,2-2-1 0,-15 3 7 16,4 2-4-16,-6-1-5 0,0-1 4 0,-5 2-6 15,-2-1-5-15,0-1-7 0,0 1-5 0,0-2-17 16,-4 0-34-16,-2 3-44 0,-1-5-48 0,-2-2-39 15,-1 2-44-15,-3-4-255 0,-1 1-539 0,2-2 239 16</inkml:trace>
  <inkml:trace contextRef="#ctx0" brushRef="#br0" timeOffset="93052.52">21292 7124 149 0,'0'-3'294'0,"4"-1"-27"0,-4 4-27 16,1-4-25-16,-1 4-25 0,0 0-20 0,0 0-19 0,0 0-17 15,0 0-10-15,-19 16-15 0,4 0-12 0,-5 5-10 16,-4 2-7-16,-1 6-11 0,-2-3-14 0,-6 9-3 16,-1 2-5-16,10-10-7 0,1 1 0 15,-3 1-7-15,6-2 0 0,-3 2-6 0,2-3 1 0,1 2-6 16,2-2-20-16,0-5-15 0,2 1-24 0,4-6-25 0,0-3-19 16,3-3-26-16,0 0-23 0,2-3-40 0,0-3-190 15,3-3-389-15,0-1 173 0</inkml:trace>
  <inkml:trace contextRef="#ctx0" brushRef="#br0" timeOffset="93305.4">20887 7318 139 0,'3'-18'281'0,"-1"1"10"0,1 6 2 0,-1 2-5 16,2 2-15-16,-3-1-26 0,0 0-29 0,1 4-27 16,0 1-8-16,1 1-37 0,-3 2-17 0,0 0-14 15,9 9-15-15,-3 1-8 0,3 5-9 0,0 2-6 16,5 8-5-16,-2 2-10 0,1-1-7 0,0 3-3 15,3 2-2-15,-1-1-4 0,3 1-9 0,-1-2 12 16,-2 0-13-16,-1-3-6 0,-1 3 2 0,2-6-9 0,-2 0 2 0,-5-7-1 16,0-1-13-16,-1-4-23 0,-4-2-15 0,0-2-14 15,-1-2-6-15,0 2 10 0,0-2-9 0,0 0 2 16,1-2-12-16,-3-3-25 0,0 0-52 0,0 0-44 16,0 0-29-16,0 0-65 0,-12-13-158 0,10 9-465 15,3-2 206-15</inkml:trace>
  <inkml:trace contextRef="#ctx0" brushRef="#br0" timeOffset="93783.82">21725 7478 35 0,'-11'-3'263'16,"4"3"-15"-16,2-1-20 0,5 1-11 0,-9-2-21 15,9 2-14-15,-9 0-18 0,9 0-11 0,0 0-20 16,0 0-11-16,-6 0-6 0,6 0-9 0,0 0-10 0,0 0-7 16,0 0-6-16,-7-1-8 0,7 1-7 0,0 0-7 15,0 0-6-15,0 0-4 0,0 0-3 0,0 0-4 16,0 0 0-16,0 0-2 0,0 0-4 0,0 0 0 0,0 0-6 15,0 0-2-15,0 0 0 0,0 0-4 0,0 0-2 16,0 0-3-16,0 0-2 0,0 0-1 16,0 0-3-16,0 0-1 15,0 0-1-15,0 0-4 0,0 0 3 0,0 0 3 0,0 0 1 16,0 0 0-16,0 0-1 0,0 0 5 16,0 0 1-16,0 0-2 0,0 0 2 0,0 0 11 15,25-5-5-15,-6 4-4 0,3-1-4 0,8 0-1 16,4-5 1-16,1 3-3 0,2 0-5 0,4-2 2 0,-1 2 5 15,11-3 4-15,-16 5-9 0,-5-2-5 0,-2 3 10 16,-9-1-6-16,-6-1 1 0,-1 3 5 0,-5 0 3 0,1 0 3 16,-3 0-6-16,-1-2 1 0,-4 2 3 0,13 0-6 15,-13 0 2-15,5 0-6 0,-5 0-3 0,0 0-19 16,0 0-20-16,0 0-33 0,0 0-35 0,-23 5-47 16,14-2-47-16,0-1-65 0,0 0-267 0,3-1-566 15,-1 0 251-15</inkml:trace>
  <inkml:trace contextRef="#ctx0" brushRef="#br0" timeOffset="95555.54">22673 7078 30 0,'0'-7'327'0,"0"-2"-18"0,-2 1-7 0,0 5-15 0,2-6-17 15,0 5-21-15,0 0-22 16,0 4-27-16,0-6-16 0,0 6-20 0,-1-5-22 0,1 5-20 0,0 0-10 16,0 0-18-16,0 0-8 0,-1 22-7 0,0-5-3 15,-3 10-26-15,-1 4-8 0,-2 1-7 0,6 0 3 0,-5 2-11 16,3-4 4-16,-1 1-6 0,0 1-2 0,1-3-4 0,0 0-2 15,2-4 5-15,0-4-7 0,2-4 1 0,-2 0-3 16,1-5 3-16,-3 1 6 0,3-2-10 16,0 0-1-16,0-4-3 0,0 0-6 0,-1-1-4 15,1 0-1-15,-2-1 1 0,2-3 1 0,0 4-1 0,0-6-6 16,0 0-12 0,0 0-40-16,0 0-34 0,-11-8-46 0,6 3-35 15,0-3-43-15,2-2-62 0,-1-2-171 0,2-1-486 16,2-2 215-16</inkml:trace>
  <inkml:trace contextRef="#ctx0" brushRef="#br0" timeOffset="95725.45">22602 7098 78 0,'-4'-12'302'0,"4"3"-8"16,0 1-6-16,0 0-9 0,0 0-26 0,0 3-26 16,4-3-20-16,-2 3-24 0,5-5-22 0,3 3-11 15,1-1-18-15,9 1-9 0,5-2-18 0,3 1-7 16,3 1-12-16,1 2-11 0,-1 2-16 0,-2-1-30 15,3 7-35-15,-10-3-32 0,6 5-33 0,-12-1-34 16,0 3-29-16,-1 1-31 16,-5-2-22-16,-1 3-218 0,-4 0-437 0,-1 1 195 15</inkml:trace>
  <inkml:trace contextRef="#ctx0" brushRef="#br0" timeOffset="95956.9">22705 7638 234 0,'-2'2'284'0,"2"1"-18"0,-2 0-18 0,2-3-13 16,-1 4-15-16,1-4-18 0,0 0-16 0,0 0-17 0,0 0-19 15,9 1-14-15,0-2-18 0,5-4-6 0,4 0-21 0,4 1-23 0,6 0-31 0,0-3-40 16,1 3-51-16,3-2-60 0,-4-3-50 0,0 2-240 15,-6 0-437-15,-5 1 194 0</inkml:trace>
  <inkml:trace contextRef="#ctx0" brushRef="#br0" timeOffset="96173.02">22662 7399 122 0,'-6'-1'348'0,"0"-1"-25"15,6 2-23-15,-6-2-23 0,6 2-26 0,-5-1-29 0,5 1-22 16,0 0-18-16,0 0-23 0,17-3-17 0,2 2-18 16,11-3-33-16,2 0-38 0,8 0-51 0,12-2-59 0,3 1-62 15,-3-4-78-15,0 4-208 0,-18 0-437 0,7-2 195 16</inkml:trace>
  <inkml:trace contextRef="#ctx0" brushRef="#br0" timeOffset="96473.47">23669 7146 104 0,'0'-2'377'0,"0"2"-16"0,0-10-12 0,0 8-31 16,0 2-35-16,1-3-30 0,-1 3-30 0,0 0-22 15,0 0-21-15,-1-6-29 0,1 6-8 0,0 0-24 16,0 0-11-16,0 0-18 16,0 0-10-16,-9 14-5 0,5-2-7 0,-5 2-6 0,0 1-8 0,-4 2-4 15,-1 7-11-15,0-2-5 0,0 2 3 0,0-3-4 0,1-4-7 0,-4 3-5 16,2 0-16-16,4-3-15 0,-4 5-23 0,2-6-17 15,-1-2-25-15,2 1-30 0,1-1-26 0,-1-2-28 16,2 0-42-16,0-3-23 0,1-2-252 0,1-4-516 16,4 1 228-16</inkml:trace>
  <inkml:trace contextRef="#ctx0" brushRef="#br0" timeOffset="96784.78">23449 7239 218 0,'0'-7'356'0,"0"-1"-4"16,0 5-14-16,0-1-20 0,0-2-14 0,0 2-42 16,0 4-26-16,0-5-27 0,0 5-31 0,0 0-22 15,0-2-14-15,0 2-23 0,0 0-11 0,10 11 8 0,-6-1-31 0,2 2-4 16,6 4-8-16,-2 0-11 0,3 6-5 16,1 2-7-16,1-1-2 0,1-1-5 0,-2-1-1 0,2 2-3 15,-5-6-8-15,-2-2 1 0,3 2-7 0,-4-5-1 16,-3-1 8-16,4-4-10 0,-4 3-7 0,-4-4-7 15,3 1-11-15,0-3 0 0,0 0-3 0,-3 0 7 16,2 1 6-16,-2-3 0 16,-1-2 15-16,3 1-19 0,-3-1-3 0,0 0-17 15,0 0-11-15,0 0-18 0,0 0-23 0,0 0-24 0,-4-12-37 0,1 6-36 16,2 1-56-16,1-4-30 0,1 0-279 0,-1-1-576 16,0 0 255-16</inkml:trace>
  <inkml:trace contextRef="#ctx0" brushRef="#br0" timeOffset="97012.81">23919 7023 43 0,'1'-3'347'0,"1"0"-33"0,-2 3-32 0,1-4-33 15,-1 4-25 1,0 0-25-16,0 0-26 0,12 11-13 0,-7 0-12 15,0 6-12-15,1 8-12 0,2 4-8 0,-4-1-11 16,-2 4-7-16,-2 1-10 0,-1 1-12 0,-3 3-4 16,-5 6-5-16,3-9-10 0,-6 2-17 0,-1-4-24 15,-3-1-19-15,1-3-28 0,-6 0-32 0,-1-2-26 16,-2-1-30-16,-5-8-60 0,-3 0-263 0,0-4-478 16,2-2 211-16</inkml:trace>
  <inkml:trace contextRef="#ctx0" brushRef="#br0" timeOffset="97344.4">23340 6933 261 0,'-6'-5'242'0,"6"5"-25"0,0 0-23 16,-11 6-22-16,4 4-17 0,-2 6-13 0,-9 6-10 16,4 5-10-16,-4 2-14 0,-6 17-12 0,6 2-11 15,0 2-4-15,0-3-8 0,6 2-6 0,1-3-7 16,9-10-3-16,2-3-4 0,6 1-1 0,3-3 5 15,9 0-3-15,6-4-5 0,4-4-1 0,15 5-21 0,4-6-49 0,0-5-81 16,-7-10-115-16,12-4-160 0,-13-2-408 0,1-4 182 16</inkml:trace>
  <inkml:trace contextRef="#ctx0" brushRef="#br0" timeOffset="106731.06">20975 6887 150 0,'0'-4'170'16,"0"-1"2"-16,0 5-11 0,0-6-6 0,0 6-12 16,0-4-13-16,0 4-9 0,0 0-20 0,0 0-12 15,0 0-9-15,-10 10-11 0,-2 4-8 16,-4 11-5-16,-5 6-8 0,-7 13-6 0,0 7-6 0,-1 5 1 0,-10 17-9 0,15-21 0 0,5 6 0 16,2-2 4-16,1-4 4 0,5 3 1 15,6-5-3-15,7-2 13 0,3 3 1 0,4-6 0 16,7 1 1-16,-2-11 5 0,12 3-4 0,3 0-2 15,-3-12-1-15,1-3-4 0,-2 2-7 0,3-4 6 16,-1-4-11-16,-2 0 1 0,0 0-6 0,-6-8 0 16,-5 0-6-16,0-4 0 0,-5 2-3 0,0-2 5 15,-4-1-10-15,3-2 2 0,-3 4-3 0,-1-5 2 16,0 0 12-16,-3 2 10 0,3 0 7 0,-4-3 10 0,6 2 1 0,-3-1 6 31,-3-1-2-31,0 0 2 0,4 3-8 0,-4-3 7 0,0 0-18 0,0 0-2 0,0 0-6 0,0 0-4 16,0 0-6-16,0 0-12 0,0 0-6 0,0 0-9 15,0 0-11-15,0 0-15 0,0 0-15 0,0 0-19 32,0 0-40-32,0 0-57 0,0 0-54 0,0 0-255 15,1-13-508-15,1 9 225 0</inkml:trace>
  <inkml:trace contextRef="#ctx0" brushRef="#br0" timeOffset="107911.11">24083 6732 99 0,'-3'-4'224'0,"3"-3"-9"0,0 2-10 0,3-1-2 0,-3 1-15 15,0 2-17-15,1 0-16 0,-1-3-18 16,6 4-14-16,-2-1-9 0,4 2-20 0,0 2-10 16,4 4-10-16,5 1-4 0,1 6-10 0,5 8-2 0,-1 8-10 15,6 13 2-15,-1 5-5 0,-2 6-5 0,3 27 0 0,-15-21-2 16,4 27-5-16,-11-31-3 0,-5 5-1 0,-1-1-3 16,-5-3-5-16,-4-1 3 0,-1-5-3 0,1-13-4 15,-9 10 0-15,0 0 0 0,-1-15 3 0,1 0-2 16,-5-3-2-16,-1-2-2 0,1-4-1 0,1 0-5 15,2-5 4-15,2-5 0 0,4-3 2 0,1-1-1 16,4-2 8-16,4-2 5 0,-3-1 4 0,2 2 8 0,1-3 3 0,1 1 4 16,0 1 0-16,0-3 5 0,4-1 1 0,0 0 2 15,-5 2 4-15,5-2-1 0,0 0-20 0,0 0-35 16,0 0-32-16,0 0-33 0,7-13-39 16,0 8-45-16,1-5-46 0,2 0-57 0,3-2-195 0,-2-2-481 15,1-3 214-15</inkml:trace>
  <inkml:trace contextRef="#ctx0" brushRef="#br0" timeOffset="108634.83">24657 6488 97 0,'2'-2'252'16,"1"-2"-12"-16,0 0-18 0,-3 0-16 0,0 4-21 15,2-3-16-15,0 1-22 0,-2 2-15 0,0 0-16 16,0 0-17-16,0 0-16 0,0 0-11 0,0 0-6 16,0 0-7-16,-2 17-9 0,-3-4-7 0,2 3 0 15,-1 3-7-15,-3 3-2 0,-4 3-6 0,2 1 2 0,-1-2-3 0,2 0-5 16,-3 3 2-16,1-5-6 0,1 2-1 16,1-4-5-16,1-3 3 0,0-3 0 0,2 3-2 0,1-5 0 15,0 0 0-15,1-5-4 0,0 0 2 0,-1 0 9 16,4 1 22-16,-1-5 13 0,0 0 22 0,-1 1 25 15,2-4 32-15,0 6 16 0,0-6-6 0,0 0-7 16,0 0-22 0,18-16-6-16,-8 3-14 0,8-6-11 0,2 1-6 0,1-2-10 15,1 1-9-15,-2-1-4 0,0 1-11 0,1 0 7 16,-3 1-12-16,0 6-5 0,-4 1-4 0,0 0 0 16,0-1-8-16,-4 5 0 0,-1 0 1 15,-2 0-3-15,-2 2-10 0,0 2 11 0,0-2-3 0,0 3-8 16,-2-1 18-16,-3 3-22 0,5-4 0 0,-3 4 4 15,-2 0-8-15,3-5-3 0,-3 5-16 0,3-2-9 0,-3 2-10 16,0 0-17-16,0 0 4 0,0 0 10 0,0 0 5 0,-11 10 5 16,5-6 0-16,-4 3 8 0,1-2 1 0,0 1 12 15,0 0-11-15,0-1-1 0,3-2 3 16,-1 1 2-16,5-2 11 0,-4 1-11 16,6-3-1-16,-7 3 1 0,7-3 10 0,-4 4-9 0,4-4 2 0,-4 3 2 0,4-3-2 15,-1 4 0-15,1-4 4 0,-3 6 19 0,3-2-22 16,0 3 0-16,4 1-1 0,-1 3 8 0,-1-1-5 15,2 5 3-15,5 1 3 0,-4 2-1 0,4 0-1 16,5 6 2-16,0 3 6 0,3 1-1 0,1-2-23 16,0 1-36-16,-2-1-51 0,3-1-58 0,-1-1-77 15,-8-9-319-15,7 3-607 0,-3-6 269 0</inkml:trace>
  <inkml:trace contextRef="#ctx0" brushRef="#br0" timeOffset="109667.58">25446 6403 137 0,'-1'-7'156'0,"1"7"-13"16,0 0-25-16,0 0-8 0,0 0-14 15,0 0-6-15,-4 14-9 0,3-8-10 0,1 8-9 0,0 3-6 16,-1 2-1-16,3 6-8 0,1 1-2 0,-1 2-5 15,2 0 2-15,5 1-8 0,3 0 0 0,0-3-3 16,2 1 2 0,1 0-8-16,2-3-4 0,-3 1 3 0,4-1-1 0,0-4 2 15,-4-4-5-15,0-2-3 0,-5-6-3 0,5 2 2 16,-2-3-2-16,-2-1 0 0,2-4 8 0,-1-1 10 16,-2 1 5-16,0-5 0 0,0 1 2 15,-4-3 3-15,3-2 0 0,-3 0-3 0,0-2 4 0,-2 0 11 16,1-2-4-16,-4 1-4 0,0-1 0 0,-2 1-3 15,-2-2 2-15,0 3-5 0,0-2-4 0,-1 0 0 0,-2 3-3 16,-1-2-8-16,0 3-3 0,1 0 0 0,-2 1-5 0,-1 3-2 16,1 0-2-16,-2-1-1 0,0 2-12 0,1 4-2 15,-1 2 2-15,-3 0-5 0,-1 8 0 16,-3 1 0-16,-4 4 1 0,2 9 2 0,-3 2-2 16,-4 12 5-16,3 9-3 0,2 1-1 15,-2 0 6-15,1 5-3 0,1 25 1 0,9-25 1 0,-1 3 0 0,5 0 1 0,4 1-3 16,1 3 3-16,4 19-4 0,0-21 5 0,2-3 1 15,0 0-1-15,5-3-1 0,0 4 0 0,6-1 3 0,-12-4-2 32,3-2-1-32,0-3-1 0,-7 0 3 0,2-12 1 15,-3-3-1-15,-5 2-3 0,-5 0 5 0,-2-2 14 0,-6-2 5 0,-14 4 2 0,-10 2 1 16,-9-7-4-16,-32 7-1 16,-6-8-27-16,-9-6-67 0,1-5-94 0,-26-13-260 15,6-5-458-15,1-13 203 0</inkml:trace>
  <inkml:trace contextRef="#ctx0" brushRef="#br0" timeOffset="175838.51">4123 10462 22 0,'0'0'122'0,"0"0"-1"16,0 0-15-16,3-3 0 0,-3 3-6 0,0 0 1 0,0 0-17 16,0 0-5-16,0 0-9 0,0 0-16 0,0 0-2 15,0 0-8-15,1-4-5 0,-1 4-11 0,0 0-16 16,0 0-10-16,0 0-11 0,0 0-4 0,0 0-14 15,0 0-10-15,0 0-12 0,0 0-5 0,0 0-26 16,0 0-66-16,0 0-158 16,0 0 70-16</inkml:trace>
  <inkml:trace contextRef="#ctx0" brushRef="#br0" timeOffset="177202.75">4008 10420 82 0,'1'-6'139'0,"1"2"-10"0,-1-3 1 0,0 0-11 0,1 2 10 0,-1 3-16 0,0-4 6 15,-1 2-18-15,0 4-8 0,0-5-14 16,0 5-32-16,0 0-24 0,0 0 3 0,0 0-7 16,0 0 1-16,0 20-3 0,-4-4-9 0,-1 3 4 15,0 6-8-15,-2 2 4 0,0 3-10 0,-1 3 17 0,-1 2-5 16,1-3-3-16,-2 0-6 0,3 3 9 16,3-2-7-16,-4-1 3 15,1-2-4-15,2-1-2 0,-2-4 4 0,4-6-5 16,1-3-1-16,1 1 3 0,-2-4-3 0,-1-6 9 15,4 2-5-15,-1-5 18 0,1 2 28 0,-2-2 36 16,2 0 45-16,-3-1 29 0,3-3 33 0,0 0-2 16,0 0-23-16,0 0-16 0,-4-12-18 0,4 0-13 15,0-4-10-15,0-6-14 0,4-6-11 0,-4-1-6 0,3-5-11 0,-3-3-11 16,6-10-13-16,-2-2-13 0,1 3-13 0,3 0 3 16,-6 11-6-16,7-10 2 0,-5 11-4 0,0 0-2 15,1 0-1-15,0 4-2 0,3 2 9 0,-5 2-10 16,1 8 2-16,-1-3 1 0,3 4-4 0,-1 2 1 15,0 3-2-15,4-2 1 0,1 0-5 0,1 1 0 16,3 4-4-16,0 0 0 0,2-1 1 0,1 4-12 16,2 0-5-16,-1 2-6 15,3 2-9-15,-4 2-7 0,0 0-1 0,2 2-13 16,0 3-1-16,-3 2-4 0,-1 1-3 0,-1 2-1 16,-4 3 1-16,0 0 1 0,-2 3-6 0,-3-2 6 15,-2 5 7-15,-6-4 9 0,0 4-4 0,-7 4 3 16,-3-1 10-16,-3-1 3 0,-7 0 2 0,0-4 1 15,1 0 7-15,-2-1 4 0,0-1-1 0,5-8 4 16,2 5 1-16,2-6 3 0,2 0 2 0,2-1-2 0,3-2 6 0,0 0 0 16,3 1-1-16,-1-2-1 0,1-1 0 0,2 3 4 15,1-1-2-15,0 2 0 0,2 2-3 0,3 1 2 16,1 1 1-16,7 5 8 0,-2 1-2 0,5 2-3 16,4 4 1-16,2-2-3 0,0 4 8 0,0-1-1 15,2 1-5-15,-1 4 5 0,-1-5-1 0,0 0 4 16,-3-1-5-16,1 0-1 0,-2 0 2 0,-2 1 0 0,-5-6 0 0,1-1 3 31,-1-3-2-31,-1-3 0 0,-4 0 2 0,1 1-4 16,-1-5 4-16,-2 1-1 0,2-1 0 0,-1-1 1 15,-2-1 13-15,3 1 15 0,-3 0 7 0,-1 0 16 0,3-2 9 0,-3-2 5 0,0 0 4 16,1 6-1-16,-1-6-2 0,0 0-6 0,0 1-6 0,0-1-2 31,0 0-10-31,0 0-5 0,0 0-2 0,0 0-11 0,0 0-15 16,0 0-22-16,0 0-29 0,4 3-36 0,-4-3-37 15,0 0-51-15,0 0-59 0,0 0-180 0,0 0-435 0,0 0 193 16</inkml:trace>
  <inkml:trace contextRef="#ctx0" brushRef="#br0" timeOffset="177731.19">4515 10822 140 0,'0'0'167'16,"0"0"-10"-16,0 0-15 0,0 0-10 0,0 0-10 15,0 0-8-15,0 0-20 0,0 0-7 0,21-12-11 16,-10 5-4-16,9-2-7 0,-1 1-9 0,7-4-2 15,0-1-7-15,1-2-8 0,2-1-4 0,-7 0-4 16,1 1 0-16,1-1 3 0,-8 2-9 0,4 0-3 0,-3-1 1 0,-3 5 11 16,-5 1 8-16,0 2 15 0,-3-1 10 0,0 3 8 15,-3 1-1-15,1 1-4 16,-4-2-13-16,0 5-7 0,-5-4-2 16,-6 4-5-16,-3 2-8 0,-4 1-5 0,-8 4-2 0,-5 3-5 15,-1 2-4-15,0 2-1 0,1 1-6 0,-2 1-1 16,4 3-5-16,1 4 1 0,2-2 0 0,3-1-2 15,5 4 0-15,3-5 0 0,3-2 0 16,4 0-1-16,5 2 1 0,3-2-3 0,6 0 3 0,1-3 2 16,6-1 0-16,8 1 0 0,6-2-1 0,1-3 8 15,5-2-4-15,4-3-4 0,3-2 2 0,1-2 2 16,-3-2 2-16,2-2-1 0,-4 1 2 0,-1 0 1 0,-4-1 5 0,-4 1 3 0,-8-1 1 0,-1 1 5 31,-9 3 10-31,3-3 7 0,-5 2 5 0,-2 0 7 0,3-1 0 16,-3 1-7-16,-2 0-6 0,-3 1-6 0,3-3-23 15,-3 3-28-15,0 0-28 0,-9-4-30 0,3 3-22 16,-3 0-43-16,-1-1-37 0,6 1-36 0,-5-3-207 0,1 4-448 16,8 0 198-16</inkml:trace>
  <inkml:trace contextRef="#ctx0" brushRef="#br0" timeOffset="178541.74">5333 10728 83 0,'0'0'156'0,"-5"-3"-7"16,5 3-10-16,0 0-16 0,0 0-9 0,14-7-16 15,-5 7-4-15,1-4-10 0,3 0-10 0,6 1-9 16,-2-4-3-16,2 1-12 0,-1 1-6 0,4-1-6 16,-2-1-12-16,-1 0-1 0,0-2 2 0,0 2-6 15,-2-2-1-15,1 1-8 0,-5 0 5 0,-2 1-2 16,-2-2 6-16,0 3 6 15,-2-3 7-15,3 4 6 0,-9 0-2 0,2-2 0 16,-3 4-10-16,-3-4 3 0,-1 1-8 0,-1 3 1 16,-4 2-7-16,-4-1-1 0,1 1 0 0,-8 1-3 15,3 1-4-15,-5 2 3 0,1 1-3 0,-7 6-4 16,2 0 3-16,-1 2-5 0,1 1 0 0,2 1 2 16,6 2-1-16,-4 4-5 0,4-2-2 0,2 4 4 15,4-5-3-15,-2 7 2 0,6-6-2 0,3-1 4 0,3 3 4 0,2-1-4 16,1-2 3-16,4 1 0 0,4-1 1 0,5-2-3 15,4 0-3-15,6-2 8 0,4-2-6 0,6-4 3 16,-1-2 2-16,-1-3 4 0,6-2-10 0,-2-1 10 16,1-4-6-16,0 0 7 0,-2-2 1 0,-2-4-2 15,-1 1-1-15,-1-6 1 0,-2 3 4 0,-1-1 1 16,-4 0 9-16,-1-3 18 0,-6 5 0 0,-2-2 12 0,-2-1 15 0,-2 1 14 31,0-1 11-31,-5 5 16 0,1-2-3 0,-1 0 1 16,-1 4 7-16,-1-1-8 0,-2 3 6 0,1 0-11 0,0 2-9 15,-2 0-9-15,0 0-15 0,2 1 2 0,-2 1-23 16,-1 2-22-16,0 0-28 0,4-5-24 16,-4 5 2-16,0 0-1 0,0 0 5 0,-3 14 2 15,1-3 3-15,2 0 0 0,-2 1 0 0,1 2-1 0,1 4 0 0,0-3-3 16,0 2 1-16,0-6-1 0,1 4-1 0,1-5-2 16,-1 1 3-16,0-3-1 0,3-2 3 0,-3 2 6 15,0-3 2-15,2 0 6 0,2-3 7 16,-1-2 3-16,5-4 0 0,1 1-4 0,3-4 3 0,1-3 0 15,0 2 1-15,-1-2-5 0,2-3 3 0,3 2-4 16,-5-2 2-16,1 3 0 0,-1-1 2 0,-3 2-3 0,-1 2-2 16,0 1-2-16,-3 0 1 0,-1 3-2 0,2 3-1 0,-1-1-3 15,0-3-8-15,2 3-20 0,-3 1-22 0,7 1-29 16,-3 3-32 0,1-2-31-16,0 6-35 0,-1-3-81 0,-1-1-156 15,-2 1-454-15,3-1 200 0</inkml:trace>
  <inkml:trace contextRef="#ctx0" brushRef="#br0" timeOffset="178887.08">6436 10653 198 0,'5'-2'225'15,"-1"-1"-26"-15,-4 3-19 0,10-4-20 0,-5 4-16 0,-5 0-16 0,9 0-11 16,-5 3-12-16,5 1-10 0,-4 0-8 0,0 1-12 15,0 3-10-15,2 1 2 0,-2 3-9 0,0 0-7 16,-1 5-3-16,-3 2-7 0,2 0-10 0,-3-1 5 16,-3-2-4-16,3 4-1 0,-4-6-5 0,3 1-1 0,-3-5 1 15,2 1-7-15,-1-6 1 0,3 2-1 16,-4-1 17-16,4-4 33 0,-1 3 39 0,-2 0 38 0,3-5 40 0,0 0-9 16,0 0-23-16,0 0-12 0,0 0-16 0,4-16-14 15,0 5-11-15,0-1-19 0,5 0 3 0,0-5-12 16,-2-2-2-16,6-4-7 0,-3 5-12 0,3-2-14 15,-1 3 4-15,0 2-3 0,0 1-19 0,-2 1-8 16,3 2-34-16,-4 4-27 0,1-1-22 0,0 2-27 16,0 0-23-16,-2 5-28 15,2-3-28-15,2 4-28 0,-6 0-24 0,2 3-58 16,1-2-186-16,0 2-512 0,-3 1 227 0</inkml:trace>
  <inkml:trace contextRef="#ctx0" brushRef="#br0" timeOffset="179403.7">6839 10575 32 0,'2'-3'252'16,"3"1"-21"-16,0-3-23 0,-2 3-19 0,-3 2-20 15,7-2-19-15,1 1-16 0,-4 1-11 0,6 0-12 0,-5 2-10 16,7 0-4-16,-1 4-9 0,-2 2-8 0,4-1-8 0,-3 2-7 15,2 2-8-15,-2 3 2 0,1 1-14 0,-3 2-2 16,-3 1-1-16,2-1-6 0,-1 3-2 0,-4-2-3 16,0 0-2-16,-4 0-4 0,0-2-2 0,1 1-1 15,-1-5-2-15,-1 0-4 0,0-3-2 0,2-3 1 16,-2 1-1 0,2-2 5-16,0 0 19 0,-2-1 22 0,3-1 24 15,-2 1 32-15,2-4-6 0,0 0-16 0,0 0-2 16,0 0-11-16,-3-15 2 0,3 6-10 0,4-3-8 0,1-2-4 15,1-3-6-15,7-8-5 0,1 1-10 16,1-2-4-16,1 3 0 0,0 2-5 0,1 0-2 16,-3 6-14-16,-1 0 3 0,1 3-6 0,-4-2-12 15,-1 9-26-15,0-2-24 0,0 1-31 0,0 5-40 0,-3-2-37 0,2 3-24 16,0 0-39-16,-1 4-65 0,0-3-181 0,0 4-506 16,2 2 225-16</inkml:trace>
  <inkml:trace contextRef="#ctx0" brushRef="#br0" timeOffset="180073.75">7421 10802 223 0,'0'0'252'0,"-4"3"-10"0,4-3-14 16,0 0-17-16,0 0-21 15,0 0-17-15,0 0-17 0,0 0-21 16,10-12-11-16,-3 9-13 0,2-2-11 0,2 1-7 0,1-3-15 15,3 1-10-15,3-3-13 0,-1-1-8 0,2 2-11 16,-3-3-10-16,1-1-6 0,0 4-2 0,-2-4-2 16,-1 0-1-16,-1 0 0 0,0 0-2 0,-6 3-3 15,1-1-1-15,-2 0 4 0,-1 1-2 0,-2 3 3 16,-3 0-3-16,-1-1-2 0,-1-1-1 0,-3 5-1 0,0-2-4 16,-4 1 2-16,-1 1 0 0,-3 1-1 0,2 2-1 15,-7 5-4-15,0-2-1 0,0 3 3 0,0 0-3 0,2 3 2 16,-1 0-2-16,3 1-1 0,-1 1 1 0,1 1 0 15,3-1 1-15,4 5-1 0,0-2 1 0,3 2 3 16,3-2-1-16,2-4 1 0,2 4 0 0,3-4 1 16,7 3 3-16,1-2 0 0,5-1-1 0,8 0 0 15,0-5-1-15,-5 0 1 0,1-5-3 0,6-3-1 16,-1 1 1-16,-1-1-1 16,0-5 2-16,-3 0-2 0,-5 0 2 15,4-6 9-15,-6 4 10 0,1 0 13 0,-4-2 14 0,0 2 15 16,-1-1 5-16,-3 1 19 0,0 3 5 0,-3-1 3 15,-1 1 2-15,0 2-2 0,-2 0 3 0,0 3-19 16,0-3-4-16,-1 4-10 0,-1-3-10 0,-2 4-5 16,4-2-13-16,-4 2-26 0,3-2-19 0,-3 2 4 15,0 0 1-15,0 0 0 0,-3 15-3 0,2-9 6 0,-3 3 0 0,0 6-3 16,0-2 0-16,-2 3 2 0,2-1 0 16,-2-1-9-16,2 2 13 0,0-4-5 0,1-3-4 0,1-1-4 15,0-2 4-15,0-1 5 0,1 1 1 0,-2-2 3 16,3 0 4-16,-1-2 26 0,1-2 14 0,0 0 4 15,0 0-14-15,0 0-3 0,15-10-1 0,-7 3-5 16,1-3-2-16,0 2 1 0,4-4-8 0,0 0 1 0,0 0-1 0,1 2-6 16,-3 1 1-16,1 1-2 0,-3 2-3 15,0 0-5-15,4 2-4 0,-7 2 0 0,5 0-3 16,-5 2-2-16,4 0 0 0,-1 0 3 0,-2 2-16 16,2 3-14-16,-1 3-12 0,0-3-15 0,-1 4-23 0,-2-1-32 15,2 0-28-15,-2 4-39 0,0-3-35 0,-1 0-42 16,-4-1-287-1,2-1-588-15,0 0 260 0</inkml:trace>
  <inkml:trace contextRef="#ctx0" brushRef="#br0" timeOffset="184111.94">8374 10636 140 0,'0'0'164'16,"-2"-3"-8"-16,2 3-9 16,0 0-7-16,0 0-9 0,-3-3-9 0,3 3-7 15,0 0-10-15,0 0-8 0,0 0-15 0,0 0-12 16,0 0 0-16,0 0-12 0,0 0 0 0,0 0-12 16,0 0 2-16,0 0-6 0,0 0-4 0,13-2-3 15,-8 2-5-15,4-2-1 0,1 0-7 0,2 0 1 16,2-1-3-16,-4 2 2 0,3-3-5 0,-3 4-1 15,-1-3-1-15,0 2-1 0,-1 0-3 0,-3-2 2 0,1 2 2 0,-6 1-6 16,8-1-1-16,-8 1-2 0,6 0 4 16,-6 0-8-16,0 0 0 15,0 0-1-15,0 0 0 0,-19 13 0 0,9-6-1 0,-8 3-1 0,5 0 0 0,-5 1 3 16,3 1 3-16,1 0-8 0,1 1 3 16,-1-2 1-16,1 0-4 0,3 4 8 0,1-5-5 15,4-2-1-15,1 6 5 0,0-3-9 16,4-2-4-16,4 0-7 0,3 1-5 0,2-3-18 15,3 0-9-15,5-2-19 0,2 2-14 0,1-5-10 16,1 1-2-16,1-2 3 0,-2 2 5 0,-1-3 7 16,-1 1 16-16,-1-1 2 0,-3 0 10 0,-4-1 21 15,-3 0 20-15,0 1 27 0,-1-2 23 0,-6 2 24 16,10 2 21-16,-4-4 4 0,-6 2 6 0,0 0 14 16,10 0 0-16,-10 0 2 0,0 0 2 0,5 2-3 0,-5-2 0 0,0 0-2 15,0 0-2-15,4-3-9 0,-4 3-3 0,0 0-15 16,6-2-7-16,-2 0-8 0,5-1-4 0,-4 1-8 15,7-1-7-15,2 1-2 0,4-5-6 0,2 2-2 16,2-3-7-16,4 0-2 0,2-3-10 0,1 0-6 16,-5-4 2-16,3 2-5 0,1 3 0 0,-2-5-3 15,-3 1-2-15,-7 3 2 0,3-2-2 0,-4 1 1 0,-1 1 0 0,-2-3 0 16,-4 5-3-16,0-2-1 0,-2 1 0 0,-5 1-4 16,-2-1-1-16,-3 0-1 0,-5 7 6 0,-1-6-11 15,-9 3 4-15,-2 4-3 0,-7 0-2 0,-5 2 1 16,4 2 3-16,-2 3-6 0,3 5 4 0,1 0-1 15,2 2 1-15,6-2 1 0,3 1-1 0,1 1 1 16,6 1-2-16,2 4 2 16,5-1 1-16,4 1 7 0,5 0-3 0,12 5 3 15,4-2 1-15,8-1 6 0,4-1-1 0,14 3-4 0,3-5 1 16,-2-3 4-16,0-3-3 0,-9-4 8 16,-4-1-8-16,1-4-2 0,-3 0 6 0,0 1-1 0,-9-2 0 15,-8 1 10-15,-5-1 16 0,1 0 12 0,-5 0 9 16,-3 0 8-16,3 0 3 0,-5 2 3 0,-4-2-6 15,9-3-9-15,-9 3-21 0,0 0-20 0,0-4-18 0,0 4-53 16,-9-7-41-16,-1 4-48 0,-2-1-56 0,2 2-80 16,-3-2-198-16,4 0-524 0,4 3 232 0</inkml:trace>
  <inkml:trace contextRef="#ctx0" brushRef="#br0" timeOffset="185584.04">9968 10447 206 0,'0'-12'241'0,"0"5"-9"0,-1-3-5 0,1 3-11 15,0 1-12-15,0 1-16 0,0-1-17 0,0 3-23 16,0 3-13-16,0-6-18 0,0 6-16 0,-3-3-27 16,3 3-23-16,0 0-6 0,0 0-6 0,4 12-7 0,-4-2-2 0,1 4-1 15,-1 5-5-15,4 1-4 0,-4 4 0 0,-4 2 1 16,4 0-4-16,-1 1-4 0,1 2 1 0,-1-1 0 16,-2-1 0-16,2 1 0 0,-2-5-1 15,-2-4-1-15,5-1-1 0,-4-3-4 0,0 2-15 0,0-5-11 16,2-3-17-16,-2-1-21 0,3-1-14 0,-2-2-11 15,3 0 10-15,-1-1-9 0,1-4-60 0,0 0-215 0,0 0-385 16,-9-12 171-16</inkml:trace>
  <inkml:trace contextRef="#ctx0" brushRef="#br0" timeOffset="185764.65">9914 10344 233 0,'0'-4'234'0,"0"-2"-26"0,4-2-18 0,5 3-22 16,0-2-16-16,6-1-18 0,2-1-17 0,5 4-8 0,7-2-10 16,2 1-12-16,-1 5 0 0,2-4-41 0,2 5-23 15,-1 0-41-15,-1 5-33 0,-3-4-47 0,-1 3-56 16,-7-2-107-16,-5 3-283 0,-2 1 125 0</inkml:trace>
  <inkml:trace contextRef="#ctx0" brushRef="#br0" timeOffset="185931.39">9992 10707 181 0,'0'0'197'0,"0"0"-15"0,26-4-11 0,-7 1-18 15,9-1-14-15,1 0-16 0,0 1-22 0,0-3-42 16,4 4-43-16,-2-2-63 0,-4 3-166 0,-6-1-230 15,1 0 101-15</inkml:trace>
  <inkml:trace contextRef="#ctx0" brushRef="#br0" timeOffset="186316.41">10662 10601 126 0,'-4'-4'186'0,"4"4"-17"16,-7 0-15-16,7 0-20 0,-12 0-14 0,3 3-11 15,-3 1-12-15,1 1-10 0,-2 0-11 0,-3 2-2 16,0 2-13-16,2 1 0 0,1 0-14 0,-1 2-4 16,3 2-2-16,0-1-3 0,4-3-5 0,0 1-3 15,2-3-1-15,4 4-7 0,0-3 1 0,1-1-3 16,2 1 0-16,3-1 2 0,3 0 5 0,2-4 5 0,7 1-7 0,0-2 6 15,2-2 0-15,1-2-10 0,-2-2 0 0,0 0-4 0,-3-2 1 16,3-1 0-16,-5 0-3 0,-3 0 5 0,-1-2 2 16,0-1-6-16,-3 0-1 0,0-3-7 0,-3 2-1 15,-2-3-3-15,-1 1-3 0,-4 2 0 0,-2-2-5 16,1 3 3-16,-5 1-3 0,-4-4-3 0,1 3 3 16,-2 1-6-16,2 4-12 0,-1-1-16 0,0 1-20 0,1 0-23 15,3 4-26-15,1-1-45 0,1-1-129 0,2 0-305 16,4-1 136-16</inkml:trace>
  <inkml:trace contextRef="#ctx0" brushRef="#br0" timeOffset="186640.74">10902 10580 112 0,'6'2'150'0,"2"1"-16"0,2 1-12 0,-3 1-12 15,0-2-9-15,3 6-11 0,-2-1-8 0,1 0-5 16,-5 1-7-16,4 0-6 0,-1 8-11 0,1-5 2 16,-5 1-11-16,-1 3-5 0,2-4 1 0,-2 2-2 0,-2-3-10 0,0 1 2 15,0 0-6-15,0-4 2 0,0-3 2 0,2 1 15 16,-4-1 24-16,2 0 29 0,0 0 22 0,0-5 30 16,0 4 14-16,0-4-9 0,0 0-6 0,0 0-21 15,0 0-8-15,-2-17-15 0,6 9-13 0,-1-8-4 16,4 2-13-16,-2-3-3 0,4 2-11 0,1-1-3 15,-2 0-4-15,1-1-11 16,2 4-4-16,0 0-9 0,-5 4-17 0,4 1-16 16,-4 0-21-16,0 2-27 0,-1 2-31 0,-1 1-34 15,0 0-33-15,2 3-26 0,-2-2-24 16,-4 2-230-16,0 0-468 0,7 5 208 0</inkml:trace>
  <inkml:trace contextRef="#ctx0" brushRef="#br0" timeOffset="187190.26">11329 10611 341 0,'2'-2'320'0,"0"-2"-27"0,-2 4-34 16,2-5-25-16,-2 5-28 0,4-3-24 0,-4 3-22 15,0 0-19-15,4 0-19 0,-4 0-12 0,0 0-9 16,2 10-11-16,-2-3-10 0,0 3-9 0,0 2-5 0,-1-1-7 15,0 6-5-15,-1-2-6 0,1 2-6 0,1 0-3 16,-3-1-1-16,3-3-6 0,-2-1-6 16,1-5 1-16,0 1-4 0,1-1-4 0,0-3 4 0,0 1 0 15,0-1 6 1,-2 0 18-16,2-4 35 0,0 0 1 0,0 0-7 16,0 0-6-16,18-10 4 0,-10 3-15 0,1-2-2 15,2-7-10-15,1 2-4 0,3 1-7 0,-1-1-1 0,-2-1-7 16,0 3-3-16,0 1-1 0,-2 4 0 0,-1-1-7 15,-5 4-1-15,1-1-3 0,0 1-5 16,0 3-9-16,-1-2-11 0,0 2-5 0,-4 1 0 16,0 0 4-16,9 1-3 0,-4 2 0 0,-1 2 10 0,1 2-6 0,-1-2 3 15,0 3 1-15,-1 0-2 0,1 2 9 0,2 5-3 16,-3-3-3-16,2 2 4 0,-1-6-2 0,0 1 2 16,0 1 0-16,-2-5 2 0,1 0 2 0,-2-1 1 0,2 0 7 15,-2 0-1-15,2-2 9 0,2-1 0 0,-5-1 3 16,10-3 6-16,-4 0 7 0,3-3 2 15,1-2 0-15,3-4-4 16,0 0-3-16,1 2 0 0,-1-2 0 0,2 0-8 16,3 3 0-16,-9 0-7 0,7 0-1 0,-1 0 2 15,-5 4-8-15,3-2 3 0,-3 1-2 0,0 2-9 16,0 1-12-16,-2 1-20 0,1 0-5 0,1 1-14 0,-1 0-18 16,0 2-12-16,0 0-23 0,5 3-21 0,-5-1-33 15,1 2-29-15,0 0-37 0,2-1-52 16,1 3-222-16,-4-2-541 0,-3-2 240 0</inkml:trace>
  <inkml:trace contextRef="#ctx0" brushRef="#br0" timeOffset="188020.6">12108 10596 16 0,'4'-2'330'0,"-4"2"-23"16,1-5-28-1,2 3-28-15,-3 2-28 0,0 0-25 0,0 0-22 16,4-5-22-16,-4 5-17 0,0 0-18 0,0 0-9 15,0 0-18-15,0 0-4 0,1 12-14 0,-1-9-7 16,-1 6-6-16,1 2-7 0,-3-2-5 0,-1 4-4 16,3 3-1-16,-2-2-5 0,2 3-6 0,1-7-3 15,-1 1-1-15,-2-3-6 0,3 0 1 0,-1-2-1 0,1-2 0 16,0 2 0-16,0-2 4 0,0 0 32 0,0-4 39 0,0 0-2 16,0 0-2-16,0 0-12 0,14-6 7 0,-5 0-20 15,1-1-6-15,3-6-3 0,1-1-10 0,-1 5-7 0,5-6-6 16,-3 3-2-16,2 2-15 0,-3-1-2 15,1 3 3-15,-6 1-4 0,0 1-4 0,1 0-3 16,-1 1-3-16,-4 2-9 0,3 0-5 0,-2 1-12 16,-1 0-1-16,3 2 0 0,-8 0-1 0,12 2-2 0,-6-1-3 0,-1 1-1 15,3 0 4-15,-2 1-5 0,2 2 1 0,1 1 4 16,0-1-3-16,0 0 8 0,1 0 0 0,0 0-4 16,1-1 0-16,1-1 4 0,-3 0 4 0,1-1 2 0,-2-2 1 15,4-2 2-15,-3 0 0 0,-1-2-1 16,1 0 4-16,-1-5 1 0,1 1 3 0,1-1-4 15,-2-7 3-15,-2 0 4 16,3 2 5-16,-4-2-4 0,0-3 4 0,2 1 4 16,-2-2-2-16,0-5 0 0,3 1 1 0,-3 4 8 15,-1 1 6-15,-2 0 7 0,0 4 10 0,0-1 14 16,1 7-3-16,-3 1-1 0,1 1-10 0,0 1-7 0,-1 2-5 16,0-1 5-16,0 1-29 15,0 4-33-15,0-6-24 0,0 6-3 0,0 0 11 0,0 0 1 0,-7 15 12 0,3-6-3 16,1 3 4-16,-1 3 3 0,2 1 4 0,-2 4-1 15,0 0 5-15,0-1 3 0,3 5-2 0,1-4-7 16,4 4 3-16,1-3 0 0,0-2 7 0,9 3-1 16,0 0 3-16,5-4 0 0,4-1-6 0,3-2-4 0,3-3-12 15,1-2-3-15,4-2-5 0,3-3 2 0,-1-5 2 16,2 2 5-16,-2-6 5 0,-1-1 0 0,-1-2 6 16,-2-1 2-1,-4-1 2-15,-8 1 5 0,-1-1 9 0,-3 0 7 16,-4 3 9-16,0-1 17 0,-5 0 18 0,-1 4 1 15,-2-3 1-15,-1 0-6 0,-1 3-6 0,-6-2 2 16,2 1-10-16,-3-1-2 0,-3 3-5 0,-4 0-6 16,0 1 1-16,-6 2-1 0,1 1-5 0,-2 2-1 0,2 3-2 15,-2-1-2-15,4 2 2 0,-3 1-5 16,0 0 0-16,5 2 1 0,-1-2-5 0,4-1-10 0,1 1-3 0,1 1-7 16,0-3 1-16,4 0 3 0,0-2 1 0,0-1 7 15,3-1 9-15,-1 1 5 0,2-4 19 0,0 0 8 16,9 2 2-16,2-5 5 0,1 2 2 0,1-2 5 15,1 1-2-15,-1 0 0 0,2-3-2 0,3 4 1 16,0-2-16-16,0 0 3 0,0 2-8 0,2 1-1 16,-2 0-2-16,1 3-2 0,-2 1-2 0,2 2-24 0,-2-1-31 0,-1 2-40 15,1 3-63-15,-4 2-73 0,-4-6-351 0,-2 2-617 16,2-1 274-16</inkml:trace>
  <inkml:trace contextRef="#ctx0" brushRef="#br0" timeOffset="212916.57">4648 11473 48 0,'-2'-5'132'16,"2"5"-10"-16,-2-7-12 0,2 7-13 0,-1-4-7 16,1 4-11-16,-1-3-7 0,1 3-4 0,0 0-9 15,0-6-2-15,0 6-12 0,0 0 0 0,0 0-6 16,0-4-7-16,0 4 0 0,0 0-3 0,0 0-6 16,0 0-9-16,0 0 1 0,0 0-10 0,0 0 4 15,0 0 2-15,0 0-5 16,0 0-3-16,0 0 1 0,0 0 1 0,17 7 5 15,-10-4-3-15,1-1-3 0,2 2 2 0,1-3 0 16,1 3-4-16,2-1-2 0,4-2 3 0,4 2-3 16,-4-2 3-16,2 1 3 0,9-2-6 0,2 0 3 15,0-1 3-15,-1-1 1 0,5 1-8 0,1-2-1 16,1 0 7-16,0-2-4 0,1 1 1 0,1 1 5 16,1-2-6-16,0 1 1 0,12 0-2 0,-2 0 6 15,-9-1-1-15,-1 3-3 0,11-5 1 0,-12 4-1 0,14 1-5 0,-2-2 10 0,0-1-2 16,0 2-7-16,-11 3 3 0,12-3 1 0,-1 2 1 15,-10 1 2-15,10-1-1 0,-10-3-2 0,10 4-6 0,-11-3 5 16,11 0-1-16,-11 3 2 0,11-5-5 0,0 4 4 16,-14 0 0-16,4-1 0 0,-3 0 6 15,1-1-5-15,-3 2-4 0,4-5 5 0,11 4 5 0,-11-1-7 16,-2-2-3-16,2 0 0 0,12 1-1 0,-12 0 4 31,2 0 3-31,12-2-5 0,-3 2-1 0,0 1 4 16,-14 0 0-16,14 1-2 0,-13 0 2 0,2-1-3 15,11-1 2-15,-12 2 1 0,12 0-4 0,-16 1 0 0,6-1 2 16,-6 1 0-16,1 0-3 0,1 0 9 16,1 1-4-16,0-1-2 0,2 1 0 0,11 1 6 0,-13-2-5 15,2 0-2-15,11 1 4 0,-13-2-4 0,15-1 7 0,-15 3-6 16,2-1 1-16,12-1-1 0,3 0-1 0,-17-1 1 0,3 2-4 16,-2-2 10-16,15 1-7 0,-2-2 3 0,-12 1 2 15,11-1-4-15,0 0-4 0,2 0 4 0,-14 2 3 16,14-1-3-16,-1-2 6 0,-14 2-9 0,0 1 3 15,17-2 3-15,-17 4-6 0,1 0-1 0,13-3 4 16,-15 3 1-16,0 0-4 0,1 0 0 0,-1 0 1 16,1 0 6-16,-3 0-3 0,5 3-1 0,-4-3 4 0,0 0 0 15,-1 0-3-15,1 0-2 0,2 0 0 0,1 0 3 16,-2 0 0-16,-1 0-2 0,0 0 3 0,2 0-2 16,0 0-1-16,-1 0 0 0,4 0-1 0,-3-3 1 15,-1 3-2 1,1 0 4-16,1 0-2 0,1-1 0 0,-5 1-1 15,3 0 1-15,-2 0-2 0,-1-2 8 0,1 4 0 0,-3-4-3 16,-1 2-7-16,3 0 5 0,-4 0 2 0,5 2-3 16,1-2 0-16,-2 0-3 0,-1 0-2 0,2 0 5 15,1 0-3-15,1 0 2 0,2 0 5 0,-4 1-3 16,4-1-2-16,-2-1-3 0,-3-1 0 0,3 1 1 16,0 0 1-16,-3 1 3 0,1-3 0 0,-1 1-4 0,1 0 0 15,2 0 2-15,-2 2-2 0,2-3 1 0,-3 3 4 16,2-3-3-16,1 2 2 0,0-3 8 0,-2 3-9 15,0 1-3-15,1-3 4 0,2 3-2 0,1-2 2 16,-4 1 1-16,1 0 9 0,3 0-10 0,-3 0 3 0,0 1 3 16,-3-2-3-16,2 0 0 0,0 2 3 15,0 0-2-15,-1-2 1 0,0 4-2 0,-2-4 1 0,3 2-4 0,-3-1-1 16,3 1 6-16,1 0-6 0,-1 0 2 0,2 0-4 16,-2 0 4-16,1 3-4 0,0-3 3 0,0 0 0 31,0 0-3-31,-1 0 1 0,2-2 2 0,-1 2-3 0,2-1 2 0,-2 0-4 0,1 1 4 0,0-3 0 0,2 3 0 15,11-3 5-15,-16 3-8 0,-2-1-2 16,3 0 10-16,-6 1-7 16,5-3-1-16,-6 3 2 0,5-2 2 0,-4 1-4 15,-2 0 0-15,0-1 9 0,-1 1 3 0,-4 1 5 16,-3-2 8-16,1 2 1 0,1-1-4 0,-2 1 1 16,1 0-3-16,-1-1-3 0,-1-3 0 0,-1 4 4 15,-4-1-5-15,0 1 5 0,0-1-3 0,-1 0-3 16,-4 1 0-16,2-2-2 0,-3 1-1 0,0 1 5 0,-3 0-2 15,-5 0 4-15,13 0-2 0,-8 0-5 0,-5 0 0 0,8 0 0 16,-8 0 1-16,0 0-3 0,6 0 0 0,-6 0 4 16,0 0 7-16,0 0-1 0,10 0-1 0,-10 0 2 0,0 0-6 15,0 0 7-15,0 0-3 0,0 0-4 16,0 0 1-16,0 0-3 0,0 0-6 0,0 0-13 16,0 0-27-16,0 0-31 0,0 0-43 0,0 0-56 15,0 0-104-15,0 0-292 16,0 0 130-16</inkml:trace>
  <inkml:trace contextRef="#ctx0" brushRef="#br0" timeOffset="214618.81">15149 11264 32 0,'-5'-1'146'0,"5"1"-10"0,0 0-21 16,0 0-6-16,0 0-14 0,0 0-11 0,0 0-9 16,0 0-6-16,0 0-9 0,0 0-7 0,0 0 5 0,0 0-15 15,0 0-5-15,0 0-4 0,0 0-7 0,0 0 2 0,0 0 3 16,0 0 6-1,0 0 5-15,0 0 4 0,0 0 2 16,16-6 3-16,-10 4 0 0,-1-3-11 0,8-2 0 0,2-2-1 16,-2-2 3-16,5-2-4 0,4-4-4 15,1-5 4-15,0-1-6 0,-2-3 1 0,1 0-4 0,9-13-1 16,1 0-8-16,-10 10 0 0,6-14-3 0,-2 3-5 16,-5 9 3-16,-2 0-1 0,0 2 6 0,-5 0 12 15,2 4 12-15,-5 2 5 0,-1 3 4 0,-5 3 11 16,3 2-1-16,-3 5 6 0,-1-1-2 0,-1 3 0 15,-2 1 1-15,0 0-10 0,4 2-5 0,-5 0-9 16,3 1-7-16,-2 1-13 0,-1 3-25 0,0-5-31 16,0 5-9-16,0 0 4 0,0 0 9 0,0 0-6 0,0 22 3 0,-1-12 4 15,-2 9 1-15,3 7 6 0,-1 3-1 0,-4-1 6 16,4 1-2-16,-2-1 2 0,3 2 1 0,-1-4 3 16,1 2-1-16,0-1 7 0,1-3-2 0,2-4-4 15,-2-1 5-15,0-2 1 0,3 1-2 0,-3-7 1 16,2 4 0-16,-2-5 3 0,3 0 1 0,-3-4 2 15,2 0-1-15,-2-1 3 0,-1 0 3 0,4-1 16 0,-3 0 13 0,2-3 7 16,-3-1-3-16,0 0 0 0,14-8-2 0,-7 2-9 16,2-3 0-16,3-4-5 0,-1-2-4 0,6-4 0 15,0-4-3-15,0 0-2 0,0-2-2 0,1 2-1 16,-4-1-3-16,0 4 1 0,-4 1 0 0,2 1-1 16,-6 1 0-16,3 3-2 0,-2 2 1 0,-2-4-1 15,1 8 0-15,-2 0-1 16,-3 1 0-16,3 0-3 0,-1 3-1 0,-1-1 2 15,-2 1 0-15,3 0 0 0,-3 1-4 0,1 0-7 16,-1 3-16-16,0-4-14 0,0 4-11 0,0 0 6 16,0 0 1-16,0 0 7 0,4 10 2 0,-3-1 8 15,-1-3-1-15,1 6 1 0,-1 2-1 0,0 0 7 16,0 3-2-16,-1 3 3 0,1-1 4 0,-1 1-3 16,1-2 5-16,1 0-1 0,-1-2 1 0,1 1 1 0,2 0 7 0,-1-2-6 15,0 1 3-15,-1-4-6 0,3 0 13 0,-2-1-2 16,2 0-2-16,-1-5 2 0,2 5 2 0,1-5 0 15,2 1 0-15,2-2 1 0,4-3 0 0,7-1 3 16,6-1 1-16,3-1-18 0,-3-1-44 0,1-3-42 16,4-2-57-16,0-1-187 0,-3-2-371 0,-1-6 165 15</inkml:trace>
  <inkml:trace contextRef="#ctx0" brushRef="#br0" timeOffset="-213861.51">16310 10967 187 0,'0'0'169'0,"0"-6"-16"0,0 6-18 15,0 0-17-15,0 0-8 0,0 0-18 0,0 0-12 16,0 0-7-16,0 0-8 0,0 0-10 0,0 0-3 16,10 15-8-16,-9-7-6 0,2 1-2 0,-2 1-4 0,0 8-4 0,1-4-3 15,-4 3-6-15,2 3 1 0,-1-2-3 0,1 2 1 16,-3-4-3-16,2 2 1 0,0-1-4 0,0 1-1 15,-1-7-1 1,2 0-5-16,-2 2 4 0,2-2-1 0,-1-2 0 16,1-1 0-16,-2-3-4 0,1 1-1 0,1-2 0 15,0-4 5-15,0 7 12 0,-1-4 19 0,1-3 25 16,-1 5 23-16,1-5 21 0,0 0 0 0,0 0-10 0,0 0-9 16,0 0-9-16,0 0-11 0,3-12-7 0,0 5-7 15,3 0-2-15,-2-4-11 0,2 2-3 0,1-6-6 16,1 1-1-16,2-1-3 0,-3 2-4 0,4 0-1 15,1 0-6-15,-3 1 2 0,5 0-6 0,-7 3-4 16,3-1 2-16,-1 0 0 0,-1 4 1 0,-1-2-6 0,2 0 1 16,-1 2-2-16,1 1-2 0,-3-1 3 0,-2 2-5 0,1 4 1 15,3-3-3-15,-4 1-4 0,-4 2-9 0,5-5-8 16,-4 3-8-16,-1 2-11 0,5-3-5 0,-5 3 0 16,0 0 5-16,0 0 1 0,0 0 3 0,0 0 8 15,3 11-2-15,-5-7 4 0,-1 0 3 0,-1 4 3 16,-1-3 4-16,-3 3-2 0,-1-2 6 0,1 1-5 15,3 1 5-15,-2-1 2 16,-1-2 0-16,0 2 1 0,3-1-1 0,1-2 3 16,-5 1-1-16,8-1 1 0,-4 1 0 0,1-2 5 15,4 0-4-15,-5 0 3 0,5-3-3 0,-3 3 3 16,3-3-2-16,-1 5 1 0,1-5 1 0,-2 2-1 16,2-2 2-16,0 0 3 0,-2 3-6 0,2-3 1 15,0 0 0-15,0 0 2 0,2 6 3 0,0-2-4 16,1-1 0-16,-1 0 1 0,2 3-2 0,1-1 1 0,3 2 2 15,2-2-1-15,-2 2 0 0,-2 1-1 0,4-1 3 16,3 3 0-16,-4-4 2 0,5 6-3 16,-2-2 0-16,-2 0 1 0,4-1 3 0,-4-1-1 0,0-3 1 0,1 3-5 0,-2-2 4 15,1-1 1-15,-3 1 1 0,0-1-1 0,-1-1 1 16,0-1-1-16,-2 1-2 0,0-2 3 0,0 1-2 16,-1-1 4-16,1 0 2 0,-4-2 9 0,2 2 2 15,-2-2 3-15,4 3-3 0,-4-3 2 0,0 3-3 16,0-3-4-16,0 0 1 0,5 0-5 0,-5 0 1 15,0 0-1-15,0 0-1 0,0 0-3 0,0 0-2 0,0 0-8 16,0 0-17-16,0 0-15 0,0 0-23 0,5 3-17 16,-5-3 3-16,0 4-14 0,0-4-18 0,1 5-25 15,-1-5-43 1,0 0-128-16,0 5-324 0,0-5 144 0</inkml:trace>
  <inkml:trace contextRef="#ctx0" brushRef="#br0" timeOffset="-211070">16789 11230 39 0,'0'0'148'16,"-8"-1"-15"-16,8 1-6 0,0 0-13 0,0 0-11 16,-6-3-13-16,6 3-9 0,0 0-7 0,0 0-9 0,0 0-5 15,0 0-7-15,0 0 0 0,0 0-5 16,0 0-6-16,10-7-1 0,-10 7-3 0,0 0 0 15,0 0-3-15,0 0-3 0,0 0-2 0,0 0-2 0,0 0-5 16,0 0 1-16,0 0-6 0,0 0-1 0,0 0 1 16,0 0 0-16,0 0-6 0,0 0-1 15,0 0-1-15,0 0 0 0,0 0 0 0,0 0-3 16,0 0-3-16,0 0 5 0,0 0-3 0,0 0-6 16,0 0-1-16,0 0 1 0,0 0 6 0,0 0-2 15,0 0-2-15,0 0 2 0,0 0-5 0,0 0 2 16,0 0 0-16,0 0-1 0,0 0 1 0,0 0 2 15,0 0 3-15,0 0 5 0,0 0 7 0,0 0 3 16,0 0 3-16,9-1-1 0,-2 0 1 0,3 1-3 0,2-3 0 0,10-1 4 16,6-2-2-16,3-1-2 0,2 2 0 0,2-2 3 15,-1 2 0-15,1-1-4 0,-5 1-1 0,1 1-2 16,-3 1 0-16,-9 1-7 0,-1-1-9 0,-5 3-8 16,-1-1-17-16,-4 0-15 0,-1 1-15 0,-2 0-13 15,-5 0-20-15,8 0-5 0,-8 0 6 0,0 0-30 16,0 0-136-16,-27 3-272 0,14-1 121 0</inkml:trace>
  <inkml:trace contextRef="#ctx0" brushRef="#br0" timeOffset="-210823.13">16950 11125 56 0,'-1'-7'248'0,"-2"1"-4"0,3-1-3 0,-1-2-6 0,1 1-13 16,-1 0-15-16,1 3-6 0,0-3-15 0,-2 3-17 15,2 1-10-15,-2-2-16 0,2 1-16 0,0 5-16 16,0-4-12-16,-3 2-16 0,3 2-23 0,0 0-39 16,0 0-14-16,0 0-2 0,0 0-1 0,-1 10 2 15,0 3-3-15,-1-1 0 0,0 5 2 0,2 0-1 16,1 4 1-16,-2 3-2 0,1 0-19 0,-3 1-7 0,3-4-20 0,4 4-15 16,-1-6-18-16,-1-2-18 0,2 2-24 0,0-2-39 15,4 0-54-15,-2-6-133 0,0-2-372 0,2-1 165 16</inkml:trace>
  <inkml:trace contextRef="#ctx0" brushRef="#br0" timeOffset="-210522.53">17387 11050 246 0,'0'-4'260'0,"-1"-1"-14"0,1-1-13 15,-2 3-20-15,2 3-22 0,0-3-20 0,0 3-20 16,0 0-21-16,-1-6-28 0,1 6-29 0,0 0-11 0,0 0-6 16,0 0-8-16,3 18-6 0,-5-9-1 0,4 3-8 15,-1 2-3-15,1 3-2 0,0 0-3 0,-1 1-2 16,2 0-3-16,-1 1-1 0,2-1-7 0,1-1-16 0,1 1-18 15,-2 2-24-15,-1-5-22 0,1 1-28 0,0-3-34 16,-2-1-54-16,2-1-134 0,-1-4-344 0,1-1 153 16</inkml:trace>
  <inkml:trace contextRef="#ctx0" brushRef="#br0" timeOffset="-209820.98">18216 10692 131 0,'-5'-3'119'15,"5"3"-9"-15,0 0-7 0,0 0-15 0,0 0-7 0,0 0 6 0,0 0-15 16,0 0 2-16,0 0-5 0,0 0 3 0,0 0-2 15,22 0-6-15,-5-3-5 0,3 3-1 0,11-3-7 16,1 3-2-16,2-4-10 0,3 3-5 0,-5-3 3 16,6 2-10-16,-2-1 3 0,-4 1-14 0,-4-1 6 0,-6 1 1 15,-3 0-1-15,0 2-7 0,-6 0-9 0,1 0-13 16,-6 0-14-16,-2 0-14 0,1 0-9 0,-2 0-5 0,-5 0-4 16,7 4 2-16,-7-4-17 0,0 0-36 0,-11 8-96 15,3-6-215-15,-1 0 95 0</inkml:trace>
  <inkml:trace contextRef="#ctx0" brushRef="#br0" timeOffset="-209474.1">18239 10919 149 0,'0'0'157'0,"-5"3"-8"0,5-3-5 0,0 0-11 0,0 0-8 16,22-3-11-16,-3 1-7 0,12-1-5 0,3-1-13 15,3-1-3-15,17-1-3 0,-2 3-15 0,1-3-2 16,-14-1-8-16,-5 4-6 15,-1 2-5-15,-4 0-4 0,-6 0-2 16,-5-4-3-16,-5 4-6 0,-2 1-2 0,-4-3-2 0,2 3-2 16,-4 0-3-16,0-1 0 0,0-1-7 0,-5 2-4 15,0 0-9-15,0 0-20 0,0 0-25 0,0 0-21 16,0 0-40-16,-24 2-43 0,12-2-134 16,3 0-301-16,0 0 134 0</inkml:trace>
  <inkml:trace contextRef="#ctx0" brushRef="#br0" timeOffset="-206348.54">19554 10429 55 0,'1'-6'125'0,"-1"1"4"16,0-1-11-1,3 2 1-15,-3-1-4 0,0 0 0 0,0 0-7 16,0 2-1-16,0-2-9 0,0 5-7 0,3-4-9 16,-3 4-14-16,0 0-13 0,0 0-21 0,0 0-6 0,0 0-3 15,-6 12-6-15,4 2-7 0,-3 4 2 0,0 9 1 16,-2 4-3-16,1 1-5 0,-2 1 3 16,2 13-6-16,3 0 5 0,2-10 6 0,-2 12-8 0,2-12-1 15,1-2-2-15,1 0-2 0,-1-1 3 0,3-1 2 0,-2-2-2 16,-1-2-1-16,0-10 2 0,0 2 0 0,3-4-5 15,-2 0 2-15,-1-5 2 0,0 1-4 0,4-5 3 0,-4 2 0 16,0-2 1-16,1-3-2 0,-1 1 5 0,0-1 0 16,0-4-2-16,0 6 1 0,0-3 3 15,0-3-2-15,0 4 1 0,0-4-4 0,0 0-21 16,0 0-40-16,0 0-36 16,0 0-57-16,-5-12-88 0,4 7-255 0,1-4 114 15</inkml:trace>
  <inkml:trace contextRef="#ctx0" brushRef="#br0" timeOffset="-205981.35">19561 10597 155 0,'0'0'157'0,"0"0"-16"0,8 0-11 16,-8 0-16-16,18 0-15 0,-4 4-9 0,2 1-6 0,2-1-13 16,0 3-9-16,3-1-4 0,-3 1-7 0,0 3-3 15,1 1-7-15,-2-1-8 0,-2 1-7 0,-2-1-6 16,-4-3 5-16,-1 3-4 0,-2-1-5 0,-3-3-5 16,-2 3-2-16,-1-3 1 0,-4 0-2 0,-2 3 1 15,-5-2-3-15,-4 1 2 0,-4 0 1 0,-2-3-1 16,-7 3 3-16,7-3-4 15,1-2-1-15,0-1 7 0,1 1-8 0,-2 0 0 16,1 1 0-16,6-3 1 0,1-1-4 0,4 1 0 16,0-1 8-16,4 1-7 0,5-1 4 0,-9 0-13 15,9 0-9-15,0 0-18 0,0 0-14 0,35-9-29 0,-15 5-36 16,9-3-108-16,1-3-236 0,0 4 105 0</inkml:trace>
  <inkml:trace contextRef="#ctx0" brushRef="#br0" timeOffset="-205346.48">20432 10558 60 0,'-3'-3'210'0,"1"-3"-16"16,-1 1-15-16,-2 1-18 0,3-2-16 0,-3 3-13 15,1-1-13-15,-1 1-10 0,-3-2-14 0,-1 5-10 16,-8-1-8-16,7-2-4 0,-8 4-12 0,-1-1-6 16,2 3-5-16,0 0-7 0,1 2-5 0,-3-1-4 15,4 5-1-15,-2-1-7 0,2 2-4 0,-2 0-5 0,3 2 1 0,0 2-1 16,5-6-4-16,-3 7-1 0,5-4-4 0,1 0 1 16,3 1-1-16,0-1-3 0,2-1 1 0,1-3-3 15,0 3 4-15,1-5 4 0,2 1-5 0,2 0 11 16,4-2 8-16,4-4-1 0,-3 2 1 0,3-3 6 15,-3 0 3-15,3-2 3 0,1-3 4 0,0 0 2 16,-1 0-2-16,-2 0-1 0,1-1 0 0,3-2 13 0,-5 2-4 0,0 0 2 16,2-1-5-16,-3 3-5 0,1 0 4 0,-1 0-6 31,-4 1-2-31,-1 1-4 0,1-1-7 0,2 2-3 16,-4 2-7-16,1-3-2 0,-4 3-2 0,0 0-4 15,12 3 0-15,-8-2-3 0,3 4-1 0,-3-2-2 0,5 6-4 16,-4 0 3-16,5 2-3 0,-2 3 6 0,0 3-3 15,-2-2-2-15,1 7 2 0,1 1-2 0,-4-5 5 0,1 1-5 16,-1-1 3-16,-1-2-4 0,1-1 1 0,-3-3 2 16,3 0-4-16,-2-1 2 0,-1-3 0 0,-1-3 2 15,2 0 5-15,-2 1-3 0,1-1 3 0,0-4 5 16,-1 3 40-16,0-4 39 0,2 8 30 0,-2-8 32 16,1 2 21-16,-1-2-21 0,0 0-13 0,5-11-17 15,0 3-14-15,2-4-13 0,3-4-8 0,3-8-13 0,6-1-3 0,0-2-7 16,1-1-5-16,2-2-8 0,0 1-6 0,-3 5-8 15,0 0-1-15,-3 5-3 0,-4 4-1 16,-4 5-9-16,1 1 1 0,-2 1-2 0,-1-2-4 16,-3 7-14-16,1-2-28 0,0 1-28 0,-1-1-48 0,1 2-43 15,-4 3-54-15,3-2-17 0,-3 2 0 0,0 0-12 16,4 11-21 0,-4-5-43-16,-1-1-252 0,-2 5-588 0,2-5 261 15</inkml:trace>
  <inkml:trace contextRef="#ctx0" brushRef="#br0" timeOffset="-202757.97">21266 10132 44 0,'0'-5'178'15,"0"1"-12"-15,0-1-6 0,0 2-8 0,0-2-11 16,0 1 0-16,0-1-12 0,0 5-10 0,0-7-16 15,3 4-23-15,-3 3-7 0,0 0-32 0,0 0-7 16,0 0 0-16,0 0-4 0,1 21-8 16,-2-3 3-16,1 8-4 0,0 6-3 0,-3 2-3 15,-7 14-1-15,5 0-6 0,1 1 1 0,-1 2 2 16,1 0-6-16,-2-1 2 0,2 5-3 0,0-3 5 16,3 1 3-16,-3-2-9 0,4 0 7 0,0-1-4 0,0-16-3 15,0 2 2-15,0 13 1 0,4-13 3 16,-3-4-7-16,3 0 3 0,-3-1 1 0,2-2-1 15,-2 0-4-15,4-5-1 0,-5-5 0 0,3 0 6 0,-2 2-4 0,-5-4 2 16,4-1-2-16,0 1-1 0,0-5 1 0,0-1-1 16,0 0-7-16,-5 1 8 0,4-1-2 0,2 0 2 15,-1-4-4-15,0 1 7 0,4 4 4 0,-4-8-6 16,0 4-1-16,1-2 2 0,-1-1-4 0,-1 1-2 16,1-2 6-16,0-1-5 0,-4 1 2 0,4-1 2 15,0-3-12-15,0 7 10 16,0-7 4-16,-1 5-4 0,1-5 4 0,0 0-4 15,0 0 2-15,0 4-7 0,0-4 12 0,0 0-7 16,-3 4-6-16,3-4 7 0,0 0-1 0,0 4-5 16,0-4 7-16,0 0-3 0,0 0 2 0,0 0 1 15,0 0-2-15,3 2 1 0,-3-2-4 0,0 0 1 16,0 0 2-16,0 0-3 0,0 0-1 0,0 0 7 16,0 0 0-16,0 0-1 0,0 0 2 0,0 0-2 0,0 0-3 0,0 0-1 15,0 0 2-15,0 0 1 0,0 0 6 0,0 0 2 16,0 0-2-16,0 0 10 0,0 0-6 0,0 0 2 15,15-2-5-15,-6-2 5 0,12 0-1 0,8-3-6 16,4 1 3-16,6-2 0 0,14-1-24 0,-2-2-35 16,1 1-42-16,-17 2-229 0,2-4-347 0,-10 1 154 15</inkml:trace>
  <inkml:trace contextRef="#ctx0" brushRef="#br0" timeOffset="-201999.38">21279 10077 45 0,'0'0'93'0,"0"0"2"0,-5 2-16 0,5-2 9 16,0 0 2-16,0 0-11 0,0 0 2 0,0 0-3 15,-1 5 3-15,1-5-8 0,0 0-7 0,0 0-5 16,0 0 1-16,0 0 7 0,0 0-2 0,0 0-5 0,25-5-8 0,-5 2-3 16,14-1-5-16,8-3-3 0,14-1-23 0,8 1-30 15,3 0-40-15,-5 2-90 0,-3-5-75 0,-4 3-230 0,-6-4 101 16</inkml:trace>
  <inkml:trace contextRef="#ctx0" brushRef="#br0" timeOffset="-200867.19">22800 10360 146 0,'1'-5'134'0,"-2"1"-12"0,0-2-12 16,-2 4-9-16,-2-5-10 0,-3 2-13 0,-2 2-5 15,-3-1-8-15,-8 2-3 0,0-1-8 0,-7 3-9 0,0 2-6 16,-3 1-2-16,-3 1-4 0,3 3-2 0,-1-2-5 16,1 4-1-16,3 2-1 0,3-2-8 0,-1 1-2 15,6 1 5-15,4-1-7 0,1 1-1 0,2 1 0 16,-1 2-4-16,8-4 0 0,-2 2-1 0,4-2-1 0,4 1 1 16,0 2-3-16,4-3 5 15,4 1 3-15,2-1-3 0,9 0 4 0,2 0-1 0,6-3 6 0,2-2 1 0,2-3-2 16,-1-2-2-16,3-1 0 0,-2-5-1 0,1 0 5 15,-6 0 5-15,3-5 5 0,-5-1 0 0,-1-2 4 16,0 0 2-16,-5-5-8 0,1 0 5 0,-1-2-2 16,-4-4-2-16,-2-3-6 15,0-4 1-15,-2 2 1 0,-5-5-2 16,3-1-2-16,-4 0 11 0,1-10 17 0,-2 16 17 16,-2-1 11-16,-1 2 7 0,-2 1-5 0,2 3-5 0,-3 7-3 15,2 6 5-15,0 0-14 0,-1 4-3 0,1-1-1 16,0 3-14-16,1 1-8 0,-2 0-28 15,2 5-8-15,0 0 1 0,0 0 0 0,-6 15 1 16,5 0-1-16,-3 5 2 0,2 8-3 0,-1 1 0 0,-1 7 7 0,4-4-6 16,-3 16 1-16,0-2-3 0,0-10 1 0,2-1 1 15,-2 0 0-15,2-4 2 0,1 1 0 0,0-6 0 16,-1-5 2-16,2-3-1 0,0-3-1 0,-1-4-1 0,4 0 1 16,-4-4 2-16,1 0 3 0,-2-1-1 15,2-2 4-15,-1 0 19 0,0 0 14 0,0-4 19 16,0 4 13-16,0-4 5 0,0 5 0 0,0-5-4 0,0 0-9 0,0 0-4 15,0 0-11-15,0 0-26 0,0 0-28 0,0 0-17 16,0 0-25-16,-8-12-36 0,5 10-31 0,3 2-38 16,-5-5-50-16,2 3-70 0,-2-1-158 0,0 0-463 15,-4 0 205-15</inkml:trace>
  <inkml:trace contextRef="#ctx0" brushRef="#br0" timeOffset="-198407.85">23069 10503 115 0,'0'0'161'15,"0"0"-6"-15,0 0-8 0,0 0 0 0,0 0 0 16,0 0-8-16,0 0-10 0,-2-5-13 0,2 5-12 16,0 0-2-16,4-8-6 0,-3 4-7 0,3-2-7 0,-2-1-8 15,4-2-9-15,0-1-5 0,2-5-5 0,-1 1-2 0,0-3-7 16,3 0-6-16,-3-2-1 0,5-6-1 0,-2 2-7 15,-1-1 0-15,0 1-3 0,1-1 0 0,-1 6-3 16,-4-1 6-16,3 2-1 0,1 0 5 0,-4 1 8 16,-1 5-2-16,0-1 0 0,0 2 4 0,-2 0-7 15,1 5-6-15,-2-2-4 0,2 4-2 0,-1-2-3 16,-1 2-7-16,1-3-9 16,-2 6-29-16,2-3 5 0,-2 3-2 0,0 0 1 15,3 15 3-15,-3-6 0 0,1 3-2 0,-1 4 2 16,1 1 4-16,-2 4 3 0,1 4-2 0,0-2 1 15,0-1 2-15,0-3 2 0,3 0-1 0,-2 1 1 16,0-3-1-16,3-3 1 0,-1 1 3 0,-1-5 1 16,1-1-1-16,-1 0 6 0,2-2-6 0,-3-2 3 15,2 1 19-15,-1-2 21 0,2-2 8 0,1-2-1 0,-5 0-4 0,17-6-5 16,-8-1-2-16,5-3 0 16,1 0-7-16,0-4 0 0,0-3 0 0,5-2-8 0,-3-1-1 15,2-3-5-15,-5 0 0 0,1 0-2 0,-1-2-2 16,0 4-1-16,-3 3 0 0,-2 1-2 0,-2 0-1 15,1 2 1-15,-3 4 0 0,-1 3 2 0,0-2 0 16,-2 4 0-16,0 0-3 0,-1 1-2 0,0 1-4 0,2 1-10 0,-3 3-20 0,0 0 1 16,0 0 3-16,0 0 3 0,0 0 1 0,-7 18 3 15,4-5 2-15,-3 2 1 0,2 2 1 0,1 2 1 16,-1 6 1-16,-1-1 0 0,4 2-1 0,-1-7 3 16,4 1 1-16,-1 0-1 0,0-3 4 0,4-1 0 15,0 0 2-15,-1-5 0 0,4 1 0 0,3 0 4 0,-2-4-16 16,5 0-16-1,4 0-28-15,2-2-29 0,2-4-45 0,5-2-58 16,-4-2-207-16,-3-2-430 0,1 0 190 0</inkml:trace>
  <inkml:trace contextRef="#ctx0" brushRef="#br0" timeOffset="-197744.46">23734 10248 158 0,'0'0'225'0,"0"-4"-17"16,0 4-15-16,0 0-24 0,0 0-22 0,0 0-14 0,0 0-19 0,1-3-24 0,-1 3-13 16,0 0-5-16,0 0-10 0,3 15-7 15,-5-6-4-15,1 1-6 0,0 2-6 0,-2 0-2 16,2 5-6-16,-2-2-2 0,0 1-2 0,-2 1-5 16,2-2-2-16,1 1-1 0,0-1-1 0,0-4 2 15,0 1-3-15,0-1-4 0,2-1-3 0,0 0-1 16,-2-5 1-16,2 2 2 0,0-3 0 0,-1 0 2 15,1-4 28-15,-1 6 26 0,1-6 23 0,0 3 33 16,0-3 5-16,0 0-9 0,0 0-14 0,0 0-13 0,14-15-8 0,-9 8-9 16,4-3-11-16,1-2-4 0,4-2-9 0,-2-1-2 15,1 0-9-15,-2 0-2 0,1-1-4 0,-1 2-2 16,-1 1-7-16,-1 4-1 0,-3-3-2 0,2 3-3 16,-3 1-2-16,-1 1-3 0,0 2 2 0,0 0-3 31,0 0 0-31,-3 1-4 0,3 2-4 0,-3-1-2 15,-1 3 1-15,4-5-3 0,-4 5-8 0,1-2-14 0,-1 2-12 0,0 0-6 16,0 0 8-16,0 0 5 0,0 0-3 0,0 0 7 16,-6 14 0-16,2-9 1 0,-1 2 2 0,-3 1 0 15,3-2 4-15,1 0 0 0,-2 3 3 0,2-1 1 16,-1-2-2-16,1-2 5 0,0 1-3 16,0 1 0-16,3-1 2 0,-4 0 2 0,5-1-4 15,-1-1 1-15,-2-1 6 0,3-2-3 0,-3 7-2 0,3-7 4 0,0 8-1 0,0-7-1 16,2 2 5-16,-2-3 3 0,1 7-8 0,3-2 0 15,1 0 2-15,3 0 0 0,-2 3 0 0,2 1 0 16,3-1 5-16,1 4-3 0,2 0-27 16,0 0-23-16,3 1-27 0,-6 0-41 0,5 3-60 0,-4-5-279 15,0 2-496-15,-2-5 220 0</inkml:trace>
  <inkml:trace contextRef="#ctx0" brushRef="#br0" timeOffset="-196905.12">22337 10883 126 0,'0'0'157'0,"0"0"-17"15,-5 0-17-15,5 0-6 0,0 0-15 0,0 0-14 16,-9 0-9-16,9 0-3 0,0 0-15 0,0 0-4 15,0 0-3-15,0 0-3 0,0 0-13 16,0 0 7-16,0 0-9 0,0 0-5 0,0 0-3 0,0 0 1 0,0 0-9 0,0 6 1 0,0-6-4 16,0 0-4-16,0 0 3 0,0 0-4 15,0 0 4-15,0 0-12 0,0 0 5 0,0 0 2 16,0 0 2-16,0 0-4 0,0 0-2 0,0 0 6 16,0 0 8-16,0 0 5 0,0 0 8 0,19 0-4 15,-6-4 2-15,8 2-4 0,7 2-2 0,6-3-1 16,17 1 4-16,12-4 1 0,28-3 3 0,7 1 4 15,11-1 3-15,8-8-1 0,7 10 2 0,12 0-3 0,0 2-2 16,-5 0-7 0,-10-2-1-16,-3 2 0 0,-11 2-3 0,-4 2-3 15,-3 0-1-15,-10-3-4 0,-32 5-4 0,-1-2 0 16,-4 0 0-16,-17 1-2 0,-1 1-2 0,-4-4 0 16,-10 3-1-16,-4 0-3 0,-3-2 4 0,-5 4 1 15,0-2-2-15,-3 0 12 0,0-1 7 0,-6 1 1 16,9 0-4-16,-9 0 0 0,5-1-7 0,-5 1-13 15,0 0-25-15,0 0-32 0,0 0-31 0,-26 1-27 0,15 0-54 0,-3 2-194 16,1-2-389-16,3 0 173 0</inkml:trace>
  <inkml:trace contextRef="#ctx0" brushRef="#br0" timeOffset="-194231.66">23124 11335 41 0,'4'-5'127'0,"-4"5"2"0,0-4-11 16,0 4 1-16,0-3-17 0,0 3-7 0,0 0-7 0,0-5-9 15,0 5-4-15,-9-4-5 0,0 3-15 0,0 1-6 16,-3 0 0-16,-8 1-12 0,-1 0-1 0,-10 3-3 16,2 0-1-16,-2-2-7 0,2 2-1 15,-1-1-2-15,-2 2-6 0,2 4 4 0,2-5-9 0,3 6-1 0,2-3 0 0,4 2-1 16,-3-1 0-16,3 1-4 0,3 0 5 16,0 1-8-16,2 1 0 0,6-2-1 0,1 2 6 0,2 1 0 15,0 4-2-15,1-4-1 0,4 2-1 0,2 0 0 16,3 1 1-16,2-3-2 0,2-2 4 0,6 2-1 15,0-3 1-15,6-2-1 0,-1-1 2 0,2-2-3 16,1 0 5-16,0-2 1 16,-2-2-1-16,7-3 6 0,-8-1 11 0,0-4 10 15,4-4 3-15,-5 2 10 0,1-2-2 16,-6-2 3-16,4-7-2 0,-4 0-5 0,3-1 2 0,-4-1-2 16,-1-5-1-16,0-1-4 0,-2-2-6 0,0 1-3 15,-2 0 1-15,0-2 1 0,-2-1-5 0,0 1 0 16,-1-2 3-16,-2 6 2 0,0 0 8 0,0 2-4 15,-3 9 7-15,2 3 3 0,-2 1-4 0,0 5 3 0,0 0-2 0,1 1-9 16,-2 1-6-16,2 1-11 0,-1 3-36 0,0 2-2 16,0 0 0-16,0 0 0 0,-4 13 6 0,2 1 1 15,-1 5 1-15,-2 5 2 0,-3 3 1 0,6 2 2 16,-3 0-3-16,2 1 1 0,0 1 3 0,2-5 0 16,1 3 2-16,0-4 0 0,1-4 1 0,3 2-1 15,-1-3 3 1,-2-2 4-16,2-1-4 0,1 0 1 0,-1-1-1 0,0-5 3 15,-1 2 3-15,1-2-1 0,0-3 0 0,0 0-10 16,-1-2-7-16,-1-1-9 0,2 1-2 0,-2-3-2 0,-1 0-1 0,2-1 4 16,-2-2 3-16,-1 6 2 0,1-6-28 0,0 0-40 0,0 0-44 15,0 0-56-15,9-9-120 0,-7 4-332 0,2-1 147 16</inkml:trace>
  <inkml:trace contextRef="#ctx0" brushRef="#br0" timeOffset="-193868.75">23457 11060 58 0,'0'-3'227'16,"0"-3"-16"-16,0 6-18 0,1-4-23 0,-1 4-19 15,0 0-22-15,-1-5-27 0,1 5-9 0,0 0-17 16,0 14-5-16,0-6-7 0,0 4-4 0,0 5-12 16,-2 3 0-16,2 6-11 0,-1-1-2 0,0 3 2 0,-3-1-8 15,4 4-7-15,-1-1-3 0,-3-2 0 0,3 0 2 16,1 0-6-16,0 4-2 0,-3-6 3 0,3 3-6 16,-4-11 2-16,7 3 0 0,-6 3-3 0,3-5 1 0,0-6-1 15,0 1-3-15,0-2 2 0,0-2-2 16,-1 1 3-16,1-1 1 0,-3-4-3 0,3 3-2 15,0-5 1-15,-1 0-3 0,1 2-13 0,0-3-4 0,0-3-7 0,-1 6 1 0,-2-4 0 16,3 2-2-16,0-4-20 0,0 0-26 16,-10 0-18-16,10 0-36 0,-8-4-156 0,3 0-299 15,1 0 133-15</inkml:trace>
  <inkml:trace contextRef="#ctx0" brushRef="#br0" timeOffset="-193568.19">23400 11252 187 0,'0'-4'191'0,"0"4"-24"0,0 0-13 16,3-2-19-16,-3 2-12 0,9-3-11 0,0 6-6 0,2-3-8 15,6 2-10-15,2 2-7 0,9 1-11 0,0 2-7 16,0 2-1-16,1-1-7 0,-3 3-7 0,1-2-9 0,-9 1 0 15,0 0-5-15,-4-1-4 0,0 1-13 16,-5-3-3-16,-2 3 1 16,-1 0-6-16,-2-6-4 0,-3 4 5 0,-6-2-2 0,-1 2 0 0,-6 0 0 0,-5-1-5 15,-12 0 5 1,2 0 1-16,-3-2-6 0,0-1 5 0,0-1 0 16,-2-1-5-16,1-2 0 0,4 0-1 0,5 0-2 15,2 0 2-15,3 0-32 0,3 0-23 0,5-1-50 16,0 0-204-16,7-2-332 0,2 3 147 0</inkml:trace>
  <inkml:trace contextRef="#ctx0" brushRef="#br0" timeOffset="-190491.2">24939 10560 80 0,'0'0'117'0,"0"0"-13"0,0 0-10 0,-5 1-10 15,5-1-5-15,0 0-10 0,0 0-8 0,0 0-5 16,0 0-12-16,0 0 4 0,0 0-4 0,0 0-11 16,0 0-1-16,0 0-3 0,0 0-1 0,0 0-6 15,0 0-3-15,0 0-1 0,0 0-1 0,0 0 1 16,0 0-6-16,0 0 0 0,0 0 5 0,0 0-7 16,0 0-6-16,0 0 1 15,0 0 4-15,0 0 0 0,-4 2-3 0,4-2-1 16,0 0 0-16,0 0 0 0,0 0-1 0,0 0-3 15,0 0-5-15,0 0 6 0,0 0-1 0,0 0 7 16,0 0-4-16,0 0-3 0,0 0 3 0,0 0 2 16,0 0-4-16,0 0-3 0,0 0 11 0,0 0-1 15,0 0-1-15,0 0 0 0,0 0 8 0,0 0 0 0,0 0 6 16,0 0 9-16,0 0 4 0,0 0 5 0,31-3 0 0,-8 1-3 16,9-5 2-16,3 2 1 0,16-6 2 0,3 4 1 15,2-2 4-15,-1-3-6 0,0 3 4 0,-4 1-7 16,0 2-4-16,-16 0-5 0,-4 2-3 0,-3 3-3 15,-8-1-7-15,-2 0-3 0,-8 2-13 0,0-1-5 0,-1 0-11 16,-1 1-9-16,-3 0-8 0,3 0-6 0,-8 0 4 16,0 0 2-16,0 0-12 0,0 0-23 0,0 0-14 0,-26 6-16 15,15-6-23-15,-8 1-108 0,2 1-248 0,-1-2 111 16</inkml:trace>
  <inkml:trace contextRef="#ctx0" brushRef="#br0" timeOffset="-190257.97">25301 10410 140 0,'3'-9'219'0,"-1"1"-1"16,0 0-8-16,-1 2-9 0,1 1-13 0,0 0-12 16,0 2-13-16,0-2-12 0,-2 5-21 0,1-6-18 15,-1 6-21-15,0 0-18 0,0 0-8 0,0 0-10 16,4 17-3-16,-4-6-6 0,0 7-4 0,-2 2-3 0,2 5-3 0,0 1-6 15,-2 2-4-15,1-1 2 0,1 2-8 0,5-3-26 0,-3 6-22 16,4-3-27-16,0 0-19 0,-2-3-33 0,5 0-38 16,-4-11-205-16,5 2-378 0,-2-6 167 15</inkml:trace>
  <inkml:trace contextRef="#ctx0" brushRef="#br0" timeOffset="-189720.29">26063 10316 179 0,'2'-5'204'0,"-2"0"-11"0,1-1-12 0,0 3-7 16,-1-2-12-16,3 2-14 0,-3 3-18 0,1-4-12 16,-1 4-16-16,1-4-12 0,-1 4-15 0,0 0-8 15,0 0-7-15,2 12-7 0,-2-3-5 0,0 3-5 16,-2 4-4-16,0 3-4 0,-1-1-8 0,1 6 2 15,-3 3-8-15,-2-1 1 0,2-3-2 0,1 0-2 0,2-2 1 16,-2-3-6-16,1 1 0 0,-1-3 3 0,2-2-6 0,1-4 2 16,-2-1-2-16,3-1-2 0,-1-3 9 0,1-1-3 15,-3 1 19-15,3-1 46 0,0-4 40 0,0 5 12 16,0-5-14-16,0 0-10 0,10-10-10 0,1 1-12 16,-1-3-8-16,4-5-5 0,-1 4-12 0,7-8-5 15,-2-1-9-15,3 1-7 0,-4 1-9 0,3-1-5 16,-3 1-3-16,-4 6 2 0,0 1-6 0,-4 6-6 0,-4-1 4 0,0 2-6 15,-1 2-2-15,2-2-26 0,-3 4-25 0,1 1 0 16,-4 1 5-16,10 3 2 0,-5 3 8 0,4-1 0 16,-4 3 3-16,4 0 2 0,1 4 9 0,2 2-15 15,2-1-13 1,0 1-18-16,0 0-15 0,3 1-23 0,-3-3-15 16,2 1-37-16,-2-2-29 0,0 2-256 0,-2-7-472 15,-2-3 209-15</inkml:trace>
  <inkml:trace contextRef="#ctx0" brushRef="#br0" timeOffset="-189155.51">26610 10235 211 0,'0'-7'231'0,"1"3"-19"0,1 2-15 0,0-3-24 16,-2 5-18-16,0-6-22 0,0 6-15 0,0-4-22 15,0 4-10-15,0 0-4 0,0 0-16 0,4 15-7 16,-4-5-5-16,0 2-4 0,0 5-8 0,0 3-7 16,0-1 2-16,-4 5-6 15,0 1-4-15,3-5-6 0,-4 5 2 0,0 1-3 16,1-2-2-16,0-6-4 0,2 1-1 0,-1-2-2 16,-1-1 3-16,2-3-7 0,1-1 3 0,-1-2-1 15,0-2-1-15,2-3 1 0,-1 0 4 0,-1 0 3 16,2 0 32-16,0-5 31 0,0 3 29 0,-1 2 29 15,1-5 15-15,0 0-13 0,0 0-13 0,0 0-14 16,15-15-11-16,-10 6-10 0,6-4-11 0,1-2-1 0,3-2-14 0,2-5-9 16,5 0-9-16,-4-1-1 0,1-1-3 0,0 0-7 15,-1 2-3-15,0 3-4 0,-8 3-4 0,2 2 0 16,-2 6-7-16,-2 0 1 0,-2-1 8 0,-1 3-10 16,-1 1-4-16,0 1-2 0,0-1-2 0,-2 2-5 15,1 0-2-15,1 2 1 0,-4 1-7 0,2-5-12 16,2 3-24-16,-4 2-20 15,0 0-6-15,0 0 6 0,0 0 5 0,0 0 6 16,-8 14 6-16,4-5 5 0,-1 1 4 0,-5 0 1 16,0 4 4-16,0-2 4 0,-2 3 1 0,1-4 4 15,2 0 1-15,0 1 1 0,2-6 1 0,2 2 2 0,-1-1 8 16,2-3-6-16,0 2-2 0,2-3 3 0,-2 2 1 16,0-3 5-16,4 1-2 0,0-3 0 0,0 7 1 15,3-3 3-15,2 2 3 0,5 0 13 0,5 2 2 0,4 1 0 16,7 2-2-16,3 0-2 0,-2 4-5 0,5-3-30 15,-5 2-36-15,4 1-54 0,-3 2-68 0,-4-5-319 16,2 2-542-16,-7-6 240 0</inkml:trace>
  <inkml:trace contextRef="#ctx0" brushRef="#br0" timeOffset="-186419.67">27331 10651 4 0,'0'0'142'0,"0"0"-9"0,-1 4-4 31,1-4-6-31,0 0-10 0,0 0-11 0,0 0-4 16,0 0 3-16,0 0 4 0,0 0 12 0,0 0 4 15,0 0-7-15,0 0-6 0,7-11-11 0,-3 6-9 0,1-1-4 0,-1-5-1 16,4 1-3-16,1-5-1 0,0-2-6 0,1 1-3 16,4-6-5-16,-1-1-7 0,2-2-7 0,0 0-3 15,1 2-7-15,-2-3-4 0,2-1-4 0,-3 3-2 16,-2 0-4-16,1 7 0 0,-4 0 14 0,1 3-3 16,-4 5 4-16,1 0 1 0,-2 3 1 0,0 1-10 15,-3-1-1-15,2 4-10 0,-2-4-10 0,2 3-30 0,-3 3-13 16,0 0 3-16,0 0 1 0,6 10 3 0,-6-1 5 0,5 2 2 15,-4 2 0-15,2 3-1 0,-2 0 8 0,1 2-2 16,0 0 2-16,3 1 0 0,2-2-1 0,-3 0 0 16,2 0 6-16,0-2-2 0,-1-5 1 0,-1 0 1 15,1-1 2-15,-1-2 2 0,1-2 3 0,-2 0-1 16,1-1 21-16,-1-1 4 16,3-3 5-16,-6 0 2 0,12-5 3 15,0 3-2-15,-3-6 7 0,5-1 0 0,-3-3-9 0,2-1-2 16,1-1-3-16,-1-3-4 0,5-5 0 0,-1 0-8 15,-3-1 1-15,0 1 0 0,1 1-5 0,-5 3 2 16,-2 4-3-16,-1-3 7 0,-1 7 3 0,0 2 1 16,-3 1-4-16,0 2 0 0,0 0-8 0,0 1-7 15,-1-1-33-15,0 4-10 0,-2 1 3 0,0 0 4 0,6 8 5 16,-6 1 1-16,2 2 2 0,1 5 7 0,-3 3 0 16,2-1-16-16,2 2-4 0,0 3-14 0,1 2-9 0,5 0-9 15,-1-2-14-15,0 1-14 0,4 0-22 0,-8-9-20 16,4 2-59-16,-4-7-149 0,0 1-377 0,3-3 167 15</inkml:trace>
  <inkml:trace contextRef="#ctx0" brushRef="#br0" timeOffset="-185912.32">28079 10408 148 0,'2'-4'241'15,"-1"1"-11"-15,2 1-19 0,-3 2-20 0,4-4-22 16,-4 4-18-16,2-2-19 0,-2 2-14 0,0 0-20 0,0 0-11 16,0 0-9-16,0 0-14 0,7 7-5 0,-6-2-9 15,0 0-3-15,-2 3-2 0,2 1-5 0,-1-1-5 16,0 4-6-16,-1-3-2 0,2 2-1 0,-1 0 6 16,0 1-12-16,0-1 0 0,0-2-6 0,-1 3 2 15,1-3-1-15,0-4-3 0,-1 3-4 0,-1-2 2 0,2 0 1 16,0-2-2-16,0-2 3 0,0-2 2 0,0 6 0 0,0-6 28 15,0 6 26-15,0-6 26 0,0 0 21 16,0 0-8-16,0 0-7 0,0 0-15 0,11-13-8 16,-6 7-10-16,1-4-9 0,4-1-4 0,-1-4-9 15,0 1 6-15,3-1-15 0,-1 1 1 0,2-1-10 0,-3 1-1 16,2 0 0 0,-7 4-4-16,4 0-1 0,-4 1-5 0,0 3-2 15,-1 1-3-15,-3 1 3 0,4-2-7 0,-2 2 0 16,0 2-3-16,-2-1-2 0,-1 3-11 0,3-5-23 15,-3 5-14-15,0 0 7 0,0 0 3 0,0 0 2 16,0 0 5-16,0 14 1 0,-1-7 6 0,-2 2-2 16,-1 0 2-16,0 1 4 0,-1 0 0 0,1 0 3 0,0-1 1 15,-1 1-1-15,1 1 2 0,0-3 2 0,0-1-2 0,2 0 4 16,-1-3 0-16,3 3-2 16,-1-3 5-16,-2 1-3 0,3 0 1 0,0-1 1 0,3 1 5 0,-3-2-2 0,1 3 2 15,3 0-2-15,1-3 1 0,-1 3 4 0,6 1-2 16,-2-2-4-16,4 2-19 0,0 1-18 0,2 2-36 15,4-1-41-15,-2 1-49 0,3-3-73 0,-2 0-181 0,0-1-456 32,-3-2 202-32</inkml:trace>
  <inkml:trace contextRef="#ctx0" brushRef="#br0" timeOffset="-185564.13">28480 10549 27 0,'0'0'147'0,"0"0"-19"0,0 0-5 15,0 0-22-15,0 0-12 0,0 0-4 0,0 0 0 16,-4-3 0-16,4 3 5 0,0 0 5 0,0 0 10 16,0 0 0-16,0 0-2 0,0 0 3 0,0 0-7 15,0 0 0-15,0 0-4 0,0 0 1 0,0 0-6 16,0 0-9-16,0 0-7 16,19-2-5-16,-7 0-9 0,7 2-13 0,3-6-17 15,6 4-17-15,-7 0-25 0,7 1-31 0,2-2-39 16,-9 1-59-16,-2 0-201 0,-2-3-370 0,-4 2 164 15</inkml:trace>
  <inkml:trace contextRef="#ctx0" brushRef="#br0" timeOffset="-185263.44">28926 10394 88 0,'-2'-4'266'0,"2"4"-19"0,2-6-18 0,-2 6-19 16,-3-3-17-16,3 3-20 0,-5-3-17 0,5 3-15 15,0 0-14-15,0 0-19 0,0 0-14 0,0 0-30 16,0 0-17-16,0 0-7 0,0 0-7 0,-7 12-1 15,7-6-5-15,-2 5-2 0,4 0-4 0,2 6-3 0,-2 0 2 0,2 2-1 16,-1 5 1-16,4 0-3 0,-2 1-18 0,-1-6-22 16,5 6-25-16,-7 1-37 0,5 0-67 0,-9-9-199 15,5-2-381-15,-2-5 168 0</inkml:trace>
  <inkml:trace contextRef="#ctx0" brushRef="#br0" timeOffset="-174172.31">28751 9728 95 0,'0'0'117'0,"-3"-4"-12"0,3 4-11 15,0 0-10-15,0 0-10 0,-6-2-10 0,6 2-5 0,0 0-4 16,0 0-11-16,0 0-2 0,0 0-3 0,0 0-11 0,0 0 2 15,0 0 2-15,0 0-4 0,0 0-7 0,0 0 5 16,25 6-6-16,-7-3 1 0,5-3 1 16,9 1-5-16,4 2 5 0,3-3-7 0,14 2-1 15,-1-2-1-15,-1 0-1 0,2 0-3 0,-2 0-2 0,-13-1-3 16,0 1 2 0,-2 0 2-16,0-1 1 0,-4-2-4 0,-4 2-1 15,-7 1 4-15,-5-3-1 0,3 1 5 0,-10 0 15 16,4 1 19-16,-8 0-1 0,4-2 1 0,-4 2 0 0,-1-1-2 15,1 1 4-15,0 0-8 0,-1-2-2 0,-4 3-5 16,5-5 2-16,-5 3-5 0,0 2-1 16,4-3-2-16,-4 3-3 0,0-4 4 0,0 4-8 15,0 0-1-15,0-7-10 0,0 7 2 0,0-3-2 0,0 3-1 0,0 0 1 16,0 0-4-16,0-5 8 0,0 5-9 16,0 0 0-16,0 0 2 0,0 0 0 0,0 0-4 0,0 0-1 0,0 0-5 0,0 0-15 15,0 0-5-15,0 0 2 0,0 0 8 0,3 11 1 0,-2-2 3 16,0 7-4-16,-1 1 4 0,3 10-3 15,-2 6 3-15,3 16-3 0,0 4 10 0,-4 1 0 16,0 30-3-16,-2-24 15 0,0 27-18 0,-2-4 1 16,3-25 0-16,-2 0 3 0,1 0 2 0,-1-2-11 15,3 0 19-15,3 0-8 0,-1-1 1 0,-2-5 1 16,3-3 1-16,-2-13 1 0,-1-3-1 0,3 0-4 16,0-3 4-16,-3 0-4 0,0-9 4 0,3-1 2 15,-2-2-2-15,-1-1-4 0,0-1 3 0,3-4 3 16,-3 0-5-16,1 4 2 15,0-9 0-15,1 6-2 0,-1-4-3 0,0 0 8 16,1 0-3-16,-1 0 2 0,-1-2-1 0,1 0 4 16,-1 0-10-16,0 2 3 0,0-3 5 0,3 0 0 15,-3 0 0-15,0 1 3 0,0-1-4 0,0-4-1 16,0 5 0-16,1-2 3 0,-1-3-3 0,0 6 2 16,0-6 1-16,0 3 2 0,0-3-1 0,0 0-7 15,1 4 11-15,-1-4-6 0,0 0 1 0,0 0 1 0,0 0 2 0,0 0-1 16,0 0 1-1,0 0-6-15,0 0 8 0,0 0-5 0,0 0 2 0,0 0-5 0,0 0 5 0,0 0-3 0,0 0 5 16,0 4-6-16,0-4 1 0,0 0 4 0,0 0-1 16,0 0 4-16,0 0-6 0,0 0 3 0,0 0 5 15,0 0-8-15,0 0 8 0,0 0-3 0,0 0 3 16,0 0-4 0,0 0 2-16,0 0 3 0,0 0 6 0,0 0 1 15,0 0 2-15,0 0 0 0,0 0 5 0,0 0 0 0,0 0-5 16,0 0 11-16,0 0-7 0,0 0 9 0,0 0-3 15,0 0 2-15,0 0-6 0,0 0 6 16,0 0-2-16,0 0-6 0,0 0-1 0,0 0-7 16,0 0 7-16,0 0-3 0,0 0-7 0,0 0 2 0,0 0-3 15,0 0-1-15,0 0-5 0,0 0 6 0,0 0-1 16,0 0 4-16,0 0 1 0,0 0 2 0,0 0-2 16,0 0 0-16,0 0-4 0,0 0 0 0,0 0-3 15,-19-9-4-15,-3 7 3 0,-10 1-4 0,-2 1-4 0,-6 0 6 16,-10-1-6-16,-6 1 3 0,-1-1-2 0,-5-1 0 15,0 4 1-15,-1-5-3 0,-1 3 3 0,4-3 3 16,3 1-4-16,17 0-4 0,1 1 5 0,3 0-3 0,6-2 2 0,2 3 1 16,10 0 0-16,4 0 2 0,1-3-7 15,3 3 0-15,4 0-8 0,-1 0-1 0,7 0 1 16,-9 0 1-16,9 0-5 0,0 0 2 0,0 0 6 16,0 0-6-16,22 6-4 0,-9-4-17 0,-1 0-11 0,1 0-14 15,4 1-13-15,-4 1-21 0,-3-2-35 0,0 1-38 16,-1 0-173-1,-1-2-366-15,-2-1 162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34:45.27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21266 2755 22 0,'-3'-3'131'0,"3"3"-9"0,-3-7-3 0,3 3-1 0,0 4-4 16,0-3-8-16,0 3-8 0,-1-6-9 16,1 6-7-16,1-5-11 0,-1 5 0 0,3-4-12 15,-3 4-5-15,3-3-4 0,-3 3-4 16,4-4-4-16,-4 4-13 0,3-5 0 16,-3 5 0-16,1-2-1 0,-1 2-7 0,4-3-5 15,-4 3 3-15,0 0 3 0,4-2-4 0,-4 2-1 16,0 0 9-16,0 0 0 0,4-2-8 0,-4 2 4 15,0 0-7-15,0 0 3 0,0 0-6 0,0 0 7 16,6 0-11-16,-6 0-5 0,15-1 2 0,-4 1 0 16,8 0 0-16,0 0-4 0,10 0 5 0,6-2-7 0,4 2-2 0,15-2-5 15,5-1-6-15,2-2 2 0,2 2 1 0,1-2 4 16,2-1 2-16,-1-1 0 0,25-2 3 0,-29 1-4 16,-2 0 8-16,0-1-4 0,-3 0-2 0,-4-6 12 15,-11 10 15-15,-5-7-2 0,-3 6 5 0,-3-5-9 16,-9 5 4-16,-4 0 7 0,-3 2 8 0,-4 0 7 15,2 1 0 1,-5-1-4-16,-3-1-2 0,1 2-5 0,-5-1-6 0,-4-2-4 16,1 2 2-16,-11 0-6 0,-3-1-2 15,-5 2-5-15,-8 1-1 0,-1 4 0 0,-4 1-5 16,2 4-1-16,-3 0 0 0,4 3 1 0,-1 3-3 16,2 2 5-16,3 0-6 0,3 2 1 0,-1 0-1 15,5 0 6-15,6-5-7 0,4 3-4 0,5-5 1 0,-1 2-1 16,7 0-2-16,0-2 3 0,4 3 1 0,6-2 1 0,4-1 0 15,17 1 0-15,2-5 2 0,20 0 0 0,3-3-4 16,3-1-4-16,3-5-6 0,-2-4-3 0,2 0-1 16,-4-5-7-16,0 0-5 0,-6-5 2 0,-3 3-2 15,-19-2-4-15,2 2-4 0,-1-2 1 0,-7-1 2 16,-9 2 1-16,-4 1-6 0,-1-1 10 0,-1 1 0 16,-10 6 0-16,-4-6-6 0,-6 6 15 0,-13-6-3 0,-5 8 6 0,-3-1 0 15,-9 3 2-15,-15 2 1 0,1 4 0 0,-3 3 4 16,0 5 4-16,1-3 4 0,2 8 1 15,-1-3 5-15,2 5 1 0,2 1 1 16,1-1 7-16,19-3-5 16,0 0 1-16,4 1-6 0,5-1 1 0,8-2-2 0,1 0 11 0,6-3-14 15,3 1 2-15,5-1 2 0,1 3 4 16,8-6 1-16,10 6 2 0,13-3-3 0,4-3 1 16,19-4-12-16,4-3 0 0,1-1-13 0,6-3 0 15,-1-2-7-15,24-8-3 0,-31 5-2 0,0-2-5 16,-6-6-3-16,-2 0-1 0,-13 2-3 0,-4 1 0 15,-5-2-4-15,-3 0 0 0,-6-1 16 0,-10 4 1 16,1-3 4-16,-7 1 2 0,-5 6 0 0,-6-4 7 16,-3 6 5-16,-8-4 7 0,-9 0 13 0,-8 5 7 0,0 2 8 15,-1 3 3-15,-19 2 5 0,4 5 2 0,-1 2-2 0,0 5-1 16,-1 2-1-16,2 0 0 0,4 5-2 0,-5-1-5 16,19-3 7-16,2 2-11 0,6-2 4 15,3 1 0-15,7-4-6 0,2 0 0 0,9-3-3 16,0 3 3-16,4 1-6 0,3-2 2 0,10 4 1 15,3-3 2-15,16 1 0 16,6-3-4-16,22-3-1 0,6-2 0 0,27-3-3 16,-3-5-18-16,-26-5 1 0,1 2-5 0,3-6 10 15,-4 0-14-15,-3-1-11 0,-5-1-2 0,-4-6-5 16,-15 6-1-16,-8-2 3 0,3-4-2 0,-7-1 2 16,-4 2 13-16,-9 2-7 0,-4 3 8 0,-5-2 2 15,-6 4 4-15,-5-1-3 0,-5 2 1 0,-9-3 17 16,-5 4-9-16,-7 7 6 0,-2-2 10 0,0 6 4 0,-13 3 2 15,-1 7 1-15,-1-1 3 0,-2 7 2 0,3 0-2 0,1 6 2 16,-1 1-5-16,10 0-1 0,9-4-1 0,5-1 0 16,6 2-2-16,4-1-4 0,9-3 2 0,5 0 2 15,3 0 15-15,7 0-16 0,6-3 3 0,12 1-1 16,11-3-2-16,18-2-5 0,2-3-13 16,4-6-13-16,0-2-10 15,3-3-10-15,1-4-18 0,-4-1-1 0,-3-1-10 16,-2-2-22-16,-7-5-23 0,-15 5-88 0,-4-5-217 15,-2-1 96-15</inkml:trace>
  <inkml:trace contextRef="#ctx0" brushRef="#br0" timeOffset="1002.17">22888 2588 32 0,'-65'7'126'16,"-2"7"-3"-16,-20 7-12 0,30-5 2 0,-2 3-10 0,8 1 7 16,2-1-22-16,17-5-9 0,4 0-7 0,11-4-7 15,1 1-9-15,6-4-2 0,6 4-5 0,3-2-1 0,6-1 7 16,10-3-11-16,16 2-4 0,5-4-4 0,19-3-11 15,2-3-10-15,1-5-8 0,-2-3-18 0,0-3-14 16,-1-3-6-16,-5-2-2 0,-16 2-12 16,-2-3-7-16,-3-1-11 0,-3-4-19 0,-5 1-16 0,-6 0-71 0,-3-3-183 15,-7 8 82-15,-4 1 697 0,-7 1-461 0,-6 0 10 16,-7 1 21-16,-8 1 0 0,-5 1 14 0,-18 3 9 16,-3 0-4-16,-3 4 11 0,-6 2 2 0,-2 3 8 15,-28 2 10-15,30 3 2 0,-4 6 16 0,4-4-12 16,2 6 1-16,1-3-6 0,4 2 1 0,19-2-5 15,4 1-10-15,4-4-3 16,5 0 8-16,7-1-6 0,4-1-7 0,3-1 1 16,3 0 2-16,-3-1 7 0,4-1 1 0,5 0 18 15,0 0-17-15,0-5-4 0,10 0-7 16,5-5-3-16,11-5-1 0,-1 1-7 0,3 0-2 16,-2 2-11-16,2-1 5 0,-5-2-8 0,-4 6 3 0,-5-3 3 15,2 0-3-15,-7 5-6 0,-3-5 5 0,1 3-5 16,-3-2 5-16,-2 2-3 0,-4 0 4 0,-1 3-2 0,-4-1-2 15,-3-2 1-15,-6 5 0 0,-2-3-3 0,-13 1 5 16,-5 3-4-16,-1 3 5 0,-15 5-3 0,-1-1-2 16,2 3 3-16,0 2 0 0,-1 5-1 0,13-4 5 15,-8 8-2-15,11-5 0 0,7 4-4 0,-2 0 4 16,8 4-2-16,-1-4 1 0,9 6 7 0,2-6-7 16,8 1-1-16,2 2-4 15,8-2 10-15,5 0-3 0,10 2 2 0,5-1 0 16,9-3-2-16,4-1-11 0,17-1-5 0,-2-5-10 15,2-3-17-15,-1-4-16 0,-1-1-14 16,-18-3-5-16,4-4-14 0,-2 0-3 0,-4-2 6 16,-6-4 9-16,-8 5 15 0,-4-6-4 0,-3-1 8 15,-3 4 6-15,-6-2 6 0,-4-5 7 0,-3 3 9 0,-7-1 11 0,-2 3 10 16,-10-2 17-16,5 4 13 0,-10-2 9 0,-5 0 2 16,2 7 10-16,-3-1-3 0,2 5 5 0,-1 1-2 15,-2 2 2-15,4 3-6 0,-3 7 0 0,3 2-3 16,-1 1 1-16,3 2-3 0,2 4-10 0,3 1 1 15,2 3-4-15,4-1 0 0,2-2-3 0,7 2 5 16,5-5 2-16,6-2 1 0,3 2-1 0,8-3 0 16,6 3 1-16,8-2-4 0,5-1-1 0,20-4-5 0,5-4-5 0,0-3 0 15,3-3-10-15,2-5-13 0,1-1 6 0,0-3-25 16,0-4-11-16,-1 0 0 0,-3-5-20 0,-5 4-3 16,-18-3-3-16,-3 2-3 0,-4-2-3 15,-5 1 10-15,-7 5 18 0,-3-1 29 0,-7 2 1 16,-4 1 6-16,-3 2 2 0,-3 0 4 0,-7 2 20 15,-1 1 6-15,-8 2 9 16,-9 3 5-16,-2 4 4 0,1 0-1 0,1 5-3 16,0 0-1-16,2 1-4 0,-1 0-2 0,5 4 3 15,0-2-12-15,8-1 8 0,2-3-10 0,4 6 9 16,3-8-2-16,9 2 1 0,4-2-1 0,7 3 3 16,15-4-2-16,4-2 1 0,20-3-9 0,2-3-2 0,-2-4 0 15,-15-1 0-15,12-6-3 0,-16 4 0 16,-3-3-1-16,-7 3 0 0,-8-3-6 0,-2 4 5 0,-6 0-7 0,-2-3 3 15,-6 6-2-15,-2-4-3 0,-6 2 5 0,-9 0-3 16,-7 2 1-16,-9 1-2 0,-7 2-2 0,1 1-1 16,-14 5 4-16,12-3-4 0,2 4 5 0,1 1-7 15,1 2 7-15,0-1-4 0,4 3 3 0,4-1-14 16,11-3-11-16,2 0-18 0,7 2-14 16,6-3-35-16,7 2-165 15,4-6-272-15,9 2 120 0</inkml:trace>
  <inkml:trace contextRef="#ctx0" brushRef="#br0" timeOffset="6294.07">24162 2559 90 0,'0'0'129'0,"0"0"-13"0,0 0-12 0,0 0-20 0,0 0-5 16,0 0-14-16,0 0-5 0,0 14-6 0,0-2-4 16,-1-5-3-16,1 6-10 15,1 3-2-15,-4 0-5 0,1 1 3 16,2 1-5-16,-3-3-7 0,3 3 3 0,-2 0-1 16,-1-1-9-16,1 0 4 0,-1-4-4 0,1 1 0 0,0-2-4 15,-2-2 2-15,3 2 1 0,-1-3-1 0,-2 0-2 16,2-3 1-16,2-1 19 0,-1 0 24 0,0-2 24 15,0 1 26-15,-1-1 34 0,2-3 25 16,0 0 23-16,0 0 6 0,0 0-24 0,0 0-16 0,0 0-19 0,5-16-11 16,1 6-13-16,-1-1-16 0,1 0-1 0,4-5-12 15,-1 4-10-15,0-3-11 0,0 4-5 0,0 3-5 16,-1-2-6-16,-2 3-7 0,-2 3-4 0,2-2-9 16,-2 2-6-16,1 1-12 0,-1 1-5 0,0 1 0 15,-4 1-8-15,15 3-11 0,-6 0 5 0,0 0-6 16,4 4-2-16,-3 0-5 15,2 0 2-15,-1 1 2 0,6 1 1 0,-2 1 1 16,-2 2-2-16,4-4-10 0,-7-2-9 16,2 1-13-16,-3-2 2 0,3 0-9 0,-1 2-7 0,2-2-3 15,-4-2-10-15,5-3-8 0,-5 0-13 0,5 0-9 16,-5 0-11-16,3-5-11 0,-1 1-9 0,-3-2-7 16,1-1 12-16,2-3 2 0,-4 4 7 0,0-4 15 15,1-1 11-15,-3 0 9 0,1 1 12 0,2-5 15 0,-4 1 18 16,-1-1 16-16,1 3 24 0,-2 0 18 0,1-6 16 15,2 2 21-15,-4-1 4 0,0 2 14 0,-1-3 11 16,0 0 12-16,1-1 10 0,-1 7 0 0,2-6 14 16,-2 2-3-16,-2 4 8 0,1 0 3 0,1 1-2 15,0 0 5-15,-1-1-8 0,1 6 8 0,0-2 0 16,0 3-6-16,0 0-15 16,0 0-12-16,0 0-7 0,0 5-13 0,1-3-20 15,-1 3-26-15,0-4-36 0,0 4-2 0,0 0 2 16,1 10 0-16,1 6-1 0,0 4 2 15,-2 6 3-15,0 5 0 0,2 3 4 0,-2 1-1 0,-2 11 2 16,1-10-2-16,1-1 2 0,0-2 5 0,1 3 3 16,2-5-5-16,-3 0 3 0,2-4 2 0,2 0-4 15,-1-8 10-15,1 1-8 0,-2-1 3 0,-2-4 0 0,4-3-2 16,-3 1 1-16,-1-4-1 0,0 0-13 0,2-1-1 16,-1-2-1-16,0 1-4 0,-1-7-2 0,-1 8 0 15,1-5-14-15,0-3-2 0,0 7-13 0,0-7 4 16,0 0-7-16,-1 8-5 0,1-8-33 0,0 0-28 15,-12 2-41-15,12-2-59 0,0 0-142 0,-17-7-387 16,14 0 172-16</inkml:trace>
  <inkml:trace contextRef="#ctx0" brushRef="#br0" timeOffset="6579.18">24710 2675 22 0,'0'0'222'0,"0"0"-33"0,0-5-12 0,0 5-22 16,0 0-12-16,5-3-14 0,-5 3-7 0,14 3-14 15,-5 2-3-15,3 0-13 0,2-1-8 0,-1 1-11 16,3 4 0-16,1-2-10 0,-2 3-6 0,-1-1-7 16,-2 2-4-16,-5-6-14 0,0 5-6 0,-1-1-5 15,-4 2-3-15,0-4-2 0,-6 4-7 0,-1-1 0 0,-4 0-4 0,-1-4-1 16,-7 3 3-16,-2 0 0 0,1-2-2 0,-1 1 4 15,1-3-5-15,-2-1 4 0,-1 2 5 0,3-3-11 16,4 0-1-16,1-1-20 0,2-2-15 0,0 1-18 16,3-2-52-16,8 1-53 0,-12-4-133 0,12 4-315 15,2-7 140-15</inkml:trace>
  <inkml:trace contextRef="#ctx0" brushRef="#br0" timeOffset="12102.66">26401 2368 94 0,'2'-5'145'0,"-2"1"-10"0,0 0 0 0,4-3-9 15,-4 5 12-15,0-3-10 0,0 5-7 0,3-6-8 16,-3 6 2-16,2-4-12 0,-2 4-14 0,0-5-6 15,0 5-13-15,0 0-13 16,0 0-7-16,0 0-12 0,0 0-4 0,2 20-5 16,-4-6 1-16,0 6 2 0,2 6-9 0,-3 6 3 0,-1 0-4 15,2 3-2-15,-3 11-7 0,2-12 3 0,1 1-1 16,0-1-1-16,2 1 3 0,2-3-7 0,0 0 3 16,-2-3-4-16,0-1 0 0,3-1 4 15,-2-5-6-15,1-4 3 0,2 0-2 0,-2 1 2 0,0-1-2 16,-1-6-1-16,3-1 4 0,-2-2-3 0,0 2 3 15,-1-5-5-15,2 2 2 0,-3-1-2 0,1-1 1 16,-1 1 1-16,0-4-12 0,2 1-7 0,-4 0-7 16,2-1-7-16,0-3 5 0,0 5-13 0,0-5 2 15,0 5-15-15,0-5-1 0,0 0-42 0,0 0-42 16,0 0-28-16,0 0-106 0,-14-8-286 0,10 3 127 16</inkml:trace>
  <inkml:trace contextRef="#ctx0" brushRef="#br0" timeOffset="13250.47">25399 2798 134 0,'0'0'137'0,"0"0"-6"16,0 0-10-16,0 0-8 0,0 0-12 0,0 0-11 15,0 0-8-15,0 0-2 0,0 0-8 0,0 0-10 16,0 0-4-16,0 0-3 0,0 0 1 0,0 0-8 16,0 0 3-16,0 0-5 0,0 0 3 0,0 0-6 15,0 0 3-15,0 0-2 0,0 0-3 0,0 0-2 16,0 0-4-16,0 0-4 0,0 0 0 0,0 0-9 16,0 0 3-16,0 0-5 0,0 0 1 0,0 0-3 0,0 0-5 0,0 0 8 15,0 0-12-15,0 0 7 0,0 0-4 0,0 0-1 16,0 0 0-16,18-2-7 0,-4-1 4 15,4-1-1-15,4 1-2 0,9-2 2 0,0-1 1 16,2 2-7-16,-3 0-1 0,-2 1 1 0,-8-1-2 16,0 2 5-16,-3 1-2 15,-4-1 4-15,1 2-10 0,-5 0-9 0,-1-2 3 16,-1 2-8-16,-1-1 1 0,-6 1-4 0,9 0-11 16,-9 0-6-16,5-2-9 0,-5 2-15 0,0 0 11 15,7 3-11-15,-7-3-7 0,0 0-17 0,0 0-35 16,-14 5-112-16,9-4-253 0,5-1 113 0</inkml:trace>
  <inkml:trace contextRef="#ctx0" brushRef="#br0" timeOffset="16123.65">25965 2588 135 0,'0'0'169'15,"3"-3"-4"-15,-3 3-8 0,3-5-9 0,-3 5-16 16,2-4-16-16,-2 4-12 0,0 0-9 0,2-3-15 16,-2 3-7-16,0 0-11 0,0 0-7 0,0 0-5 15,0 0-8-15,5 12-4 0,-5-7-2 0,0 6-4 16,2-3-3-16,-2 5-3 0,-2 3-2 0,2-3 0 16,0 3-7-16,-1-1 0 0,-3 1 0 0,4 0-2 0,0-3-4 0,0-2-2 15,-2 3 2-15,0-4-1 0,2 0 0 0,-3 2 2 16,1-3-4-16,1-2 0 0,2-1-1 15,-2 1-2-15,1-7 7 0,0 8-4 0,0-8 22 16,0 9 12-16,0-9 14 0,-2 2 20 0,2-2 22 16,0 0 23-16,-2 5 18 0,2-5 10 0,0 0-14 15,0 0-14-15,0 0-23 16,0 0-6-16,2-23-20 0,1 13-20 0,2-1 15 16,-1 0-8-16,1 0-6 0,-1-2-5 0,1 2-6 15,0 1-6-15,3-2-5 0,-3 2 0 0,0 1-5 16,-1 1-6-16,1 2-3 0,2 1-4 0,-4-1 0 15,1 2-6-15,-1 0 4 0,1 0-7 0,-2 3-6 16,-2 1 2-16,12-1-6 0,-12 1 3 0,11 2-1 16,-3 4-1-16,0-1 2 0,-2 0-5 0,3 4 2 0,-4-1 3 15,1-1-10-15,0 4 6 0,-1-4-1 0,1 4 1 16,-2 1 1-16,0-3 4 0,-3 2-6 0,3-1 0 0,-3-2 4 16,0 2-2-16,1 0-1 0,-2-4-7 0,1 2 10 15,-1 0 4-15,0-4-3 0,0 1 2 16,0 0-10-16,0-5 8 0,0 8 5 0,0-8-5 15,1 7 1-15,-1-7 4 16,0 4-1-16,0-4-11 0,0 0 11 0,2 5 4 16,-2-5-4-16,0 0-1 0,0 0 5 0,0 0-5 15,0 0 0-15,0 5 1 0,0-5 1 0,0 0-1 16,0 0 3-16,0 0-1 0,0 0-6 0,0 0 2 16,0 0-1-16,0 0 6 0,0 0-1 0,0 0-1 15,0 0-2-15,0 0 0 0,0 0 0 0,0 0 4 16,0 0-5-16,0 0 4 0,0 0-1 0,0 0 2 0,0 0-2 15,0 0-2-15,0 0 3 0,0 0 2 0,0 0-1 16,0 0 1-16,0 0-2 0,0 0 0 0,0 0 4 16,0 0-8-16,0 0 0 0,0 0 2 0,0 0 1 15,0 0-1-15,0 0-1 0,0 0 1 0,0 0-6 0,0 0-7 16,0 0-5-16,0 0-1 0,0 0-8 16,0 0-1-16,0 0-8 0,0 0-4 0,0 0-5 0,0 0 1 0,0 0-7 15,2 4-1-15,-2-4 1 0,0 0-8 0,0 0 2 16,0 0-1-16,0 0 5 0,0 0 4 0,0 0 8 15,0 0 1-15,0 0 5 0,0 0 3 0,0 0 6 16,0 0 0-16,0 0 3 0,0 0 1 0,0 0 5 16,0 0 0-16,0 0 3 0,0 0-1 0,0 0 3 15,0 0-1-15,0 0 1 16,0 0 5-16,0 0 2 0,0 0-3 0,0 0 0 16,0 0 5-16,0 0-3 0,0 0 1 15,0 0 2-15,0 0-3 0,0 0 5 0,0 0-1 16,0 0 2-16,0 0-1 0,0 0 0 0,0 0 3 15,0 0-2-15,0 0-1 0,0 0 1 0,0 0-1 16,0 0 2-16,0 0-4 0,0 0 3 0,0 0-2 16,0 0 1-16,0 0 2 0,0 0-1 0,0 0-3 15,0 0 0-15,0 0-7 0,0 0 9 0,0 0 0 0,0 0 2 16,0 0-3-16,0 0 3 0,0 0-6 0,0 0 4 16,0 0-5-16,0 0 4 0,0 0-3 0,0 0 2 15,0 0 1-15,0 0 0 0,0 0-2 0,0 0 0 16,0 0 3-16,0 0-1 0,0 0-2 0,0 6 3 15,0-6-1-15,0 0 2 16,0 0-1-16,0 0-1 0,0 0 2 0,0 0-2 0,0 0 6 16,0 0-5-16,0 0 0 0,0 0 2 0,0 0-1 15,0 0-1-15,0 0 0 0,0 0 3 0,-2 5-1 16,2-5-3-16,0 0 3 0,0 0 0 16,0 0 1-16,0 0-4 0,0 0 3 0,0 0-1 15,0 0 0-15,0 0 0 0,0 0-2 0,0 0 4 16,0 0-3-16,0 0 3 0,0 0-3 0,0 0-1 0,0 0-4 0,0 0 8 15,0 0-7-15,0 0 1 0,0 0 1 0,0 0 1 16,0 0 0-16,0 0 2 0,0 0 2 0,0 0-2 16,0 0 2-16,0 0-3 0,0 0 0 0,0 0 1 15,0 0 2-15,0 0 2 0,0 0-5 0,0 0 2 16,0 0-3-16,0 0 1 0,0 0-4 0,0 0-11 16,0 0-15-16,0 0-4 0,0 0-12 0,0 0-21 0,0 0-71 15,0 0-81-15,0 0-120 0,0 0-365 0,0 0 162 16</inkml:trace>
  <inkml:trace contextRef="#ctx0" brushRef="#br0" timeOffset="17510.87">26431 2546 46 0,'0'-7'198'0,"0"7"-7"0,0 0-16 0,0 0-13 15,-1-5-19-15,1 5-16 0,0 0-13 0,0 0-16 16,0 0-9-16,0 0-8 0,0 0-13 0,0 0-6 16,1 20-9-16,-1-9-5 0,0 0-2 0,0 6-5 0,0 0-4 15,0 4 6-15,-1-1-13 0,1 4-4 0,1-3-5 0,-2-2 2 16,1 1-3-16,-3 0 2 0,2-1-6 0,1-1 0 31,0-1-2-31,0-1-1 0,0 1-4 0,0-3 1 16,0-1-2-16,0-2 4 0,-3-1-6 0,1-1 2 15,2 1-1-15,0-2-2 0,0-1 0 0,0-7-1 0,0 10 2 16,0-10-1-16,-1 7 4 0,1-7-6 0,1 5 3 16,-1-5-1-16,0 0 0 0,0 0-1 0,0 8 2 15,0-8-2-15,0 0 2 0,0 0-3 0,0 0 1 16,0 0-3-16,0 0 0 0,0 0 2 0,0 0-3 16,0 0-9-16,-1 6-5 0,1-6-12 0,0 0-5 0,0 0-10 15,0 0-8-15,0 0-4 0,0 0-20 0,0 0-6 16,0 0-7-16,0 0-6 0,0 0-28 0,0 0-130 0,0 0-269 15,0 0 119-15</inkml:trace>
  <inkml:trace contextRef="#ctx0" brushRef="#br0" timeOffset="17996.41">26431 2639 75 0,'9'-1'131'0,"-2"0"-6"0,4 1-12 15,3 0-13-15,-2 2-5 16,6 1-6-16,-1 3-9 16,2 1-5-16,0 1-9 0,-3-1-6 0,3 3-6 0,-1-1-4 0,-4 3-1 15,-5-4-12-15,5 3 1 0,-5-3-11 0,-5 2 1 16,1-1-8-16,0-1 1 0,-5-1-5 0,-1 1 6 15,-8-1-2-15,4 2 2 0,-8-2-5 16,-3 0-4-16,0-1 0 0,-4-2 3 0,0 1-2 16,0 1-1-16,0-4 6 0,1 0-2 0,2 0-4 15,2 1 5-15,3-3-8 0,-2 0 2 0,5 0-4 16,9 0 0-16,-14 0 4 0,14 0-9 0,0 0-29 16,-14-3-35-16,14 3-42 0,1-5-136 0,-1 5-258 15,0 0 115-15</inkml:trace>
  <inkml:trace contextRef="#ctx0" brushRef="#br0" timeOffset="18528.84">26862 2098 124 0,'3'-4'160'0,"4"2"-8"0,3 2-13 0,-2 0-16 16,4 2-11-16,0 3-10 0,-1-2-8 15,-1 2-16-15,0 7-5 0,-2-5-5 0,1 7-7 0,-1 3-9 0,-2 0-1 16,-2 1-7-16,-2 7 1 0,-1-1-8 0,-2-6-1 16,-3 3-2-1,0-1-5-15,-4-1 0 0,-1-2-4 0,2 0-1 16,-3-2 1-16,4-1-2 0,1-2-6 0,-1-3 0 16,1-1 1-16,1 0-3 0,-2-6-2 0,5 5 2 15,-3 0-1-15,3-5 2 0,-2-1 13 0,2 2 14 16,1-3 7-16,-3 5 2 0,3-5 5 0,0 4-2 15,0-4 7-15,9 1-5 0,5-3 0 0,6-1-7 16,8-3-6-16,1 1-1 0,4-2-3 0,4 0-5 0,0 2-5 16,0-2-4-16,16 0-2 0,-3-3-2 0,-11 5-1 15,1 0-4-15,-6-1 0 0,-2 3 0 0,-2-2-4 16,-7 4 2-16,-4-2 0 0,-1 2 0 0,-6-2 9 16,-3 1 5-16,-1 2 8 0,-3-2-3 0,0 1 2 15,3-1-3-15,-8 2-4 0,6-1-3 0,-2 0-4 16,-4 1-13-16,0 0-14 0,0 0-26 0,0 0-38 0,0 0-37 0,0 0-47 15,0 0-72-15,0 0-186 0,0 0-444 0,0 0 197 16</inkml:trace>
  <inkml:trace contextRef="#ctx0" brushRef="#br0" timeOffset="21981.54">23911 3817 78 0,'-5'-1'122'0,"5"1"-4"0,0 0-7 0,0 0-5 15,0 0-16-15,0 0 3 0,0 0-12 0,0 0-7 16,-7-3-12-16,7 3 2 16,0 0-8-16,0 0-4 0,0 0 4 0,0 0-3 15,0 0-5-15,0 0-6 0,0 0-8 0,0 0 2 16,0 0 4-16,0 0-12 0,0 0 0 0,0 0 0 15,0 0 3-15,0 0-9 0,0 0 10 0,0 0-1 16,0 0-4-16,0 0-2 0,0 0 2 0,0 0-5 16,0 0-2-16,0 0 0 0,18-3-4 0,-7 0-2 15,6-2-1-15,3 3 3 0,7-5 1 0,5 3-9 0,0-2 0 16,1 3 0-16,3-3-4 0,1 3 4 0,-4-4-3 0,0 3-4 16,2 3 1-16,-7-2-1 0,0 1 6 0,-5 0-3 15,-6 1-1-15,2-1 1 0,-5-1-3 0,-1 2 2 16,-3-1-3-16,3 2 0 0,-8 2-8 0,1-2-8 15,-6 0-8-15,11-2-11 16,-11 2-6-16,7-1-7 0,-7 1 12 0,0 0-6 0,0 0-13 0,-4 9-8 0,-3-5-20 0,0-3-13 16,1 2-130-16,-4-2-245 0,1-1 110 15</inkml:trace>
  <inkml:trace contextRef="#ctx0" brushRef="#br0" timeOffset="22435.65">24007 3977 79 0,'-5'1'154'0,"1"-1"-8"0,4 0-2 16,-8 0-6-16,8 0-9 0,-7 2-11 16,7-2-10-16,0 0-13 0,-5 0-10 0,5 0-6 0,0 0-10 15,0 0-6-15,0 0-6 0,0 0-7 0,0 0-5 16,0 0-2-16,0 0-4 0,0 0-8 16,0 0 0-16,0 0-5 0,0 0-5 0,0 0-2 0,0 0-1 15,0 0 1-15,0 0-8 0,0 0 3 16,0 0-2-16,0 0 3 0,0 0-4 0,0 0-3 15,0 0-2-15,0 0 0 0,0 0 0 0,0 0 3 16,0 0-5-16,0 0-4 0,0 0 5 0,24-2 0 16,-17 2 0-16,8-4-3 0,4 2 3 0,9-3-1 0,7 0-1 15,2 2-1-15,14-6 0 0,1 2 2 0,-2-1-4 0,4 1 2 16,-2 2-3-16,3-1 2 0,-5-2-1 0,1 0 1 16,-15 4-3-16,-2 2 1 0,-2-4 3 0,-1 1-1 15,-11 5 1-15,2-1 0 0,-9 0 0 0,0-1-2 16,-3 2-5-16,-2 0-4 0,-3 0 0 0,2-2-1 15,-7 2-5-15,11 0 0 0,-11 0-4 0,3-3-5 16,-3 3-24-16,0 0-11 0,0 0-8 0,0 0-24 0,-16 7-10 0,16-7-20 16,-13 0-107-16,8 0-245 0,1 1 110 0</inkml:trace>
  <inkml:trace contextRef="#ctx0" brushRef="#br0" timeOffset="23005.24">25309 3634 84 0,'2'-3'236'15,"-2"3"0"-15,2-6-8 0,-2 4-10 0,0 2-14 16,2-5-20-16,-2 5-17 16,0 0-23-16,0 0-15 0,0 0-15 15,0 0-17-15,0-4-18 0,0 4-12 0,0 0-9 0,0 0-4 16,-2 16-6-16,4-7-5 0,-4 5-4 0,2-1-3 15,-4 3-3-15,3 3-1 0,-3 1-4 0,1 4-3 16,-2 2-2-16,3-3 0 0,-2 3-3 0,-2-8-2 16,3 2 1-16,1-5-2 0,-1-5-2 0,2 0-2 15,0-2-1-15,-1 0 2 0,2-4 3 0,-2 1 17 0,1 0 36 16,1-2 34-16,0-3 44 0,1 4-1 0,-1-4-15 16,7-12-12-16,0 3-17 0,3-8-15 0,0 3-7 15,3-10 10-15,1 1-21 0,0-2-12 0,-1 0 0 16,2 3-14-16,1 0-16 0,-5 6 0 0,1 1-8 0,-5 5-2 15,2 1 3-15,-4 0-15 0,-2 4 5 0,0-1-12 16,0 2-11 0,1 2-12-16,4 0 1 0,-8 2-5 0,11 1 8 0,-4 1 1 0,4 2-6 0,1 3-6 0,-1 0 5 15,3 4-7-15,0-2-4 0,8 7-13 0,-4-2-9 16,5-1-12-16,-1 3-19 0,-3-7-18 0,-1 1-18 16,6 4-18-16,-6-6-21 0,0-1-24 0,0 2-17 15,-2-5-38-15,-2-1-177 0,-1-2-456 0,1 2 203 16</inkml:trace>
  <inkml:trace contextRef="#ctx0" brushRef="#br0" timeOffset="23310.56">25844 3560 67 0,'-3'-9'234'16,"3"4"1"-16,0 1-4 0,0-4-8 0,0 4-19 15,0 1-19-15,0 3-21 0,0-7-20 0,0 7-18 0,-1-3-21 16,1 3-15-16,0 0-7 0,0 0-12 16,1 17-6-16,-1-6-9 0,3 7-4 0,-3-1-3 15,0 8-8-15,-3 2-1 0,6 1-3 0,-2 7-4 16,0-3-1-16,2 4-6 16,-3-3 0-16,1 2-1 0,-1 0 0 15,0-4-5-15,0 0 0 0,1-4 1 0,-1-1-4 16,3-8 3-16,-3 1-6 0,1-2-5 0,-1-1-21 0,-1-3-15 0,-2-2-13 0,3-1-21 15,-1-3-22-15,0-1-4 0,-2-1-5 0,-2-2-19 16,3 1-35-16,-5-3-46 16,7-1-132-16,-9-6-350 0,5 0 156 15</inkml:trace>
  <inkml:trace contextRef="#ctx0" brushRef="#br0" timeOffset="23622.44">25831 3652 149 0,'0'-4'192'0,"0"4"-24"0,4-6-16 15,-2 2-14-15,2 1-11 0,6 1-6 0,-1 0-7 16,4-1-11-16,1 2-6 0,3 2-4 0,2 1-11 16,2 1-6-16,-2 2-8 0,2 0-12 0,-3 1-5 15,-3 2-6-15,2-1-1 0,-7 0-13 0,-1 1 0 16,1 0-10-16,-3 1-4 0,-3 1-4 0,-2-3-5 15,-2 3-1-15,-2 0-1 0,-2-1-3 0,-1 0 2 0,-7 0-4 0,-3-1 4 16,-6 1 4-16,-3 2-9 0,-3-4 5 0,-1 0 1 16,3-2-3-16,4-1-4 0,1-1 4 0,-1 0-3 15,2-3 1-15,6 3 4 0,-2-3 3 0,3-3-6 16,1 6-7-16,3-3-6 0,8 0-38 0,-9-4-46 16,9 1-44-16,0 3-156 0,0 0-319 0,13-13 142 15</inkml:trace>
  <inkml:trace contextRef="#ctx0" brushRef="#br0" timeOffset="24208.26">26575 3571 78 0,'-7'-5'212'16,"-3"2"-18"-16,1 3-17 0,-2-3-21 0,4 3-9 16,-5 0-13-16,-1 3-16 0,1 0-9 0,-6 2-13 15,1 1-10-15,1 4-11 0,-1-2-5 0,1 3-6 0,-1-1-7 0,8 0-8 16,-4 2-4-16,5-4-3 0,-3 5-4 0,5-2 0 16,1-2-10-16,1-1-1 0,0 1-1 15,2-4-4-15,-1 3 2 0,4-4-2 0,-2 0-1 0,1-4 3 16,3 8 6-16,-3-8 7 0,11 0 9 0,-2 0-1 15,1-2 1-15,2-3 8 0,-1 0-1 0,3 2-1 16,-2-4-1 0,4-1-2-16,-2 0-5 0,3-1-2 0,-3 1-6 15,-2 1-1-15,-1 0-7 0,-1 1-3 0,4 2-3 0,-2 1-3 0,-2 1-4 0,1-1 7 0,0 3-12 16,-1 1-2-16,1 2-3 0,0 1 1 16,0 2-4-16,-1 3 1 0,1 0-3 0,1 3 8 0,-3 5-9 15,0 2 4-15,0 6-2 0,0 0 3 0,-4 1 0 16,-1 0-1-16,0-1-2 15,-3-7-1-15,2 8 5 0,-3-9-4 0,0 1 0 16,-3-1 3-16,3-3-3 0,-2-6 2 0,-1 2-1 16,3-3-2-16,0 0 5 0,0-3-2 0,-1 1 17 15,1-1 36-15,0 0 34 0,0-4 41 0,0 0 34 16,1 8 26-16,-1-8 18 0,0 0-3 0,0 0-33 16,9-16-27-16,-4 7-18 0,4-7-14 0,0 0-14 15,0-1-12-15,9-7-14 0,-4-1-13 0,0-1-9 0,6-3-3 0,-4 6-7 16,0 1-11-16,-3 0 0 0,-4 7-5 0,0 5 5 15,-4 1-9-15,0 1-8 0,-1 4 0 0,-3-1-14 16,3 2-27-16,0-2-38 0,-4 0-48 0,5 2-46 16,-5 3-54-16,0 0-44 0,0 0-22 15,0 0-30-15,0 0-60 0,0 0-213 0,1 13-629 0,-1-13 280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41:46.0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2245 1589 55 0,'0'0'66'0,"0"0"11"0,0 0-3 15,0 0-8-15,0 0 7 0,0 0-2 0,0 0-5 16,0 0 4 0,0 0-3-16,0 0-7 0,0 0-5 0,0 0 15 15,0 0 6-15,0 0 5 0,0 0 0 0,0 0 1 16,0 0 0-16,0 0 3 0,0 0-2 0,7-8-4 0,-7 8-5 15,0 0 0-15,0 0 2 0,0 0 1 0,-1-5-3 16,1 5-7-16,-2-5 3 0,2 5-8 16,0 0-1-16,0 0-2 0,0 0-5 0,-2-4 1 15,2 4-2-15,-1-3-7 0,1 3-5 0,0 0-5 0,0 0-4 0,0 0-4 16,0 0-9-16,0 0-12 0,0 0-21 0,0 0-16 16,0 0 3-16,0 0-2 0,3 17 8 0,-3-7-3 15,0 7 4-15,1 9 1 0,-4 1 3 0,2 2 2 16,-2 3 3-16,-1 1 1 0,1-1 6 0,-1 2 1 15,-1-4-3-15,2 0 3 0,1-3 0 16,0-3 2-16,2-4-3 0,-2-2-1 16,2 0 2-16,-1-3 1 0,-1 1 3 15,2-5-2-15,2 0 3 0,-2-4-5 0,0 1 3 16,-2-1-3-16,1-2 2 0,1-1-1 0,-1-1 5 16,1-3 6-16,0 6-7 0,0-3 4 0,0-3 4 15,0 0 6-15,0 5 3 0,0-5-2 0,0 0 5 16,0 0-3-16,0 0-5 0,0 0-10 0,0 0-23 15,0 0-27-15,2-12-38 0,-2 12-40 0,3-17-59 0,-3 5-150 16,1 0-359-16,0-7 159 0</inkml:trace>
  <inkml:trace contextRef="#ctx0" brushRef="#br0" timeOffset="284.74">2251 1548 204 0,'0'0'215'0,"0"0"-23"0,0 0-19 0,0 0-22 15,0 0-12-15,10-7-11 0,0 6-10 0,12-4-1 16,3 0-8 0,4-2-11-16,3 2-2 0,0 0-10 0,3 1-11 15,-4 1-3-15,-2-3-8 0,-1 3-6 0,-7 1-3 16,1-1-8-16,-5 0-8 0,-3 1-2 0,-5 0-2 15,-3 0-7-15,3 1-9 0,-9 1-10 0,9-2-20 16,-9 2-17-16,5-2-16 0,-5 2 7 0,4 7 3 16,-4-7-3-16,-8 9-11 0,-1-3-19 15,-1 3-38-15,-3 5-25 0,4-7-26 0,-2 4-123 0,2-2-300 0,-2 0 133 0</inkml:trace>
  <inkml:trace contextRef="#ctx0" brushRef="#br0" timeOffset="601.26">2256 2135 88 0,'0'0'199'15,"0"0"-2"-15,0 0-3 0,0 0-7 0,0 0-4 16,21 0-15-16,-21 0-14 0,34-5-13 16,-11-2-19-16,5 4-8 0,2-2-10 0,-1-3-14 0,3 4-9 0,-4 0-9 15,0-3-6-15,-6 6-9 0,-3-3-2 0,0 3-7 16,-7-1-7-16,-2-1-1 0,-1 3-6 0,-4-4-3 16,-5 4-9-16,12 0-12 0,-12 0-15 0,6-2-14 15,-6 2-26-15,0 0-28 0,0 0-22 0,0 0-38 16,0 0-32-16,-27-2-163 0,27 2-354 0,-18-3 157 15</inkml:trace>
  <inkml:trace contextRef="#ctx0" brushRef="#br0" timeOffset="948.01">2241 1857 106 0,'0'0'220'0,"-8"-2"-18"0,8 2-12 0,0 0-15 0,0 0-15 16,0 0-20-16,0 0-10 0,0 0-4 0,0 0 0 0,0 0-1 16,31 2-8-16,-6-2-4 0,6 0-11 0,1-2-9 15,1 2 23-15,0 0-10 0,-2-3-12 16,-2 1-7-16,-8-2-9 0,-1 3-8 0,-2-2-6 15,-5 2-10-15,0 0-7 0,-3 1-2 0,-1-2-4 16,-9 2-1-16,9 0-5 16,-9 0-3-16,10-1-3 0,-6-1-9 0,-4 2 0 15,0 0-5-15,5-1-9 0,-5 1-5 0,0 0-15 16,0 0-18-16,0 0-12 0,0 0-21 0,0 0-20 16,0 0-23-16,0 0-30 0,0 0-45 15,-16 7-52-15,16-7-136 0,0 0-401 0,0 0 178 16</inkml:trace>
  <inkml:trace contextRef="#ctx0" brushRef="#br0" timeOffset="1248.05">3189 1787 104 0,'0'0'348'16,"3"-2"-16"-16,-3 2-25 0,0 0-20 0,0 0-20 15,0 0-43-15,0 0 2 0,0 0-25 0,0 0-29 16,0 0-15-16,0 0-23 16,0 0-15-16,0 0-14 0,3 10-16 0,-4-2-6 0,-7 2-10 0,2 1-10 15,-3 5-1-15,-2-1-7 0,-1 1-6 0,-1 2 1 16,3-1-24 0,0 0 1-16,-2-1-2 0,1 1-3 0,3-3-18 15,-2 1-8-15,1 1-15 0,4-5-18 0,-3-1-16 16,1-1-24-16,-1 1-30 0,3 0-29 0,-3-4-21 15,-2 0-48-15,1-2-265 0,4-3-508 0,5-1 225 16</inkml:trace>
  <inkml:trace contextRef="#ctx0" brushRef="#br0" timeOffset="1563.52">2945 1877 2635 0,'-3'-8'198'16,"-1"-2"-70"-16,3 3-2 0,-1 0 8 0,-1 0 9 15,3 4-18-15,0 3-19 0,-4-9-7 0,4 9-20 16,-1-6-10-16,1 6-11 0,0 0-14 0,-1-4 4 15,1 4-16-15,0 0-12 0,0 0-7 0,0 0-7 16,0 0 1-16,0 0 4 16,16 14-2-16,-8-6 0 0,6 6 2 0,-4 1-1 15,12 4 0-15,-5 2 1 0,-1-1-21 0,1 1 21 16,2-1 3-16,-6-7-7 0,0 3 5 16,-2-1 1-16,-1-2-3 0,0-2-7 0,-2-1 7 15,0 0-4-15,-1-2 5 0,1 0-6 0,-5-3 0 16,1 0 3-16,2 0 3 0,-6-5 0 0,1 5 8 15,-1-5-7-15,9 7 16 0,-9-7 6 0,0 0 18 0,1 4-5 0,-1-4 3 16,0 0-3-16,0 0 2 0,0 0-3 0,0 0-5 16,0 0-4-16,0 0-6 0,0 0-4 15,0 0-1-15,0 0-14 0,6 4-12 0,-6-4-31 16,0 0-60-16,0 0-48 0,0 0-56 0,0 0-45 0,0 0-63 16,11-15-336-16,-11 12-690 0,0 3 305 0</inkml:trace>
  <inkml:trace contextRef="#ctx0" brushRef="#br0" timeOffset="1986.66">3720 1923 53 0,'-2'-5'326'0,"0"0"-16"0,-2-1-24 15,1 1-23-15,-2 1-18 0,0 0-22 0,1-1-12 16,-1 2-20-16,-4 1-15 0,0-1-19 0,0 3-17 16,-4 3-10-16,3-3-20 0,-4 5-9 0,-1 2-8 15,-1 0-12-15,2 3-5 0,1 2-10 0,1 0-6 0,-1 2-5 16,2-2-4-16,1 1-17 0,4-1 3 0,-2 0-7 16,2-2-13-16,1 1-9 0,4-2-10 0,-1-1-2 15,1 0-1-15,1 1 3 0,0-4-1 0,1-1-1 16,2 1 7-16,1 0 0 0,0-2 6 0,2 0 1 15,2-2 11-15,-8-1-1 0,20-4 14 0,-10-1 10 16,2 0 2-16,1 1-1 16,-1-6 5-16,1 5-1 0,-3 0 0 0,2-2 3 15,-6 2-4-15,3 0-3 0,-4 1 2 0,-5 4-5 16,12-5-4-16,-8 2-8 0,-1 2-3 0,-3 1-6 16,11-4 0-16,-11 4 0 0,0 0-13 0,0 0 4 15,6-2-4-15,-6 2-16 0,0 0-9 0,14 7-23 16,-6-4-23-16,1-1-19 0,0 5-38 15,1-2-42-15,-1 0-36 0,5 1-67 0,-5-2-295 0,2-2-607 0,1-2 269 16</inkml:trace>
  <inkml:trace contextRef="#ctx0" brushRef="#br0" timeOffset="2803.36">3983 1937 63 0,'-3'-3'319'16,"3"3"-32"-16,0 0-24 0,0 0-27 0,0 0-24 0,0 0-21 16,0 0-21-16,0 0-25 0,0 0-13 15,0 0-13-15,0 0-15 0,0 0-6 0,-5 17-10 16,5-12-8-16,1 7-6 0,-1-4-6 0,0 4-6 16,0 0-8-16,0 0-5 0,0 0-1 0,1-2-5 0,-2 2-6 0,2-3-1 15,1-1-8-15,-2-4 0 0,0-4-1 0,1 10-4 0,-1-10 3 0,-1 7 14 16,1-7 42-16,0 0 29 0,1 5 28 15,-1-5 22-15,0 0-20 0,0 0-12 0,0 0-11 16,15-14-12-16,-7 6-24 0,-2-1-5 0,3-1-3 16,1 0-5-16,2-1-8 0,-3 1-3 15,1 3-10 1,-3-1-5-16,-1 1 7 0,-1 2-18 0,-1 2 5 0,1-3-9 0,-5 6-11 0,6-3 0 16,-6 3-5-16,0 0-20 0,0 0-6 0,0 0 3 0,0 0 2 15,0 0 1-15,22 9-10 0,-18-5 3 0,0 3 2 16,0 2 0-16,1-2-4 0,0 3 8 15,-1 0-3-15,1-1-9 0,-1-1 4 0,1 1-10 0,0-2 4 16,-1-4 10 0,-2 2 0-16,-2-5 1 0,4 6 6 0,-4-6 8 15,4 5 17-15,-4-5 23 0,0 0-1 0,0 0-7 16,14 0-4-16,-14 0 1 0,12-12-2 0,-5 5-5 16,2-2 4-16,-3 2-9 0,4-3 3 0,0 0-3 15,1-4-5-15,-2 5-10 0,2-3 10 0,-1 4-6 16,-4 3-5-16,4-5 1 0,-6 7 1 0,1-1 1 15,-1-1-5-15,-4 5-5 0,8-7-16 0,-8 7-2 0,10-2-7 16,-10 2 0-16,0 0-16 0,18 4 1 0,-7-3-9 0,-3 5-3 16,1 1-20-16,1-1-6 0,3 1-14 0,1 1-8 15,-3-2 2-15,5 4-11 0,-1-3-12 0,0 1-4 16,-1-4-9-16,4 0-8 0,0-3 2 0,-5-1 8 16,1 0 9-16,-1-2 9 0,1-6 18 0,-4 4 10 15,3-8 21 1,-3 3 33-16,-1 0 25 0,0-7 21 0,-1 1 21 15,-2-2 16-15,0 0 18 0,0-9 7 0,0 1 24 16,0 1 5-16,-1-2 8 0,-1 2 11 0,0 7 10 16,0 0 13-16,-1 5 4 0,-1 1-3 15,-2 2-5-15,1 2-20 0,1 2-12 0,-1 0-13 16,-1 5-18-16,1-7-38 0,-1 7-36 0,0 0-43 16,0 0 6-16,0 0 5 0,3 17-2 0,-6 3 3 0,2 9 7 0,-3 2 2 15,0 5 3-15,-2 12 8 0,-2-2-3 0,1 0 2 16,1-9 5-16,3-3 2 0,-3-1 0 0,5 3-2 15,0-6 3-15,-2-1 4 0,2-5 2 0,2-5 5 16,-2-2-3-16,1-4 4 0,1-4-7 0,-1 1-2 16,0-5 5-16,0 4-5 0,0-9 4 0,2 6 9 15,-2-6-7-15,0 0-12 0,3 5-28 0,-3-5-58 0,0 0-37 16,0 0-50-16,15-23-57 0,-4 9-80 0,-5-1-238 16,2 1-599-16,2-6 265 0</inkml:trace>
  <inkml:trace contextRef="#ctx0" brushRef="#br0" timeOffset="3365.76">4749 1953 16 0,'0'0'294'0,"-2"-7"-5"16,2 7-7-16,-3-5-19 0,3 5-21 0,0-5-24 16,0 5-23-16,0 0-23 0,0 0-17 0,0 0-11 15,14-4-13-15,-2 4-8 0,2 0-15 16,1 3-2-16,5 1-6 0,-2-1-13 0,2 4-10 15,-3-3-8-15,1 4-4 0,0-1-14 0,-4-2-6 0,-1 1-10 0,-4-1-11 16,0 2-8-16,-4-2-15 0,1 1-1 0,-2 0-3 16,-4 0 0-16,0-6-2 0,-5 12 4 0,-4-4-12 15,-1-3 11-15,-7 4 9 0,-8-2-7 0,3 1 4 16,-5-3-2-16,0 2 0 0,8-1-4 0,0-3 2 16,0 0 3-16,6-1 0 0,2 1 0 0,0-1-12 15,5 1 15 1,6-3-4-16,-13 2 1 0,13-2-3 0,0 0-3 15,0 0-14-15,0 0-11 0,0 0-8 0,31-15-21 16,-3 8-24-16,-1-1-28 0,7-1-10 0,0 0-25 16,1-4-3-16,-1 0-8 0,4 0 8 0,-2-2 7 15,-3-1 17-15,-1-1 26 0,-4-2 21 0,1-2 25 16,-3 0 44-16,-7 2 18 0,-1-1 43 0,-8 3 31 16,-1-1 31-16,-1 1 25 0,-3-1 15 0,-1 1 10 0,-4 0 3 0,3 5 8 15,-1 2-6-15,-1 2 2 0,0 1 1 0,-2 1-24 16,4 2-9-16,-3 4-19 0,0-8-11 0,0 8-21 15,0 0-16-15,0-8-29 0,0 8-14 0,0 0 0 16,0 0-11-16,-9 20 5 0,4-2-6 16,1 2-13-16,-4 9 12 0,3 1 0 0,0 3 5 15,-1 1 0-15,-1-2-8 0,5 1 4 0,-5-6-4 0,3 3 0 16,4-6-1 0,-1 1 1-16,1-7-19 0,0-2-9 0,0-1-22 0,0-4-23 0,0 0-18 0,0-1-21 0,0-5-14 15,0 4-4-15,4-4-7 0,-3 0-23 0,-1-5-50 16,0 0-51-16,17 0-285 0,-17 0-575 0,19-6 254 15</inkml:trace>
  <inkml:trace contextRef="#ctx0" brushRef="#br0" timeOffset="3804.55">5340 2091 140 0,'0'0'197'0,"0"0"-8"0,0 0 1 16,0 0-1-16,0 0 4 0,7 7-8 0,-7-7-3 15,0 0-6-15,0 0-15 0,0 0-7 0,0 0-14 0,22-4-14 0,-13 2-12 16,5-1-10-16,1 0-11 0,3-2-8 0,0-2-7 16,0 0-4-16,2 0 5 0,0-5-3 0,-1 3 2 15,5-3-12-15,-1-1-5 0,-8 2-4 0,2-1-1 16,-2 2-2-16,1-2-1 0,-5-1 8 0,-2 5-2 16,-2-3 4-16,-1 4 5 0,-2-3-6 0,-3 5-3 15,-2-4-10 1,-2 4-7-16,-2-2-4 0,-4 1-8 0,-5 2-6 15,-4 1-2-15,-2 3-1 0,-10 3-5 0,5 1-3 16,-2 2 5-16,0 1-6 0,3 5-5 0,0 0-1 16,1 2 2-16,6-1 0 0,3 3-2 0,2 0 1 15,2 0-4-15,4 1 5 0,2 0-3 0,5 0-9 16,8-1 11-16,0 1 10 0,10 1-6 0,3 0 1 16,6-1 2-16,5-4 4 0,15 4-3 0,-11-8-2 0,15 1 7 0,-15-3-5 15,3-2-1-15,-3-1 7 0,-3-1 18 0,-6-2 3 16,-7 1 15-16,-5-1 9 0,-4-1 12 15,-12 0 0-15,15 0 12 0,-15 0-9 0,13-3 11 16,-13 3-6-16,0 0 2 0,14 0-9 0,-14 0-4 16,0 0-14-16,0 0-13 0,0 0-19 0,0 0-36 15,0 0-31-15,0 0-30 0,12 0-62 0,-12 0-61 0,0 0-62 0,0 0-70 16,0 0-397-16,0 0-779 0,0 0 344 0</inkml:trace>
  <inkml:trace contextRef="#ctx0" brushRef="#br0" timeOffset="4317.17">6216 1852 39 0,'-4'-5'401'0,"4"5"-22"0,-2-5-24 0,2 5-30 0,0-5-34 16,0 5-32-16,1-6-31 0,-1 6-22 0,1-5-31 15,-1 5-40 1,4-5-56-16,0 4-49 0,-4 1-59 0,12 0-59 16,-5 0-62-16,2 4-78 0,-1 0-174 0,1 1-434 15,1 3 192-15</inkml:trace>
  <inkml:trace contextRef="#ctx0" brushRef="#br0" timeOffset="4474.7">6266 2215 80 0,'-4'5'266'0,"3"-1"15"0,1 2-2 0,0-6-5 16,-4 2-10-16,4-2-16 0,0 0-18 0,0 0-18 16,0 0-23-16,-1 7-16 0,1-7-40 0,0 0-49 15,0 0-54-15,0 0-65 0,20-9-84 0,-8 3-96 16,-3 1-181-16,1 0-429 0,0 1 190 0</inkml:trace>
  <inkml:trace contextRef="#ctx0" brushRef="#br0" timeOffset="5123.32">6655 2067 141 0,'0'0'216'0,"-3"1"-9"0,3-1-14 15,0 0-10-15,0 0-8 0,0 0-12 0,0 0-14 16,0 0-11-16,0 0 3 0,0 0-17 0,0 0-7 16,0 0-9-16,0 0-6 0,0 0-7 15,0 0-5-15,0 0-7 16,0 0-3-16,0 0-1 0,0 0-8 0,0 0-2 16,0 0-4-16,0 0-5 0,0 0-6 0,0 0-9 15,0 0 2-15,0 0-5 0,0 0 1 0,0 0-10 16,0 0-4-16,0 0-7 0,0 0 1 0,0 0-3 15,0 0 2-15,0 0-7 0,0 0 1 0,0 0 5 16,0 0-10-16,0 0 2 0,0 0-2 0,0 0-2 16,0 0-3-16,0 0 2 0,0 0-3 0,0 0 2 0,0 0-3 0,0 0 4 15,0 0 5-15,0 0 11 0,0 0-3 0,0 0 9 16,0 0-2-16,0 0 2 0,0 0-3 0,0 0-2 16,0 0 7-16,0 0-2 0,0 0 0 0,0 0-3 15,0 0-1-15,0 0-4 0,0 0 6 0,0 0-10 16,0 0-6-16,0 0 6 0,0 0-3 0,0 0-1 15,0 0-4-15,0 0-1 0,0 0-1 0,0 0 2 0,0 0-7 16,25 0 5-16,-13-1-4 0,2-1 2 0,-1 1-5 0,1 0 5 16,3 1-5-16,-1 0 5 0,2-3-7 15,-3 3 4-15,2-2 0 0,-4 1 0 0,-2 1-2 16,-4 0 0-16,1 0-1 0,0 0 4 0,-3-1-5 16,-5 1 10-16,9 0-6 0,-9 0 9 0,7-1 2 15,-7 1 3-15,0 0-11 16,0 0 5-16,7 0-14 0,-7 0-14 0,0 0-19 15,0 0-25-15,0 0-47 0,0 0-34 0,0 0-57 16,0 0-89-16,0 0-235 0,0 0-566 0,0 0 250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5:46:28.88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8351 1782 28 0,'0'0'197'0,"0"0"-8"0,0 0-2 0,0 0-6 16,0 0-1-16,0 0-11 0,0 0-11 0,0 0-11 15,0 0-11-15,0 0-9 0,0 0-13 0,0 0-7 0,0 0-10 16,0 0-3-16,0 0-13 0,0 0-6 0,0 0-4 16,0 0-6-16,-7 0-7 0,7 0-5 15,0 0-3-15,0 0-10 0,0 0-3 0,0 0-1 16,0 0-10-16,0 0-4 15,0 0-5-15,0 0 0 0,0 0-6 0,0 0 0 16,0 0-6-16,0 0 4 0,0 0-2 0,0 0 1 16,0 0-3-16,-4 4 1 0,4-4-3 0,0 0 2 15,0 0-2-15,0 0-1 0,0 0 0 0,0 0 0 16,0 0-5-16,0 0 2 0,0 0-1 0,0 0 1 16,29-4-3-16,-1 2-1 0,7-1 5 0,16-5-3 15,7 2-3-15,6-5 3 0,32 0 2 0,-5 1-4 0,-27 2 1 16,29-1 0-16,-31 0 1 0,27 2 2 0,-30 1-1 15,0-1 6-15,-5 2-4 0,-1 1-1 0,-17 1-5 16,-3 3 0-16,-1-5-10 0,-11 3-13 0,0 0-7 16,-8 1-23-16,-2 1-15 0,1-1-22 0,-4 1-6 15,-8 0-3-15,10 0 3 0,-10 0-8 0,0 0 6 16,0 0-31 0,0 0-29-16,-31 6-112 0,17-4-297 0,-1 1 133 15</inkml:trace>
  <inkml:trace contextRef="#ctx0" brushRef="#br0" timeOffset="368.25">8990 1757 210 0,'-4'-2'223'0,"4"2"-23"16,0 0-37-16,0 0-29 0,-6 5-19 0,3 7-9 0,-2 2-13 31,-1 11-8-31,0 2-5 0,-2 6-14 0,-2 14-4 16,-7-1-4-16,3 3-2 0,0-2-9 0,1 0-2 16,3 5-5-16,2-3 12 0,2-15-7 0,2 0-5 0,0 0 2 15,-2-3 1-15,2-5-3 0,4-2 1 0,-4-8-7 16,3-3 0-16,1-1-1 0,0-4-4 0,-3 1 3 15,3-3 5-15,0-1 11 0,-1-1 14 0,1-4 17 0,-2 7 20 16,2-7 2-16,0 0 10 0,-3 6 1 0,3-6-3 16,0 0-2-16,0 0-13 0,0 0-7 15,0 0-14-15,0 0-16 0,0 0-17 0,0 0-21 16,0 0-38-16,0 0-30 0,9-15-41 16,-8 10-40-16,3 1-47 0,0 0-53 0,2-7-235 0,-1 8-504 0,3-6 223 15</inkml:trace>
  <inkml:trace contextRef="#ctx0" brushRef="#br0" timeOffset="946.59">9321 2185 188 0,'-1'-4'307'0,"1"4"-32"16,-1-4-30-16,1 4-28 0,0 0-27 0,0 0-18 16,0 0-36-16,0 0-11 0,0 0-18 0,0 0-12 15,-3 17-10-15,2-6-3 0,-2 1-9 0,2 5-9 0,1 0-4 0,-4 2-6 16,3-1 3-16,-3 1-12 0,3 5-4 0,-2-7-4 16,3 0-6-16,-1-5 0 0,2 0-3 0,-2-3 0 15,1 0-3-15,1-3-2 0,-1 1-3 0,3-4 8 16,-3 0 16-16,0 3 34 0,0-6 34 0,0 0 9 15,0 0-17-15,0 0-9 0,15-12-9 0,-10 1 5 16,9-1-3-16,-6 1-6 0,4 0-15 0,0-4-3 0,-2 1 2 16,1 2-11-16,-2 3-10 0,-2-2-2 0,0 4-10 15,-2 0 6-15,0 2-10 0,0 0-3 0,-3 3-12 16,-2 2-6-16,8-3-4 0,-8 3 1 0,11 3 1 16,-5 2-3-16,0 0 0 0,3 2-4 0,-2 1 4 15,3 1 1-15,0 5-3 0,3 2 0 0,-2-3 5 16,2 2-5-1,0-1 1-15,1-1-3 0,-1 0 8 0,1-2 2 16,-1-4-5-16,-2 1 5 0,1-2-5 0,-1-3 5 16,3 0-1-16,-1-3 10 0,5-1 16 0,1-1 19 15,0-4 11-15,-4-5 1 0,1 4 6 0,-1-5 2 0,-1-4 3 16,3 2-11-16,-1-5 0 0,0-3-7 16,-7 8-6-16,0-1-2 0,2-1-4 0,-5 1-5 15,0 3 8-15,-1 2-6 0,-1 3 1 0,-2 0-6 0,1 1-9 0,-1-1-3 16,1 2-15-16,-2 1-26 0,-1 4-34 0,1-6-54 15,-1 6-46-15,0 0-47 0,0 0-24 0,0 0 0 16,0 0-23-16,0 0-27 0,0 0-30 16,7 15-15-16,-6-10-242 0,4 5-602 0,0-3 267 0</inkml:trace>
  <inkml:trace contextRef="#ctx0" brushRef="#br0" timeOffset="1268.94">10130 2193 105 0,'0'0'282'0,"0"0"-26"0,0 0-23 0,-3-8-29 15,3 8-21-15,0 0-19 0,0 0-18 0,0 0-18 0,0 0-9 16,-16 16-14-16,10-7-10 0,-1 1-10 0,3 7-8 0,-5 0 0 16,4-1-15-16,1 2-4 0,1-3-5 0,0 1-6 15,2-4-4 1,2 0-3-16,0 0 6 0,2-3 0 0,1 0 11 0,0-2 9 15,-2-2 25-15,5-1-2 0,0-1 9 0,3-1-3 16,2-4 2-16,1-1-5 0,0-2-3 0,-1-2 10 0,2-2 3 0,0-3-6 0,-1-1 11 31,-4 0-9-31,0 0 4 0,-4 1-13 0,0 0-4 0,-2 2 3 0,-2-3-4 0,0 0-15 0,-2 7-2 16,-1-3-8-16,-2-2-17 0,-2 4-40 0,-5 1-35 31,2 2-46-31,-1 3-42 0,-8 2-46 0,-1 0-51 16,2 6-62-16,2-2-83 0,6 2-197 0,-1 0-605 15,3-2 267-15</inkml:trace>
  <inkml:trace contextRef="#ctx0" brushRef="#br0" timeOffset="2518.42">11836 2167 17 0,'-6'-3'184'0,"-1"-2"-14"16,-3 1-3 0,-2 0-15-16,-1 1-15 0,-5 1-12 0,-4 2-6 15,-6-3-15-15,-3 6-7 0,3-2-9 0,-1 5-7 16,1-2-7-16,-2 3-9 0,3-1-4 0,2 5-8 15,-1 4-3-15,7-5-5 0,0 7-5 0,2-4-7 16,-2 5 0-16,6-3 23 0,1 1-6 0,4-3-2 0,-1 3-3 16,6-3-6-16,2-1-4 0,2 0 1 0,-1 0-5 15,4-3 2-15,1-1 2 0,2-1 7 0,1-3 8 0,4-1 5 16,7-1 8-16,-1-4 1 0,1-3 3 0,11-3 3 16,-5-4 4-16,5-4 3 0,-6 1 6 0,3-3 6 15,-2-2-16-15,0-6 17 0,0 3-9 0,-2-5 3 16,-1 1-14-16,-3-5 2 0,3 3-11 15,-6-3-6-15,0 1 11 0,-2 3 6 0,-4-2 10 0,-1 4 15 16,-4 8 17 0,4 1-3-16,-4 5 28 0,0 2-3 0,-4 1-7 15,3 1-16-15,-4 4-18 0,0 0-12 0,2 0-21 16,0 0-29-16,-2 4-38 0,0-2-48 0,0 2-55 16,0 0 7-16,0 0 10 0,-2 17 2 0,0 0 24 15,2 1 5-15,-5 10 8 0,1 3 5 0,3 1 11 16,-1 2 2-16,4-1-5 0,3 14-4 0,0-14 10 15,-1-2 2-15,5-6-6 0,0 3 9 0,-3-10 4 0,2-1 1 0,1-5 3 16,0 0 5-16,1-5 7 0,-1 1 11 0,5-4 8 16,-1-1 3-16,5-6 6 0,0-1 3 0,1-4 15 15,-4 2 8-15,3-4 13 0,1-1 4 0,1-7-1 16,-4 7 2-16,-2-3 7 0,-5 1 2 0,5 1-7 16,-5 2 9-16,-2 1 7 15,0 0 3-15,0 2-3 0,-2 3-5 0,-4 0-9 0,3 0-11 0,-2 3-7 0,1-1-14 16,-3 2-27-16,0 0-30 0,7-5-12 0,-7 5 8 15,0 0 0-15,3 12 5 0,-3-1 5 0,1-1-3 16,1 6 0-16,-1 1 7 0,0 0 1 0,-1-1 2 16,1 0 3-16,1 0 2 0,-1-3-5 0,-2-2 4 0,1-1-20 15,0 2-5-15,0-7-16 0,1 3-17 0,-1-3-17 16,1 0 10 0,1 0 4-16,-2-2 7 0,0-3 6 0,1 4-26 15,-1-4-69-15,0 0-55 0,0 0-39 0,-1-17-44 16,-1 8-297-16,0-3-629 0,0-6 278 0</inkml:trace>
  <inkml:trace contextRef="#ctx0" brushRef="#br0" timeOffset="2658.37">12166 2073 263 0,'-3'-10'277'0,"-1"2"-7"0,4 1 1 0,0 0-21 16,0 0-12-16,-2 3-21 0,2-2-16 0,0 1-29 16,2 0-14-16,2 1-20 0,1 2-14 0,-1-3-23 15,3 4-36-15,-1-1-77 0,3 0-42 0,0 2-55 31,1 0-62-31,1 3-230 0,-3-3-432 0,-1 1 192 0</inkml:trace>
  <inkml:trace contextRef="#ctx0" brushRef="#br0" timeOffset="3004.17">12519 2017 52 0,'4'4'196'0,"-1"0"-5"0,0 2-12 16,-1-2-20-16,2 5-4 0,1 0-14 0,-1 1-9 15,1 4-14-15,-1 0-9 0,2 1-10 0,-6 0-5 16,4 4-10-16,-3 1-8 0,-1 0-7 0,-1-2-6 16,2-6-3-16,3 5-10 0,-5-5 0 0,2-2-4 15,-1-2-8-15,0 0-3 16,0-3 4-16,0-2 20 0,0 3 46 0,0-6 46 15,0 0 41-15,0 8 34 0,0-8 31 0,0 0 26 16,0 0-26-16,0 0-25 0,0 0-26 0,8-22-21 16,-4 11-12-16,1-1-24 0,0 1-18 0,3-5-10 15,2 2-12-15,-1-2-16 0,0 2-5 16,-3 3-14-16,1-1-8 0,1 2-21 0,-1 2-26 16,-2-1-45-16,1 3-38 0,2-3-41 0,2 5-45 0,-1 1-47 0,0-2-50 15,3 3-53-15,0 2-66 0,1 0-302 0,0 2-721 16,-3 2 319-16</inkml:trace>
  <inkml:trace contextRef="#ctx0" brushRef="#br0" timeOffset="3365.03">12923 2237 36 0,'0'0'296'16,"-5"2"-23"-16,5-2-31 0,0 0-28 0,0 0-15 15,13-12-23-15,-3 9-12 0,7-4-22 0,-2 0-14 16,6-2-13 0,6 0-15-16,-2-2-7 0,1 0-8 0,-2 0 0 15,-5 0-20-15,0 1-4 0,-1 0-9 0,0 0-4 16,-2-2-1-16,-3 4-9 0,-1-1 7 0,-2 2 13 16,-2 2 15-16,-3 2 2 0,-1-1 5 0,1 2-4 15,-1-2-8-15,-4 3-10 0,0 1-9 0,0 0-2 16,-14-3-7-16,0 6-8 0,-3 2 1 0,-10 2-8 15,0 3 3-15,1 2-11 0,0-2 1 0,4 3-2 0,3-2-5 0,4 1 3 16,-2 3-7-16,4 2 0 0,-1-1-10 0,8 1 1 16,-1-2-10-16,7 1-3 0,3-3-8 0,5 4-12 15,2-4-22-15,8 0-49 0,2-6-58 0,11-2-81 16,0 0-234-16,1-3-520 0,2-2 231 0</inkml:trace>
  <inkml:trace contextRef="#ctx0" brushRef="#br0" timeOffset="3921.78">13510 2146 103 0,'0'0'120'15,"0"0"-8"-15,0 0-11 0,0 0-2 0,0 0 1 16,0 0-5-16,0 0-9 0,0 0-2 15,0 0-7-15,29-1-6 0,-20-1-8 0,0-1-3 16,-2 1 4-16,2 1 6 0,0-3 4 0,-1 0-1 16,1-1 4-16,0 1 4 0,0-3-2 0,-1 1 8 15,-3 2 1-15,-1 0 10 0,0-1 3 0,-2 2 11 0,1-2-10 0,-2 3-5 16,3-1-13-16,-4-1-2 0,0 4-21 0,0 0-4 16,-10-5-10-16,2 6-10 0,8-1-2 0,-23 4-2 15,12 0-4-15,-7 2-6 0,1 4 0 0,-1-3-5 16,4 7 0-16,-1-3-3 0,1 3 5 0,1 1-12 31,3 2 0-31,-2-1-7 0,6-1-5 0,2 1 0 16,4-1-2-16,3 1 3 0,1-3 2 0,8 1-6 0,2-6-2 15,4 5-10-15,4-7-10 0,7 0-2 0,1-5 3 16,0 2 0-16,2-7 5 0,3-2 0 0,-2-4 3 16,-2 1 2-16,-1-5 6 0,0-1 11 0,-1-2 11 15,-6 0 6-15,-1-2 5 0,0-2 4 0,-3-2 3 16,-1-1 8-16,-4-5 6 0,-3 4 5 0,0-2 15 15,-3 4 21-15,-3 3 28 0,1 3 23 0,-1 1 15 0,-3 5 12 0,2 4-5 16,-4 0-15-16,4 2-16 0,-2-2-20 0,-2 2-18 16,0 2-37-16,0 3-32 0,0-5-53 0,0 5 3 15,0 0 2-15,-8 15 1 0,2-4 3 0,0 8 5 16,-2 7 5-16,-3-1 7 0,2 4-5 0,1-1-15 16,-1 0-7-16,6 0-9 0,-3 1-6 0,4-4-13 15,1-1-11 1,-1-6-16-16,1 0-14 0,1-6-28 0,1-2-17 15,-1-1-26-15,0-3-12 0,4-1-36 0,-1-1-233 16,-3-4-493-16,0 0 219 0</inkml:trace>
  <inkml:trace contextRef="#ctx0" brushRef="#br0" timeOffset="4169.3">13878 2099 251 0,'-4'-1'235'0,"4"1"-15"16,-5-1-4-16,5 1-15 0,-4-5 2 0,4 5-4 15,0 0 9-15,18 0-1 0,3 0-15 0,8-1-16 16,4 1-18-16,6-2-17 0,0 0-14 0,2 0-12 16,13-1-7-16,-19 2-9 0,4-3-5 0,-6 0 4 15,-5 0-4 1,-9 3 16-16,-6 0 7 0,1-1 18 0,-5 0 1 16,0 2-3-16,-5 0-6 0,3 0-10 0,-7 0-5 0,8-3-7 15,-8 3-20-15,0 0-23 0,0 0-23 16,0 0-50-16,8 0-48 0,-8 0-56 0,0 0-52 15,0 0-56-15,0 0-64 0,-24 9-79 0,20-5-200 16,4-4-612-16,0 0 271 0</inkml:trace>
  <inkml:trace contextRef="#ctx0" brushRef="#br0" timeOffset="5414.91">15161 1829 159 0,'0'0'330'0,"5"-5"-21"0,-4 2-24 0,-1 3-21 15,0 0-32-15,3-2-32 16,-3 2-31-16,0 0-35 0,0 0-33 0,0 0-12 15,1 9-13-15,2 1-11 0,-6 3-8 0,2 5-3 16,-2 9-8-16,-3 2 1 0,2 3-7 0,-4 3 1 16,2-1-8-16,-7 15 2 0,8-15 6 0,-4 12-9 15,1-16-5-15,3 0-1 0,-1-3-1 0,4-8-4 16,-2-1-3-16,2-7 9 0,1 1 1 0,1-5 11 16,-1 1 17-16,0-3 33 0,1-1 53 0,0-4 47 0,0 5 30 15,0-5 28-15,0 0-25 0,0 0-26 0,0 0-19 16,21-14-17-16,-8 2-17 0,-4 4-15 0,5-6-13 15,0-3-13-15,-1 3-9 0,1 1-13 0,-1 1-8 16,-4 4-8-16,-3 2-7 0,-1 2-8 0,3-2-6 0,-3 4-14 16,-1-3-13-16,0 1-30 0,-4 4-18 0,7-3-6 15,0 2-8 1,-7 1-16-16,14 5-3 0,-4-2-3 0,1 2-24 16,4 7 1-16,1-2 0 0,0 2-11 0,6 2-2 15,1 2-14-15,3-5-1 0,-8 1 1 0,1-5 2 16,8 3 7-16,-10-2 7 0,0-4 4 0,1 0 10 15,1-3 8-15,-1-1 6 0,0-2 6 0,0-4 11 16,-1 1 9-16,2-3 4 0,-5-3 18 0,3-3 14 16,-6 4 20-16,3-2 10 0,-5 2 16 0,1-2 13 0,-1 3 18 0,-2-1 11 15,-1 0 4-15,1 3 9 0,-1-4 7 0,-2 3 5 16,-2 3 15-16,2 0-5 0,-1 1-5 16,-1 0-14-16,1 2-10 0,-1 0-7 0,-2 2-14 15,4-4-16-15,-4 4-9 0,0 0-28 0,0 0-35 16,0 0-19-16,0 0-1 0,0 0 9 0,0 0 0 0,0 13 9 15,1-6 1-15,-1 3 7 0,-1 2-8 0,2 0 13 0,-1 3-2 16,3 2 5-16,-3-3-8 0,4 3 15 0,-2-6-4 16,-2 5 1-16,2-4 6 0,-2-2-2 0,2 0 3 15,-2-3 4-15,0 1-1 0,1-4-1 0,2 1-10 16,-3 0 13-16,0-5-4 0,0 0 3 0,0 7 1 16,0-7 2-16,1 5-7 0,-1-5-6 0,0 0-42 15,0 0-76 1,0 0-47-16,-5-16-39 0,3 8-53 0,-2-5-57 0,-4-1-253 15,0-2-620-15,-2-9 274 16</inkml:trace>
  <inkml:trace contextRef="#ctx0" brushRef="#br0" timeOffset="5556.85">15744 1956 282 0,'0'-3'323'0,"0"3"-23"0,-2-7-27 0,2 7-28 15,0-4-27-15,0 4-21 0,2-3-22 0,-2 3-32 16,0 0-22-16,5-2-33 0,-5 2-33 0,10 4-51 15,-4-1-46-15,1 1-51 0,3 0-79 0,-1 0-182 16,-4 1-382-16,1-2 170 0</inkml:trace>
  <inkml:trace contextRef="#ctx0" brushRef="#br0" timeOffset="5810.22">16183 1784 59 0,'2'-3'361'16,"-2"3"-35"-16,2-4-39 0,-2 1-36 0,0 3-28 0,0 0-30 15,0 0-21-15,0 0-22 0,0 17-10 0,0 0-16 16,-4 3-15-16,0 9-8 0,2 2-9 0,-3 5-8 16,-1 11-7-16,-1 1-2 0,-1-2-2 0,4-9-13 15,3 12-14-15,-1-16-24 0,0-3-11 0,4-2-6 16,-1 0-17-16,-2-10-12 0,1 1-19 0,2-4-23 15,-2-3-33 1,0-3-10-16,0-1-1 0,1-4 6 0,2-1-48 16,-3-3-56-16,0 0-145 0,12-10-381 0,-6 4 168 15</inkml:trace>
  <inkml:trace contextRef="#ctx0" brushRef="#br0" timeOffset="6026.26">16084 2167 51 0,'-8'0'234'15,"8"0"-15"-15,-9-3-11 0,9 3-2 0,0 0-1 16,-10-1-10-16,10 1-4 0,0 0 0 0,0 0 2 16,0 0-2-16,0 0-12 0,51-4-18 0,-17 2-13 15,7 0-6-15,14-3-26 0,0 0-6 16,4-3-18-16,-2 4-5 0,-3-1-9 0,-14 1-5 16,-6 0-6-16,-3 3-7 0,-11-3-14 0,-1 1-12 0,-7 0-28 0,1 3-37 15,-7-2-42-15,-1 2-48 0,-5 0-73 0,0 0-42 16,0 0-236-16,0 0-510 0,-32 0 225 0</inkml:trace>
  <inkml:trace contextRef="#ctx0" brushRef="#br0" timeOffset="7128.05">17692 2067 173 0,'0'-4'259'0,"0"4"-21"0,-5-3-24 15,5 3-23-15,-4-3-21 0,4 3-19 0,-12 3-16 16,3 4-14-16,-5-2-14 0,3 3-8 0,-1 3-13 16,-2 2-6-16,1 3-10 0,-4 2-7 0,8-1-4 15,-1 7-3-15,0-7-11 0,3 1 0 0,5-2-10 16,-1-4-3-16,3 2-3 0,0-2 0 0,5-7 1 16,3 5 1-16,5-5 6 0,2 0 4 0,3-3-2 0,-1-4 1 15,2-3 7-15,9-3-1 0,-13-1 11 0,3-3 10 0,-5 0 12 16,2-1 0-16,-2-1 3 0,-3 0-10 0,-2-1-4 15,-3-1-9-15,0-2 3 0,-5 6-4 0,-1-5-28 16,1-2 1-16,-6 7-14 0,-1-4-9 16,-3 3-8-16,-3 2-13 0,0 2-13 0,-1 3-11 15,-4-1-16-15,-9 3-8 16,6 2-8-16,-6-1-13 0,7 4-25 0,-1 2-25 16,-1-2-42-16,7 3-41 0,1-1-218 0,2 1-470 15,6-2 208-15</inkml:trace>
  <inkml:trace contextRef="#ctx0" brushRef="#br0" timeOffset="7497.25">18045 1782 48 0,'4'-1'267'0,"-3"-2"-36"0,-1 3-21 15,0 0-26-15,0 0-19 0,-4 18-20 0,-2-3-7 16,-2 9-15-16,2 1-18 0,-3 6-10 15,-4 3-8-15,-1 12-7 16,-3 0-10-16,7-11-3 0,0 12-8 0,1-3 0 16,3-8-11-16,4-6-2 0,1 0 7 0,2-1-5 15,1-10-3-15,0-3 3 0,2-2-7 0,0-4 3 16,-3-1 2-16,3 1 17 0,-3-5 13 0,4-1 9 16,-1-3 3-16,4-2-7 0,-8 1-4 0,10-7-10 15,-6 1 0-15,2-5-12 0,-2 2 0 0,-4-8-10 16,0 3-26-16,-1-1-11 0,-8-4-12 0,0 3-2 0,-3-1 1 15,1 3-1-15,-2 0-2 0,-3 2 4 0,7 2 10 16,-2 0 4-16,4 4 11 0,-2 0-4 0,2 1 1 16,4 0-5-16,0 1-5 15,0 3-11-15,3 1 3 0,0 0 0 0,15-6 3 0,8 4-13 0,11-3-26 0,25 4-51 0,6-3-59 16,34-8-64-16,-4 2-276 0,-3-5-525 16,-27 6 234-16</inkml:trace>
  <inkml:trace contextRef="#ctx0" brushRef="#br0" timeOffset="8560.44">19037 2205 15 0,'0'0'100'0,"0"0"10"0,0 0 5 15,0 0 10-15,0 0 4 0,20-3-1 16,-15 2-15-16,3-2-1 0,3 1-7 0,-2-3 23 15,4-1-8-15,4 0-4 0,-3-4 3 0,1-1-10 16,0-1 2-16,3-8-5 0,-1 0-5 0,0 0-7 16,0-2-10-16,0 0-36 0,-7-3-4 0,7-2-2 15,-4-2-9-15,1-1-1 0,-5 0-6 0,-3 1-1 0,4-1-2 0,-3 2 8 16,-4 0-1-16,0 2 7 0,1 2 5 0,-1 7 0 16,-1-1 5-16,-2 2 9 0,0 4-4 0,2-3 11 15,-2 3-5-15,0 2 0 0,0 1 0 0,-2 2 3 16,2 1-5-16,0 4-7 0,0-4-7 0,0 2-1 15,0 4-11-15,0-4-5 0,0 4-23 0,0-5-25 16,0 5-27 0,0 0 6-16,0 0 1 0,-2 12 9 0,-1-2-2 15,-1 7 8-15,0 10-1 0,-2 2 9 0,1 4-2 16,-8 14 1-16,3-2 3 0,-1 2 5 0,1 0 1 16,4 0-1-16,3 0 6 0,-1-14-1 0,3 14 5 15,2-12 0-15,3-1 4 0,0-4-2 0,1-2 1 16,5-2 9-16,-2-1-1 0,4-8 6 0,-1 0 0 15,2-3 4-15,3-4 5 0,1 2 4 0,2-7-1 0,2-4 1 0,6-1-4 16,-4-4 0-16,6-2-1 0,-2-5 0 16,-8 4 7-16,-2-4 5 0,4-5-3 0,-7 4-3 15,3-10 5-15,-7 6 1 16,-2-1-3-16,-1 2 1 0,0-2-8 0,-5 6 1 0,-2-4 2 0,-2 2-7 0,-3 2-8 0,-3 0-8 16,-2-2-8-16,-2 7-6 0,-7-3-5 0,0 3-10 31,-9 2-6-31,6 2-9 0,-1 2-19 0,-5 0-16 15,5 2-19-15,3 2-13 0,2-1-21 0,-4 2-25 16,5 2-32-16,5-2-43 0,-2 2-161 0,3 0-422 16,5-4 188-16</inkml:trace>
  <inkml:trace contextRef="#ctx0" brushRef="#br0" timeOffset="9113.76">20000 1985 114 0,'0'0'264'0,"-5"2"-28"0,5-2-30 16,0 0-41-16,-4 3-20 0,4-3-11 0,0 7-14 15,0-3-14-15,0 3-7 0,0-1-13 0,-1 5-4 16,1-1-10-16,-4 3-7 0,4-1-11 0,-1 3 0 15,0-1-9-15,-3 0 0 0,1 1-8 0,2 2 3 16,0-5-8-16,-1 4-5 16,1-4-4-16,1-3 1 0,-1-2-1 0,2-2-1 15,-1 0 0-15,0 2 9 0,0-5 9 16,0 2 30-16,0-4 29 0,0 0 15 0,0 0-6 16,0 0-15-16,14-11-6 0,-4 4-8 0,2-5-3 15,-1 0-6-15,2 0-7 0,0 0-5 0,0-1-9 16,-1-2-2-16,1 1-2 0,-3 2-8 0,-1 4 5 15,-1 2 3-15,0-1-6 0,-2 2 4 0,-3 1-12 0,0 0-6 0,0 1-3 16,1 2-7-16,-4 1-9 0,6-3 2 0,-6 3 0 16,8 4-7-16,-6 2 6 0,2-2-2 0,3 4 0 15,-2 1-2-15,1 1 5 0,-1 0-5 0,2 6 6 16,-2-1-6-16,0-3-1 0,1 3 2 0,-3-5 0 16,1-1 2-16,-3-1-3 0,1-1 1 0,1-1 1 15,-3 0 5 1,3-1 11-16,-3-5 15 0,3 6 51 0,-3-6 35 0,0 0 12 15,0 0-12-15,13-9-14 0,-6 1-12 0,0 2-11 16,1-6-9-16,5-1-14 0,-3 0-17 16,0-2-18-16,4 3-18 0,-2 0-24 0,2-1-13 15,-4 8-38-15,-1-5-16 0,1 4-30 0,-2 2-32 0,2 0-35 16,-1 4-25-16,-9 0-26 0,13 8-36 0,-9-2-56 16,-2 4-221-16,1 2-588 0,-2-4 260 0</inkml:trace>
  <inkml:trace contextRef="#ctx0" brushRef="#br0" timeOffset="9698.34">20313 1937 61 0,'-4'-1'224'16,"-1"-1"-12"-16,-1 0-21 0,6 2-16 0,-13 0-16 16,4 0-46-16,-3 3-8 0,0-1-9 0,-1 3-12 15,-4 2-1-15,-2 0-10 0,3 1-5 16,-2 4-1-16,-4 2-5 16,-1 4 3-16,1-2-4 0,3 4 0 0,0-1-4 0,4 2-2 0,2-4-3 0,1 3 2 15,2-3-5 1,1 8 0-16,4-7-3 0,0 7-3 0,1-7-1 15,4 0 2-15,3-1-1 0,0 0 5 0,3-2 9 16,1 1 1-16,2-2 11 0,5-4 6 0,-1 1 3 16,4-5 7-16,4-1 5 0,5 2 2 0,2-7-4 15,0 0 2-15,-1-5 6 0,-4 1 9 0,5-8-1 16,-2-1-16-16,0-1 1 0,-4-5-18 0,3 0-2 16,-1-1-3-16,-4-4-10 0,-3 2-1 0,1-2-1 0,-5-3-9 15,-2 3-5-15,-6-2-5 0,-1 8 4 0,-3 2 8 16,-1-1-27-16,-2 5 2 0,-5-1-24 0,-2 4-20 0,-5-1-15 15,-11 0-17-15,3 8-8 0,-10 0-19 0,0 5-21 0,-2 3-24 16,-3 0-19-16,1 6-40 0,4 1-32 0,1 1-44 16,4 3-262-16,4-2-564 0,9-1 250 0</inkml:trace>
  <inkml:trace contextRef="#ctx0" brushRef="#br0" timeOffset="10276.29">20741 1995 242 0,'0'0'369'0,"0"-5"-34"0,0 5-35 16,0-5-21-16,0 5-43 0,0 0-26 0,0 0-25 15,0 0-27-15,4-2-35 0,-4 2-16 0,0 0-7 0,1 10-9 0,-1-3-5 16,-1 2-15-16,1 3 2 0,0 1-17 0,-2 4-2 16,0 2-5-16,-3 8-5 0,1-9 3 0,0 2-6 15,1-2-6-15,0 0-4 0,3-3-2 0,-3-3-3 16,3-1-2-16,0-2-8 0,0-3 2 0,-2 0 6 16,1-2 5-16,1-4 30 0,0 8 33 0,0-8 13 15,0 0-11 1,0 0 4-16,21-18-23 0,-12 8-9 0,4-3-2 15,3-2-9-15,4-2-8 0,-1-4 1 0,-1 2-11 16,4-1-8-16,-3 2 6 0,-4 4-13 0,2 2 1 16,-8 4-3-16,0-1 1 0,0 4-13 0,-3 1 5 15,-2-1-8-15,0 2-4 0,0 1-7 0,-2 0-6 16,-2 2-7-16,0 0 2 0,13 3 3 0,-9 1-1 16,2 4-2-16,1 1 1 0,-1 0 3 0,0 4 0 0,1 3-2 0,-1-1 2 15,-1 2 0-15,3 2-1 0,-2 0 3 0,-1-4-12 16,-1 0 8-16,1-3-2 0,-1-3 1 15,-1-2 8-15,1 1 2 0,-2-3 1 0,-1 0 24 16,3-3 28-16,-4-2-10 0,0 0-3 0,18-10-6 0,-5 2 2 16,-4-1-4-16,4 0-3 0,3-6-3 0,-2 4 0 15,2-2-3-15,-2-3 15 0,2 3-24 0,0 1 2 0,0 0 0 16,-3 4-2-16,-3-1-3 0,-1 3-13 0,-1 0-9 16,3 0-15-16,-2 1-19 0,0 4-28 0,4-2-33 15,-3 3-32-15,0 0-50 0,3 3-58 0,0-2-69 16,-2 3-242-16,5 4-607 0,-5-4 268 0</inkml:trace>
  <inkml:trace contextRef="#ctx0" brushRef="#br0" timeOffset="10862.18">21538 2162 278 0,'0'0'307'0,"0"0"-24"0,-7 1-26 16,7-1-22-16,0 0-26 0,0 0-20 0,0 0-19 15,14-11-20-15,-8 9-11 0,3-3-14 0,1-2-14 16,2 2-13-16,0-2-7 0,2 0-1 0,-2-6-8 16,2-1 1-1,-1 3-4-15,1-5 8 0,-4 2-2 0,2-3 2 0,3-5-5 16,-2 0 1-16,1 0-11 0,-2-7-2 0,-2 5-7 15,1-7-8-15,0 4-2 0,-2-4-13 0,1-1 2 16,-4-2-4-16,-1 4-3 0,2-3 7 0,-3 4 3 16,-1-2 12-16,-1 7 11 0,-1-3 1 15,0 12 14-15,0 3 12 0,1 0 5 0,-2 5-3 16,2 1-15-16,-2 1-9 0,0 0-16 0,0 0-26 0,0 5-37 16,0-3-37-16,0 3-39 0,0 0-10 0,0 0 2 0,0 0 14 15,-7 19 4-15,2-3 7 0,-3 2 13 0,-1 9 4 16,1 1 1-16,-2 2 8 0,5 4 2 0,-4-1 6 15,0 1 3-15,0-2-7 0,3 1 14 0,1-2 1 16,1 2 0-16,0-4 14 0,3-3-11 0,2 3 7 16,0-5 2-16,-1-6-1 0,4 2 3 0,-1-4 4 15,2 1 6-15,-1-3 7 0,-1-2 4 0,1 0 16 0,2-7 8 0,1 7 6 16,1-9 11-16,2 5 4 0,3-4 7 0,3 0-3 16,2-3 3-16,1-1 2 0,-1-1-1 15,1-3-2-15,-1-1 9 0,0-2 2 0,-1 4 2 16,-6-6-6-16,1 3 6 0,-1-3-8 0,-4 2-9 15,0 1 0-15,-1 2-5 0,-3-1 13 0,2 0-2 0,-1 1-11 16,-1 1-26 0,-3 3-50-16,0 0-48 0,-8-9-38 0,-3 6-17 15,-2 3-28-15,-6 0-28 0,-1 5-33 0,-1-1-40 16,0 2-41-16,5-2-56 0,-5 1-250 0,5 0-648 16,3-1 288-16</inkml:trace>
  <inkml:trace contextRef="#ctx0" brushRef="#br0" timeOffset="11647.55">22438 1863 144 0,'0'0'147'0,"0"0"-9"0,0 0-18 16,0 0-16-16,0 0-7 0,0 0-5 0,0 0-14 16,0 0-12-1,0 0-3-15,0 0-6 0,0 0-5 0,0 0-5 16,0 0-7-16,0 0-3 0,0 0-2 0,0 0-9 15,0 0-1-15,0 0-5 0,0 0-1 0,0 0 1 16,0 0 5-16,0 0-13 0,0 0 8 0,0 0-1 16,0 0 1-16,0 0 9 0,4-3-16 0,-4 3 7 15,0 0 3-15,0 0 2 0,0 0-3 0,0 0-2 16,0 0-6-16,0 0-1 0,0 0 2 0,0 0-6 16,0 0 9-16,0 0-14 0,0 0 7 0,0 0-2 0,0 0-12 0,0 0-9 15,0 0-27-15,0 0-9 0,0 0-26 0,0 0-17 16,0 0-13-16,0 0-29 0,0 0-78 0,0 0-228 15,0 0 100-15</inkml:trace>
  <inkml:trace contextRef="#ctx0" brushRef="#br0" timeOffset="18795.49">22360 1880 16 0,'3'-3'153'0,"-2"0"-2"0,-1 3-9 16,3-7-5-16,-1 7-4 0,1-3-10 0,-3 3-7 0,4-5-6 15,-4 5 2-15,1-2-8 0,-1 2 3 0,2-2-8 16,-2 2-6-16,0 0-12 0,0 0-4 0,0 0-3 16,0 0-5-16,2-4-9 0,-2 4-10 0,0 0-3 15,0 0-9 1,0 0-3-16,0 0-3 0,-13 7-4 16,4-3-4-16,-4 1 0 0,3 0-1 0,-3 2-9 0,4-2 3 15,-1 0-4-15,-3 2-1 0,6 0-5 0,0 0 3 16,1 2-1-16,3-1 0 0,-2 1-2 0,3-1-1 0,2-1 1 15,2-2 1-15,4 8-3 0,2-6 0 16,5 5 2-16,2 0 0 0,2-4-4 0,1 1-4 16,2 1 11-16,5 2-8 0,-6 0 1 0,-2-5 0 15,2 3 0-15,-4-1-18 0,-5-1-1 0,-2-2-2 16,1 1-1-16,-4-3 2 0,-3 0 4 0,-2 3 7 0,-4 0-8 0,-4 1 11 16,-8-1-8-16,-4 0 5 0,-10-2-4 0,1 3 5 15,-4-1-5-15,-2-2-2 0,1 0-13 0,-1-1-20 16,-2 1-21-16,0-5-31 0,8 5-41 0,-2-2-175 15,5-1-340-15,7-1 151 0</inkml:trace>
  <inkml:trace contextRef="#ctx0" brushRef="#br0" timeOffset="21316.32">23841 1816 284 0,'0'0'338'0,"0"-4"-19"0,0 4-22 0,0 0-26 16,0 0-23-16,0 0-20 0,0-4-31 0,0 4-24 16,0 0-17-16,0 0-23 0,0 0-12 0,0 0-24 15,0 0-15-15,0 0-14 0,0 0-6 0,-1 18-1 16,1-7-10 0,1-1-3-16,-1 2-5 0,-1 4-3 0,1-1-1 15,1 1-7-15,-2-3 0 0,1-1-1 0,1 1-5 16,4-3-2-16,-5 4-3 0,0-9-2 0,3 2-14 15,-2 0-30-15,-1-2-27 0,0 1-19 0,0-2-14 16,0-4-5-16,0 5-1 0,0-5-16 0,0 0-89 16,0 0-84-16,0 0-146 0,-6-20-460 0,2 9 205 15</inkml:trace>
  <inkml:trace contextRef="#ctx0" brushRef="#br0" timeOffset="21463.71">23871 1542 212 0,'1'-2'249'0,"-2"-3"-29"0,1 5-22 16,0-5-31-16,0 5-37 0,0 0-45 0,0 0-51 0,1-4-15 0,-1 4-26 16,0 0-36-16,0 0-20 0,6 14-29 0,-3-7-94 15,-2 1-200-15,4 1 90 0</inkml:trace>
  <inkml:trace contextRef="#ctx0" brushRef="#br0" timeOffset="21795.12">24305 1717 223 0,'0'0'224'0,"-9"0"-21"0,4 2-23 0,1-2-17 15,-5 2-16-15,4 0-20 0,-4 2-13 0,2 0-11 0,0 0-10 16,1 2-10-16,-2 1-11 15,2 1-2-15,3-1-11 0,-1 2-1 0,4-1-9 0,0-1-7 0,4 3-1 16,0 2-3-16,6-4-7 0,4 4-1 0,9 2-2 16,0 1-2-16,4-4-6 0,0 4 1 0,0-3-5 15,0 2 1-15,-4-1-1 0,2 0-2 0,-11-1-2 16,1-3-3-16,-3 0-5 16,-3-2 5-16,-5 1-9 0,1 1 7 0,-8-2 1 15,-3 3 0-15,-2-3 4 0,-11 4 0 0,-6 2 4 16,-7-3-6-16,-4 0 4 0,0-1-7 0,2-2-19 15,-2-4-36-15,-1 0-61 0,7-3-78 0,-2 0-160 16,12-3-376-16,2-1 167 0</inkml:trace>
  <inkml:trace contextRef="#ctx0" brushRef="#br0" timeOffset="22434.67">25954 1685 191 0,'2'-2'289'0,"-1"-2"-23"16,-1 4-24-16,4-5-31 16,-4 5-15-16,2-1-32 0,-2 1-17 0,0 0-16 15,8 6-12-15,-4-1-12 0,1 4-10 0,3 6-8 16,-3 0-6-16,5 10-9 0,-6-6-10 0,1 6-6 15,-5 0-3-15,4 1-5 0,-4-6-6 0,1 6-1 16,2-7-8-16,-3 0 0 0,-3-2 2 0,2-2-9 16,1-3-2-16,-4-2-1 0,4-3 3 0,0 0-6 15,0-2 7-15,-1-2 43 0,1-3 45 0,1 6 53 0,-1-6 35 16,0 0 33-16,0 0-29 0,0 0-31 0,4-16-20 16,-3 6-19-16,6-5-11 15,-2-2-12-15,5-9-14 0,-1 2-12 0,0 0-19 0,6-3-22 16,-2 1-22-16,1 3-37 0,0 0-26 0,3 1-34 15,-7 6-37-15,3 3-42 0,2 0-50 0,-2 1-54 16,4 3-47-16,0 4-39 0,-4 1-260 0,6 0-648 0,1 4 287 0</inkml:trace>
  <inkml:trace contextRef="#ctx0" brushRef="#br0" timeOffset="23723.19">26427 1918 129 0,'0'0'352'0,"-6"2"-20"0,6-2-19 0,0 0-17 16,-5 4-21-16,5-4-14 0,0 0-18 0,0 0-23 15,0 0-31-15,0 0-28 0,0 0-30 0,19-11-7 16,-6 4-19-16,5-1-17 0,2-1-31 0,5-4-17 0,2 1-19 16,-1-1-8-16,1 0-10 0,1-2-2 0,0 0-2 15,-2-2-4-15,-3 3 2 0,-1-3-2 0,-6 8 1 0,-3-3 1 16,-4 4 5-16,1 1 2 0,-6 2 4 15,1 0-1-15,-1 1-4 16,-3 1-15-16,-1 3-7 0,-9-5 7 0,2 5-6 0,-6 3 5 0,-5 1-2 16,-9 4 2-16,3 4 1 0,-6-2 0 0,4 4 2 15,0 1-1-15,1 2 6 0,1 1-4 0,3-1 7 16,2 4-8-16,2 0 2 0,9-6 3 16,-2 2-13-16,6-1-6 0,4 1 1 0,3-3-2 15,8 1 9-15,9 2 5 0,8-5 3 0,6 1-12 0,19-1-14 0,0-3-7 16,5-4-7-16,-6-2 1 0,4-5 6 0,-2-4-1 15,-2-1 8-15,-3-4 4 0,-13 1 9 0,1-3 15 16,-4-1 17-16,-4-1 17 0,1-2 18 0,-2-2 13 16,-4 0 17-16,-3 1 22 0,-2 0 18 15,-4 3 6-15,-1 2 16 0,-5 2 14 0,-4 0 7 16,3 4 22-16,-7-3 5 0,5 4-9 0,-2 2-12 16,-1 0-20-16,-2 1-19 0,4 1-15 0,-5 2-27 15,0-4-30-15,0 4-31 0,0 0-51 0,0 0-3 16,0 0 1-16,4 16 6 0,-8-6 3 0,-1 5 2 15,1 2 2-15,-6 7 3 0,5-5-3 0,-3 6 6 16,3-1 3-16,0-5 2 16,5 0-14-16,-4-2-2 0,-1-2 0 0,5-2-1 15,0-1-8-15,0-3 3 0,-2 0-1 0,2-4 3 16,0 2 9-16,2-4 7 0,-2-3 30 16,0 7 39-16,0-7 35 0,0 0 21 0,0 0-12 15,0 0-18-15,0 0-12 0,10-19-5 0,-6 7-9 16,-2-3-10-16,1-4-19 0,1-5-18 0,0-3-18 0,1 0-13 15,-6-2-11-15,-3 6-7 0,0-4-6 0,-10 4 2 0,1-1-1 16,-1 3-7-16,-1 6-3 0,0 1-4 0,-4 4 12 16,-10 0-3-16,0 5 5 0,1 1-3 0,-4 4 3 15,1 4 7-15,-2 4 10 0,1 2-3 0,4 3 1 16,1 2 7-16,4 3-19 0,1 3-15 0,3-1-2 16,3 3-7-16,4-8 1 0,7 4-2 0,1-1 2 15,8 1 16-15,5-2-7 0,11 2 9 0,7-6 3 0,5 0 6 0,7-4 3 16,14 0 7-16,-12-5-1 0,17-4 7 0,0-4 1 15,0 0-1-15,-2-7 4 0,-2 0-1 0,-4-2 4 16,-12-1 4-16,7-6-7 0,-11 6 10 0,-2-3 9 16,0-3 15-16,-4 3 4 0,-3 0 30 0,-8 6 23 15,-3-2 21-15,-5 4 29 0,0 1 9 16,-2 3-3-16,-1 2-13 0,-1-1-7 16,-1 1-21-16,2 1-18 0,-2-1-25 15,-4 3-28-15,0 0-31 0,0 0-31 0,0 0 4 16,5 9 6-16,-9 0 1 0,1 5 4 0,-1-1 7 15,0 6 0-15,-2-1 3 0,1 0 4 0,1 1 3 16,0-1 3-16,0-1 1 0,1-5-6 0,1-2-6 16,-1-1-6-16,3-1 7 0,0-1-5 0,-1-3 13 15,0 2 7-15,2-2 41 0,-1 0 28 0,0-4-7 0,0 0-3 0,19-7-7 16,-8 0-5-16,1 3-9 0,2-9 3 0,4 2-7 16,4-4-4-1,-7 2 4-15,4-6-19 0,1 2 8 0,-8 3-1 0,2-1-7 16,-1 4 5-16,-3 3-3 0,-2 1 1 0,-1 0-1 15,1 1-7-15,-5 2-7 0,3 3 6 0,-2-4-9 16,-1 4-12-16,-1 0-7 0,-2 1-28 0,7-2-6 16,-7 2 0-16,7 4 8 0,2 2 4 0,-5-2-10 15,6 4 4-15,-1 2-15 0,4 2-3 0,6 0-13 16,-6 0-5-16,6 0-4 0,0-5-12 16,6 5-5-16,-6-5-8 0,1 1 0 0,1-7-3 15,0 4 2-15,8-5 6 0,-8 0 9 0,-3-4 14 16,3-1 12-16,-2 0 7 0,0-4 17 0,-1-2 23 15,-3 1 22-15,-1-2 14 0,0-1 27 0,-2-3 17 0,-1 2 27 0,-2 0 11 16,1 0 25-16,-4 4 15 0,0 1 15 0,-3 0 5 0,0 3-1 16,1 0-12-16,-1 2-12 0,-1 2-16 0,2-1-14 15,-3-1-8-15,-1 4-30 0,4-4-24 0,-4 4-25 16,0 0-30-16,0 0 0 0,0 0 8 0,8 11-6 16,-8-4 5-16,1 3-5 0,-1 1 11 0,0 0 1 15,3 6 5 1,-2-2-4-16,-2 1 6 0,2-1-3 0,0 1 6 15,-1-4-4-15,0 0 2 0,3-2-21 0,-2 0-4 16,-1-4-10-16,4 2-14 0,-3-3-13 0,-1 0 10 16,3-1-1-16,-2-1 9 0,-1-3 5 0,-1 7 11 0,1-7-7 0,0 0-37 15,0 0-56-15,0 0-43 0,2-14-45 0,-2 6-68 16,-2-2-270-16,-1-3-597 0,-2-4 265 16</inkml:trace>
  <inkml:trace contextRef="#ctx0" brushRef="#br0" timeOffset="23887.94">28366 1474 45 0,'0'-5'351'0,"-2"0"-10"15,2 3-28-15,-2-3-32 0,2 5-24 0,0-6-29 0,0 6-30 16,2-5-16-16,5 3-25 0,-7 2-37 0,13 0-54 16,-3 4-52-16,4-1-59 0,-1 1-50 0,2 1-64 0,-2 3-217 31,0 1-407-31,-2-6 180 0</inkml:trace>
  <inkml:trace contextRef="#ctx0" brushRef="#br0" timeOffset="24202.46">28682 1630 123 0,'2'4'207'0,"2"-1"-12"0,0 2-11 0,0 2-11 15,3 0-6-15,-4 1-14 0,2 2-10 0,-1 1-7 0,0 1-14 0,0 4-8 16,-2 1-7-16,1 1-8 0,-1-2-13 0,1 1-8 16,-6 1-7-16,6-4-5 0,-6-1-6 15,3-2-4-15,3-5-10 0,-6 2 1 0,6-4-4 16,-6 3 8-16,2-5 32 0,0 1 43 0,1 1 42 16,0-4 47-16,0 0 31 0,0 0 26 0,0 0-4 0,0 0-32 15,0 0-25 1,7-11-17-16,-3-1-21 0,1 2-19 0,0 0-19 15,3-6-12-15,1 1-13 0,-1-1-21 0,-1-1-30 16,4 4-34-16,0-3-37 0,-2 3-47 0,1-1-58 16,4 4-50-16,4 0-49 0,-1 2-51 0,-1 2-49 15,1 2-42-15,-3 2-293 0,0 2-705 0,0 2 313 16</inkml:trace>
  <inkml:trace contextRef="#ctx0" brushRef="#br0" timeOffset="25058.17">29029 1852 3 0,'-5'0'281'0,"5"0"-2"16,-2 3 9-16,2-3 10 0,0 0 0 0,0 0 0 0,0 0-16 15,0 0-26-15,0 0-26 0,0 0-33 0,0 0-30 0,12-9-28 16,5 4-25-16,-3-3-26 0,5 1-24 0,0 0-21 16,7-3-9-16,-2 0-9 0,3 2-15 0,1-1-7 15,0-1-5-15,-1 1-2 0,1 1-6 0,0-1-4 16,0-2 3-16,0 2-4 0,-1 0 7 0,-5 4-2 15,-3-5 0-15,2 6 2 0,-9 1 3 0,0 0 16 16,-2-1 2 0,-2 1 13-16,-2 2-3 0,-2-2 0 0,2 1-3 0,-2-1 0 15,-4 3-7-15,0 0-2 0,0 0-3 0,-16 0 3 16,3 0-5-16,-9 5 3 0,1-1-6 0,-4 2 0 16,5 3-2-16,-5 1 0 0,5-1-4 0,-1 7 4 15,5-3-3-15,3 2 5 0,-1-1-10 16,8 1 3-16,-1 2-1 0,7 0 4 0,7 0 1 15,4 4 1-15,11 0-1 0,4 0-1 0,5-4-6 0,5-1-6 0,15 1-3 16,-2-3-2-16,6-4 0 0,-1 0-2 0,4-7 6 0,-3 0 2 16,-1-3 1-16,-4-4 2 0,-12 0 2 0,0-5 4 15,-4 0 10-15,-4-4 14 0,0 0 16 0,-6-4-4 16,-6 0-1-16,-2-4 0 0,-5 3 0 16,-5-1 0-1,-1 1 4-15,-2-3-8 0,-3 3 4 0,-7 0-2 16,2 1-7-16,-4 1-6 0,-5 3-4 0,2 1 3 0,-5 3-3 15,-1 1-6-15,-2 4 3 0,-2 1-5 0,1 5-2 16,-2 1 5-16,4-1-4 0,1 4 0 0,-1 0-9 16,0 6-16-16,2-3-7 0,1 4-4 15,4-1-7-15,3 3 2 0,2-1 3 0,-1 3 3 0,5-4-5 0,5-1 7 0,2-1 1 16,3-1 4-16,1 2-1 0,2-4 2 16,3-1 0-16,-2-2 6 0,2 0 0 0,1-4 0 15,-1-2 9-15,6-3-1 0,-2-2 2 0,-2-4 15 0,-1 0 5 16,3-3 5-16,-4-3 3 0,3-5 10 15,-6-3 3-15,2-1 0 0,-2-1 6 0,-2-1 9 16,1-2 13-16,-2-2 2 0,2-1-9 0,-3-2 13 16,-1 4 10-16,2-2 18 0,-2 4 4 0,0 0-3 15,1 1 8-15,-4 10 20 16,2 3-16-16,-3 2 1 0,2 2 1 0,-1 3-9 16,-2 2-11-16,2 0-11 0,0 0-14 0,-2 2-19 15,1-1-27-15,-1 4-34 0,0-7-46 0,0 7-41 16,0 0 11-16,0 0 8 0,0 0 6 0,-3 24 13 15,-1-10-2-15,1 13 11 0,-2-3 4 0,-1 7 12 16,-1 1 5-16,0 0-1 0,-1 1-1 0,0 1 11 16,1-2 6-16,-1 5 5 0,0-4 10 0,3-3-10 0,1-3-1 15,1 1 5-15,0-9-1 0,0-2 4 0,2 0 3 0,-1-5 4 16,2-3-9-16,0-1 11 0,-2 0-3 0,2-2 6 16,0-2-4-16,0 1 8 0,2-1 17 0,-2 0 11 15,0-4 14-15,1 4 7 0,1-1 4 16,5-2-3-16,4-1-9 0,7 0-6 0,10-3-28 15,4 1-54-15,4-3-55 0,15 2-72 0,4-5-95 0,4-2-132 0,2-7-231 16,28-15-673-16,-29 12 297 0</inkml:trace>
  <inkml:trace contextRef="#ctx0" brushRef="#br0" timeOffset="25792.48">31430 1234 96 0,'4'-13'348'16,"-3"4"-16"-16,3-1-19 0,-4 3-23 0,1 1-37 16,-1 0-27-16,3 3-38 0,-2 1-52 0,-1 2-50 15,0 0-9 1,0 0-9-16,0 14-4 0,-4 2-8 0,2 2-5 16,-6 13-6-16,-1 6-5 0,-1 15 0 0,-6 3 0 0,1-1-2 15,-1 0-7-15,2 0 3 0,4-7-4 0,2 2 3 16,1-16-6-16,1-1-1 0,2-1-1 0,-2-5-5 15,5-1 1-15,-3-11-3 0,0-4-1 0,3-2-1 16,1-3 9-16,-2 3 26 0,1-4 24 0,0 0 32 0,1-4 32 16,-3 5 30-16,6-2 17 0,-3-3 6 0,0 0-27 15,0 0-27-15,-10-15-30 0,2 5-12 0,-1-3-20 16,0 0-14-16,-1-2-14 0,-2 1-15 0,2 1-6 16,-4-1 0-16,3 0-7 0,1 2-6 0,0 2-3 15,3 3 4-15,0-1-5 0,3 4 1 0,-2-1-1 16,4 1-18-16,2 4 1 0,-6-5-2 0,8-1-22 15,4 4-46-15,4-3-7 0,8 0 0 0,10 0-12 0,8 1-15 0,2 1-14 16,15 1-1-16,-1-5 0 0,3 2 6 16,-1-3-2-16,1 1 2 0,-5-2 1 0,3-1 6 15,-3-2 7-15,-1-3 14 0,-12 2 1 0,-2 2 19 0,-6-3 20 16,-4 1 32-16,-3 6 37 0,-7-4 14 0,-2 6 14 16,-5-1 11-16,-1 0 4 0,-3 1-6 0,-3 2-16 15,-2-4-17 1,1 7 7-16,-16-2-3 0,-2 2-6 0,0 9-1 15,-9-1-5-15,1 8-1 0,-2 3 1 0,2-2-4 16,2 10-10-16,0-4 14 0,6 3 4 0,4 0-6 0,3 3 3 16,6 0 4-16,5-6-1 0,4 2 7 15,3-7 6-15,7 5 9 16,5-4-2-16,7-5 9 0,1-1 0 0,7-5-3 0,2-3-2 0,-3-5-4 0,2-2-4 16,-1-6-6-16,-3-4 2 0,-4-2-8 0,-4-4-7 0,-8-4-23 15,0-2-22-15,-11-2-22 0,-5-1-38 0,-12 0-49 16,-9-3-63-16,-13-3-118 0,-13 0-205 0,-8 0-571 15,-22-12 253-15</inkml:trace>
  <inkml:trace contextRef="#ctx0" brushRef="#br0" timeOffset="27532.53">2696 3955 64 0,'-5'-6'175'0,"-4"3"-17"0,0-1-20 0,-3 0-16 16,-3 1-8-16,-3 2-15 0,-1 5-7 0,-4-3-9 16,-4 4-5-16,-1 4-2 15,0 1-10-15,3 2-2 0,-3 2-11 0,3 1 0 16,-2 1-10-16,3 2 5 0,1 1-9 0,2 0-8 15,2-2 1-15,6-1-2 0,-1-1-2 0,4 0-5 16,1-1-1-16,2-4-8 0,1 5 3 0,5-6-4 16,1 3-6-16,0-2 12 0,1-1-2 0,5-1-4 15,2-1-6-15,1-2 9 0,4-4-4 0,5-1 5 16,2-4 5-16,6-3 12 0,2-3 5 0,2-6 5 0,-5-1 13 0,2-2 14 16,-3-2 12-16,0-4 10 0,-2-4 8 0,0 1 0 15,-3-3 8-15,4-12-7 0,-9 11-8 16,3-13 2-16,-7 11-12 0,2-16 0 0,-2 4-10 15,-7 11 14-15,1 1 8 0,-2 2 9 0,-4 3 21 0,2 4-4 16,-2 7 5-16,-1 1-4 0,2 5-1 0,0-1-8 16,-1 8-13-16,0-2-10 0,2 0-25 0,-1 4-39 0,1-1-35 15,0 4-46-15,0 0 32 0,0 0 7 0,-8 9-4 16,7 4 8-16,-5 12-3 0,0 1 6 0,5 8 7 16,-1 17-1-16,2-4 7 0,3-1-28 0,1-11-22 0,2 1-20 15,2-2-27-15,2-1-12 0,-1-3-31 16,1-3-26-16,2-1-36 0,-2-9-54 0,-1 0-293 15,0-8-587-15,0-1 260 16</inkml:trace>
  <inkml:trace contextRef="#ctx0" brushRef="#br0" timeOffset="27879.87">2947 4008 4 0,'0'0'172'0,"0"0"-8"0,0 0-6 0,0 0-13 0,0 0-3 16,0 0-9-16,3 5 11 0,-3-5 1 0,11-1 0 16,1-4-14-16,3-2-10 0,6 2-14 15,6-6-10-15,-7 4-8 0,8-6-10 0,-2 1-7 16,2-5-5-16,-4 3-7 0,3-1-8 0,-4-2 0 0,-4-4 3 16,-1 7 10-1,-1-6 5-15,-2-1 10 0,-5 7 12 0,-2-2 2 0,-3 7 5 0,-2-2 6 0,-2 4 0 16,-1 0-20-16,-1 1-7 0,-3 2-12 0,-4 3-7 15,-2-4-11-15,-4 6 0 0,-8 7-8 0,-2 4-5 16,-3 5-2-16,3 0-5 0,-3 6-7 16,4-3-5-16,1 4 3 0,3 1-3 0,1-1-3 15,3 0 0-15,2 3 1 0,4-2-5 0,5 0 3 16,4 0-13-16,3-5-7 0,3-2-8 16,6-1-16-16,8-2-23 0,7-3-47 0,1-2-54 15,5-7-94-15,3-4-264 0,0-3-555 0,16-4 246 16</inkml:trace>
  <inkml:trace contextRef="#ctx0" brushRef="#br0" timeOffset="28280.65">3697 3802 23 0,'0'0'312'0,"0"0"-36"0,0 0-28 16,0 0-24-16,-2-3-27 0,2 3-18 0,0 0-22 15,0 0-16-15,0 0-20 0,0 0-11 0,-10 6-9 16,2-4-11-16,-1 5-8 0,0 1-8 0,-4-1-10 16,2 4-5-16,-7-2-7 0,4 2-1 0,1 0-8 15,0 1-8-15,2 2-2 0,1-2-3 0,3 0-5 16,1 0-5-16,2-2-3 0,0 2-2 0,4-1-3 0,4 1 0 0,0-1-2 15,4-1-1-15,3 4 1 0,4-5-1 16,2 1 0-16,4-3 1 0,4 5-6 0,-6-4 1 0,2 0 3 16,-2 0-4-16,-5 0 1 0,0-3-5 0,-5 0-1 15,0 1-13-15,-3 0 0 0,-2-4-1 0,-3 5-1 16,-2 0 0-16,-4 0 7 0,-5 2-1 0,-3 0-5 16,-6 1 1-1,-5 0-2-15,-3 2-8 0,1-6-9 0,4-1-18 16,-6 3-20-16,8-4-21 0,1-3-49 0,1-1-42 15,-1 0-176-15,7-1-388 0,3-4 172 0</inkml:trace>
  <inkml:trace contextRef="#ctx0" brushRef="#br0" timeOffset="28566.14">4126 3473 382 0,'1'-7'356'0,"-1"3"-33"16,0 1-36-16,0 3-31 0,1-5-30 0,-1 5-37 0,0 0-31 15,0 0-21-15,0 0-14 0,-6 21-17 0,2-3-17 16,-2 10 1-16,-1 5-4 0,2 2-9 0,1 15-9 16,3 3-6-16,-2-2-3 0,3-1-1 0,-1-5-6 15,2-8-7-15,2-3 2 0,-2-2-7 0,3-2-20 16,0-2-14-16,0-2-15 0,0-9-16 0,-2-5-14 15,1 1-21-15,-1-3-23 16,-2-3-21-16,4-2-15 0,-4 0 5 0,0-1-17 16,0-4-80-16,0 0-198 0,0 0-441 0,0 0 196 15</inkml:trace>
  <inkml:trace contextRef="#ctx0" brushRef="#br0" timeOffset="28777.08">3903 3909 225 0,'0'0'225'0,"-7"1"-18"16,7-1-8-16,-8 0-19 0,8 0-13 0,0 0-3 16,0 0 5-16,0 0-5 0,25 2-12 0,1-5-12 15,7 3-10-15,2-3-17 0,1 1-7 0,2-1-11 16,0 3-9-16,-5-2-9 0,2 0-7 0,-4 0-10 0,-3 0-14 16,-8 1-23-1,-2 1-31-15,-8 0-35 0,2-3-34 16,-7 6-29-16,-5-3-14 0,0 0-44 0,0 0-216 0,0 0-412 0,-26 1 182 0</inkml:trace>
  <inkml:trace contextRef="#ctx0" brushRef="#br0" timeOffset="29352.78">4445 3827 36 0,'12'1'254'0,"-1"0"-21"0,-1 0-18 0,-3 0-22 16,0 2-14-16,1 0-11 0,1-2-15 0,-4 6-10 16,4-1-13-16,-4 3-11 15,0-1-9-15,-1 4-7 0,1 0-14 0,-2-3-3 16,-2 6-11-16,0 2-7 0,-2-2-4 0,0-3-4 16,1 3-7-16,-3-3-5 0,2 0-3 0,-4-1-6 15,5-4-5-15,-3 1-1 0,2-3-1 0,1-1-3 16,-1 1-1-16,1 1-3 0,0-6 2 0,0 4 2 15,0-4-1-15,0 0 7 0,2 2-3 0,-2-2-11 16,21-9-6-16,-4 0-8 0,8-4-5 0,3-3-10 0,3 1-11 0,3-2-10 16,2 2-7-16,10-4 2 0,-14 2-2 0,4 2 3 15,-2 4 0-15,-6-4 4 0,3 5 3 0,-3 0 5 16,-2 0 7-16,-6 3 4 0,-1 1 14 16,-6 1 10-16,-1 1 13 0,-2 0 12 0,-3 3 6 15,-1-2 4-15,0 0 3 0,-2 0 0 0,1 2-1 16,-5 1-8-16,0 0-3 0,0 0-6 0,0 0 1 0,-18 15-8 0,1-6-11 15,3 3 4-15,-6 5 0 0,1 1-5 0,2-1 4 16,0 3-7-16,-3 2-3 0,2-1 3 0,5-4-4 16,4 1 2-16,3-1 0 0,1-1 0 0,1-1 0 15,4-3-1-15,1 0 2 0,2 0 4 0,2-3-1 16,1-2 7-16,2-1 4 0,2-1 2 0,4-3-1 16,7-1 4-1,-2-2-9-15,12-4-3 0,-6-2 4 0,2 1 0 0,-9-3 11 16,1 0 18-16,-3 0 9 0,1-6 3 0,-4 2-5 15,-3-1-4-15,-1 1 3 0,-1-4-14 0,-2 0 1 16,-6-1-5-16,0 0-15 0,-5 0 5 0,0 0-15 16,-3 1-16-16,-2 3-23 0,-3 2 14 0,1-1-26 15,-5 3-17-15,2 1-30 0,-4 3-34 16,3-2-35-16,1 5-41 0,2 2-50 0,3-1-48 0,3 0-211 0,7 2-542 0,-2-4 239 16</inkml:trace>
  <inkml:trace contextRef="#ctx0" brushRef="#br0" timeOffset="29853.34">5401 3768 205 0,'0'0'302'0,"6"3"-31"0,-6-3-22 0,4 3-32 0,-4-3-24 16,0 0-20-16,7 0-18 0,-7 0-19 0,3 3-10 15,1 1-14-15,0 3-10 0,1-1-9 0,2 2-7 16,-1 1-6-16,4 0-12 0,-2-1-1 0,1-2-6 15,1 3-4-15,0-3-7 0,0-2-6 0,2 2 1 16,-2-5-4-16,3 1-8 0,0-4-5 0,-2-4 0 0,3 2 0 16,-1-1-1-16,-4-2-5 0,5 0 1 0,-1-4 16 0,2 1 1 15,-6-2 5-15,0 3 9 0,0 1 3 16,-4 3 9-16,1-3-3 0,1 3-3 0,-3 1-27 16,1 1 23-16,-1-1-25 0,-4 4-6 0,0 0-5 15,0 0-6-15,19 15 7 0,-9-1-13 0,-1 7 0 16,0 5 1-16,2 4-2 0,-4 0-1 0,1 3 5 0,-5 1-7 0,3 12 3 31,-3 0-1-31,-3-9-1 0,-6-3-5 0,2-1 6 16,-2 3-3-16,-3-5 6 0,-3-1-1 0,2-5-2 15,-2-2 2-15,2-8-2 0,0-1 2 0,0-1 3 16,-2-4 8-16,1-4 5 0,-3 0-2 0,1-1 14 16,0-6 25-16,2-2 8 0,-1-1 21 0,1-3 15 15,3-2 16-15,0-6-13 0,4-1-2 0,1-2-12 0,5-6-5 16,2-4-8-16,6-2-10 0,4-1-1 15,3 1-1-15,1 1-2 0,1-1-6 0,-1 6-10 16,2 0-4-16,3 3-8 0,-1 1-2 0,1 4-3 16,-4 5-5-16,-2 2-7 0,-1 1-3 0,-4 4-13 15,-3 1-31-15,1 0-39 0,-1 3-48 0,0 1-41 16,-2 0-51-16,0 1-47 0,-2 3-43 0,-1 1-57 0,0 2-329 0,-3-1-736 0,2 1 326 16</inkml:trace>
  <inkml:trace contextRef="#ctx0" brushRef="#br0" timeOffset="30616.75">7277 3813 129 0,'-3'-4'184'0,"2"0"1"0,0-1-10 0,-3 0-12 16,1-1-4-16,1-1-5 0,-1 1-11 0,-2 1-11 16,2 1-10-16,-2-1-13 0,-3-1-7 0,1 1-15 15,-1 3-7-15,-1 0-8 0,-2 2-7 0,-1-1-9 0,1 1-6 16,-2 4-6-16,-2 1-3 0,-3 2-5 0,-1 2 0 0,0 2-7 16,-2 7-3-16,-4 2 3 0,4 0-27 0,1 3 5 15,2-3-2-15,2 3-1 0,4-2 4 0,3-3 0 16,1-2-1-16,4 1 4 0,4-3 6 0,-1-2 11 15,1 0 15 1,4-3 15-16,1-1 13 0,3-2 8 0,-2 0 9 16,8-5 7-16,-1 0-7 0,1-2-1 0,4 0-5 15,1-7 2-15,-1 4 4 0,1-4 10 0,-4 0-4 0,-1-1 8 16,3 0 0-16,-4-3 0 0,-2 2-10 0,1 0 18 16,-6 3-14-16,3 2 19 0,-4-1-5 0,2 1-11 15,-4 0-12-15,0 4-11 0,1-3-9 0,0 1-15 16,-4 3-27-16,6-3-29 0,-6 3-29 15,0 0-3-15,0 0 1 0,0 13 5 0,2-5 4 0,0 2 4 16,-4 2 1-16,4 1-1 0,-2 2 11 0,1 2-5 0,3-1 15 16,-2-3-4-16,2-2 2 0,3 1-6 0,-3-3 2 15,3 2 7-15,2-5 7 0,3-1 8 0,2 1-10 16,15-6-16-16,-7 0-34 0,7-6-57 0,1-1-65 16,-1-1-84-16,0-2-106 0,-3-4-245 0,-7 4-651 15,2-7 288-15</inkml:trace>
  <inkml:trace contextRef="#ctx0" brushRef="#br0" timeOffset="32073.22">8680 3776 58 0,'1'-5'231'0,"-1"2"-22"0,3-1-16 0,-2 0-12 15,4 0-20-15,-1 0-18 0,2 1-16 0,2 1-11 16,0 0-13 0,1 0-14-16,3 2-5 0,1 3-12 0,1 2-12 0,3 0-3 15,3 6 2-15,-6 0-1 0,8 4-1 0,-2 4-7 16,0 3 0-16,-4 2-6 0,-3 0-3 0,4 0-2 16,-7 3-27-16,1 0 5 0,-4 0-3 0,-2 2 0 15,-3-3 1-15,0 0-1 0,-4 1 2 16,-1-2-6-16,-3-7 3 0,3-2-3 0,-1 0 3 0,-3-2 12 15,0-2 10-15,-1-3 11 0,3-1 8 0,-4 0 4 16,3-3 22-16,-1 0 33 0,5-1 43 0,-5-1 37 16,7-3-22-16,-7-7-33 0,0 2-11 0,6-5-13 15,-2-4-13-15,3-5 2 0,3-8-16 0,5-1-19 0,3-4-11 16,-2 0-4-16,13-14-8 0,-8 15-7 0,1-1 8 0,-1-2-11 16,1 2 7-16,-2 6-16 0,1 0 0 0,-5 9-11 15,0 2 8-15,-4 4-11 0,0 2 1 0,-2 4 4 16,2-1-13-16,-1 0-10 0,-3 4-45 0,3-2-34 15,-4 4-33-15,0-3-40 0,0 3-10 0,0 0 18 0,0 0 17 16,1 9-30-16,-1 1-15 0,-1 0-35 0,2 0-40 16,-1 1-227-16,0 0-519 0,3-2 231 0</inkml:trace>
  <inkml:trace contextRef="#ctx0" brushRef="#br0" timeOffset="34026.14">9348 3781 157 0,'0'-6'243'16,"0"2"-15"-16,-1-1-1 0,1-1-2 0,0 6-13 15,0-5-12-15,0 5-18 0,1-5-9 0,-1 5-32 16,0 0-17-16,-2-4-16 0,2 4-14 0,0 0-12 16,0 0-13-16,-3 16-4 0,2-3-6 0,-2 3-5 15,2-1-5-15,-2 6-5 0,0 3-4 0,0 3-5 0,-1-10 0 16,4 9-9-16,-1-8 2 0,-2 7-1 0,3-7-6 31,4-4-2-31,-1 3 1 0,-2-2-3 0,2-5 1 0,-2-1-2 0,1-2-2 0,-2-1 1 0,3 1 3 31,-3-3 8-31,1 0 16 0,-1-2 17 0,0-2 1 0,18-4-1 16,-5-1 5-16,4-4-15 0,-1-1 9 16,-1-2-23-16,7-7 9 0,-5 6 7 0,-1-5-8 0,3-3 1 0,-3-2 1 15,-5 6-3-15,1 1 8 0,-2-2-2 0,0 4 4 16,-3-1 7-16,-1 5 20 0,-2 3-3 0,0 1-6 15,-2 0-3-15,2 1-15 0,-4 1-10 0,4 1-14 16,-3 1-34-16,-1 2-27 0,0 0-13 0,0 0 3 16,0 0 7-16,-5 17 5 0,-1-5 3 0,2 2 4 15,0 1 5-15,0 2-5 0,3 0 5 0,1-1 1 0,3 2 5 0,-1-1 1 16,7 0-5-16,2-1-10 0,2 1-14 16,8 0-27-16,-3-9-26 0,9 3-47 0,-1-6-54 15,2 0-59-15,2-4-286 0,-3-2-585 0,-4-1 258 16</inkml:trace>
  <inkml:trace contextRef="#ctx0" brushRef="#br0" timeOffset="34527.97">9843 3759 250 0,'0'0'331'0,"0"-5"-23"15,0 5-23 1,0-4-19-16,0 4-29 0,0 0-28 0,0 0-20 15,0-5-25-15,0 5-24 0,0 0-31 0,0 0-10 16,2 11-13-16,-3 0-5 0,1-1-8 0,-1 6-6 16,-1 3-11-16,1 6-6 0,-1 0 2 0,-4 1-6 15,1 3-4-15,1-2-6 0,-1 0-1 0,-1-2-3 16,2-4-7-16,2-1 3 0,-1-3-4 0,2-4-3 16,-1-4 0-16,1 0-1 0,1-1 1 0,-1-1-3 0,0-2 26 0,2-1 36 15,-1-4 43-15,-1 4 45 0,1-4 36 0,0 0-20 16,0 0-24-16,15-19-17 0,-4 4-16 0,0 2-12 15,8-8-11-15,-9 4-10 0,2-7-15 0,4 1-9 16,0 3-8-16,-4 5-6 0,1 0-6 0,-2 2-10 16,-3 4-1-16,0 0-4 0,0 1-10 0,-2 1-20 15,-2 5-15-15,-3-1-34 0,4 1-34 0,-5 2-1 0,8 2-4 16,-4 1 8-16,1 3-1 0,4 2-7 0,-3 1-11 0,-2 3-9 16,6 3-14-16,-4 0-27 0,2 0-27 0,1 2-37 15,-2-1-35-15,3 1-47 0,-3-2-58 0,-3-5-183 16,5 1-575-16,-1-3 256 0</inkml:trace>
  <inkml:trace contextRef="#ctx0" brushRef="#br0" timeOffset="35398.82">10295 3785 299 0,'0'0'405'0,"0"-4"-48"0,-1 0-35 16,1 4-33-16,0 0-35 0,0-4-28 0,0 4-25 0,0 0-23 16,0 0-23-16,0 0-26 0,0 0-26 0,0 0-6 15,0 0-15-15,-3 20 2 0,2-8-13 0,1 0-5 16,-1 3-6-16,-1 2-1 0,2 1-9 0,-1 0-5 16,-3 1-7-16,4-2-14 0,-1-5-10 15,0-2-2-15,1-3-10 0,0 0-2 16,0-1 2-16,0-2 4 0,0 1 10 15,0 0 19-15,0-2 27 0,0-3 27 0,0 0-3 16,0 0-23-16,14-10-6 0,-4 1-10 0,-1 1-1 16,1-6-5-16,0 0-4 0,3-2-2 0,-3 0 0 15,3 3-3-15,-3-1 0 0,2-2-7 0,-2 9-4 16,-2-2 5-16,-3 3-15 0,0 0-2 0,-1 1-2 16,-3-1-2-16,4 2-4 0,-1 2-11 0,-4 2-11 15,0 0 5-15,10 9 15 0,-3-1-12 0,-2 1 8 0,1 6-11 16,3 2 5-16,-1 0 2 0,-1-2-4 0,4 2 1 15,-2-1 7-15,0 0 0 0,3 1 2 16,-1-1 0-16,0-3 0 0,-1-4 3 0,-3-1 4 0,3-2 3 16,0 1 2-16,-1-5 2 0,4 1 9 0,1-6 12 15,4 2-1-15,-4-3-1 0,1-1 3 0,2-6 4 0,-3 2 9 0,2-3-2 0,2-1 4 16,-5 1-9-16,6-8 2 0,-9 3-6 0,2 0-6 16,-5 0-3-16,3 0 1 0,0 1-9 0,-5 2-2 15,1 2 6-15,-2 3 14 0,-3-1 1 0,-1 4-3 16,4 1-6-16,-4 1-11 0,3-2-11 0,-3 6-11 15,1-4-26-15,-1 0-13 0,0 4-25 0,4-2-35 16,-4 2-32 0,0 0-25-16,0 0 11 0,0 0 13 0,0 0 13 15,8 7 11-15,2-1 11 0,0-1 8 0,10 1-4 0,1 0-7 16,12-2-9-16,0 3-7 0,3-9-10 0,1 2 5 16,3-2 5-16,1 1 12 0,-3-5 10 0,-1 0 11 15,-1-1 11-15,-7-2 19 0,2-1 35 0,-12 0 30 16,0 2 28-16,-5-2 22 0,-3 2 16 15,-3-2 12-15,0 1 9 0,-4 4 1 0,-1-2-2 0,-2 0-9 0,-1 3-11 16,-3-3-7-16,-1 3-2 0,-3 1-8 0,-3 2-10 16,-3 2-6-16,-6 2-3 0,2 5-6 0,-10-1-3 15,0 10-3 1,3-1-6-16,-3 3 2 0,4 3-1 0,0-3-3 16,1 2-1-16,3-3-1 0,4 4 1 0,-2 0-2 15,10-5 4-15,-1-3-8 0,4-2-2 0,-1 0 1 0,0-3-3 16,4-3 11-16,-2 1-2 0,3-4 9 0,0 1 17 15,9-3 7-15,0-2 1 0,6-2-5 0,3 0-2 16,1-5-5-16,1 1 1 0,5-5 15 0,-1-1-1 16,4-1-4-16,-2-2-5 0,-4 3-3 0,-3 5 9 15,-1-4-10-15,-4 5 2 0,-4 1-1 0,2 0-10 16,-5 4-3-16,0 0-5 0,-1 0-7 0,-1 1-1 16,0-1-35-16,-5 2-6 0,9 5 2 0,-5-1 5 0,3 3-24 0,-3 4-19 15,4 2-24-15,-4-2-40 0,3 5-41 16,0 0-38-16,2 0-37 0,4-2-64 0,-4 0-249 15,5-1-602-15,-1-2 266 0</inkml:trace>
  <inkml:trace contextRef="#ctx0" brushRef="#br0" timeOffset="35923.99">11734 3802 290 0,'4'-10'354'0,"-1"-1"8"0,0 3-8 0,-3 1-17 16,3 0-22-16,-1 2-38 0,-1 1-29 0,1-1-26 15,-1 2-31-15,-1 3-33 0,3-4-34 0,-3 4-65 16,0 0-15-16,0 0 6 0,0 0-6 0,8 14-6 16,-5-4-8-16,1-1-20 0,0 0-13 0,1 0-14 0,0 1-4 0,-2-2 1 15,0-1 2-15,2-1 2 0,-1-2 6 0,1 1-3 16,-1-2 3-16,3-1 2 0,-1-2 1 0,-6 0 1 16,17-5 11-16,-6 0 8 0,-1-2 10 0,-1-1 12 15,4-3 8-15,1-2 12 0,-1 1 3 0,2 1 6 16,-2-1 0-16,4 1 10 0,-7 2-5 0,-1 4-4 15,2-3-5-15,-3 4-14 0,-2 3-4 0,0-3-8 0,0 2-9 16,-6 2-7-16,13 7-2 0,-4 2-6 0,2 3 0 0,3 10 0 16,-3 4-1-16,1 2 2 0,-3 5-4 0,1 2 1 15,0 12 0-15,-7 0-6 0,-3 2 7 0,-5 1 3 16,-2-3-2-16,-4-2-9 0,2-9 8 16,0-2-1-16,-4-4-5 0,1-1 9 0,-4-1-7 15,2-3 5-15,3-7 5 16,1-3-6-16,2-5 4 0,1-3 34 0,0 1 46 15,0-6 34-15,1-2-12 0,6 0-10 0,-13-12 8 16,10 2-4-16,0-6-6 0,3-4-12 0,6-10-7 16,3-2-14-16,17-11-6 0,2-7-8 0,6 0-7 15,18-21-5-15,-12 25-10 0,3-1-3 0,0 4-4 16,-3 0-6-16,-3 5-2 0,-8 13-2 0,-2 5-1 16,0 2-3-16,-4 3-1 0,-7 5-2 0,-4 3-8 15,-2 0 2-15,-2 1-4 0,-2 3-9 16,0 2-31-16,-2-2-54 0,0 1-71 0,-4 2-54 0,0 0 19 15,0 0 9-15,-3 13-49 0,-7-7-75 0,-1 5-116 16,-3-1-224-16,-2 1-711 0,5-8 315 0</inkml:trace>
  <inkml:trace contextRef="#ctx0" brushRef="#br0" timeOffset="37576.33">14002 3643 194 0,'-1'-2'201'15,"1"2"-16"-15,0 0-11 0,-3-3-21 0,3 3-19 16,0 0-5-16,0 0-16 0,0 0-13 0,0 0-13 15,0 0-12-15,-4-5-8 0,4 5-7 0,0 0-13 16,0 0-2-16,0 0-10 0,0 0-2 0,7-5-7 16,-1 3-1-16,2 0-3 0,1-4-3 0,1 2 2 0,1-1-7 15,2-3 0-15,0 2-2 0,-3 0 0 0,6-3-1 0,-9 1-4 16,2-1 3-16,0 2 10 0,-2-1 10 0,-3 3 8 16,-1-1 4-16,3 1 12 0,-3 1-1 0,0 2-6 15,-5-3-3-15,2 5-6 0,-5-4-5 16,0 3-5-16,-5 1-4 0,0 1-3 0,-8 3-1 15,-3 2-6-15,-6 6-1 16,-2-1-2-16,1 2-1 0,-1 4-1 0,1 0-2 0,1 2 2 16,0 3-5-16,0-1 0 0,1 1 1 15,5 5-1-15,0-2 1 0,5 1-1 0,2 0-6 16,6-9 10-16,4 3-3 0,4-2 0 0,7 0 2 16,3-5-2-16,11 4 6 0,10-4-1 0,5-5 0 15,18-3-2-15,6-2-2 0,4-8-4 0,30-2 1 16,-2-6-3-16,-28 1 4 0,29-9 1 0,-4 7-5 0,-28-1-10 0,0-4-8 15,-3 1-10-15,-5 1-6 0,-17 4-9 0,0 1 9 16,-5-1 0-16,-6 2 4 0,-6 1 1 0,-5 6 13 16,-2-3 14-16,-7 1 3 0,-1 2 0 0,-4 0 1 15,-2-1-2-15,-3 2 7 0,-5-1-5 0,-3 4 1 16,-6 0 0-16,-1 0-5 0,-7 4 3 16,0 5-2-16,-4 1 1 0,5 0-1 0,-4 7 1 0,7 0 3 0,3 0-3 0,2 2 2 15,5-6-2-15,-1 2 3 0,8-2-8 0,3-3-1 16,2 1 3-16,2-2 0 0,5 0 3 15,7-2 0-15,8 1 1 0,13-6-2 0,3-2 1 16,14-5-6-16,2-3-7 0,-15 3 3 0,-1-7 0 16,0 0 2-16,-4-1 2 0,-2-1-1 0,-4-3 0 0,-7 0 0 15,1-1 5 1,-10 1 8-16,3 2 6 0,-5 0 0 0,-4-2-2 16,-2 2 4-16,-3 2 3 0,-1-2 2 0,-3 4 5 15,-4-4-6-15,0 4 0 0,-4 0-4 0,-1 0 0 16,-2 3-6-16,-2 3 0 0,-1 0-1 0,0 0 1 15,-1 5-6-15,0 0 4 0,2 2-12 0,-2 1-21 16,0 2-18-16,6 2-20 0,-2-1-27 0,2 2-24 16,5 0-23-16,1-2-21 0,4 0-161 15,0 0-347-15,6 0 153 0</inkml:trace>
  <inkml:trace contextRef="#ctx0" brushRef="#br0" timeOffset="38304.42">15241 3638 105 0,'6'1'241'15,"-5"3"-20"-15,-1 1-27 0,-1 0-17 0,-2 3-17 16,0 1-18-16,1 1-11 0,-2 2-19 0,1-1-8 16,0 7-11-16,-1 0-8 0,-2 2-7 0,3-2-7 15,-1 0-4-15,4-2-7 0,0-4-6 0,-1-1-9 16,0 1-3-16,2 0-3 0,0-7-3 0,-1 3 4 0,3-1 16 15,-2-5 23-15,-1-2-5 0,0 0-4 0,18-10-5 16,-9 3 0-16,3-5 2 0,3-1-6 0,-4-1 0 16,6-5-3-16,-4 2-6 0,4-4-2 15,1 1-6-15,-1 0-5 0,-3 6-8 0,-5 2-1 16,-3 6 4-16,2-2-6 0,-3 2-5 0,0 2-4 16,-1 1-3-16,0 0-4 15,-3-1-7-15,4 3-8 0,-5 1-1 0,0 0 1 16,8 4 0-16,-7 0 1 0,3 2 3 0,0 5 2 15,0-2-4-15,-1 7 3 0,0-2-3 0,2 1 3 16,0 2 0-16,2-1-1 0,-1-1 5 0,-2-2-1 0,1-3-1 16,1 4 1-16,0-4 0 0,0-4-3 0,-4 2 2 15,0 0 8-15,0-4-7 0,1-2 12 0,-2 1 27 0,-1-3 8 16,8-1-12-16,-2-6-2 0,2-2-4 0,1 1-4 16,1-6-2-16,5-1-1 0,-1-6-6 0,4 0 0 15,-5 5-4-15,1 0 0 0,3-4-6 0,-5 6 2 16,0 0-6-16,-3 6 2 0,0-1-6 0,-3 1 1 15,-2 4-3-15,0-1-12 0,1 1-4 0,-2 0-28 16,2 4-3-16,-5 0 3 0,10 3 7 0,-5 1-1 16,2 0 3-16,1 3-2 0,0 1-2 0,2 1-7 0,4 4-8 0,-1 2-14 15,1 1-15-15,0-2-10 0,3-1-3 16,-2-4-4-16,3 1-1 0,-3-3-8 0,3-3-10 16,2 0 7-16,-7-5 7 0,4-2 8 0,0-3 2 15,-2-1 23-15,-1-3 18 0,0-1 29 0,-4-5 29 16,-2 2 24-16,1-12 15 0,1 7 16 0,-5 1 6 0,7-6 6 15,-4-2 3 1,-1-2-4-16,2 0 5 0,-2-1 3 0,0 2 4 16,1 0 0-16,-4 9 14 0,-1 1 3 0,1 6 10 15,-1 1-17-15,-2 3-9 0,2 1-18 0,-2 0-30 16,0 3-36-16,-1 3 5 0,0 0-4 0,-2 18 0 16,-1-1 1-16,-3 7-1 0,-1 4 3 0,-1 3 1 15,1 2 1-15,-6 16 0 0,1-1-1 0,-1 4 4 16,1 0 0-16,2 0-9 0,1-5-23 0,5 0-23 0,0-12-20 0,3-1-18 15,-4-5-28-15,5-3-37 0,0-6-36 16,-2-5-42-16,2-3-199 0,0-5-461 0,0-4 204 16</inkml:trace>
  <inkml:trace contextRef="#ctx0" brushRef="#br0" timeOffset="38836.21">16151 3614 47 0,'3'-5'282'0,"-3"-2"-31"0,0 1-27 0,1 2-26 16,0 1-26-16,3 1-14 0,-4 2-18 0,9 0-13 16,-2 2-9-16,4 2-14 0,4 4-10 0,0 0-8 15,2-1-9-15,0 4-10 0,7 5-2 0,-7-7-10 16,0 3-12-16,-2 1-12 0,-2 1-7 0,-2-6-10 0,-3 3-4 0,-2-3 2 16,1 4-4-16,-5-8 0 0,-3 8 1 15,-2-2-2-15,-4-2 3 0,-7 1-4 0,-2-4-1 16,-5 5 2-16,-9-3-2 0,2 0 0 0,-4-3-2 15,1-1 3-15,-1-2-3 0,2 0 3 0,0-1-2 16,1-1 3-16,7 1 6 0,3 0 16 0,5 0-3 16,1 0 6-16,5 0 2 0,2-1 7 0,1-2-15 0,5 3-15 0,0-8-7 15,8 1 2-15,1-2-4 0,11-2 0 0,7-1 2 16,6-5-6-16,-1 5-4 0,14-5-1 0,-9 3-1 16,13-1-2-16,0-2 3 0,-14 2-3 0,-1 2 1 15,13-8 0-15,-14 5-1 0,-2-2 3 0,-4-3-2 16,-1 4 2-16,-3-3 5 0,-1-6 12 0,-2 3 4 15,-6-2 6-15,0 0 10 16,-3-3 18-16,-2 3 19 0,-5 4 19 16,-1 2 15-16,1 1 12 0,-2 1 5 0,-2 7 13 15,0-2-1-15,2 5-6 0,-2 0-16 0,-1 2-15 16,0 1-15-16,0 0-31 0,3 0-40 0,-3 4-19 16,0 0 0-16,0 0 6 0,-7 26-1 0,6-9 3 15,-3 3 0-15,-1 10 1 0,1 3 0 0,-1-1-4 0,1 3 6 16,3 1 1-16,-4-1 0 0,5 0 8 0,0 0-5 0,1-5-16 15,3 2-16-15,-3-4-5 0,3-2-5 0,1-9-12 16,-3 0-21-16,0-5-19 0,-1 1-25 0,2-4-26 16,-2-2-7-16,-1-3-7 0,4-2-39 0,1-2-78 15,-5 0-151-15,5-9-459 0,0 5 203 0</inkml:trace>
  <inkml:trace contextRef="#ctx0" brushRef="#br0" timeOffset="39405.68">16785 3721 13 0,'-4'4'175'0,"3"-2"-6"16,1-2-8-16,0 0-25 0,0 0 1 0,0 0-18 16,23-6-10-16,-12 1-13 0,6 2-7 0,2-2-11 15,-1-3-6-15,0 3-10 0,1-3-3 0,7-2-8 16,-8 0-9-16,-2 2 0 0,1-3-11 0,-2-2-2 15,-1 3-2-15,-2-3 3 0,-2 1-4 0,-2 1 1 16,-1 2 1-16,-3-1-7 0,1-1 18 0,-5 1 7 16,0 4-3-16,-2-3-3 0,-1 5 1 0,-1 1-13 0,-6-3 0 0,0 5-3 15,-3-2-2-15,-5 6 1 0,-2-2 0 0,2 6-9 16,-4-3 1-16,3 7-1 0,1-3-3 16,-5 7 0-16,7-1-5 0,0-2 5 0,2 2-3 0,3 4-2 15,3-1 2-15,1-1 0 0,3 1 0 16,1 2-5-16,6-3 4 0,3 0 0 0,5-2 0 0,10 3 3 15,4-5-4 1,2 1-1-16,6-6-7 0,3-3-7 0,1-1-5 16,3-3 6-16,13-2-7 0,-13-2 3 0,2-3 0 15,-5-1 5-15,0-4-3 0,-3-1 4 0,-4-3 3 16,0-4 11-16,-6 2 19 0,-2-3 9 0,-3-3 12 16,-3 0 4-16,-3-2 3 0,-1-7-1 0,-2 3 7 15,0-5 5-15,0-8 9 0,-3 7 4 0,0-10 13 16,1 14 2-16,-3 1 3 0,0 4 10 0,-5 8 2 0,0 2 14 0,4 7-1 15,-4-1-9-15,1 5-20 0,-1-1-20 0,3 2-44 16,-3 3-47-16,0 2 4 0,0 0-4 0,-4 16 5 16,0 0 0-16,-6 9 3 0,2 2 3 15,2 6 2-15,-2 1-3 0,0 11 5 0,0-9-1 0,1-5 2 16,4 3 0-16,0 0-2 0,0-3-9 0,2-3-15 16,0-2-10-1,2-2-8-15,-1-4-13 0,-1-3-18 0,1-5-28 16,0 1-24-16,0-8-12 0,0 3 12 0,0-3-4 15,0-5-45-15,0 0-57 0,0 0-186 0,0 0-454 16,-8-14 200-16</inkml:trace>
  <inkml:trace contextRef="#ctx0" brushRef="#br0" timeOffset="39678.55">17267 3534 199 0,'-3'3'228'0,"3"-3"-5"0,-10 0-2 0,10 0-4 16,-4 2 3-16,4-2-13 0,0 0-2 0,0 0-19 16,0 0-17-16,25-5-17 0,1-2-20 0,9 1-13 0,1 1-13 15,0-2-7-15,3 1-12 0,-3 2-10 0,0-1-7 16,-2 0-5-16,-6 0-6 0,-5 2-8 0,-4 2-4 16,-6-2-10-16,0 1-5 0,-6 0-13 0,1 0-6 15,-1 2-17-15,-2 0-18 0,-5 0-20 0,7-3-36 0,-7 3-17 16,0 0-16-16,0 0-26 0,-20 3-20 15,11-1-24 1,-1 1-33-16,2-2-153 0,2 0-397 0,-3 2 176 0</inkml:trace>
  <inkml:trace contextRef="#ctx0" brushRef="#br0" timeOffset="40338.15">17783 3618 69 0,'-4'3'139'0,"4"-3"-12"16,0 0-1-16,0 0 8 0,0 0 11 0,0 0-4 15,18 2-6-15,-5-4-17 0,-3 2-9 0,9-3-17 16,-1 1 0-16,4-2-11 0,5-2-10 0,-1 0-6 16,3-5-7-16,-3 2-6 0,0-1-6 15,1-2-2-15,-8 0-8 0,3-3-2 0,-6 4-4 0,2 0-3 0,-4-3 9 16,0 2 3-16,-3-3 7 0,-4 7 8 0,-1-3 4 0,-2 4-4 16,-4-1-2-16,-1 1-10 0,-4 1-4 15,0 1-4-15,-7-1-7 0,-1 5-2 0,-7-3-3 16,-1 5 1-16,-7 6-5 0,-3 1-3 0,3 1-2 15,-2 0 2-15,6 4-4 0,-3 0-1 0,4 4 1 0,1 0-5 16,2 0 0-16,10-2 2 0,-1 0-2 0,3 2 3 16,5 0-3-16,1-1 2 0,4-6 3 0,6 7-4 0,3-5 8 31,6 1-3-31,6-1 0 0,8-5-3 0,1-1 1 16,4-5-3-16,0-1-5 0,4-1 1 0,-4-8-3 15,0 1-1-15,-1-2 9 0,-3-2-7 0,0-1 0 0,-4 1 1 0,-3-5 11 0,-4-3 7 0,0-2 9 16,-6 0 2-16,0-3 5 0,-2-2 7 0,-1-3 1 31,-5 0-1-31,1-4 1 0,-2 1 0 0,2-2 9 0,-4 1 7 16,-3 0 11-16,3 4 15 0,-3 1 16 0,-1 10 16 15,3 3 16-15,-2 3-6 0,-1 5-17 0,1-1-13 16,-1 3-27-16,0 0-40 0,0 2-45 0,0 4-5 0,0 0-2 16,-5 14 3-16,0-2 9 0,-5 7-7 0,2 8 6 15,-1 5 2-15,-3 2-5 0,-3 14 8 16,6-15 0-16,-1 12-2 0,3-11 0 0,4-1 10 0,2-3-5 0,1 1 13 15,2-5-14-15,-2-1 7 0,4-4 7 0,-1-3-3 16,1-1 0-16,-2-6 4 0,3 0-14 0,-4-4-21 16,2 1-15-16,-2-4-22 0,3 2-23 0,-4-2-23 15,0 1-31-15,1-3-34 0,-1-2-72 0,0 0-293 16,0 0-578-16,0 0 255 0</inkml:trace>
  <inkml:trace contextRef="#ctx0" brushRef="#br0" timeOffset="40928.48">18616 3396 308 0,'0'0'283'0,"0"0"-30"0,0 0-27 16,0 0-26-16,0 0-18 0,0 0-24 0,4-1-12 0,-4 1-22 16,0 0-9-16,9 8-10 0,-8-5-13 0,3 4-7 15,4-3-22-15,-2 4-16 0,4-3-22 0,2 2-18 16,3 1-17-16,2-1-23 0,1 0-6 0,-2-3-10 0,3-1-4 15,-7-1 6-15,7 1 2 0,-1-6 5 16,1 2 3-16,-5-1 8 0,-4-3-6 0,3 1 4 16,5-5 14-16,-6 4 15 15,4-4 21-15,-3-1 16 0,-2 4 17 0,-2-1 18 16,1 2 12-16,-4-2 14 0,0 4 4 16,-1-1-9-16,-1 0-15 0,0 1-10 0,-1 1-10 0,-3 2-17 15,0 0-6-15,7 11-2 0,-5 0-3 0,-1 5-4 16,-1 2 0-16,0 9-3 0,-1 2-1 0,1 4-7 15,-3 2 4-15,3 12-2 0,-3 0 1 0,1 9-2 16,-3-4 0-16,0 0 0 0,-2-2 9 0,-2 1-11 0,-1-2 2 16,-2-2 0-16,0-3-3 0,0-13 3 0,1 1-1 0,-1-6-3 15,-2-2 3-15,4-10-2 0,1 2 1 16,1-5 3-16,-2-4 12 0,1-1 14 0,0-3 9 16,-6-4 0-16,-2-4 0 0,-2-3 7 0,-4-8 18 15,5-1 20-15,-1-6 18 0,5 0 14 0,0-4-2 16,8-2-13-16,7-2-8 0,0-4-14 0,16-13-9 0,3 1-10 0,6-3-6 15,17-21-9-15,-6 26-8 0,3 0-4 0,6 3-5 16,-4 5-9-16,3 2 0 0,2 6-6 0,-5 0-5 16,-6 11 7-16,-3 2-3 0,-2 1 4 0,-4 1 1 15,-3 3 7-15,-5 3-18 0,-6 3 7 0,-2 0 3 16,-3 2-3-16,1 1-6 0,-3-1-5 0,-2 1 1 16,3 0-8-1,-5-1-8-15,2 1-27 0,-4 2-17 0,5 0-36 0,-5 0-28 16,4-3-35-16,-4 3-32 0,0 0-18 0,0 0 16 15,0 0-14-15,0 8-32 0,-1-3-42 0,-2-1-26 16,1 0-231-16,-1-1-568 0,2 0 252 16</inkml:trace>
  <inkml:trace contextRef="#ctx0" brushRef="#br0" timeOffset="41108.41">19526 3725 447 0,'-4'2'516'0,"4"1"-31"15,-4 0-46-15,4-3-43 0,-2 4-43 0,2-4-77 16,0 0-145-16,0 0-109 0,0 0-109 0,-8-10-160 16,5 5-209-16,1-1-493 0,2-1 219 0</inkml:trace>
  <inkml:trace contextRef="#ctx0" brushRef="#br0" timeOffset="58055.23">21247 3192 142 0,'-1'-17'243'0,"1"5"-7"0,-4 1-5 0,5 1-5 16,-1 3-6-16,0 2-15 0,0-2-23 0,-1 4-18 16,2-3-20-16,-1 2-19 0,0 4-28 0,0 0-26 15,0 0-12-15,0 0-11 0,-1 15-2 0,-3-1-4 16,-1 6-5-16,0 6-1 0,0 5-3 0,-1 1-5 16,-1 0 0-16,0 0-5 0,0-1 2 0,3 3-2 15,-1-2 1-15,1-2-2 0,2-2-1 0,-1 1-4 0,1-4-2 16,-3-4-18-16,3-1-10 0,0-5-27 0,2 0-21 15,0-1-32-15,-3-2-25 0,3-2-50 0,-4-3-35 0,2 0-150 16,2-3-381-16,0-1 168 0</inkml:trace>
  <inkml:trace contextRef="#ctx0" brushRef="#br0" timeOffset="58308.54">21509 3176 6 0,'5'-8'252'0,"-2"0"-18"0,-1 2-20 0,0 1-26 16,0 2-22-16,0-1-25 0,-1 1-27 15,-1 3-13-15,0 0-14 0,1 15-5 0,-5 0-5 0,3 3-8 0,-5 7-5 16,-1 6-4-16,-3-1-12 0,2 3 5 0,-1-2-10 16,2 2-4-16,-1-3-2 0,4 0-1 0,0-1-14 0,3 0 7 15,0-3-1-15,-2-6-2 0,6 0-4 0,-2-4 4 16,-1-1-5-16,4-4-22 0,-4-1-20 0,1 2-22 15,-1-3-18 1,0-3-23-16,0 0-18 0,0-1 4 0,0-1-29 0,0-4-17 0,-5 1-124 0,5-1-289 0,0 0 127 16</inkml:trace>
  <inkml:trace contextRef="#ctx0" brushRef="#br0" timeOffset="58972.27">21196 3489 26 0,'0'0'165'16,"-9"-2"-20"-16,9 2-16 0,0 0-5 0,-4-3-17 16,4 3-3-16,0 0 2 0,13-2-5 0,6 0-4 15,3 0-10-15,10-1-9 0,4-1-8 0,19-1-4 0,-1-1-7 16,-1 1-6-16,5-2 0 0,-5 2-9 16,-1 1-7-16,-12 0-5 0,-3 2-6 0,-2-1 2 15,-3 3-7-15,-3-3-2 0,-8 3 3 0,-7 0-11 0,-2-2 3 0,1 2 0 16,-4 0 7-1,-4 0-8-15,-5 0 11 0,10 0 0 0,-3 0 8 16,-7 0 7-16,0 0 2 0,6 0-4 0,-6 0-4 0,0 0-2 16,0 0-5-16,0 0-3 0,0 0-2 0,0 0-5 15,-22 0 3-15,22 0-1 0,-5 2 1 16,5-2-5-16,-6 0 0 0,6 0 0 0,0 0-3 16,0 0-2-16,-9 0-2 0,9 0 0 0,0 0 1 0,0 0 3 15,0 0-1-15,0 0 1 0,0 0-1 16,0 0-1-16,0 0-1 0,0 0-2 0,0 0-1 15,0 0 1-15,0 0 0 0,0 0 1 0,0 0 1 0,0 0-2 16,0 0 7-16,0 0-2 0,0 0 0 0,0 0 4 16,0 0 1-16,0 0-6 0,0 0 3 15,0 0 3-15,0 0-1 0,0 0 2 0,0 0-2 0,0 0 2 0,0 0 0 16,0 0-4-16,0 0-2 0,-8 3 0 0,8-3 0 16,-7 2-5-16,-1 0 2 0,2 2-3 0,-5 0-1 15,0 1-1-15,-1 2-2 0,-2 1 1 0,0 1 0 16,3 2-2-16,-1-2 2 0,2 2-1 0,-3 3-1 15,3-1 2-15,1 3-2 0,4-6 3 0,1 1-1 16,4 0 1-16,0 1 0 0,3-2 0 0,2 0 2 0,1-3 2 0,5 1 2 16,5 1 4-16,3-4 2 0,3-2-1 15,0-2 3-15,6-2-6 0,-7-1-3 0,0-3 4 0,-1 1-1 16,2-2 6-16,-5-2 13 0,-2-2-1 0,-1 1 5 16,0-1 0-16,-5 0-3 0,2-4-3 0,-4 2 0 15,-3 2-8-15,-3-3-3 0,-1 1-3 0,-1-5 2 16,-3 5-11-1,-3-2-4-15,-3 0 3 0,1 4-7 0,-4 0-4 16,-3 3-6-16,0 0-7 0,0 2-10 0,-3 1-14 16,1 1-13-16,0 3-18 0,-3 0-23 0,8 3-27 15,-3-1-49-15,6 2-43 0,-1-1-169 0,3 2-417 16,4-2 185-16</inkml:trace>
  <inkml:trace contextRef="#ctx0" brushRef="#br0" timeOffset="59472.46">22258 3416 28 0,'0'0'323'0,"0"0"-32"0,0 0-36 15,0 0-17-15,0 0-37 0,0 0-23 0,0 0-17 16,1 7-18-16,-2 0-14 0,0-2-11 0,-2 6-11 15,-1 2-9-15,0-4-15 0,-1 8-1 0,-1-2-12 0,4 1-5 16,-1 2-9-16,0-6-2 0,2 2-17 16,1-4-5-16,-1-3-9 0,0 0-4 0,-1 1 0 15,2-4-2-15,2 0 3 0,-2 0 8 16,-2 1 19-16,2-5 14 0,0 0-8 0,0 0-3 0,0 0-4 0,19-9-8 16,-11 2 1-16,0 1 5 0,0-1-16 0,0-3-2 15,1 2-2-15,2-6 0 0,1 3-6 0,-3 1-1 16,-1 0 3-16,1 4-5 0,-3 1 2 0,-2-1 1 15,0 2-10-15,-3 0-1 0,3 0 7 0,0 1-14 16,-3 1-3-16,-1 2-4 16,0 0 1-16,0 0 6 0,14 9-2 0,-11-5 2 15,3 5-4-15,-2-1 5 0,5 3-1 0,-3-3 2 16,3 3-4-16,4 1 4 0,1-1-2 0,3-2 1 16,3 1 8-16,4-2-4 0,-2-1 4 0,6-2-1 0,-7-4 6 15,7-1 12-15,-8 0 7 0,2-4 5 16,-4-1 15-16,0-3-2 0,-4-1 6 0,0 0 2 15,-4-3-15-15,-1-2-8 0,-4-3-2 0,-4 0-4 0,-2-1-8 0,-6 0-10 16,-6-8-10-16,-5 4-20 0,-4-1-24 0,-9 1-25 16,-16 0-27-16,-5 4-27 0,-1 6-22 0,-4 3-24 15,2 4-43-15,0 4-63 0,-4 2-207 0,21 2-520 16,3-1 230-16</inkml:trace>
  <inkml:trace contextRef="#ctx0" brushRef="#br0" timeOffset="60474.48">23540 3370 130 0,'2'-6'294'0,"-1"3"-5"15,-1-1-10-15,0 4-18 0,4-5-28 0,-4 5-24 16,0-4-22-16,0 4-23 0,0 0-14 0,2-3-27 16,-2 3-23-16,0 0-11 0,0 0-9 0,7 12-5 15,-5-3-10-15,0 2-6 0,-1 1-7 0,3 4 2 16,-2 2-9-16,0-2-6 16,2 4-3-16,-4-3 0 0,1 1-4 0,0 0-2 15,1-1-2-15,-2-1-2 0,0-3-2 0,0-4-6 16,0 1 1-16,2-3 9 0,-2-2-8 0,0-1-2 15,0-1 32-15,0-3 40 0,0 5 45 0,0-5 9 16,0 0-19-16,9-9-14 0,-1 0-13 0,-1-1-5 16,5-4-11-16,-3-2-9 0,5 0-8 0,-1-6-9 15,2 0-5-15,-1 2-3 0,-2 5-12 0,2 1-1 16,-4 1-3-16,0 5-6 0,-3 1-3 16,-2 0-2-16,-1 3-2 0,-1 1-11 0,1-1-8 0,-1 0-27 15,-3 4-11-15,0 0 7 0,13 7 8 0,-10-3-4 0,5 5 4 16,-1 0 1-16,-1 5 5 0,2 1 5 0,-1-1 3 15,-3 3-2-15,1 1 3 0,4 0-6 0,-5-3 6 16,-2-5 5-16,5 6 5 16,-2-4-12-16,-1-3 1 0,-2-3-5 0,1 1 0 15,-2-3 3-15,3 0 5 0,-3 0 31 0,2-1 23 16,-2-1 16-16,-1-2 1 0,0 0-5 0,14-9-7 16,-5 1-4-16,0 1-6 0,0-7-5 0,4 1-2 15,-4 0-7-15,2-3-5 0,1 1 2 0,-1 1-6 16,2 2 3-16,-4-1-4 0,-1 5-5 0,-2 0 2 15,2 0-1-15,-3 4-14 0,-1-1 3 0,-2 1-12 0,2 1-12 0,-3 1-22 16,-1 2 5-16,8-2 7 0,-8 2-15 0,14 4 3 16,-5-1-1-16,2 2-7 0,2 2-26 0,0-1-18 15,4 2-31-15,-2 0-38 0,4 1-43 0,2-1-59 16,7-2-64-16,-8-2-251 0,1 0-627 0,-2-3 278 16</inkml:trace>
  <inkml:trace contextRef="#ctx0" brushRef="#br0" timeOffset="60944.33">24616 3375 56 0,'0'0'256'0,"0"-9"-14"16,0 4-14-16,0 1-10 0,-2-1-19 0,0 1-17 16,-1 0-21-16,-1 1-18 0,-2 0-15 0,0 2-13 0,-2 1-12 15,-2 1-9-15,-3 2-15 0,-4 3-3 0,1 0-11 0,-6 3-6 16,1 6-6 0,-3-1-7-16,1 1-4 0,8-1-3 0,-7 3-6 15,2 1-4-15,6-6 1 0,1 4-8 0,3-3 0 16,3-2 1-16,2-1 2 0,0 1-8 0,3-5 4 0,2 2 4 15,1-4 6-15,3 1 8 0,-2 2 9 0,6-5 3 0,3-2-1 16,3 0-4-16,-1-1-6 0,5-3 1 16,3-3-1-16,-2 2 1 0,-1-4-2 15,-2 2-2-15,3-3-3 0,4-4-3 0,-5 4-6 16,-2-1-2-16,-1 2 0 0,0-1-5 0,-6 3-2 16,-1 2 7-16,-2 1 0 0,-1 0 2 0,0 3-6 15,-1-3-4-15,0 1-3 0,1 1-11 0,-2-1-14 0,-3 3-15 16,6 0-5-16,-6 0 7 0,8 5 1 0,-6-1 4 15,4 2-3-15,1 0-16 0,-2 2-10 0,4 0-24 0,0 0-23 16,0 0-26-16,1 1-19 0,7-1-7 0,-2 1-12 16,2-2-15-16,2-3-13 0,-1 2-35 0,0-4-115 15,0-3-365-15,-2 1 162 0</inkml:trace>
  <inkml:trace contextRef="#ctx0" brushRef="#br0" timeOffset="61270.35">24918 3498 26 0,'17'-11'132'16,"-3"0"27"-16,-2-1 23 0,0 0 12 0,-1-1 9 15,-2-1 11-15,2-1 7 16,-5 4 3-16,0 1-2 0,0-1 4 0,-3 5 9 15,3-3 7-15,-4 3-26 0,2 1-13 0,-1 2-33 16,-3-1-19-16,2 1-18 0,-2-1-20 0,0 4-23 16,0 0-36-16,0 0-14 0,0 0-12 0,3 11 11 15,-4 0-12-15,-1 1-6 0,0 3 0 0,-3 2 0 16,1 9-4-16,-1-8 4 0,0 1-5 0,0 7 3 16,-1-7 1-16,5 0-14 0,-1-2-10 0,0-2-1 0,1-1-5 15,1-4-5-15,0-4-3 0,0 1 9 0,0-1 12 16,0-3 28-16,0-3 16 0,5 4-6 0,-5-4 0 15,14-7-2-15,-1 0 2 0,-3 0 4 0,4-5 1 16,0-2-5-16,2 2 0 0,-1-3-9 0,0 2 6 16,-1-2-18-16,3 0 4 0,-7 2-5 0,3 1 1 15,1 1 7-15,-5 5-1 0,-1-1-5 0,-3 2-3 0,0 2-5 0,-1 1 1 16,-2-1-35-16,2-1-33 0,-4 4-31 16,7 2 16-16,-7-2-7 15,6 6-22-15,0-2-37 0,-1 5-44 0,2-1-37 0,-1-2-39 16,1 2-52-16,0 0-200 0,2-2-549 0,0 1 244 15</inkml:trace>
  <inkml:trace contextRef="#ctx0" brushRef="#br0" timeOffset="61761.23">25459 3395 336 0,'0'-4'342'0,"1"-3"-11"0,-1 3-23 0,1 1-29 15,1 0-31-15,-2 3-17 0,2-4-32 16,-2 4-26-16,2-4-27 0,-2 4-39 0,0 0-10 0,0 0-9 15,5 9-10-15,-1-4-10 0,2 2-23 0,0 2-21 0,1 0-23 16,0-1-9-16,1 0-20 16,0 1-11-16,1-2-7 0,-3-1 4 0,3 0 7 15,1 0-1-15,-1-2 4 0,0-3 5 0,1-1 6 16,-1-1 0-16,0 1 1 0,3-4 3 0,-2-2 10 16,-1 2 8-16,1-3 13 0,-1-1 13 0,0 0 8 15,-1-1 10-15,1 0 8 0,-2 0 4 0,0 1 3 16,-2 2-2-16,1 2 6 0,-2-1-13 0,0 0-4 15,0 4-12-15,0-2-5 0,-4 3-4 0,9 7-5 16,-1 0-5-16,-1 3 0 0,1 6-1 0,-1 3-2 16,2 7-4-16,-4 3 5 0,-4 4-5 0,-1 2-1 15,-1 12 3-15,-3-1 4 0,-6 0-2 0,1 3-4 16,0-14 3-16,-9 11 0 0,7-11-3 0,1-2 6 16,-4-6-7-16,1-1 2 0,1-9-1 0,6-7 2 0,1 0 27 15,0-2 40-15,2-1 58 0,-2-4 33 0,0-6-19 0,5 3-11 16,-9-14-12-16,5-2-5 0,7-3-11 0,2-9-12 15,7-2-14-15,4-5-7 0,11-10-8 0,2 1-5 0,8 1-15 16,4-3-8-16,1 2-6 0,4 1-14 0,2-3 4 16,-5 8-7-16,0 5-9 0,0 2 6 0,-15 9-6 15,-1 5 0-15,-10 5-3 0,-1 3 3 0,-6 3-10 16,0 0-8-16,-1 1-38 0,-4 0-47 0,1 4-62 16,-2 1-18-16,-4 0 14 0,4 10-21 0,-10-2-43 15,-4 4-72-15,-4 1-90 0,-3-2-213 0,0-1-649 16,0 2 287-16</inkml:trace>
  <inkml:trace contextRef="#ctx0" brushRef="#br0" timeOffset="65982.78">27350 3513 133 0,'0'0'188'0,"0"0"-8"0,0 0-5 0,0 0-7 15,0 0-13-15,-5-7-17 0,5 7-16 0,1-6-9 16,3 2-13-16,0-5-12 0,1-1-8 0,5-3-7 16,-2-3-10-16,0-2-4 15,4-6-8-15,-1-1 2 0,0-1-3 0,1-2 0 0,-1-2-4 16,1-1-2-16,0-1-2 0,1-3 6 0,-3 2 2 15,-1-2 3-15,0 3 6 0,-1 0-5 0,2 0 8 16,-5 6-3-16,-1 1 9 0,-4 6 0 0,4 4 8 16,-3 3 7-16,-1 0 0 0,0 3-5 0,3 2-8 15,-3 2-11-15,0-2-8 0,0 3-7 0,0 0-23 16,0 4-27-16,-3-2-19 0,3 2 0 0,0 0 0 16,-13 17 2-16,2 0 6 0,-2 10 4 0,0 1 1 15,-6 15 1-15,0 0 2 0,4 3 3 0,-2-1-1 16,4 1 5-16,6-14-1 0,-2 4 2 0,4 0 1 15,1-5-2-15,1 1 0 0,5-4 5 0,1-1-3 16,4-2 3-16,0-7-1 0,5-3 2 0,1-1 1 16,10-1 1-16,5-3 3 0,3 0-5 0,4-9 0 0,5-1 3 0,10-2-1 15,-12-7-2-15,0 1 1 0,-2-5 0 0,-1 0-4 16,-3-2-1-16,-2 1-1 0,-3-3 0 0,-3-3-1 16,-4-1 1-16,-6 6 1 0,-1 0 0 0,-1-1-1 15,-5 1 17-15,-1 5-3 0,-2-1-5 16,-4 1 1-16,-3 0-4 0,-2 3-9 0,-4 0 0 0,-5 2-2 15,-1 1 3 1,-6 3-3-16,0 2 2 0,-9 3 3 0,1 2-2 16,-2 2 1-16,3 1-3 0,2-1-10 0,7 2-13 15,0 0-20-15,3-2-18 0,0 2-15 0,6-1-17 16,2 0-12-16,3-1-14 0,3 2-25 0,5-2-31 16,5-1-194-16,6-4-406 0,7 2 180 0</inkml:trace>
  <inkml:trace contextRef="#ctx0" brushRef="#br0" timeOffset="66736.6">28408 3246 202 0,'0'-2'214'0,"-1"0"-12"0,1 2-11 16,-3-5-9-16,3 5-13 0,0-5-20 0,0 5-13 15,-4-2-16-15,4 2-13 0,0 0-9 16,-15 1-13-16,6 2-6 0,-5 4-11 0,3-2-7 0,-4 4-7 0,0 3-6 15,0 1-5-15,1 1-4 0,0 1-6 0,-1-1-3 16,4 1-1-16,-1 0-4 0,4-1 1 0,0 1-6 16,4-1-3-16,-2 0 2 0,6-1-2 0,4-1 4 15,-3-1-2-15,3-1-3 0,2-2 8 0,3-1 3 16,4 0 0-16,5-3 1 0,1-2-1 0,1-2-2 16,2-1-3-16,5-4 2 0,-6 0-4 0,0-2-1 0,-3 0-4 15,0-5 3-15,-1 2 3 0,-3-2-2 0,-1 0 6 0,-2-5-6 16,-2 2-3-16,-3-2 0 0,-2 2 0 0,0-1-4 15,-4 0 1-15,-1 1-6 0,-2 2-1 0,-3 4-2 16,1-3-1-16,-5 3-3 0,-1 1-2 0,0 1-4 16,-3 4-10-16,-3-1-6 0,2 4-10 15,-5-3-16-15,5 6-23 16,-4-1-27-16,8 1-29 0,0 1-29 0,1 3-20 16,0-1-194-16,5-2-400 0,2 1 176 0</inkml:trace>
  <inkml:trace contextRef="#ctx0" brushRef="#br0" timeOffset="67299.6">28779 3214 14 0,'2'-3'315'0,"-2"-1"-28"15,0 4-31-15,0-4-30 0,0 4-23 0,4-3-22 16,-4 3-26-16,0 0-18 0,0 0-11 0,0 0-13 15,0 0-13 1,4 12-9-16,-3-2-9 0,1-1-8 0,1 4-7 16,-3 3-7-16,0 1-2 0,0 0-10 0,0 9 1 15,-3-9-4-15,3-2-6 0,0-3-4 0,0 1-4 16,0-6 0-16,0 2-7 0,0-4 5 0,0 1-3 16,0-1-1-16,0-5 13 0,-2 4 24 0,2 0 33 15,0-4 32-15,0 0-22 0,0 0-20 0,10-12-2 16,-2 3-7-16,0 1-3 0,3-6-9 0,1-1-11 0,1-2-5 0,1-5-2 15,-1 7-8-15,4-5-4 0,-5 5-6 0,2 3-1 16,-4 2-2-16,-2 1-6 0,-1 1-1 0,-1 5-5 16,-3-1-8-16,0 0-13 0,2 1-19 0,-1 0-15 15,-4 3 0-15,0 0 5 0,11 8 2 0,-9-2 2 16,1 3 3-16,1 0 6 0,0 5 1 0,1 3 1 16,-1 0 6-16,-2 1 2 0,2-2 1 0,0 1 3 0,-4 0-1 15,4-2 3-15,-3-4 1 0,2-3 3 0,-2 2 1 0,-1-3 0 16,2-3-1-16,-2 1 3 0,2 0 4 15,-2-2 27-15,0 0 31 0,0-3 27 0,0 0 8 16,0 0-18-16,15-10-7 0,-3 3-6 0,1-4-14 16,2-2-5-16,-3-1-1 0,3 0-5 0,-1-1-13 15,0 1-3-15,0 2 0 16,-3 4 1-16,-3 2-6 0,-4 1-2 0,1-1-8 16,0 2-1-16,2 2-22 0,-5-1-23 0,3 2-4 15,-5 1-2-15,11 4-2 0,-6 0 0 0,2 4-20 16,2 0-17-16,0 1-36 0,0 4-45 0,0 1-51 15,-4-3-62-15,0 0-284 0,2-2-605 0,-5 1 267 16</inkml:trace>
  <inkml:trace contextRef="#ctx0" brushRef="#br0" timeOffset="69310.16">29378 3388 50 0,'0'0'157'0,"0"0"-6"0,0 0-7 0,0 0-6 15,0 0-5-15,0 0-4 16,0 0-1-16,0 0 2 0,0 0 2 16,0 0 3-16,0 0-13 0,6-7-15 0,-2 4-9 15,0 0-13-15,1-5-4 0,2 2 6 0,-2-3-10 0,2-1-1 16,1-1-5-16,-3 0-3 0,5-3-2 0,-2-3 3 16,2 0-1-16,3-9-8 0,-3 5-1 0,4-4 1 15,-2-2-1-15,-2 0-4 0,0-2 2 0,1 1 2 16,-1-2-13-16,0 3 0 0,-4 1-3 0,0 8 6 0,-1 0 5 15,-1 2-8-15,-3 4 9 0,1-1 0 0,1 4 10 16,-2-1 2-16,0 5-7 0,1-1-8 0,-1 1-11 16,-1 1 1-16,0 4-19 0,0-6-28 0,0 6-36 15,1-3-32-15,-1 3 5 0,0 0 4 0,-10 14 11 16,5 1 4-16,-4 12 6 0,-1 0 5 0,-2 5 4 16,1 0 3-16,-2 3 10 15,0-2-3-15,4 3 6 0,-1-2 2 0,5-2 5 16,-3-1-3-16,4-1 4 0,0-7-4 15,4-3 4-15,0-1 9 0,3-3-3 0,-2-4 3 0,2-4 4 16,-2-1 16-16,4 1 19 0,-1-3 21 0,6-2-3 16,-1-2 1-16,12-3 1 0,-6 0-10 0,5-5-2 15,-1-1-2-15,0-2-10 0,0 0 3 16,-4-1-3-16,0-3-6 0,2 3-2 0,-6-1-3 0,-2-1 2 0,-1 4-3 16,-3-3-4-16,1 5 6 15,-2-2-4-15,-4 2-6 0,0-1-15 0,-6 1-7 0,2 2-9 16,-5 1-4-16,0 2-1 0,-5-2-6 0,0 4-9 15,-5 0-12-15,-1 1-11 0,2 2-11 0,-3 2-19 16,3 0-29-16,-2 0-26 0,2 1-31 0,4 3-36 16,1-6-237-16,4 4-485 0,4-3 215 15</inkml:trace>
  <inkml:trace contextRef="#ctx0" brushRef="#br0" timeOffset="69744.82">29988 3151 267 0,'0'0'301'0,"3"-3"-25"0,-3 3-23 0,0 0-29 15,0 0-19-15,0 0-23 0,2-4-21 0,-2 4-19 16,0 0-17-16,0 0-26 0,0 0-20 0,0 0-8 16,0 0-10-16,-12 11-4 0,5-4-4 15,-2 0-9-15,-2 1-3 0,0 0-5 0,2 1 1 0,1 2-9 16,-1 1 6-16,-1 2-8 0,6-2-4 0,-1 0 0 15,5 0-3-15,1 1-2 0,3-1-2 0,0 0 0 0,6 3 0 16,3-2-3-16,1-1 0 0,3 1-1 0,-1-3-3 16,1 2 3-16,0-3 8 0,-6-1-15 0,-2-1-2 15,0-1-1-15,-1-2 3 0,-3 1-10 0,-1-1-10 16,-2-1 0-16,-3 2 1 0,-2-2 3 0,-7 1-9 0,-8 1-36 0,-3-1-35 16,-10 2-67-16,5-2-83 0,-2-1-155 0,6-3-428 15,-6-5 190-15</inkml:trace>
  <inkml:trace contextRef="#ctx0" brushRef="#br0" timeOffset="71730.83">2710 5453 157 0,'-3'-8'241'0,"-1"4"-23"0,-2-7-24 0,-3 5-17 16,-2 1-16-16,-1 2-17 0,-2-1-17 0,-4 4-14 16,-5 2-8-16,3 4-13 0,-7 2-8 0,-2 5-11 15,1 3 0-15,3 2-9 0,-2 3-9 0,3-1-13 16,-3 2 1-1,4 1-2-15,8-3-6 0,-3 2-7 0,9-5 0 16,-4-2-3-16,6 1 0 0,1-4-5 0,1-1-1 0,1-2-6 16,3-1 1-16,1-2-4 0,0-1 5 0,3-3 1 15,3 1 7-15,1-3 5 0,6-3 4 16,7-3-5-16,-1-4-2 0,8-4-5 0,-3-1 2 16,0-1 13-16,-1-1-1 0,-1-2 5 0,0 0 2 15,-3 1-4-15,-3 5-5 0,0 1-1 0,-1-1-4 0,-2 1 0 0,-3 3-6 16,-2 2 0-16,-3 2-5 0,1 2-3 0,-3 0-5 15,4 0-2-15,-4 0-8 0,-3 3-5 0,12 3 4 0,-7 0-1 16,-1 2-4-16,4 0 0 0,0 5 3 16,-1 1 0-16,-1 0 4 0,2 3-25 0,-2 0-29 15,0 3-26-15,1 0-40 0,-2 0-42 0,1 1-60 0,-3-4-162 16,-1 3-415-16,0-9 184 0</inkml:trace>
  <inkml:trace contextRef="#ctx0" brushRef="#br0" timeOffset="72031.75">2951 5484 25 0,'0'0'209'0,"8"-3"-24"16,-8 3-1-16,10 5-12 0,-5-1-13 0,-1 2-4 15,1-3-11-15,0 8-3 0,3-1-15 0,-4 1-13 16,-2 0-9-16,5 4-10 0,-2-1-9 0,-4 1-8 0,3-5-7 15,0 2-5-15,-3-3-10 0,3 1 0 0,-3-3-8 16,2 0-5-16,-2-2 2 0,-1-3 33 0,0 1 31 0,0-3 35 16,3 5 16-16,-3-5 46 0,1 3 23 0,-1-3 21 15,0 0 0-15,0 0-26 0,5-10-27 0,-2 2-20 16,2-4-21-16,1 3-12 0,3-6-30 0,-3 1-24 16,1-3-26-16,4 0-44 0,-3 2-42 0,1 3-46 15,-2 2-54-15,1 1-58 0,0-1-63 0,2 5-53 16,4-2-49-16,-4 3-265 15,4 3-661-15,-1 2 293 0</inkml:trace>
  <inkml:trace contextRef="#ctx0" brushRef="#br0" timeOffset="72448.77">3414 5663 60 0,'0'0'319'0,"2"5"-17"0,-2-5-9 16,0 3 0-16,0-3-18 0,0 0-38 0,0 0-17 0,0 0-32 15,17-8-19-15,-8 1-21 0,1-1-10 0,7-1-16 16,1-1-13-16,6-6-12 0,0 1-11 0,2 0-11 16,-2-1-4-16,2-1-8 0,-1 2-8 15,-4-4-1-15,-1 2-4 0,-6 2-8 0,-1 1-5 16,-4-1-5-16,1 1-5 16,-4 4-3-16,-2 0 2 0,-2 1-6 0,-4 0-3 15,-2 2-8-15,-2 3-1 0,-4-2-5 0,-8 5-1 16,-4 1 4-16,-7 0-1 0,-3 6-5 0,1 2 2 15,-1 4-4-15,3 1 2 0,1 4-2 0,0 0 2 16,1 2-4-16,9 0-1 0,-2-1 2 0,8-1-1 16,4 1 0-16,5 0 3 0,5 1-1 0,6-1 3 15,11 2 4-15,5-2 0 0,8-6 0 0,19 3 2 0,3-7 3 0,1-3-3 16,1-4 0-16,2-3-3 0,-1-1-3 0,-2 0 6 16,0-2-1-16,-5 1-2 0,-18 1 0 0,0 0-6 15,-11 0 7-15,-1 2 6 16,-9-2 2-16,2 2 23 0,-4 1-9 0,-4-1 10 0,0-1 1 0,-5 2-5 0,8-1-10 0,-8 1-15 31,0 0-23-31,0 0-30 0,0 0-39 0,-16 9-37 0,5-5-48 0,-2-1-57 0,4-1-325 0,-5 2-594 16,9-3 262-16</inkml:trace>
  <inkml:trace contextRef="#ctx0" brushRef="#br0" timeOffset="73166.25">4688 5520 136 0,'6'-10'252'0,"-1"-1"-7"16,-1 2-8-16,4-2-12 0,-2 2-11 0,3-3-14 0,-4 2-15 15,3 3-17-15,1-4-17 0,1 2-8 0,-2 0-22 16,2 4-11-16,0 0-17 0,2-1-6 0,-1 2-13 0,1 4-9 31,-1 3-4-31,3 0-11 0,2 3 3 0,0 3-8 16,-2 2-2-16,2 3-6 0,-1 1 0 0,-1 6-3 0,-1-5-3 16,2 7-2-16,-6 0-7 0,0 0 0 0,-1-3-2 15,-2 1 2-15,-1-1-2 0,-2-1-5 0,1-2 0 16,-3 1-2-16,0-2 0 0,-3-6 1 0,-1 1 0 15,3-1 1-15,-1-3-2 0,-2-1 13 0,3-2 17 0,0 1 25 16,-1-1 38-16,1-4 45 0,-1 3 35 0,1-3 18 16,0 0-30-16,0 0-26 0,0-16-16 0,0 6-13 15,1-5-17-15,3-2-12 0,1-1-1 0,3-7-14 16,0 1-5-16,3-3-11 0,-1 4-12 0,3 1 1 16,-4 4-4-16,1 1-6 0,1 1-7 0,-2 6-2 15,-1 2-15-15,2-2-18 0,-1 0-20 0,0 4-28 0,0-2-46 0,0 3-43 16,1 1-38-16,2 4-43 0,-1 0-43 0,1 4-50 15,-1 1-61-15,2 2-252 0,0 0-678 0,0-1 300 16</inkml:trace>
  <inkml:trace contextRef="#ctx0" brushRef="#br0" timeOffset="74483.98">5420 5632 115 0,'-5'4'301'0,"5"-4"-14"0,0 0-8 0,-4 1-9 16,4-1-8-16,0 0 0 0,0 0-37 0,0 0-11 15,0 0-31-15,14-10-18 0,-5 7-19 0,8-6-13 0,-2 2-17 0,2-3-19 16,1 3 1-16,-2-4-12 0,2 2-9 16,-1-3-11-16,-1 0-6 0,7-5-7 0,-5 5-3 15,-4-2-2-15,3 0-6 0,-7-1 1 0,3 0-8 16,-4 1-2-16,-4 6-4 15,3-1 2-15,-4 1 0 0,-2 0-10 0,-4 2-13 16,-1 2-6-16,0 0-5 0,-4 1-6 0,-6 2 2 16,-5 2 1-16,-4 2-1 0,3 2 0 0,-10 3-2 15,2 4 1-15,-1 2 5 0,1 1-1 0,3 2-3 16,2-1 3-16,3 1-1 0,2-2-15 0,4-1-10 16,2 2-5-16,6-1-4 0,1 1-1 0,5 1 5 15,7-3 1-15,7 2 0 0,3-5-4 0,9 1-1 16,4-4-5-16,7-2-7 0,0-3-7 0,16 0 1 15,-4-6 1-15,-9 1 8 0,11-3 3 0,-12-3 6 0,13-2 4 0,-13-2 2 16,-6 0 8-16,1 0 26 0,-4-2 25 0,-1-3 27 16,-3 0 26-16,-4 0 23 0,3-3 16 0,-8 3 20 15,-3 3 12-15,-4 0 5 0,-2-1 11 0,0 5 0 16,-2 1 4-16,-1 1 9 0,-1 0-2 0,-2 4-8 16,2-1-15-16,-3 0-15 0,2 3-16 0,-1 0-19 15,-3 2-15-15,2-4-23 0,-2 4-37 0,4-1-50 0,-4 1-13 0,0 0 6 16,4 11 2-16,-4 1 3 0,3 4-11 0,-5 1 17 15,2 9 6-15,2 0-4 0,-2-1 7 0,2 2 0 16,-2 2 0-16,1-6 13 0,3 4-14 0,0-8 5 16,-3-1-15-16,3-1 6 0,-1-1 16 0,-1-3-3 15,0-3 0-15,0-3 3 0,-1-2 5 0,2 2-1 16,-3-3 2 0,3-1 23-16,-3 1 26 0,0-4 32 0,7 0-9 15,-7 0-10-15,9-7-2 0,-1-4-10 0,-2 1-6 16,4-5-6-16,-2 1-2 0,1-3-10 0,4-7-9 15,-3 0-10-15,-2-3-12 0,-3 3-17 0,2-4-9 16,-2 1-7-16,-2 2-4 0,-3-2-5 0,-3 7-11 16,0 2 2-16,-5 2-9 0,-1 2-5 0,-5 2-2 15,-4 4 4-15,-2 4 0 0,-6-2 13 0,-6 3-2 0,3 7 0 0,-4 1 12 16,3 3-4-16,0 1 8 0,-2 6 3 0,6 2 1 16,-3-1 4-16,6 2 12 0,-2 0-16 0,9 2-16 15,4-5-12-15,7 2 2 0,-1 0-8 0,6 0 15 16,1-1 1-16,5 1 7 0,3-3-1 0,7-3-11 15,2-2 15-15,12 1 12 0,2-3 6 0,8-4-2 16,-2-5 0 0,16-3 6-16,-3-5-3 0,0 0 6 0,-14-2 0 0,-1-1 2 15,-3-3-2-15,-2 1 5 0,-1-2 18 16,-4-1 14-16,-2 1-6 0,-6 4 32 0,-2-1 0 16,-1 3 25-16,-6 2 28 0,0 2 0 0,-3 2-3 15,-1 0-8-15,0 1-12 0,2 1-12 0,-5 1-12 16,-2 2-14-16,8-3-26 0,-8 3-27 0,0 0-18 0,0 0 8 15,2 10 0-15,-3 0 2 0,1 1-4 0,-1 6 11 0,0 1 2 16,-2 1 10-16,2-2-8 0,0 2 8 0,1 0-29 16,0-1 21-16,0-5-10 0,-2-2 7 0,4 0-2 15,-1-3-1-15,0-1 0 0,-1-2 8 0,4 0 5 0,-4-5 17 16,5 5 8-16,-5-5-3 0,15-4-1 0,-2-1-5 16,1-3 2-16,3-1-2 0,-3-1 0 0,2-3-3 15,0 1 3-15,-1 0 5 0,-2-2-5 0,2 1-5 0,-2-2 2 16,0 4-3-16,-3 1-1 0,-2 3 1 0,-2 2 2 15,1-1 0-15,-2 2-6 0,-2 0 7 0,0 1-17 16,1 1 8-16,-2-1-6 0,-2 3-12 0,0 0-28 16,0 0-30-16,9-1 0 0,-9 1 2 0,9 7 15 15,-2-2 7-15,2 4-5 0,3 1-17 0,-1 0-11 16,4-1-4 0,0 3 5-16,4-2-18 0,-2 2-2 0,2-5 6 0,2 3 7 15,0-8 10-15,-2 3 3 0,0-3 8 16,-2 1 5-16,4-6 5 0,-5-1 12 0,-2 0 15 15,-2 0 21-15,2-4 23 0,0 2 29 0,-5-5 5 16,-4 2 18-16,8-5 12 0,-5 6 17 0,-2-1 5 0,-1-3 4 16,3 5 17-16,-7 2 1 0,4-3 4 0,-2 2-2 15,-2 3-15-15,2-2-13 0,-1 3-10 0,-1-3-10 0,-1 5-13 16,2-3-12-16,-2 3-21 0,0 0-28 0,2-3-20 16,-2 3-2-16,0 0 2 0,2 15 0 0,-1-5 7 15,-2 0 2-15,1 6-5 0,-3 1 4 0,2 0 1 0,-2 1 7 16,1 1-5-16,-1-1 1 0,2 0 5 0,-3-1-15 15,0-4-16 1,4-2-10-16,0-1-17 0,-1-1-23 0,2-4-17 16,-2 2-6-16,1-2 2 0,0-1 6 0,0 0 7 15,0-4-9-15,0 0-67 0,0 0-75 0,0 0-42 16,-4-20-24-16,1 11-44 0,0-4-196 0,0-3-588 16,3-2 261-16</inkml:trace>
  <inkml:trace contextRef="#ctx0" brushRef="#br0" timeOffset="74620.17">7119 5308 298 0,'-2'-10'355'0,"-2"5"29"0,3 3-11 16,-2-4-35-16,2 0-8 0,1 6-29 0,-4-8-26 15,4 8-28-15,-1-7-29 0,1 7-22 16,0 0-30-16,1-5-68 0,3 3-53 0,4 2-49 16,2 0-59-16,-10 0-59 0,18 2-68 0,-7 0-70 15,1 3-238-15,-3 0-539 0,1-2 239 0</inkml:trace>
  <inkml:trace contextRef="#ctx0" brushRef="#br0" timeOffset="74967.37">7448 5441 102 0,'5'4'227'0,"0"4"-5"0,-2-2-6 0,1 3-19 15,-1 2-13-15,1 2-3 0,0-2-19 16,-1 5-11-16,-1 0-11 0,1 2-16 0,-3-1-11 16,0-1-9-16,-3-2-12 0,3-1-6 0,-2 0-11 0,4-4-8 0,-3-1-6 15,0-3-2-15,-1 0-4 0,1 2 21 0,1-7 29 16,1 6 38-16,-1-6 45 0,0 4 37 0,0-4 39 16,0 0 19-16,0 0-43 0,0 0-27 0,7-18-24 15,-2 7-18-15,1-3-18 0,1-3-12 0,0 0-17 16,2-1-12-16,0 0-10 0,4-4-20 0,-3 5-5 15,-1 0-12-15,3 0-22 0,-2 3-25 0,0-1-27 16,-3 5-38-16,0 3-44 16,2-2-63-16,-1 4-59 0,-3 0-51 0,4 2-44 15,-2 0-48-15,0 4-343 0,-7-1-757 0,16 3 336 16</inkml:trace>
  <inkml:trace contextRef="#ctx0" brushRef="#br0" timeOffset="75799.28">7747 5583 275 0,'-4'1'276'0,"4"-1"-6"0,0 0 11 16,0 0 10-16,-5 2 2 0,5-2-8 0,0 0-7 15,0 0-19-15,0 0-16 0,0 0-46 16,0 0-3-16,5-11-29 0,-5 11-15 0,14-6-22 0,-1-1-19 16,-3 2-17-16,8-3-24 0,-1 4-9 0,3-5-21 0,-2 3-13 15,3-3-13-15,7 1-7 0,-8 1-3 0,8-3-10 16,-1 1-4-16,1 1 0 0,0-1 1 0,-6 4 1 15,-2-2 8-15,-1 2-8 0,0-1-1 0,1 1 6 16,-7 4-1-16,-1-4 1 0,-3 0 4 0,-1 3 6 31,0-1 10-31,-2 2 1 0,-6 1 2 0,7-1-6 0,-7 1-4 16,0 0 1-16,0 0 3 0,0 0-5 0,0 0-4 16,-36 0 2-16,17 6 2 0,-1 2-3 0,-1-4 0 0,0 4-4 15,2 1 2-15,1 0-8 0,-1 0 3 0,6 1 1 16,4 2-3-16,-1 2 4 0,2-2-1 0,5 3 8 15,5-3-4-15,7 1-2 0,5 1 11 0,14 3-6 16,4-1-5-16,17 1 5 0,4-2-9 0,5-7-2 16,1 3-1-16,5-6 1 0,2-3-1 0,1 2 2 15,-4-7 3-15,5 1 1 0,-8-3-5 0,-2-3 9 0,-2-2 12 16,-18 0 13-16,-9 0 31 0,1-3 11 0,-8-3 0 0,-1-2 0 16,-8 4-8-16,-1-3 3 0,-5 0-20 0,-4 0 2 15,-4 1-29-15,-4 2 4 0,-3-2-7 0,-6 5-4 16,-3-1-13-16,-7 0 15 0,-4 3-4 15,-2 4-2-15,1 3-8 0,-2 4-14 0,1 0 18 16,2 3-1-16,0 2-9 16,1 2-16-16,6-1-9 0,-2 6 6 0,4-1-18 15,6 0-4-15,-2 1 7 0,2 1-28 0,4 1 0 16,0-1 0-16,5 0 1 0,3-2-3 0,2 0 10 16,3-4 6-16,4 1 2 0,5 2 7 0,4-5 0 15,4-1-1-15,7-4 0 0,-1-2 3 0,-4-2 5 16,-1-4 10-16,3-1-1 0,0-6 5 0,-1 1 21 0,-3-4 16 15,0 0 19-15,-6-4 10 0,-1-2 12 0,3 0 3 0,-8-2-7 16,5 2 28-16,-6-5 21 0,-3-2 9 0,3 1 10 16,-6 0 2-16,6-3 11 0,-3 4 12 0,-1-1 7 15,-2 8 5-15,-1 1 2 0,1 2-4 0,-1 5 9 16,-1 0 4-16,0 5-9 0,0-1-20 0,0 3-14 16,0 1-16-16,3 1-9 0,-3 3-23 0,0-8-25 15,1 7-42-15,-1 1-47 0,0 0-42 0,0 0 7 0,0 0 4 16,-7 17-4-16,1 1 23 0,0-2 2 0,-7 11 6 0,5 4 14 31,-1 2-4-31,2 1 6 0,-1 1-11 0,0-4 16 16,3 0 1-16,1 0 5 0,3-1 3 0,-4-6 3 15,2 2 0-15,3-9-1 0,3 0 3 0,-3-2 0 16,0-3 3-16,1-3 8 0,3-4 4 0,-4 3 19 0,1-4 27 16,-1-1 31-16,1 2 28 0,-1-5 33 0,0 5 12 0,0-5 4 15,3 2-2-15,-3-2-10 0,18-3-19 16,-4-1-14-16,14-4-20 0,4 1-44 0,4-3-76 15,1-2-90-15,19-8-129 0,-1 2-158 0,3-4-620 16,-1 0-1107-16,-3-3 490 0</inkml:trace>
  <inkml:trace contextRef="#ctx0" brushRef="#br0" timeOffset="76900.64">10490 5005 112 0,'6'-17'325'0,"-1"0"-19"0,-3 3-10 15,2 3-5-15,-1 2-28 0,-1 2-27 0,0 2-27 16,-2 1-25-16,2-1-23 0,-1 2-44 0,-1 3-13 15,0 0-12-15,4 19-7 0,-3 0-8 0,-1 5-11 16,0 7-6-16,-5 3-6 16,-2 16-2-16,4 1-2 0,-5-1-9 0,2 4-1 15,-2-4-4-15,3-1-5 0,3-15 2 16,-1-3-5-16,2 1-1 0,1-5-1 0,-1-1-5 0,2-7-2 16,0-4 1-16,-1-3-1 0,0-2-3 0,-1-3-1 15,2-1 19-15,-1 0 24 0,0-4 28 16,0 2 32-16,1 0 25 0,-1-4 17 0,0 0 22 0,-1 5 13 15,1-5-40-15,0 0-40 0,-5-13-18 0,0 3-20 0,-3 1-17 16,-1-5-18-16,-2 1-9 0,-3-2-15 0,-4-3-9 16,1 3-2-16,3 2 2 0,-1 2-7 0,2-1-3 15,-3 4-5-15,1-1 6 0,4 2-1 0,1 1 7 16,3 2-5-16,1 1-2 0,2 2-2 0,-2-3-10 16,6 4-17-16,-7-7-15 0,7 7-8 0,-2-2-3 15,2 2 8-15,14-4 0 16,4 1 1-16,12-2 0 0,8 5 1 0,15-4 2 15,11-1 0-15,0 0 9 0,1 0 3 0,26-1 6 16,-31 5-3-16,0-7 2 0,-1 1 3 0,-2 2 5 16,-2 0-2-16,-15 0 3 0,-2 0 4 0,-2 1 0 15,-4-1 0-15,-11 1 7 0,-4 3 1 0,-4-2 3 16,-3 0 7-16,-3 2 25 0,-1 0-23 0,-6 1-1 16,11-2 2-16,-11 2-2 0,0 0-4 0,0 0-5 0,-8 14 4 0,-5-4-1 15,-4 0 7-15,-6 9-3 0,3-1-6 0,-1-1-5 16,7-2 8-16,-5 5-4 0,6-5 0 0,3 2 15 15,4 0-14-15,-1 2-3 0,6-4 6 0,1-3 7 16,4 0 2-16,5 1 8 0,6-4 7 16,2-1-16-16,10-4 17 0,3-2-3 0,3-4 10 0,3-1-12 15,-4-6-3-15,1-1-1 0,-6-1 0 0,0-3 3 0,-5-4-6 16,-4-2 3-16,-6-2-11 0,-2 3 5 0,-6 0-7 16,-2-1-24-16,-8-4-34 0,-4 7-46 0,-6-5-55 15,-10 7-64-15,-2-2-95 0,-8 6-311 0,-1 3-677 16,-16 1 299-16</inkml:trace>
  <inkml:trace contextRef="#ctx0" brushRef="#br0" timeOffset="86972.6">13555 5354 19 0,'9'-2'58'0,"-2"-1"-14"0,1 3-16 0,0 0-13 16,-3-1-22-16,-1-1-20 0,2 2-28 0,-6 0 13 16</inkml:trace>
  <inkml:trace contextRef="#ctx0" brushRef="#br0" timeOffset="87743.79">13667 5266 45 0,'0'-5'176'0,"-2"-2"-9"16,-1 3-14-16,-1-1-13 16,-1-2-11-16,-5 2-14 0,-2 0-14 0,0 2-9 15,-8-1-13-15,-8 2-1 0,0 2-8 0,-4 1-13 16,-1 2-5-16,1 2-1 0,-1 2-5 0,0 0-4 15,-2 1-1-15,2 4-1 0,-1 0 0 0,-1 5-3 16,3-1 0-16,4 1-6 0,-3 0-1 0,4-1-4 0,6 2-12 16,-1-1 11-16,7-2-6 0,2-1-2 15,4-1-2-15,-1 0 0 0,5-2 0 0,2 1-4 0,6-3 5 0,-1 4 0 16,7-4-2-16,1-2 1 0,8 1 5 0,1-3-2 16,8-1 5-16,1-4-3 0,0-1-1 0,4-4 5 15,-1-1 6-15,5-3-4 0,-7-2 7 0,-1-5 4 16,0-2 3-16,-1 0 5 15,-4-7 4-15,0-1 1 0,8-13 1 0,-13 10-5 16,0-2 1-16,1-14-2 0,-7 12-4 0,3-12-2 0,-1 1 10 0,-7 10 9 0,-2 0 10 0,1 3 12 16,-4 4 13-16,1 3 10 0,-2 7 5 0,-1 5 3 15,1 0-7-15,-2 3-5 0,1 1-20 0,0 3-10 16,1 0-44-16,-1 2-41 0,0 3-17 16,0 0 7-1,-9 15 1-15,4 0 0 0,-4 11 5 0,0 3 3 0,0 3 0 0,0 2 1 0,-2 14 1 16,3-12 7-16,-2 10 2 0,4-1 2 15,1-8 6-15,3 0 0 0,1-5-6 0,1 1 8 16,0-5-2-16,0 0 1 0,-1-4-1 0,0-5-16 16,-2-2-4-16,3-7-11 0,-1-1-18 0,2-1-6 0,0-3 3 15,1 2-1-15,-2-2 5 0,0-2-1 0,1 1-1 16,-1-4-10-16,0 0-73 0,0 0-62 16,0 0-60-16,0 0-175 0,-4-16-461 0,5 10 204 15</inkml:trace>
  <inkml:trace contextRef="#ctx0" brushRef="#br0" timeOffset="88491.93">13731 5206 37 0,'0'0'271'0,"3"-4"-27"16,-3 4-20-16,3-6-25 0,-3 6-20 0,3-2-18 15,-3 2-15-15,6 0-19 0,-6 0-12 0,15 4-16 16,-4-1-9-16,0 2-11 0,5 5-6 0,-1 2-9 16,-1 2 0-16,-1 3-12 0,1 4-4 0,-4 4-3 15,-1-3-6-15,-1-3 0 0,-3 6-8 0,0-4-2 0,-4-2-4 0,-1 0 2 16,0-2-2-16,-2 0-4 0,-3-4 0 0,1-1 1 16,0-2 2-16,-1-1 2 0,0-3 12 0,2-1 9 15,-2 0 15-15,5-1 14 0,-5-1 38 0,5-3-14 16,-5 0-14-16,5 0-9 0,-6-7-5 0,6 1-12 15,0-2-3-15,2-4-11 0,2-2-8 0,1-6-12 16,9-3-12 0,0-2-18-16,4 1-10 0,4 1-5 0,0 3-11 0,2-2-5 15,0 4-5-15,4 2-4 0,0 3 1 0,0 2-10 0,2 1 0 16,-2 1-8-16,1 1-1 0,-1 3-6 16,-1 1-4-16,0 3-1 0,1-2 6 0,-5 2-6 15,-4 1-1-15,1 0 5 0,-4 0 3 0,-2 0 6 0,0 0 4 16,-5 0 8-16,1 0 5 0,-1 0 3 0,-4 0 11 15,2 1 4-15,-2-1 28 0,-5 0 20 0,8 0 16 16,-8 0 11-16,0 0 12 0,8-1 5 0,-8 1 1 16,0 0 1-16,6 1 0 0,-6-1-7 0,0 0 1 0,0 0-3 15,0 0-5-15,0 0 0 0,0 0-6 16,6 0-5-16,-6 0-3 0,0 0-5 0,0 0-4 0,0 0-5 16,0 0-4-16,0 0-3 0,0 0-2 0,0 0-6 15,0 0-1-15,0 0-2 0,0 0-6 0,-12 9 5 0,2-5-4 16,3 4 0-16,-4-1 2 0,-1 7-4 0,-1-2 1 15,0 2 2-15,-1-1-4 0,2 4 2 0,0 0 8 16,0-2-10-16,3 1 0 0,-1-1 6 0,1-1-4 16,4-2-4-16,1 0 2 0,0-2-1 0,4 0 3 15,0 0 3-15,0-3-2 0,3 2-3 0,-1-4 5 16,6 1-1-16,1-1 4 16,10-2 0-16,-2-2 5 0,3-2-8 0,2-3 1 15,-3-1-4-15,8-5 3 0,-8 1-1 0,0 2 0 16,-2-3-1-16,1 0 1 0,-4-4 0 0,1-1-1 15,-3 2 3-15,-4-1-5 0,2 0 3 0,-5-2 6 16,0 1-1-16,-5 5 6 0,0 0-5 0,-1 0 0 16,-2-4-4-16,-2 7 7 0,-4-4-9 0,0 3-4 15,0 0-12-15,-1 3-12 0,-3 0-13 0,0 2-20 0,2-1-24 16,-2 3-28-16,0 0-38 0,2 1-37 0,3 0-28 0,2 2-243 16,-2 1-491-16,8-3 218 0</inkml:trace>
  <inkml:trace contextRef="#ctx0" brushRef="#br0" timeOffset="88993.12">14909 4986 86 0,'0'-8'271'0,"0"1"-3"16,2 4-15-16,0-4-27 0,-2 3-23 0,0 1-24 15,0 3-21-15,0 0-31 0,1-3-27 0,-1 3-11 16,0 0-8 0,-3 23-11-16,0-6-5 0,-5 9-7 0,0 5-7 0,0 3-7 15,-5 13-3-15,-1 1-3 0,1 3 2 16,0 2-2-16,-2 2-5 0,2-5 0 0,-1 0-2 0,4-2-2 15,2-16-3-15,3 1 0 0,-1-2-4 16,2-2 0-16,-1-3-2 0,2-7 0 0,-2 0-3 16,5-2 0-16,-1-7-2 0,-2 1 0 0,-2-1 0 15,4-5 1-15,1 3-2 0,-3-4-1 0,2 0 0 0,1 0-2 0,0 0-7 16,0-4-3-16,-4 3-39 0,4-3-64 0,0 0-47 16,0 0-50-16,-9-15-204 0,8 5-434 0,-3-2 192 15</inkml:trace>
  <inkml:trace contextRef="#ctx0" brushRef="#br0" timeOffset="89267.14">14828 5241 87 0,'2'-6'278'0,"-1"-1"-28"0,-1 2-24 16,3 2-26-16,-1 1-14 0,2 0-28 0,4-1-15 15,2 1-16-15,3 2-9 0,7 2-16 0,-2 1-9 16,1 2-3-16,2 3-8 0,-2 1-8 0,-1 0-5 15,-1 3-8-15,-2 0-7 0,-2 2-8 0,-1-3-7 0,-3 3-1 16,-1 2-6-16,-4-6-4 0,-2 2-4 0,-3-2 5 16,-3 1-7-16,-3-5 3 0,-5 6-5 0,-4-1 1 15,-2 0-1-15,0-6-3 0,-4 2 0 0,-5 1-3 16,-1-1 2-16,7-2-4 0,-1-4-3 0,0 2 1 16,4-2-13-16,0-1-10 0,5 0-26 0,-2 0-30 15,6-1-46-15,3-2-69 0,-2 2-219 0,7-4-436 0,1 5 194 0</inkml:trace>
  <inkml:trace contextRef="#ctx0" brushRef="#br0" timeOffset="93448.03">16859 5031 61 0,'0'0'198'0,"2"-4"-14"0,-2 4-14 0,0 0-19 0,3-3-15 16,-3 3-14-16,0 0-12 0,0 0-12 0,0 0-8 0,0 0-14 16,0 0-3-16,-23 5-9 0,4 0-7 15,0 0-8-15,-7 4-2 0,-2 0-6 0,0 0-6 0,-4 3-1 32,0-3-4-32,2 3-4 0,0-2-7 0,2 2 10 0,4 1-12 0,4-4 1 0,0 2-1 0,1 0-1 15,5 1-4 1,0-2-2-16,6 2 0 0,-1-3-3 0,3 2 2 15,2-1-1-15,4 2-2 0,4 0 3 0,7 1 7 16,1 0-6-16,7-1 0 0,4 2-4 0,8-1 5 0,-1 0-2 16,1-3-3-16,2 0 5 0,-5-2-4 15,3 1-3-15,-13-2 2 0,1-1-2 0,-1 0-7 16,-5-1-10-16,-4 1-4 0,0-1 6 0,-3-1-2 16,-3 0 3-16,-2 1 7 0,-2-1-3 0,-8 1 8 0,-4 0 0 0,-7 3 0 15,-10-4-1-15,2 2 2 0,-4 0 3 0,-2-2 1 16,-2-2 3-16,1 0-5 0,2-1 2 0,0 1-3 15,-2 0 2-15,5-2-5 0,3 1-8 0,5-2-20 16,3-1-28-16,9 1-50 0,-1-1-65 0,6-2-123 16,5-1-317-16,4-2 141 0</inkml:trace>
  <inkml:trace contextRef="#ctx0" brushRef="#br0" timeOffset="93817.29">17278 5141 27 0,'0'0'263'0,"-1"-3"-20"0,1 3-22 0,-2-4-23 0,2 4-21 16,0 0-14-16,0 0-19 0,0 0-14 0,-17 4-13 15,7-1-15-15,1 1-12 0,-2 4-10 16,-1-1-6-16,1 5-6 0,0-2-9 0,-1 2-3 0,1 1-7 15,1 1-6 1,2 0-5-16,3-4-3 0,1 2 0 0,4 0-6 16,-1-1 2-16,5 5 5 0,2-2 2 0,6 0 6 15,4-4 1-15,5-3-3 0,8-2-1 0,4-2-7 16,-1-3 1-16,5-3-3 0,-5 3-5 0,-2-9 15 16,-5-2 15-16,-7 3 9 0,0-2 8 0,-3-2 2 15,-5 1-3-15,-1-3-9 0,-5 2-2 0,0-2 0 16,-6 0-7-16,-1 2-6 0,-1 0-6 0,-4-3-6 0,-2 4 9 0,-4 0-25 15,0 0-29-15,-4 4-21 0,1 0-29 0,-3 3-20 16,0 4-46-16,2 0-62 0,4 0-72 0,2 0-231 16,2 0-530-16,5 1 235 0</inkml:trace>
  <inkml:trace contextRef="#ctx0" brushRef="#br0" timeOffset="94603.7">19319 4717 67 0,'5'-7'256'0,"-4"0"-6"16,1 4-16-16,-1-1-19 0,0-3-21 0,-1 6-22 15,3-2-18-15,-3 3-24 16,1-5-17-16,-1 5-28 0,0 0-10 0,0 0-7 16,3 16-3-16,-6 1-9 0,2 4 0 0,-4 6-4 15,1 7-4-15,-4-3-9 0,3 6-3 0,-1-2 0 16,2 0-5-16,0-1-3 0,-2-1 1 0,2-2-7 15,0-3 3-15,1 0-6 0,2-3 0 0,0-6 0 16,-2 0-5-16,3-2 6 0,-1-2-1 0,-2-5-2 16,2 0 3-16,1-1-5 0,0-2-12 0,-2-1-15 0,2-2-13 0,-2 0-8 15,2 1-8-15,-1-2-29 0,1-3-49 0,-11 1-52 16,11-1-201-16,-12-3-403 0,6 1 178 0</inkml:trace>
  <inkml:trace contextRef="#ctx0" brushRef="#br0" timeOffset="94904.68">18928 5074 184 0,'-6'0'227'0,"6"0"-21"16,-9 0-12-16,9 0-23 0,-7 0-14 0,7 0-12 15,0 0-12-15,0 0-11 0,0 0-8 0,0 0 1 16,26-4 11-16,2 2-15 0,10-2-8 0,13-3-11 0,6 1-9 0,3 1-7 0,1 0-6 15,-5-1-10-15,-3 3-7 0,-15 2-3 16,-2-1-7-16,-2 0-1 0,-2 0-7 0,-10 2-3 16,-3 2-3-16,-5-4-11 0,-2 2-9 0,-6 0-5 15,3 0-3-15,-1 0 0 0,-3 2-3 0,-5-2-1 0,6 0-3 16,-6 0 0-16,0 0 2 0,0 0-1 0,0 0-14 16,-20 5-8-1,12-3-13-15,0-2-13 0,-3 1-21 0,3 1-25 16,-1 0-26-16,9-2-41 0,-14 0-198 0,14 0-392 15,-9 0 174-15</inkml:trace>
  <inkml:trace contextRef="#ctx0" brushRef="#br0" timeOffset="95841.98">19822 4825 2711 0,'3'-7'137'15,"1"-2"-43"-15,-4 2 2 0,1 1 6 0,1 2-13 16,-1 0-25-16,0-1-15 0,-1 2-14 0,0 3-11 16,1-5-1-16,-1 5-8 0,0 0-12 0,0 0-6 0,0 0-2 15,4 16 4-15,-6 0-1 0,-1 2 0 0,-1 12 2 0,-2-1-3 16,-1 3 4-16,2 3-2 0,-5-1 5 0,4-1-1 16,-2 1 0-16,3-1 0 0,-4-5-4 15,5 1 4-15,0-4 3 0,3-7-1 0,-3-2 0 16,4-6-1-16,0 2-1 0,0-4 4 0,0-2-1 15,-1-1 12-15,1-1 34 16,0-4 50-16,1 8 34 0,-1-8 34 0,0 0-4 16,0 0-28-16,9-12-18 0,-1 3-10 0,-2-1-10 15,3-4-9-15,1-1-14 0,0-2-12 0,-1-1-17 16,1 2-8-16,0 1-3 0,-1 0 0 0,-3 6-7 16,-2 0 1-16,1 1-5 0,1 1-7 0,-4 5-6 0,0-2-20 15,-1 0-28-15,3 2-17 0,-4 2-30 0,2-5-25 16,-2 5-25-16,0 0 11 0,0 0 14 0,7 8 14 0,-3-4 9 15,2 6 13-15,-2 0 6 0,3-2 3 0,4 7-11 16,3-5-9-16,4 3-8 0,5 0-13 0,4 0-9 16,2-1-6-16,3-4-6 0,0 1-2 0,0-3 5 15,4-4 16-15,-1 0-12 0,-1-2 1 0,-1-2 7 16,-2 0 18-16,-2-4 7 0,-10-1 19 0,2 2 8 16,-6-5 24-16,2 1 34 15,-4-1 22-15,-6 1 21 0,2 1 18 0,-5-1 15 16,1 1 0-16,-5-2-3 0,-1 3-4 0,-3-1-4 15,0 3-8-15,-6-1-7 0,0 1 2 0,-7 3-8 16,-1-1 0-16,-2 3-8 0,-1 0-4 0,-2 4-2 16,4 2-6-16,3 0-1 0,-4 0-3 0,4 1-3 15,0 1-1-15,1 1-2 0,4-2-2 0,3 3-2 16,-1-5 0-16,0 4-1 0,4-3-5 0,1 0 0 0,4-2 0 0,3 1 5 16,-2-1 4-16,4 0 0 0,4-3 5 0,1-2-4 15,4-3 4-15,-1 1 2 0,6-1-5 16,-2-2 7-16,1-1 4 0,-2-3 0 0,2 4-9 15,-2-5 1-15,0 2-1 0,-2-1-1 0,0 1 1 16,-1 2 2-16,-3 0 2 0,-1 1 7 0,-1 2-7 0,-3 1 2 16,3 1-7-1,-6 0-6-15,2 0 0 0,1 1-5 0,-5 1-4 16,10 1 2-16,-4 3-1 0,1-2-3 0,2 3 1 16,0 1 1-16,1 3-3 0,3 0-8 0,2 0-3 15,-2 2-1-15,-3-4-11 0,8 3-11 0,-4-1-1 16,4-1-5-16,-6-1-5 0,-1-2 0 0,1-3 7 15,-2 2 3-15,4-3 4 0,-2-2 1 0,-5-2 5 16,3 0 2-16,-1-5 4 0,-2 1 4 0,0-3 11 0,0 1 11 0,-1-6 12 16,-1-3 4-16,-1-2 9 0,2-5 3 0,-2-1 5 15,0-3-4-15,1-3 9 0,-2 3-4 0,-1-4 8 16,2 4 12-16,0 1 17 0,-3 7 17 16,2 6 21-16,-1 3-8 0,-2 3-5 15,2 2-18-15,-2 1-8 0,2 2-27 0,-2-1-39 0,0 2-52 16,0 3 5-16,0 0 6 0,0 18 0 0,-4-1 5 0,3 2 1 0,-4 10 3 15,1 2 9-15,2-2-6 0,-1 4 9 0,3-1-18 0,-4-1-11 16,4 0-32-16,0-3-22 0,0-9-16 16,2 1-29-16,-1-3-26 0,1 0-33 0,2-5-42 15,-4-1-50 1,2-5-184-16,0-3-510 0,-2-3 226 0</inkml:trace>
  <inkml:trace contextRef="#ctx0" brushRef="#br0" timeOffset="96076.37">20598 4951 126 0,'-9'0'263'0,"0"0"-12"0,4-2-17 0,5 2-10 16,-10 0-13-16,10 0-15 0,-6 0-15 0,6 0 1 0,0 0-11 0,21-2-6 16,7 0-7-16,7-1-17 0,18-1-15 0,0 1-10 15,3-2-10-15,6 3-15 0,-2-2-7 0,-2 0-10 16,-4 0-7-16,-17 4-8 0,-1 0-6 0,-7-3-6 15,-6 3-5-15,-9 0-2 0,-4 0-14 0,-2-2-15 16,2 2-18-16,-5 0-26 0,1 2-22 0,-6-2-7 16,0 0-33-1,0 0-64-15,-21 12-72 0,4-7-237 0,-4-2-506 16,0-1 225-16</inkml:trace>
  <inkml:trace contextRef="#ctx0" brushRef="#br0" timeOffset="103903.59">22901 5027 33 0,'0'0'178'0,"-8"-2"-6"16,8 2-6-16,0 0-9 0,-5 0-11 0,5 0-12 15,0 0-8-15,0 0-13 0,0 0-11 0,0 0-12 16,0 0-7-16,0 0-9 0,0 0-11 0,0 0-1 16,0 0-9-16,0 0-3 0,0 0-7 0,0 0-6 15,0 0 0-15,0 0-5 0,13-8 0 0,-2 5-6 16,2-4-5-16,1 5-4 0,-2-3-3 0,4-2-1 0,2 2 3 16,1-2-3-16,-6 0-5 0,5 0 6 0,-4-1-3 15,-1 3-5-15,-3-2 1 0,0 2 1 0,-1 0 0 0,-1-2 6 16,-3 2 6-16,0 3 11 0,0-1 16 0,-2-1-7 15,-3 4-7-15,-3-5-13 0,3 5-7 0,-11-2-3 16,-1 4-2-16,-8 3 1 0,-2 0-1 0,-6 4-2 16,-4 3-2-1,0 3 0-15,1-1 0 0,-2 6-3 0,0-4 3 0,2 6-4 16,2-1 3-16,-2 2-1 0,3-1-2 0,1-1 0 16,3 4 2-16,7-1-1 0,1-3-3 15,5-3 2-15,6-1 1 0,3 0-1 0,4 2 6 16,3-2-1-16,3 0-3 0,9-5 9 0,8-2-2 0,7 1 0 15,5-8-1-15,16 2 0 0,1-8 0 0,4-2-1 16,1-6 0-16,2 2 1 0,1-2-1 0,-5-1-3 0,-2 2 1 16,-17 2-2-16,1 2-1 0,-7 1 3 0,-2-2-5 15,-12 4 5-15,-4 2-2 0,-2-3 6 0,-2 2 19 16,-1 0 8-16,-4 1 8 0,0 0 12 0,-5 1 1 16,9-2 3-16,-6 1-9 15,-3 1-18-15,0 0-21 0,0 0-11 0,0 0-13 0,-18-3-16 0,10 3-20 16,-5 0-21-16,3-1-23 15,1 1-21-15,-4-1-39 0,3-1-28 0,0 2-198 16,1-2-408-16,3 1 180 0</inkml:trace>
  <inkml:trace contextRef="#ctx0" brushRef="#br0" timeOffset="105068.72">23689 4696 147 0,'0'-3'285'0,"2"-1"-23"0,-2 4-30 0,0-4-25 16,0 4-17-16,1-5-28 0,-1 5-19 0,0 0-36 15,0 0-7-15,0 0-10 0,0 0-10 0,2 25-6 0,-1-8-12 16,-2 10-4-16,-4 2-6 0,1 4-6 0,1 2-2 15,-4 0-2-15,5 0-7 0,-5 0 2 16,1 0-7-16,2-1-1 0,0-3-5 0,0 0 0 16,3-6 1-16,-3-4-4 15,4-3 1-15,0-6-2 0,0-2-3 0,0-1-1 16,0-1 1-16,0-2 8 0,3-1 21 0,-3 0 26 16,1-2 28-16,-1-3 9 0,0 0-9 0,12-6-11 0,-1-3-13 15,2-3-7-15,1 0-3 0,-1-3-9 0,7-7-7 16,-3 1-11-16,1-3-17 0,-2 5 6 0,0 4-8 15,-5 0-2-15,3 1 1 0,-9 7-5 0,3-1-5 16,-3 3-10-16,1-2-6 0,-3 5-12 0,-1-3-11 0,2 3-25 16,-1 1-7-16,-3 1 6 0,0 0 9 0,6 8 4 15,-2-4 5-15,5 3 5 0,-4 1 3 0,4 2 5 16,3 4 8-16,5-2-5 0,5 3 1 0,1-1-12 16,7-2-3-16,5 0-1 0,15 0-7 0,3-2-7 15,0-7-14-15,3 1-18 0,-2-4-5 0,-3 1 3 16,-14-2 3-16,3-3-1 15,-2 1 8-15,-2-2 6 0,-4-4 20 0,1 4-1 16,-5-5 12-16,-3 0 18 0,-10 3 23 0,-4 0 18 16,-2 0 15-16,-1-1 18 0,-2 1 10 0,-4 0 1 15,-2 0-4-15,-2 0-7 0,-3 2-5 0,-2-2-3 16,-5 1 3-16,-6 3-9 0,-3-1 0 0,0 4-5 16,-11 2 0-16,0 1-1 0,0-1-4 0,0 8-2 15,2-2-7-15,0 4-2 0,2-1-2 0,1 0 0 0,3 3 6 0,5-5-12 16,5 1 2-16,3 1-2 0,0 0-4 15,6 0-7-15,1 0 0 0,0-2 0 0,4-1 2 16,4-3 2-16,1 4 1 0,3-6 0 0,6 3 1 16,-1-5-1-16,3 1-1 0,5-2 0 0,-2-2 2 0,3-2 0 15,-3 1-1-15,1-2-1 0,-3-2-4 0,2-1 4 16,0-1 0-16,-5 2 0 0,3-3-2 0,-7 6 1 0,0-3-1 16,-1 3 0-16,-1-1 7 0,-3 4-3 0,-1-3 6 15,1 1-8-15,-2 2-4 0,-3 1 6 0,6-3-7 16,-6 3-7-16,5-1-13 0,-5 1-7 0,0 0 0 15,7 4 5-15,-4-3 3 0,0 3 1 0,3 0 5 16,2 4 2-16,0 0-7 0,4-3-9 0,2 4-12 16,2-2-8-16,0 2-8 15,3-4-3-15,-2 2-1 0,5-2-12 0,-2-4 1 16,1 3 5-16,1-2 1 0,-2-2 0 0,-1 0 12 16,3-4 3-16,-3-1 14 0,0-1 13 0,-4-1 18 15,2-3 19-15,1 2 20 0,-5-5 15 0,-2 1 18 16,1 0 16-16,-3 0 4 0,-2 2 13 0,0 1 12 0,-3 0 15 0,-2 2 2 0,2 1 10 15,0-1-5-15,-1 4-6 0,0-2-25 16,-2 1-7-16,2 2-19 0,0-1-5 0,-3 3-17 16,2-3-29-16,-2 3-22 0,0 0-2 0,0 0-4 15,-5 12 1-15,1-4 3 0,-2 4-1 0,-3 2-2 16,0 1 14-16,0 2-16 0,0 0 3 0,3 0 4 16,-2 0-1-16,-1 1-6 0,1-3 5 15,3 2-5-15,1-7 3 16,3 0-14-16,-3-5 2 0,0 2 1 0,3-2 1 15,1 2 5-15,-5-5 14 0,5-2 19 0,0 0 35 16,-1 5 27-16,1-5-10 0,0 0-11 0,13-12-7 0,-3 2-3 16,-1 1-11-16,2-4-6 0,1 1-2 0,2-2-10 15,-3-1 0-15,1-1-4 0,1 4 14 16,-3-1-25-16,-1 3 7 0,-2 3-8 0,0-1 14 16,-3 4-20-16,0-1 0 0,-2 1-4 0,1 1-7 0,-3 3-22 15,5-2-6-15,-5 2-6 0,0 0 1 0,11 7 6 0,-6-4-2 16,-1 4 6-16,3 0 1 0,0 2 7 0,2 1 0 15,-4-2-11-15,6 5-11 0,1 0-16 0,-3-3-21 16,0-1-26-16,1-1-23 0,1 0-25 0,-1 0-29 0,5 0-31 16,1-3-36-16,-4 0-279 0,-1-5-570 15,2 0 253-15</inkml:trace>
  <inkml:trace contextRef="#ctx0" brushRef="#br0" timeOffset="105453.7">25482 4975 167 0,'0'0'187'0,"0"0"-18"15,0 0-19-15,0 0-16 0,0 0-7 0,0 0-11 16,5-4-18-16,-5 4-8 0,0 0-8 0,0 0-11 16,0 0-6-16,0 0-5 0,0 0-7 0,4 0-1 15,-4 0-15-15,0 0 5 0,0 0-4 0,9 0-2 16,-3-2-6-16,3 1-1 0,-1 0-4 15,2-3-3-15,0 2-2 0,0-2-3 0,2 1 1 0,-1 2-4 16,1-1-1-16,-2-2 0 0,-6 2 14 0,5 2 15 0,-5-3 14 16,-4 3 14-16,6-1 12 0,-6 1 3 0,7-1 5 15,-3-1-5 1,-4 2-6-16,0 0-12 0,0 0-7 0,0 0-7 0,-21 4-3 0,3 3-7 0,-1 1-7 0,-7-1-4 31,5 3-2-31,-5 2-4 0,3 4-2 0,-4-1-4 16,6 0-2-16,-2 2-2 0,1 0-4 0,8-3 3 15,-3 6-5-15,4-4 1 0,8-2 0 0,0-2 0 0,4 4 1 16,2-4 3-16,6 2-8 0,4-2 0 0,4-4-6 16,7 1-20-16,6-3-29 0,3-1-42 0,0-1-48 15,5-4-57-15,-1 0-253 0,-3-3-486 0,0-2 215 16</inkml:trace>
  <inkml:trace contextRef="#ctx0" brushRef="#br0" timeOffset="105882.21">25841 5165 206 0,'0'0'272'0,"0"0"-16"0,0 5-8 0,0-5-11 16,0 0-8-16,0 0-23 16,0 0-23-16,0 0-17 0,17-11-26 15,-7 7-3-15,4-1-26 0,4-3-18 0,0 2-18 16,7-5-16-16,3 0-15 0,-2 0-8 0,-2-2-6 15,3-2-9-15,-3 1-7 0,-2-1 2 0,-1 0-4 0,-1-2 2 16,-6 3 2-16,1 0-6 0,-4 2 5 0,-5 1 5 16,0 2 3-16,-2 0 5 0,-3 2-6 0,-1 1 3 15,-1-1-6-15,-7 3-1 0,0-1-4 0,-5 2 15 0,-6 3 3 16,-2 3-6-16,-2 1-1 0,-9 6-3 0,-1 2-2 16,1 3-5-16,1 2-3 0,2 0 3 0,1 2-4 15,5 3-4-15,4-1 2 0,3 1 2 0,9-2 0 16,3-3 3-16,5 5 6 0,11 1-2 0,4-3 2 15,10-1 0-15,6-4-2 0,20 2 0 0,-1-4 1 16,3-7-5-16,6 1-1 0,1-7-4 0,3 3 4 0,1-7-2 0,-3 0 1 16,-4 0-3-16,-6 1-3 0,-18-1 0 0,-4 2-7 15,-9-1 4-15,-4-1 1 0,-4 3-1 0,-1-2-2 16,-4 2-15-16,-3-2-42 0,0 1-39 0,-5-1-50 16,0 3-50-16,-4-7-48 0,-1 2-218 0,0 2-498 15,-1-2 220-15</inkml:trace>
  <inkml:trace contextRef="#ctx0" brushRef="#br0" timeOffset="106739.26">27782 4870 174 0,'0'-3'230'15,"0"3"-11"-15,-1-10-2 0,-2 8-21 0,3 2-19 0,-2-5-17 0,-2 5-16 16,4 0-17-16,-13-2-17 0,4 6-11 0,0 0-12 15,-6 4-8-15,-2 2-9 0,-6 7-8 0,2 1-6 16,1-2-4-16,1 4-7 0,5 2 4 0,-5-3-10 16,9-3-1-16,1 0-5 0,1 0-6 0,4-1 0 15,2-3 2-15,3-2 0 0,0 1 3 0,3-1 7 16,5-3 6-16,3-2 8 16,4 0-2-16,6-2-1 0,0-2 1 0,7-3-10 15,0-2-2-15,-1-4 3 0,-7 1 5 0,-2-3 3 16,0 1 2-16,-3-3 2 0,-2-1-4 0,-3-1-4 15,1-3-1-15,-1 0 0 0,-4 0-12 0,-4-4-13 16,3-4 0-16,-5 6-12 0,-4-1-8 0,-3 2-5 16,-2 1-5-16,-2 1-7 0,0 3-7 0,-2 0-5 15,-3 1-13-15,-2 5-13 0,-2 1-16 0,0 2-16 0,1 2-24 0,0 0-15 16,5 2-33-16,-1-1-30 0,4 2-35 0,2 3-167 16,2-4-421-16,6 0 187 0</inkml:trace>
  <inkml:trace contextRef="#ctx0" brushRef="#br0" timeOffset="107124.31">28045 4633 157 0,'4'-5'310'0,"1"-2"-6"0,-1 2-20 16,-1 2-27-16,2-1-24 0,-3 1-25 0,0 0-28 31,-2 3-22-31,0 0-28 0,0 0-28 0,0 0-7 0,3 13-11 16,-6 4-10-16,-1 7-6 0,-6 7-6 0,-1 3-6 15,-5 12-3-15,2 2-8 0,-3-1 0 0,0-2-5 16,7-13-6-16,1-1-1 0,4 1-6 0,0-1-3 0,2-7 4 0,2 1-4 16,1-8-3-16,1 3-1 0,2-5 0 0,-2-4-2 0,1-2 2 15,0-4 4-15,-2 2 4 0,1-2 16 0,2 0 21 16,-3-1 44-16,1-1 23 0,-1-3 16 0,0 0-16 16,0 0-24-16,0 0-13 0,5-14-18 15,-2 4-11-15,-6 0-19 0,2 1-23 0,0-4-18 16,-3-2-15-16,-4-1-4 0,-1 1-3 0,-1 1 3 0,1-2 0 15,0 3-2-15,-3 1 2 0,3 2 10 0,-1 0 5 16,3 5 6-16,2 0 0 0,0-1-2 0,1 3-2 16,1-1-5-16,-1-1-2 0,2 2-3 0,2 3 4 15,0 0-21-15,8-2 12 0,4 2 2 0,11-3-27 16,9 3-29 0,19-4-32-16,6 0-40 0,-4 0-49 0,6 2-58 15,5-6-54-15,1 1-225 0,0 2-566 0,27-8 251 16</inkml:trace>
  <inkml:trace contextRef="#ctx0" brushRef="#br0" timeOffset="107673.9">29445 4796 146 0,'-11'-6'172'0,"-5"-4"-4"0,-5 5-14 0,1 1-6 15,-8-1-8-15,0 2-10 0,-6 3-10 0,2 0-8 16,0 3-4-16,-3 1-9 15,0 1-8-15,6 4-7 0,-2 2-8 0,3 1-10 16,2 0-3-16,0 2-6 0,3-1-6 0,7-2-5 16,2 4-8-16,4-2 0 0,1 2-3 0,4 1-3 15,2-4 4-15,3 2 1 0,6-2 2 0,5 3 1 16,2-5 3-16,6 2-4 0,8-3 1 0,-7-3-5 16,11-3-4-16,0 1-1 0,-2-4-5 0,2-4 0 15,-4 0-4-15,-6-1 6 0,0-4 7 0,0-4 13 0,-3 2 8 0,5-7 5 16,-5-1 4-16,-4-3-2 0,-1 0 6 0,-3-1-2 15,2-5 0-15,-6 0 4 0,2-4 0 0,-3-1 8 16,0 1 1-16,0-3 13 0,1 2 12 0,-3 0-3 16,0 6 8-16,-3 1 12 0,1 11 9 0,-2 4 3 15,2-1-15-15,-2 6-12 0,2-1-14 0,-2 3-16 16,-1-1-44 0,4 1-56-16,-2 4-53 0,0 0 10 0,0 0 8 0,-6 19 1 15,4-1 13-15,-5 9 4 0,2 3 6 0,-1 3 0 16,2 0-35-16,-1 3-24 0,3-2-30 0,0 2-26 15,2-2-31-15,2-1-21 0,4-3-33 16,-1-1-42-16,-5-11-207 0,1 0-524 0,6-2 232 0</inkml:trace>
  <inkml:trace contextRef="#ctx0" brushRef="#br0" timeOffset="108010">29484 4919 101 0,'0'-3'312'16,"0"3"-13"-16,0 0-21 0,3-5-13 0,-3 5-9 15,0 0-14-15,2-4-10 0,-2 4-15 0,4-3-16 16,-4 3-19-16,0 0-24 16,5-3-13-16,3 0-17 0,2-1-16 0,5-1-11 15,2 0-16-15,2-4-4 0,2 2-12 0,5-1-9 16,0-2-9-16,-2-2 6 0,3-2-22 16,-3 4-5-16,2-3-4 0,-9 2-2 0,4-5-1 0,-5 1-1 15,4-1-2-15,-5 1 3 0,3-2-10 0,-6 4-7 16,-5 0 5-16,-3 1 1 0,0 2 4 15,1-1-1-15,-5 4-4 0,0 2-5 0,-5-1 0 0,1 2-10 0,-5 2 5 16,-5-1 0-16,-4 6-3 16,-3 2-2-16,-6 4-1 0,0 4-4 0,10 0 5 0,-7 3-2 0,-3 2 3 0,8 1 1 0,-1 0-9 15,1 2 9-15,8-4 1 0,-1 7-2 0,8-5-2 16,1 1-12-16,4 1-9 0,3-5-18 0,6 1-21 16,1-4-29-16,5-1-49 0,9 0-63 0,5-4-78 15,0-6-216-15,-1 1-539 0,3-6 238 0</inkml:trace>
  <inkml:trace contextRef="#ctx0" brushRef="#br0" timeOffset="108359.78">30233 4596 167 0,'0'0'269'0,"0"0"-30"16,0 0-24-16,0 0-23 0,0 0-19 0,0 0-21 16,0 0-17-16,-15 10-12 0,8-5-12 0,0 3-8 15,-6 3-11-15,-1 0-11 0,2-1-8 0,-2 5-5 16,1-2-10-16,-2-1-3 0,4 2-6 0,0-1-6 0,1 1-3 16,4 0-3-16,1-3-7 0,1 2-1 0,1-1-1 15,4 1-6-15,3-1-2 0,0 2 1 0,5 3 0 0,3-5-4 16,0 2-1-16,6-3-4 0,4 4 2 15,-4-4-6-15,-3-3-8 0,3 2-11 0,-8-4-10 16,1 1-11-16,-4-2-10 0,0 0-8 0,-3-1 7 16,-3 1 1-16,-2 1 3 15,-6-2 4-15,-2 2-3 0,-9-2-4 0,-2-1-9 16,-7 1-4-16,-4-1-14 0,1 0-22 0,0-4-26 16,-1-3-39-16,3 3-141 0,0-3-321 0,0-1 142 0</inkml:trace>
  <inkml:trace contextRef="#ctx0" brushRef="#br0" timeOffset="108689.92">30709 4311 86 0,'-1'-3'284'0,"1"3"-33"0,-1-4-37 16,1 4-23-16,0 0-18 0,-9 14-20 0,0 1-14 16,1 3-13-16,-4 11-17 0,1 4-5 0,2 15-10 0,1-3-8 15,3 5-10-15,-2-3-8 0,2 0-5 0,9-1-2 16,-4-13-8-16,0-1-2 0,0 2-8 16,0-5-5-16,0 2-2 15,0-8-3-15,1-5-6 0,-2-1 4 0,1-5-2 16,1 0-5-16,-2-4-2 0,1 0-2 0,-1-2-2 15,-1-1 0-15,0 0 0 0,-1-3-11 0,-2 1-31 16,5-3-44-16,-15-3-51 0,4 1-56 0,1-3-219 16,-5 0-426-16,1-5 189 0</inkml:trace>
  <inkml:trace contextRef="#ctx0" brushRef="#br0" timeOffset="108948.52">30464 4703 194 0,'0'0'402'0,"-3"-3"-27"0,3 3-29 16,0 0-36-1,0 0-45-15,0 0-18 0,19-5-21 0,-2 5-29 0,5-2-17 16,6 2-15-16,4 2-15 0,-5 1-21 0,-6-1-12 16,7 1-22-16,-9-1-9 0,0 0-17 0,1 2-19 15,-7-2-18-15,-1 0-17 0,-1 0-18 0,-6-1-9 16,3 1-5-16,0-1-3 0,-6 0-7 0,-2-1-2 0,0 0 1 15,0 0-7-15,0 0-6 0,0 0-5 0,-25 1-10 16,14-1-8-16,-5 0-19 0,-1-1-18 0,3 1-25 16,1 0-35-16,2-1-36 15,2 1-53-15,-1-4-143 0,2 2-425 0,8 2 188 0</inkml:trace>
  <inkml:trace contextRef="#ctx0" brushRef="#br0" timeOffset="109575.63">30980 4616 118 0,'6'-3'328'0,"0"3"-30"0,-1-2-32 0,-5 2-26 15,5-2-29-15,-1 1-23 0,-4 1-19 0,14 3-18 32,-9 2-13-32,4 2-6 0,3 0-16 0,-1 5-9 0,2 3-11 15,-4-1-34-15,0 3-3 0,1 5-10 0,-4-5-1 16,-3 2 3-16,0 1-11 0,-1 4-4 0,-2-5-6 0,-1 0-2 15,-2-1-4-15,1-1-1 0,-5-6-1 0,4 0-3 16,-4-1-4-16,1-2 4 0,-1 0-2 0,-3-3 1 16,1 0 1-16,5-2 14 0,-1 1 9 15,0-4 9-15,5 0 6 0,-10-3 1 0,10 3-4 16,-4-7-8-16,4 0-15 0,4-3-15 0,1-1-19 0,9-4-22 0,4-3-21 16,4-1-21-16,5 0-31 0,1 0-16 0,2-1-12 15,2 3-6-15,0 0 5 0,4 5 16 0,1-1 2 16,-3 3 8-16,2 1 5 0,-4-4 9 0,-1 9 3 15,-4-3 19-15,-8 0 11 0,-1 3 4 0,-7 0 5 16,2 0 37 0,-5 2 25-16,-2-3 18 0,2 4 22 0,-1-1 0 15,-5 0 1-15,2 0 0 0,-2-1-6 0,-2 3-6 0,1-4-4 16,-1 4-5-16,0 0-2 0,-5-5-2 0,5 5-3 16,-7 0 0-16,0-3-3 0,7 3-8 0,-15 3 3 15,6-1-2-15,-2 4-6 0,-1-2 2 0,2 2-2 16,-3 0-2-16,-1 4-3 0,1-3-1 0,0 5 1 15,3-1-1-15,-3 2-2 0,4 0-1 0,-1 0 2 16,5-3-2-16,1 5-2 0,4-5 4 0,-2 6 2 0,4-6 2 16,2 2 11-16,1 0 13 0,5-3 10 0,3 0 6 0,2 2-1 15,1-4-4-15,2-1 10 0,-3-5-10 0,6 2 1 16,-9-3 6-16,4 0 9 0,-3-2 5 0,0-1-7 16,0-3 4-16,-1 0-13 0,-3-2-6 15,-2 1-1-15,2-4-10 0,-2-1-10 0,-1 1-9 16,-5-2-5-16,3-2-13 15,-8 3-8-15,3-3-13 0,-3 1-12 0,0 3-19 16,-8-4-16-16,1 2-19 0,-4 1-15 0,1 2-25 16,-4 3-21-16,4 0-36 0,3 1-42 0,0 4-210 15,2-2-475-15,5 1 211 0</inkml:trace>
  <inkml:trace contextRef="#ctx0" brushRef="#br0" timeOffset="110292.58">31801 4557 163 0,'2'-2'352'16,"-2"2"-24"-16,2-3-25 0,-2 3-33 0,2-4-23 0,-2 4-24 15,0 0-26-15,0 0-29 0,0 0-37 16,1-5-46-16,-1 5-30 0,0 0-7 0,8 9-15 0,-5-5-21 0,5 5-29 16,0-3-22-16,5 0-19 0,-4 1-26 15,3-1-4-15,4 3-13 0,-6-4-4 0,3-1 9 0,1-1 5 16,-5-1 10-1,1-2 11-15,2-2 11 0,-4 0 10 0,-2 0 17 16,2-6 25-16,0 2 30 0,-1-1 25 16,-4-1 28-16,3-2 11 0,0 2 19 0,-3 3 9 15,1-3 11-15,-1 2 8 0,-1 0 5 0,0 2-1 0,0-1-15 16,0 2-15-16,-1 1-16 0,-1 2-21 0,0 0-21 0,4-3-33 16,-4 3 0-16,0 0-7 0,-2 18 2 15,2-6-4-15,-3 7 4 0,-3 7-3 0,3 6 0 16,-4 2 1-16,2 3-4 0,-2-2 3 0,-1 9-3 15,4-10 4-15,-2-1-1 0,0 2-5 0,2-5 6 16,0-2-2-16,-1-2 0 0,0-1-4 0,0-8 7 0,0-2-6 0,1-2 1 16,-1-4 1-16,1-1 3 0,-4-2 6 0,-1 1 2 15,-1-7 2 1,-3 2-4-16,-1-4 0 0,-5-1 8 0,1-4-3 0,-2-3-5 0,-3-2-3 0,4-7 1 0,-3 2-3 16,8 3 5-16,-4-6 2 0,9 3 5 0,0-6-4 15,7-4-14-15,2 2-14 0,7-4-5 0,9 2-2 31,8 2-11-31,12-10-7 0,5 8-7 0,-6 9-10 0,1 3 3 16,19-5 1-16,-5 4 9 0,-2 3 4 0,6 1 0 16,-16 6 6-16,1-2 3 0,-3-1 2 0,2 4 3 15,-6-1 13-15,-12 1 16 0,2 0 26 16,-9 4 30-16,-1-2 22 0,-4 0 33 0,1 1 24 16,-1-2 7-16,-2 2 1 0,-2-1-5 0,1 2-8 0,-5 1-19 15,8 0-8-15,-8 0-14 0,0 0-11 0,7 0-11 0,-7 0-9 16,0 0-11-16,0 0-11 0,0 0-10 0,0 0-18 15,0 0-20-15,8 0-26 0,-8 0-24 0,1 6 1 16,-1-6 7-16,-4 11 3 0,2-5 2 0,-1 3 11 16,-3 5-2-16,0 1 2 0,6-1 10 0,-4 1 5 15,3 3-6-15,-1 0 4 0,0-3 7 0,-1-2-1 0,2 0 2 16,1-2 0-16,-2-2-2 0,2-2-5 0,0 1-11 0,0-3-1 16,-1 1 2-16,1-4 2 0,-1 2 2 0,1-4 8 15,0 5 6-15,0-5-1 0,0 0-33 0,0 0-65 16,0 0-47-16,-5-16-39 0,2 2-55 0,3-1-66 15,3-4-211-15,-3-8-567 0,5-5 252 0</inkml:trace>
  <inkml:trace contextRef="#ctx0" brushRef="#br0" timeOffset="110430.53">32524 4256 153 0,'0'0'303'0,"0"-4"-34"0,0 4-26 16,0-4-26-16,0 4-29 0,0 0-43 0,0 0-35 15,0 0-12-15,0 0-44 0,13 12-44 0,-11-2-54 16,5 0-77-16,-2 1-151 0,4 5-292 0,0-2 129 0</inkml:trace>
  <inkml:trace contextRef="#ctx0" brushRef="#br0" timeOffset="111062.65">32731 4590 14 0,'0'0'327'0,"0"0"-32"0,0 5-32 16,0-5-24-16,0 0-24 0,0 0-22 0,-1 4-23 15,1-4-17-15,0 0-16 0,0 0-15 0,0 0-12 0,2 7-11 16,2-4-9-16,0 1-20 0,-1 0-4 0,3 2-11 16,0-4-6-16,2 3-7 0,2-5-1 15,-10 0-10-15,0 0-2 0,0 0-2 0,48 4-4 0,-48-4 0 16,0 0-4-16,38-4 0 0,-38 4-1 0,23-7 5 15,-23 7 2-15,20-10 9 0,-20 10 7 0,0 0 10 0,23-7 3 16,-23 7 1-16,0 0-5 0,0 0-2 0,17-7-10 16,-17 7-8-16,0 0-7 0,0 0-11 0,0 0-18 15,0 0 4-15,0 0 0 0,0 0-2 0,0 0 2 16,19 21-1-16,-19-21 5 0,1 21-3 0,-1-21-2 0,7 23 0 16,-5-13 0-16,5 4 2 0,-7-14 0 0,7 25-1 15,0-17 1-15,-7-8-2 0,10 15 4 0,-10-15 2 16,9 10 0-16,-9-10 13 0,0 0 18 0,23 7 6 15,-23-7 13-15,0 0 7 0,0 0 13 0,38-1 8 16,-38 1 1-16,0 0 4 0,0 0 2 0,33-6-8 16,-33 6-15-16,0 0-9 15,0 0-6-15,0 0-18 0,0 0-27 0,0 0 1 16,26 11-12-16,-26-11 0 0,0 23-18 0,-2-3 22 16,-2 4-3-16,-3 2 0 0,-2 2-1 0,-7-2 1 15,2 2 5-15,-4-1 0 0,-3 0 1 0,2-3 11 16,-4 0-8-16,0-5-2 0,4-1-3 0,1-7 8 15,3-1 2-15,3-3 3 0,12-7 0 0,-14 10 13 16,14-10 27-16,0 0-4 0,0 0-7 0,0 0 4 0,0 0-7 16,0 0-5-16,14-48 0 0,9 23-5 0,4-1-5 15,10-9-2-15,2 0-4 0,4-5 0 0,0 0-5 16,-1 1 14-16,1 0 9 16,-4 6 13-16,-10 7 14 0,-3 5 5 0,0 0 0 0,-3 4-7 0,-10 4-1 0,-3 7-10 15,-10 6-5-15,16-12-16 0,-16 12 5 0,12-8-17 16,-12 8-34-1,0 0-50-15,0 0-45 0,15-9-55 0,-15 9-38 16,0 0 20-16,0 0-26 0,0 0-35 16,0 0-76-16,0 0-309 0,0 0-684 0,-23 43 303 15</inkml:trace>
  <inkml:trace contextRef="#ctx0" brushRef="#br0" timeOffset="112812.35">2996 6731 230 0,'-3'-16'264'0,"3"-3"-15"15,0 7-10-15,-1 3-11 0,1 1-14 0,-4 2-18 0,4 0-26 0,0 1-20 16,-1 1-20-16,1 4-21 0,0 0-13 0,0 0-10 15,-1 17-11-15,1 2-5 0,-3 10-10 0,2 16-5 16,1 7-7-16,-3 1-5 0,0 3-4 0,1-1 1 16,1 1-7-16,2 0-5 0,-1-3-1 15,-1-5-1 1,4-1 0-16,-1-16-6 0,-2 0-3 0,1-5 5 0,3-6-6 16,-1-3-4-16,-3-2 4 0,1-2-2 0,-1-8-2 15,1 3 2-15,-1-3 3 0,4-1 9 0,-4 0 19 16,0 0 13-16,0-2 9 0,0-2 2 0,0 0-26 15,0 0-49-15,0 0-37 0,0 0-31 0,-16-11-34 0,9 3-56 16,-3-4-61-16,-2 0-239 0,2-2-502 16,-5-1 223-16</inkml:trace>
  <inkml:trace contextRef="#ctx0" brushRef="#br0" timeOffset="113066.12">2583 7065 259 0,'-5'0'237'15,"5"0"-21"-15,-5-1-25 0,5 1-18 0,0 0-11 16,-9-3-13-16,9 3-17 0,0 0-13 0,0 0-2 0,0 0-8 16,23-2 0-16,0 0-4 0,9-2-7 0,6-1-5 0,16-6-5 15,5 1-8-15,-4-1-9 0,-3-1-4 0,-15 7-7 16,-1 0-4-16,-3-1-7 0,-3 4-5 0,-11-2-8 16,-6 4 1-16,-1-3-5 0,0 2-2 0,-6-2-4 31,5 2-2-31,-4-1 0 0,-7 2-4 0,0 0-1 15,0 0-2-15,0 0-16 0,0 0-13 0,-13 10-16 0,2-6-23 16,-3-1-20-16,1 3-21 0,3-1-29 0,-3-1-37 16,3-2-42-16,-3 5-187 0,4-2-418 0,-1-1 186 15</inkml:trace>
  <inkml:trace contextRef="#ctx0" brushRef="#br0" timeOffset="113752.24">3428 6728 406 0,'1'-5'385'0,"2"3"-47"0,-3 2-31 0,1-5-31 16,-1 5-37-16,0-3-27 0,0 3-24 0,0 0-25 0,0 0-18 15,0 0-17-15,4 12-18 0,1 3-3 0,-4 7-16 16,4 6-6-16,-1 4-8 0,0 14-4 15,-4 6-9-15,0-1-9 0,0-2 1 0,0-1-11 0,1-3 9 16,-1-12-16-16,3-1 2 0,-2-4-8 0,3-2-4 16,-1-8 0-16,-2-3-3 0,-1-1 1 0,1-6 2 15,3 4-2-15,-4-8 2 0,0-1 25 0,0 2 25 0,4-1 31 16,-4-4 30-16,1 3 19 0,-1-3 7 0,0 0-20 0,5-7-16 16,3-2-14-16,0 1-12 0,2-7-9 0,-1 3-12 15,1-2-5-15,0 0-13 0,2-1-6 16,-6 8-6-16,2-4-10 0,1 5-19 0,-4-1-16 15,-3 3-23-15,2-1-22 0,-1 2-28 0,3 1-12 16,-1 1-1-16,-5 1-12 16,14 4-10-16,-3-2-22 0,1 3-12 0,-3-1-15 15,5 5-16-15,-5-4-10 0,4 7-11 0,1-2-4 16,-5-3-12-16,7 5-9 0,-7-4-2 0,6 1-6 16,-4-4 7-16,1 2 7 0,-3-2 26 0,1-2 16 15,-3 2 23-15,-1-3 25 0,-3 2 52 0,1-1 45 16,1-2 48-16,-5-1 41 0,7 3 28 0,-4-1 24 15,0-1 18-15,-3-1 12 0,0 0 14 0,0 0-9 0,6 5-6 0,-6-5-9 16,0 0 11-16,0 0-33 0,0 0 7 0,0 0-19 16,0 0 6-16,0 0-15 0,7 2-7 0,-7-2-20 15,10-7-14-15,-5 4-6 0,4-1-6 0,1-3-10 16,7-3-7-16,1 2-14 0,5-3 4 0,1-2-24 16,0-1-1-16,-1-1-5 0,0 0-7 0,-2-1 2 15,-5 3-9-15,2-7 3 0,-1 7 5 0,-7-4-4 0,2 1-6 16,-2 0 4-16,-5 0 9 0,-2 5 2 0,-2 0 3 15,-1 2 6 1,-4 1 9-16,0 1-1 0,-5 1 3 0,-1 1 1 16,-3 4 3-16,-2 1-4 0,-6 4-6 0,1 5 1 15,-3 2-3-15,5 0 1 0,-5 5-6 0,3 5 3 16,3-1-1-16,7-1 0 0,1 3 2 0,8-4 2 0,1 9-1 16,1-8-9-16,14 3-21 0,6 0-34 0,8-5-54 15,20 3-84-15,4-8-124 0,1-6-254 0,5-5-628 16,2-3 278-16</inkml:trace>
  <inkml:trace contextRef="#ctx0" brushRef="#br0" timeOffset="114500.35">5575 6921 228 0,'2'-4'266'0,"2"1"-28"0,-3 0-24 0,7-1-25 16,-4 3-18-16,2-2-19 16,3 2-13-16,-1 1-16 0,5 2-15 0,-2 4-8 15,6 1-12-15,1 4-6 0,-1 0-7 16,3 7-1-16,-1 2-11 0,-2 2-12 0,-2 3 5 0,-5 4-17 15,1 0 1-15,1 4 4 0,-7-2-14 0,-1 1 1 16,-4 0-5-16,-4-2-1 0,-1 0-2 0,-4-4-2 16,0 0-1-16,2-8 9 0,-4-1 9 0,3-3 14 15,-4 1 8-15,2-3 10 0,-2-4 7 0,4-2 19 0,-1-1 23 0,3 0 36 16,-1-3 20-16,1-3 16 0,6 1-2 0,-11-6-8 16,6-3-13-16,1-1-13 0,0-3-16 15,4-6-13-15,5-8-12 0,0-4-17 0,7 1-14 16,0-3-3-16,10-10-12 0,3 0-12 0,-6 12-2 0,10-7-7 15,-7 9 0-15,1 3-9 0,-3 2-2 0,-3 7-7 16,-2 1-1 0,-3 3-6-16,-3 5-4 0,-4 1-2 0,0 3-5 15,-1-1-14-15,0 0-27 0,-2 2-21 0,1-1-29 0,-1 2-38 16,-2 2-30-16,0 0-30 0,6 0 2 16,-6 0 25-16,0 0-17 0,4 9-19 0,-2-2-32 15,-1 0-29-15,1 1-35 0,1 1-307 0,0-2-640 16,1 1 284-16</inkml:trace>
  <inkml:trace contextRef="#ctx0" brushRef="#br0" timeOffset="114986.09">6281 6928 112 0,'0'-6'354'0,"0"6"-12"0,3-1-25 0,-3 1-19 15,0 0-21-15,1-5-29 0,-1 5-21 0,0 0-24 16,0 0-30-16,0 0-16 0,0 0-23 0,0 0-19 16,0 0-9-16,0 0-15 0,4 13-2 0,-4-4-18 15,0 2-7-15,0 5 0 0,0 1-7 0,0 0-9 16,0 8-1-16,-1 1-7 0,2-2-3 0,-2 2-7 16,2-2-1-16,-1-4 4 0,3-3-5 0,-1-1-4 0,-2-4-2 0,4 0-2 15,0-3-5-15,-3-1 5 0,2-2-1 0,-1-1-3 16,1-1 7-16,-2-1 18 0,3 0 28 0,-4-3 14 15,11-1 1-15,1-4 4 0,-3-4 0 0,5 2 2 16,0-7 6-16,-1 3-3 0,1-2 3 0,-3-1-8 16,3-1-8-16,-1-1-6 0,-4-1-6 0,9-2-9 15,-12 2-6-15,3 2-3 0,-1 3-4 0,-4 5 2 0,-2-2-1 0,2 5-6 16,-1-2-2-16,-2 1-6 0,3 0-7 0,-3 0-14 16,-1 3-17-16,0 2-19 0,5-2-26 0,-5 2-16 15,0 0 17-15,0 0-4 0,0 13 7 0,-1-1-2 16,-3-3 8-16,4 4 6 0,-1 5 6 0,2-2-2 15,-1 0 2-15,5 2-1 0,3-3 5 0,0 1-3 16,2 0-3-16,5-3-8 16,8 3-1-16,2-6-6 0,6-2-29 0,1-5-30 15,4-2-34-15,1-1-35 0,-2-2-39 0,2-4-28 16,-2-2-28-16,1-3-13 0,-3 0-40 0,-2-3-179 16,-8-2-542-16,-2-2 241 0</inkml:trace>
  <inkml:trace contextRef="#ctx0" brushRef="#br0" timeOffset="115496.21">6976 6953 56 0,'-3'-4'149'0,"-5"0"1"0,7 0-4 16,-3 1-3-16,0 1-11 0,4 2-6 0,-1-4-9 15,1 4-10-15,-4-4-6 0,4 4-1 0,-4-4 8 16,4 4 6-16,0 0 7 0,-1-3 11 0,1 3 6 0,0 0 8 16,0 0 5-16,0 0 2 0,0 0 0 15,0 0-1-15,0 0-1 0,0 0-2 0,0 0 1 16,0 0-12-16,0 0-8 0,0 0-7 0,0 0-2 15,-5-1-3-15,5 1 0 0,0 0-1 0,0 0-1 16,0 0-2-16,0 0 2 0,0 0 2 0,0 0-4 0,0 0-2 16,0 0 2-16,0 0-2 0,0 0 3 0,0 0-4 0,0 0-7 15,0 0-7-15,0 0-10 0,0 0-8 0,0 0-9 16,0 0-10-16,0 0-7 0,0 0-9 0,0 0-8 16,0 0-7-16,0 0-18 0,0 0-30 0,0 0-4 15,2 11 4-15,-2-4-1 0,0 0 1 0,4 2 4 16,-4 4-5-16,3-1 6 0,-2 4-1 0,-1 2 3 15,0 2-3-15,1 4 2 0,-2 1 6 0,1 0-6 0,-1 0 1 16,1-7-5-16,-3-1 2 0,3-3-4 16,0-3 5-16,0-1-3 0,0-5 6 0,0 3-2 15,0-2 10-15,0-3 6 0,0 1 6 0,0-4 26 0,0 7 39 0,0-7 30 16,0 0 7-16,0 0-14 0,0 0-8 0,18-17-9 16,-9 6-11-16,2-4-7 0,3 1-7 0,-1-1-10 15,4-7 0-15,-3 8-3 0,-1-1-6 0,1 2-6 16,-7 3 5-16,1 2-10 0,-2 1-8 0,0 3-3 0,0-1-7 15,-3 1-17-15,0 0-31 0,1 3-31 16,-4 1-33-16,4-2-16 16,-4 2 14-16,10 7 12 0,-6 2-2 0,0-2-16 15,1 2-16-15,0 1-24 0,4 1-29 0,0 2-18 16,-1 1-36-16,2 1-44 0,-1-1-63 0,-4-4-371 16,3-1-772-16,-2-4 343 0</inkml:trace>
  <inkml:trace contextRef="#ctx0" brushRef="#br0" timeOffset="116389.12">7429 6939 268 0,'0'0'359'0,"-2"-3"-37"15,2 3-36-15,0 0-28 16,0 0-28-16,-2-5-29 0,2 5-22 0,0 0-20 15,0 0-17-15,0 0-12 0,0 0-13 0,2 12-14 16,0-5-10-16,0 4-11 0,0-1-4 0,-1 8-8 16,-1 1-11-16,1 0-3 0,2 1-3 0,-2 7-9 15,-1-1-1-15,1 1-6 0,2-9-2 0,-3-2-7 16,1-5-6-16,-1-1 3 0,0-3-2 0,1-1 0 16,1 1 14-16,-2-2 23 0,1-5 22 0,-1 0 0 0,0 0 5 0,15-5 4 15,-8-4-1-15,4-2 3 0,-1 2 5 0,1-3-6 16,-2-3 2-16,3-2-9 0,3-4-9 0,-3 4-6 15,1-6-8-15,-3 7-14 0,3 1 3 0,-4 1-8 16,-1 4-2-16,-1 3 5 0,-3 0-10 0,2 2-7 16,-2-1-7-16,-1 2-7 0,1 2-13 0,-2-1-28 15,-2 3-11 1,0 0-1-16,10 5 5 0,-6 2-6 0,-1 1 12 16,1 2-1-16,0 2 3 0,-1 2 7 0,4 3 1 0,-2 1 8 15,1-2-8-15,1 1 21 0,-1-3-7 0,0-2-11 16,1 0 9-16,-1-4 4 0,1 0 4 0,-1 0-3 15,-1-2 0-15,0-3 12 0,0 0 13 16,3-2 23-16,2-1 3 0,-1-4 11 0,1 0 16 0,3-3-2 16,0-2 7-16,1-3 5 0,0-1 1 0,-1-1-2 0,-3 2-9 15,5-3-7-15,-5-2-9 0,0 0-5 0,-1 1-5 16,-2-2 0-16,-1 1-12 0,1 2-8 0,-5 5-2 0,2 2-4 16,0 1-9-16,-3 1-8 0,1 2-10 0,0 0-18 15,1-1-19-15,-2 1-25 0,-1 4-14 16,0-4-28-16,5 1-6 0,-5 3-17 0,0 0-6 15,0 0 14-15,0 0 12 0,4 8 6 16,-1-3-10-16,-1 2 2 0,7 1 2 0,1 1 14 16,3 0 4-16,9-1-7 0,1 1-6 0,10 0-10 15,0-1-9-15,2-3-12 0,1-2-12 0,2-2-5 16,3-1 0-16,-4 0 7 0,-1-1 17 0,-1-4 13 0,-1-1 11 16,-4-1 35-16,-9 0 36 0,-2-1 38 0,-5-1 36 15,-5 1 23-15,1 2 21 0,-2-5 22 0,-4 3 7 16,0-2 15-16,-3 1 7 0,0-1-7 0,-5-1-6 15,2 3-23-15,-4 0-6 0,0 2-14 0,-1 0 7 16,-1 1-30-16,0 4-8 0,-2 2-11 0,-3 1-2 16,0 5 10-16,-5 0-20 0,3 6-7 0,-1-1 1 15,0 1-1-15,-4 6-17 0,-1 0 10 0,6 2 1 16,-3-1 2-16,9-2-13 0,-1-2-22 0,1 1 0 16,0-2-6-16,8-1-5 0,-3-2 7 0,0-2-3 0,4-3 4 0,0-2 15 15,1 2 18-15,3-5 18 0,0 3 20 0,1-5 3 16,3 0 0-16,4-5 10 0,0 0 0 0,6-2 5 15,-3-2 4-15,2-3 12 0,-2 0-3 0,2-1 4 16,0-1 1-16,-4 5-1 0,0-2 1 0,0 2-11 16,-4 1 2-16,-1 1-10 0,-2 2-6 0,2 1-16 15,-3 0-1 1,-1 0-7-16,0 4-21 0,-4 0-39 0,2-5-49 0,-2 5-39 16,0 0-10-16,14 5-19 0,-8-1-25 0,1 1-36 15,2 3-37-15,2 0-34 0,5-1-56 0,0 0-342 16,1 0-726-16,2 2 322 0</inkml:trace>
  <inkml:trace contextRef="#ctx0" brushRef="#br0" timeOffset="116944.46">8846 6897 236 0,'6'-17'330'16,"-5"2"2"-16,2 2-11 0,1 2-18 0,-3 2-9 0,2 2-18 16,-2 2-22-16,-1 0-21 0,1 0-34 0,2 0-24 15,-3 5-19-15,1-5-29 0,-1 5-33 0,0 0-11 16,0 0-12-16,0 0-10 0,4 15 0 15,-4-1-4-15,3 1-22 0,-2 2-10 0,-1-1-15 0,2 2-11 0,1-1-11 0,-2 2-7 16,2-5-3-16,-3-1-9 0,1-1-2 16,2 0-9-16,-1-2 2 0,-2-2 4 0,3 0 5 15,-2-3 5-15,-1-2 12 0,0 1 22 0,3-2 15 16,-3-2 15-16,6 1-7 0,-6-1 4 0,13-6 2 0,-7 0-3 16,3-1 2-16,1 2 4 0,1-5-1 0,-2 0-10 15,4 1 1 1,-4 1-6-16,2 0-2 0,-2 3-3 0,0 1-2 15,0 0-7-15,-1 2-11 0,-2 1-14 0,0 2-6 16,-1 3-4-16,4 3-2 0,-4 3 1 0,5 4 4 16,-3 4-2-16,-1 6 6 0,3 5 4 0,-5 0-3 15,0 5 6-15,-4 2 0 0,-3-1-1 0,-1 10 3 16,-6 3-1-16,1-4 7 0,-1 0 0 0,-8 2 3 0,-5-6 1 16,-1 4-4-16,-6-3 5 0,0 0 0 0,4-17-2 0,-13 11 4 15,5-14 1-15,1-2-2 0,-3-4 8 0,2-7 15 16,2 0 17-16,-1-8 22 0,2-8 27 0,4-5 31 15,4-3 27-15,6-3 13 0,2-2-6 0,8-5-10 16,5-1-14-16,6-5-14 0,12-12-15 0,9 1-13 16,8-4-6-16,26-20-12 0,4 2-9 0,4 1-7 15,1 8-4-15,2 5-10 16,-21 13 1-16,-2 7-3 0,2-3 12 0,-7 5 6 16,-11 11 9-16,3 1 9 0,-4 1 7 0,-13 3 6 15,2 3 3-15,-3 0-8 0,-7 5-8 0,1-2-9 0,-2 4-12 16,-3-1-17-16,0 1-30 0,-1-1-42 0,-2 2-56 15,-2 2-47-15,7-3-59 0,-7 3-44 0,0 0-20 0,0 0-45 16,-14 14-100-16,2-9-384 0,2 3-854 0,-3-4 379 16</inkml:trace>
  <inkml:trace contextRef="#ctx0" brushRef="#br0" timeOffset="119332.77">11108 6877 290 0,'-2'-5'341'0,"2"1"-27"0,0 4-28 15,-1-7-24-15,1 7-29 0,-1-2-25 0,1 2-25 16,0 0-23-16,-2-4-19 0,2 4-16 0,0 0-14 0,0 0-9 16,-2 16-13-16,1-3-12 0,-2-2-1 15,-1 1-11-15,3 8-7 0,-1-3-8 0,-1 1-4 16,3-1-4-16,-4 3-18 0,4-3 0 0,0 1-3 16,-1-5-5-16,0-1 1 15,2 0 0-15,-1-2-3 0,0-1 3 0,0-3-5 16,0-2 3-16,-1 2-1 0,1-1 2 0,-3-1-4 15,3-4 1-15,0 6-1 0,0-6 4 0,0 3-3 16,0-3 0-16,-1 4 1 0,1-4 0 0,0 0 2 16,0 0 1-16,0 0-7 0,0 0-32 0,0 0-44 0,0 0-61 15,-7-13-53-15,6 4-41 0,-4-2-55 0,0-6-178 16,0 0-493-16,-2-2 218 0</inkml:trace>
  <inkml:trace contextRef="#ctx0" brushRef="#br0" timeOffset="119495.63">11003 6725 189 0,'2'-10'279'15,"-4"-1"-6"-15,2 1-10 0,0 3-6 0,0 2-7 0,0-2-7 16,0 2-9-16,0 0-17 0,0 1-18 16,0-2-24-16,0 6-18 0,4-5-19 0,-4 5-17 0,-2-2-1 0,2 2-39 15,0 0-40-15,4-4-40 0,-4 4-38 0,0 0-41 16,0 0-35-16,14 5-41 0,-6-4-32 0,1 3-79 16,-4 2-137-16,3-1-434 0,-4-3 193 0</inkml:trace>
  <inkml:trace contextRef="#ctx0" brushRef="#br0" timeOffset="119881.13">11689 6752 270 0,'0'0'293'0,"0"0"-29"0,4 2-27 0,-4-2-26 16,0 0-19-16,0 0-25 0,0 0-16 0,0 3-18 0,0-3-10 16,0 0-8-16,-12 8-16 0,6-4-15 15,-7 4-7-15,3 1-10 0,-6 3-3 0,3-2-9 16,-1 3-6-16,1 0 0 0,0-1-12 0,0 3-1 0,2-1-8 16,1 1-3-16,2 1 0 0,0-1-4 15,3 0 0-15,2 2-5 0,2-5-1 0,2 7 0 16,5-4-2-16,0-1 5 0,6 0-4 0,3-1 1 15,3-1 0-15,5 0-3 0,4-2 1 0,-2 0-3 0,2 0-1 0,-8-1-2 16,-2-2-1-16,-7-2-3 0,4-3 0 0,-5 2-6 16,0 0-1-16,-3-2-3 0,-1 0-2 15,-2 3 2-15,-3-1 3 0,-4 0 1 0,-4 3 1 16,-4-2-1-16,-10 4 2 0,-1 0 1 0,1-3-15 0,-6 0-21 16,3 2-34-16,-5 0-46 0,11-6-77 0,-10 0-241 15,9 1-471-15,4-3 209 0</inkml:trace>
  <inkml:trace contextRef="#ctx0" brushRef="#br0" timeOffset="122001.89">13396 6689 92 0,'-1'-5'237'0,"1"5"-9"16,0 0-7-16,1-2-10 0,-1 2-12 0,0 0-13 0,0 0-17 0,3-4-15 0,-3 4-16 15,0 0-14-15,0 0-14 0,0 0-11 0,1-4-8 16,-1 4-12-16,0 0-6 0,0 0-9 0,0 0-9 0,0 0-1 31,0 0-11-31,0 0-6 0,0 0-6 0,0 0 3 16,0 0-7-16,0 0-3 0,0 0-2 0,18 5-5 16,-13-2-3-16,8 1 2 0,1-2 5 0,4 4-5 15,2-1-5-15,10 1 0 0,-1 0 0 0,3-1-2 0,1 2-1 16,3 0 1-16,-4-2-2 0,1-1-3 0,-2 2 2 15,-1-1-1-15,-1-1-4 0,0 2 4 0,-11-4-4 16,1 1 4-16,-5-2-4 0,-2 0-3 0,-6 2 10 0,3-3-7 16,-3 1 5-16,1-1 19 0,-1 0 11 15,-2 3 7-15,-4-3 9 0,0 0 11 0,8 0 3 16,-8 0 1-16,0 0-5 0,0 0-1 0,7 0-8 0,-7 0-6 0,0 0-6 16,0 0-4-16,0 0-1 0,0 0-5 0,0 0 1 15,9 0-8-15,-9 0-11 0,0 0-6 0,0 0 5 16,0 0-35-16,0 4-1 0,0-4 3 0,-5 11 1 15,-2-1 1-15,-8 11 1 0,-1 2 10 0,-2 5-4 16,-5 2 5-16,-8 7 7 0,-2 4-10 0,1-2 2 16,1 0 1-16,-3 0 9 15,12-10-9-15,-3 0 4 0,3-1 2 0,-2-3-5 16,3 1 3-16,2-3-2 0,1-4 5 0,5-4-3 16,2-2-1-16,3-3 4 0,-1-2 1 0,2-1-4 15,3-1 7-15,1-1 0 0,-2-2 16 0,2 1 11 16,1 1 2-16,2-4 13 0,0-1 9 0,-6 4 3 15,6-4 1-15,-4 1 3 0,4-1-11 0,0 0-2 16,-1 4-8-16,1-4 4 0,0 0-8 0,-4 5-7 0,4-5 5 0,0 0 8 16,0 0-18-16,0 0-4 0,0 0-2 0,0 0-5 15,0 0 3-15,0 0-3 0,0 0 1 0,0 0 0 16,0 0-9-16,0 0 8 0,0 0 11 0,0 0-23 16,0 0-2-16,0 0 10 0,0 0-4 0,0 0 4 15,0 0-8-15,0 0 10 0,0 0-6 0,0 0-5 0,0 0-3 16,0 0-6-1,0 0-3-15,0 0 1 0,0 0 0 0,0 0-3 16,0 0-8-16,0 0 7 0,0 0 0 0,0 0-1 0,0 0 4 16,0 0-3-16,7-13 0 0,-7 13 19 0,0 0-16 15,0 0-1-15,4-1 2 0,-4 1 2 16,0 0 3-16,0 0-2 0,4-3 2 0,-4 3-1 16,0 0 0-16,0 0-2 0,0 0-3 0,0 0 4 0,0 0-8 15,2-3-5-15,-2 3 2 0,0 0-4 0,0 0 5 0,0 0 0 16,0 0-2-16,0 0-3 0,0 0 2 0,0 0-2 15,0 0-1-15,0 0-1 0,0 0-3 0,0 0 1 16,0 0 0-16,0 0 4 0,0 0-2 0,0 0 6 16,0 0 4-16,0 0 0 0,0 0 5 0,0 0-10 15,0 0-4-15,0 0-2 0,0 0 10 0,0 0-16 16,0 0 1-16,0 0 7 0,0 0 0 0,0 0-1 0,0 0 4 0,0 0 2 16,0 0-1-16,0 0 2 0,0 0 1 0,0 0 2 15,0 0 8-15,0 0-5 0,0 0 5 0,0 0-1 16,0 0 0-16,0 0 6 0,0 0-2 0,0 0 0 15,0 0-1-15,0 0-2 0,0 0 11 0,0 0-7 16,0 0-10-16,0 0-3 0,0 0-4 0,0 0-11 16,0 0-8-16,0 0-3 15,0 0-7-15,0 0-1 0,0 0-6 16,0 0-1-16,0 0-6 0,0 0-8 0,0 0-4 0,0 0-10 16,0 0-9-16,0 0-23 0,0 0-18 0,0 0-19 15,0 0-47-15,0 0-158 0,-15 6-388 0,15-6 173 16</inkml:trace>
  <inkml:trace contextRef="#ctx0" brushRef="#br0" timeOffset="122855.38">14132 7018 250 0,'-2'-3'257'0,"2"3"-22"15,2-6-19-15,-2 6-23 0,-3-4-23 0,3 4-18 16,0 0-17-16,0 0-15 0,0 0-12 0,0 0-13 0,-12 13-10 16,2 3-11-16,-7 6-8 0,0 4-4 15,-3 5-8-15,-2-2-2 0,-4 11-11 0,5-11 1 16,-3 16-6-16,3-15 4 0,1-1-9 0,1 2-4 16,0-3 1-16,2 0-3 0,-1-5 2 0,5 1 6 0,1-9 4 15,1 2 2-15,2-3-3 0,2-3 3 0,2 1-3 0,-2-6-1 16,3 1-3-16,0-2 4 0,2-1 18 0,-1-1 17 15,1 2 5-15,-1-1 12 0,3-4 3 0,-2 4 0 16,2-4-6-16,0 0-8 0,-3 2-5 0,2 0-12 16,1-2-2-16,0 0-11 0,-3 3-10 0,3-3-25 15,0 0-41-15,0 0-46 0,0 0-41 0,4-10-46 16,-1 6-43-16,3-4-67 0,0 3-229 0,2-4-543 0,3 2 240 0</inkml:trace>
  <inkml:trace contextRef="#ctx0" brushRef="#br0" timeOffset="123571.93">14982 6760 75 0,'0'-6'254'0,"-2"0"-19"16,-1 1-19-16,3 1-14 0,-4-1-23 0,-1 1-13 15,1 2-18-15,-2-3-18 0,-3 4-13 0,-3-1-13 16,-1-1-8-16,0 4-16 0,-6 2-4 0,-1 0-13 16,0 5-2-16,-7 0-11 0,-1 4-4 0,2 1-2 15,2 1-4-15,1 0-8 0,5-3-2 0,1 2-4 16,2-1-2-16,4 2-1 0,3-3-5 0,-3 3 1 15,5 0 2-15,1-6-4 0,3 4-2 0,2-4-2 16,0 1 4-16,2-4-2 0,3 0 6 0,5 2 1 16,5-3-1-16,2 0-1 0,4-3-1 0,-1-2 1 15,2-2 5-15,-1-2 2 0,-1 2 5 0,3-2 0 16,2-4 8-16,-6-3 0 0,0 7-1 0,-3-2 8 0,2-4 7 0,-5 5 5 31,-2 1 22-31,-3 2-13 0,0 0-4 0,-3 1-4 0,1-2-15 16,-2 3-7-16,-4 1-3 0,5-1-19 15,-5 1 8-15,7 2-16 0,-6 5-1 0,-2 3-1 16,-2 2-2-16,3 5-1 0,-5 10 3 0,0 0-2 16,-2 1 0-16,1 0-1 0,2 3 0 0,-1-2-1 0,1-3 2 15,-1 3 2-15,2-4-2 0,2-5 1 0,1-2 2 0,-2-2-2 16,-1 0-2-16,6-4 3 0,-6-2-3 0,3-2 6 16,0 0-6-16,0-3 7 0,3 0-1 0,-3-1-6 15,0-1 7-15,2 1 1 0,-2-4 1 0,0 5 3 16,0-5 1-16,0 0-2 0,0 4 1 0,0-4 1 15,0 0-4-15,0 0-24 0,0 0-27 0,0 0-30 16,0 0-29-16,0 0-36 0,4-13-38 0,-4 6-49 0,0-1-62 0,0-1-188 16,0 1-509-16,1-2 226 0</inkml:trace>
  <inkml:trace contextRef="#ctx0" brushRef="#br0" timeOffset="124210.37">15749 6769 41 0,'2'-10'288'0,"0"0"-18"16,-4 0-14-16,1 5-22 0,-2-4-21 0,0 4-8 15,-5-2-24-15,2-1-22 0,-3 3-18 0,-4 0-13 16,0 2-9-16,-6 0-16 0,-2 3-13 0,-5-1-9 16,-1 5-8-16,0 0-9 0,0 2-6 0,-1 0-6 0,9 1 2 0,1 1-9 15,-2 1-8-15,3-1-5 0,-1 2-1 16,5 0-7 0,3-1 1-16,1-1-2 0,1 1-4 0,3 0 0 15,0-4-7-15,4 3 4 0,1-1-14 0,0-2 3 16,1 0 3-16,3-1 4 0,1-1 0 0,4 1 2 15,0-2-3-15,5-1 5 0,5-1-2 0,-1-1 1 16,1-3 1-16,-1 2 2 0,0-2 6 0,1-3 7 16,-1 3 6-16,-4-1 5 0,-1 1 5 0,-3-1 2 0,3 1-1 15,-4 1 3-15,-4 0-2 0,4 0-10 0,-4 2-6 0,0 0-6 16,-1-1-6-16,-4 2 0 0,7-3-6 0,-7 3-7 16,0 0-3-16,7 11-4 0,-6-2-1 0,2 5 6 15,-3 3-7-15,-1 10-2 0,-1 2 7 0,-4 3 1 16,5 2-10-16,-4-1 6 0,-2 3 4 0,2 0 0 15,1-1-5-15,-2 1 5 0,2-5-3 0,0 1 4 16,3-6-2-16,-3-6 3 0,4 0 11 0,-1-3-14 0,1-4-4 0,-3-2 4 16,3-2 0-16,0-3 0 0,0 0 5 0,0 0-3 15,0-1 12-15,0-3 17 0,0 2 22 0,0-4 12 16,0 5 10-16,0-5 1 0,0 0 2 0,0 0 4 16,0 7 3-16,0-7-7 0,0 1-3 0,0-1-5 15,0 0-4-15,0 0-10 0,0 0-6 0,0 0-4 16,0 0-16-16,0 0-20 15,0 0-25-15,0 0-17 0,0 0-31 16,8-13-28-16,-7 9-32 0,3-1-36 0,0-1-34 16,2 1-43-16,1-2-41 0,3-2-48 0,0 0-265 0,4-1-634 0,-1 0 281 15</inkml:trace>
  <inkml:trace contextRef="#ctx0" brushRef="#br0" timeOffset="124535.6">16431 6803 178 0,'0'-4'321'0,"1"0"-19"0,2 0-24 0,-2 1-26 15,-1 3-34-15,5-5-19 0,-5 5-25 0,0 0-16 16,0 0-21-16,0 0-15 0,-12 13-15 0,3-4-4 15,-7 13-8-15,-2 0-7 0,1 0-8 0,0 2-9 16,-2 2-6-16,1-2-3 0,0 1-7 0,0-1-10 0,3 0-1 0,-2-2-4 16,7-5-2-16,0 0 4 0,0-3-12 0,3 1-4 15,1-5-3-15,-1-2-3 0,4 0 3 0,-1-3-7 16,1 0 4-16,3 1-3 0,-4-2 0 0,4-1-3 16,-4-1 5-16,4-2-1 0,-2 3-4 0,2-3-4 15,0 0-12-15,0 0-12 0,-5 2-26 0,5-2-37 16,0 0-37-16,-12-9-52 0,8 4-48 0,-2-3-272 15,0 0-526-15,0-4 233 0</inkml:trace>
  <inkml:trace contextRef="#ctx0" brushRef="#br0" timeOffset="124704.93">16086 6767 362 0,'0'0'359'0,"0"-3"-16"0,0 3-9 0,-1-5-15 16,1 5-21-16,-1-5-18 15,1 5-29-15,0 0-21 0,0 0-35 0,0 0-21 16,0-5-24-16,0 5-34 0,0 0-30 0,0 0-37 16,10 1-31-16,-10-1-49 0,18 7-38 0,-7-2-72 15,2 0-54-15,-2-1-66 0,1 2-218 0,-1 0-516 16,0 0 228-16</inkml:trace>
  <inkml:trace contextRef="#ctx0" brushRef="#br0" timeOffset="124989.52">16531 7124 358 0,'0'0'364'0,"1"-4"-3"0,-1 4 5 16,1-3-10-16,-1 3-7 0,0 0-16 16,0 0-17-16,2-4-23 0,-2 4-25 0,2-5-28 0,-2 5-22 0,0 0-28 15,1-2-20-15,-1 2-33 0,0 0-49 0,0 0-52 16,4-3-93-16,-4 3-89 0,3-3-92 0,-3 3-95 16,6-2-279-16,-6 2-662 0,7-3 292 0</inkml:trace>
  <inkml:trace contextRef="#ctx0" brushRef="#br0" timeOffset="125374.08">17098 7232 154 0,'0'0'398'0,"0"0"-30"0,0 0-35 0,0 0-41 16,0 0-40-16,0 0-87 16,0 0-92-16,9-11-132 0,-5 9-271 15,1-2-357-15,0-1 158 0</inkml:trace>
  <inkml:trace contextRef="#ctx0" brushRef="#br0" timeOffset="132054.94">18505 6397 86 0,'0'0'249'15,"-1"-3"-14"-15,1 3-14 0,-4-5-13 0,4 5-16 0,0-3-14 0,0 3-13 16,0 0-14-16,0 0-16 0,0 0-12 16,-3-4-14-16,3 4-12 0,0 0-14 0,0 0-7 31,0 0-19-31,0 0-17 0,0 0-10 0,0 0-13 0,0 0-6 16,0 0 1-16,0 0-3 0,0 0-2 0,7 13 2 0,-3-9 0 0,-1 2-2 0,1-1 0 15,3-1 4-15,2-2-1 16,3 4-2-16,3-1 0 0,2-4 1 0,2 1-2 0,2-2 2 15,-1 0-3-15,2 0 3 0,-1-2-4 0,-2 1-1 16,-3-1-1-16,-2-2 12 0,-1 1 7 16,-1 3 3-16,-5 0-8 0,0-2-2 0,-2 2 1 15,2 0-2-15,-7 0-3 0,7-2-5 0,-7 2-8 16,6 2-1-16,-6-2-3 0,0 11-2 0,-4 0-1 0,-1 7 4 16,-7 5-3-16,-3 5 1 0,0 1-1 0,-3 2 6 0,-2 12-4 15,3-10 3-15,-6 8 2 0,0 3-1 0,5-13-1 16,3 13 3-16,1-13 0 0,1 0 0 0,2-1 6 0,1-3-4 15,2 1-1-15,0-4 1 0,3-6 0 16,2-2 0-16,0-4 0 0,0 0 0 0,1-5 0 16,0 1 0-16,2-3 3 0,-1 0 5 0,0 2 20 15,1-2 5-15,-2-3 11 16,2-2 8-16,0 7 5 0,0-7 1 0,-1 4 1 16,1-4 0-16,0 0 1 0,-2 4-11 0,2-4 3 15,0 0-7-15,0 0-6 0,0 0-5 0,0 0-2 16,0 0-18-16,0 0-46 0,0 0-32 0,0 0-28 15,-7-14-31-15,5 12-34 0,0-6-37 0,1 2-69 16,-3-5-165-16,3 1-461 0,1-2 204 0</inkml:trace>
  <inkml:trace contextRef="#ctx0" brushRef="#br0" timeOffset="132308.54">18467 6824 48 0,'-8'1'229'16,"8"-1"-11"-16,0 0-15 0,-5-3-8 0,5 3-11 0,0 0-13 16,0 0-6-16,0 0-8 0,-8-1-6 0,8 1-14 15,0 0-8-15,0 0-13 0,0 0-12 0,0 0-6 16,20-1-7-16,-3-2-4 0,4 1-12 0,11-3-2 16,0 0-10-16,-2 0-5 0,1 3-3 0,-3-2-7 15,-7 1-7-15,-2 1-4 0,-3-1-5 0,-3 3-1 16,-3 0-7-16,-2-2-3 0,1 4-6 0,-4-4-7 15,-5 2-14-15,9-1-16 0,-9 1-16 0,4-1-21 0,-4 1-23 0,0 0-18 0,0 0-37 16,0 0-31-16,0 0-49 0,0 0-156 0,-23 1-404 16,23-1 180-16</inkml:trace>
  <inkml:trace contextRef="#ctx0" brushRef="#br0" timeOffset="132987.87">19235 6508 135 0,'0'0'289'0,"0"0"-12"15,-4-4-12-15,4 4-9 0,0 0-25 0,-4-1-5 16,4 1-34-16,6-5-22 0,-1 2-18 0,7-2-16 16,3-1-17-16,3 1-8 0,4 2-4 0,6-4-20 0,4 2-9 0,-3 0-17 15,1 0-14-15,-1 1-15 0,-10 1-10 0,-1 1-13 16,-3 2-11-16,-3-3-9 0,0 2-14 0,-5 0-6 16,1 1-14-16,-4-2-5 0,-4 2 1 0,0 0 0 15,0 0 8-15,0 0-2 0,-35 7 6 0,16-2 1 16,-8 1 9-16,-1-1-2 0,-1 1 8 0,3-2-4 15,-2 4 2-15,1-1 7 16,-1-3-5-16,1 4 5 0,-1-3 5 16,5 0-3-16,4 0 7 0,-1-1 10 0,0 1 0 0,2 0 0 15,6 0 0-15,2-3 2 0,-1 2 1 0,5-1-1 16,0-2 1-16,2 1-4 0,-3-1 2 0,7-1-2 16,-5 4-2-16,1-3 1 0,4-1-1 0,-5 3 3 15,5-3 25-15,0 6 0 0,0-6 3 0,8 8 4 16,-2-1 6-16,2 0 0 0,1 1 0 0,8 2 0 0,-1 0-6 15,1 1-1-15,4 5-3 0,0-2 2 0,3 1-7 16,-1 2-4-16,-4-3 0 0,-2 0-4 0,-2-1 1 16,-2 1-2-16,1 1-2 0,0 7 0 0,-7-7-3 0,-1 1 1 15,-2 3-1-15,-3-1-3 0,-2-1-1 0,-5-3-1 16,-2 1 3-16,-4 0-3 0,-2-1 1 0,0-3-1 16,-1-1-2-16,-2-2 1 0,-2-1 3 0,6 0 7 0,-1-4 11 0,1-1 19 15,4 0 12-15,1-2 15 0,0 0 20 0,0 0 22 16,3-2 15-16,-1-1 7 0,2 1 2 15,0-1-16-15,3-1-18 0,1 0-6 0,0 4-15 16,5-10-8-16,1 3-9 0,4-1-10 0,2 4-7 0,6-4-14 16,1-1-4-16,0 3-35 0,2 1-22 0,-2 0-37 15,1 0-37 1,2-2-36-16,-3 5-42 0,2-1-52 0,0 0-52 16,0 2-329-16,-1-4-661 0,-1 0 294 0</inkml:trace>
  <inkml:trace contextRef="#ctx0" brushRef="#br0" timeOffset="133294.7">20222 6551 239 0,'3'-2'321'16,"0"-1"-26"-16,-3 3-31 0,0 0-30 0,2-3-24 15,-2 3-22-15,0 0-22 16,0 0-15-16,0 0-17 0,-14 12-9 0,5-3-17 16,-6 4-9-16,-7 2-9 0,5-3-8 0,-3 8-12 15,-3-3-3-15,1 3-6 0,-3-2-9 0,3 2-7 16,-1-4-1-16,2 3-3 0,0-1-4 0,3-5 5 16,4 0-10-16,-4-2-5 0,3 3-2 0,-1-2 11 15,6-3-14-15,-1-1-6 0,-1-1 4 0,6 0-11 16,-1-3-12-16,2 0-13 0,-2-3-17 0,0 0-37 0,-1 1-40 0,2-2-63 15,-2-4-73-15,-2-1-205 16,1-1-487-16,1-3 216 0</inkml:trace>
  <inkml:trace contextRef="#ctx0" brushRef="#br0" timeOffset="133456.87">19800 6638 354 0,'0'0'382'0,"0"0"2"31,3-2-9-31,-3 2-18 0,2-3-23 0,-2 3-26 0,0 0-32 0,0 0-26 0,0 0-32 0,0 0-30 0,3-2-62 16,-3 2-86-16,0 0-76 0,16 0-66 16,-5 0-69-16,10 1-86 0,-2 0-248 0,1 0-546 31,-1 3 242-31</inkml:trace>
  <inkml:trace contextRef="#ctx0" brushRef="#br0" timeOffset="133604.37">20270 6853 318 0,'-2'3'397'0,"4"1"6"16,-2-4 11-16,0 5-4 0,0-5-11 0,1 2-25 0,-1-2-34 0,0 0-35 15,0 0-39-15,0 0-94 0,0 0-90 0,0 0-101 16,0 0-96-16,1-12-114 0,2 6-358 0,1 0-635 16,1-3 282-16</inkml:trace>
  <inkml:trace contextRef="#ctx0" brushRef="#br0" timeOffset="134236.34">21581 6577 126 0,'0'-7'382'0,"-2"1"1"0,1 3-11 16,0-3-19-16,0 1-19 0,-1 1-29 0,2 1-37 16,0 3-25-16,0-5-25 0,0 5-29 0,0 0-24 15,0 0-24-15,0 0-25 0,0 0-42 0,0 0-4 16,0 0-8-16,-1 18-11 0,0-7-6 0,-2 3 11 15,0 2-22 1,1 1 2-16,0 3-5 0,-1-1-4 0,-1 0-3 16,2 2 2-16,-2-1-1 0,1-2-12 0,-2-1-10 0,0-1-11 15,3-6-17-15,-1 2-18 0,-1-4-19 0,2 1-15 16,0-2-19-16,0-2-11 0,-1-3-34 16,-1 1-62-16,4-3-59 0,-10-7-263 0,5-1-569 15,1 1 252-15</inkml:trace>
  <inkml:trace contextRef="#ctx0" brushRef="#br0" timeOffset="134389.9">21495 6505 7 0,'-1'-19'295'0,"0"0"10"16,1 1 8-16,0 1 6 0,1 5-7 0,-1 2-15 15,0-1-9-15,1 4-5 0,-2 1-42 0,2-1-24 16,-1 3-22-16,0 0-29 0,0 0-28 0,0 4-37 16,0-5-48-16,0 5-57 0,4-3-32 0,-4 3-41 15,13 1-42-15,-6 1-50 0,5 2-39 0,2 0-279 16,-2-2-526-16,1 2 233 0</inkml:trace>
  <inkml:trace contextRef="#ctx0" brushRef="#br0" timeOffset="134705.87">22009 6436 105 0,'1'4'299'0,"-1"-4"-31"0,0 0-26 16,0 0-23-16,0 0-21 0,-13 7-23 0,6-5-15 15,-1 3-19-15,-1 2-12 0,0 1-4 0,-1-1-23 16,1 3-7-16,1-1-11 0,-2 0-10 0,4 2-6 16,-1-1-8-16,2 1-4 0,5-2-6 0,0 4-3 0,4-1-5 0,1-1-1 15,4 3-4-15,5 0-2 0,9 1 0 0,-6-3-8 16,10 2-1-16,-1-1-4 0,1-1-1 0,-9-3-2 16,1 1-1-16,-1-1-4 0,-4-2-2 0,-5 0-2 15,1-1 0-15,-2 2-3 0,-1-5 0 0,-5 2-1 16,3 1 7-16,-5-2 7 0,-1 1-2 0,-5 3 3 15,-6-1-6 1,-6 1 2-16,0-2-1 0,-9 4-15 0,0-3-30 16,-1 1-32-16,8-4-56 0,1-1-73 0,-3-3-279 0,4 0-507 15,7 0 225-15</inkml:trace>
  <inkml:trace contextRef="#ctx0" brushRef="#br0" timeOffset="135238.18">23256 6333 250 0,'0'-12'394'0,"-1"6"-6"0,1-5-13 15,2 2-9-15,-2-1-42 0,-1 5-20 0,1 0-21 16,0-2-34-16,1 3-20 0,-1 4-29 0,0-5-20 31,0 5-24-31,0-4-29 0,0 4-42 0,0 0-16 16,0 0-3-16,4 18-6 0,-5 0-7 0,2 8-10 0,-1 2-3 0,-2 4-6 0,0 2 4 0,0 0-4 15,-1 0-3-15,-1 2-3 16,-1-2-4-16,3-3 14 0,0-1-19 0,-4-2 0 16,6 1-11-16,-4-5-18 0,3-5-20 15,-3-1-15-15,3-3-17 0,-2-4-20 0,2 0-22 16,0-2-25-16,-2-2-17 0,3-2-11 0,-1-1-6 0,-3-3-48 16,4-1-54-16,0 0-254 0,0 0-562 0,-17-7 250 15</inkml:trace>
  <inkml:trace contextRef="#ctx0" brushRef="#br0" timeOffset="135507.44">22879 6609 185 0,'-19'-2'260'0,"7"-2"-25"16,2 3-20-16,0 1-22 0,3 0-21 0,2 0-13 0,5 0-7 16,-10-3-11-16,10 3-16 0,0 0 3 0,0 0 1 15,0 0 12-15,0 0-9 0,38 3-5 0,-4-5-11 16,3 2-6-16,19 0-15 0,0 0-11 0,4 2-4 15,0-2-7-15,-3 0-11 0,-5 0-2 0,-16 0-5 0,-4 1-4 16,-3-1-9-16,-6 0-10 0,-9 0 5 0,-4 0-4 16,2 0-4-16,-7 0-2 0,5-1 2 15,-5 1 1-15,-5 0-5 0,11 0-4 0,-11 0-5 0,5 0-10 16,-5 0-26-16,0 0-17 0,0 0-13 0,0 0-14 0,-18-4-11 16,11 1-18-16,1 1-23 0,-2 1-29 0,3-2-32 15,0 1-42-15,1-2-217 0,0 2-471 0,-1-1 209 16</inkml:trace>
  <inkml:trace contextRef="#ctx0" brushRef="#br0" timeOffset="136224.63">23730 6391 119 0,'1'-7'374'15,"1"2"3"-15,-2 1-3 0,1-1-21 0,-1 2-27 16,0 3-36-16,1-5-33 0,-1 5-34 0,0-5-22 0,0 5-28 0,0 0-32 16,0 0-10-16,0 0-11 0,4 15-6 0,-4-1-17 15,1 3 3-15,1 8-22 0,-2 4-10 0,-2 0-2 16,-2 2-11-16,-1 1-5 0,-1 1-1 0,0 1-5 16,1-4-10-16,-1 0-4 0,0-2 5 0,2-2-8 15,0-8-2-15,-1-1 8 0,3-5-14 0,2-3 2 16,-2 0 1-16,2-1-6 0,-1-4 4 0,1 1 34 0,0-2 8 0,-1-1 25 15,1-2 29-15,1 7 27 0,-1-7 6 0,0 0-18 16,0 0-12-16,14-12-15 0,-6 4-10 0,0-1-10 16,5-3-10-16,0 0-9 0,-5 3-7 0,2-1-8 15,-2 3-7-15,-2-1-4 0,-1 2-6 0,1 3-4 16,0-3-8-16,-4 4-8 0,2-1-15 0,0 1-16 16,-4 2-18-1,5-5-20-15,-1 5-29 0,-4 0-24 0,0 0-4 16,10 1 26-16,-6 3-18 0,1-2-23 0,0 2-16 0,4 3-24 15,4-3-11-15,-3 1-11 0,4-2-14 0,-2 5-10 16,4-2-5-16,1 1 3 0,-3-3-7 0,-1-2-1 16,0 1 18-16,5-2 9 0,-6 2 20 0,2-3 25 15,-1-3 18-15,-1 3 18 0,-1-4 32 0,-2 1 41 16,1-1 26-16,-1-2 32 0,0 4 28 0,1-5 23 0,-3 2 18 16,-1 2 12-16,1-2 12 0,-2 1 8 0,2-1-1 15,-2 2-8-15,1-2-12 0,-1-1-4 0,1 1-10 0,2 0-7 16,1-1-12-16,0 0-3 0,2 1-9 0,1-2 1 15,3-1-9-15,-2 3-4 0,2-3-6 16,3 2-1-16,-2-4-5 0,1 1 2 0,0 1-4 16,-2-2 2-16,-1 1 0 0,-2 2 8 15,-1-1 0-15,-1 1 1 0,-2-1 7 16,-1 3 9-16,-2 2 7 0,1 0-2 0,-4-3 2 16,1 4-18-16,1-1-1 0,-3 2-4 0,-1 1-13 15,0 0-7-15,0 0-5 0,-15 0-1 0,2 2 0 0,-7 3-4 16,-3 3 11-16,-4 5-19 0,1-2-2 0,-2 3 4 15,5 1-1-15,0 0-2 0,5-2-6 0,2 0 6 16,2 1 4-16,-2 0-7 0,7-1-13 0,0 3-6 0,3-6-19 16,2 3-16-16,4-2-23 0,0-1-28 0,4 0-36 15,5-2-66-15,1-3-79 0,4-1-258 0,2-4-594 16,-1 0 262-16</inkml:trace>
  <inkml:trace contextRef="#ctx0" brushRef="#br0" timeOffset="136526.31">24554 6524 340 0,'5'-4'408'0,"2"-1"-25"16,-3-1-26-16,1 2-35 0,-3-1-38 0,2 4-15 15,0-2-47 1,0 2-20-16,-4 1-24 0,9 4-21 0,-2 0-14 16,-2 4-12-16,2 1-13 0,2 5-11 0,0 1-9 15,-2 3-11-15,-1-2-10 0,-3 4-5 0,1 1-12 0,-4-1-5 16,0-1 0-16,-2-3-14 0,-2 1-15 0,3-3 12 15,-1 0-23-15,-3-4 1 0,3-1-6 0,0-2 7 16,1-3 4-16,0 1 1 0,-2-2 33 0,3-3 41 16,-1 5 39-16,1-5 30 0,0 0-19 0,0 0-23 15,5-13-14-15,-1 6-16 0,0-5-8 0,1-3-12 16,5-1-16-16,0 0-24 0,1-1-30 0,1-4-34 0,6-1-53 0,1 3-44 16,-1-1-46-16,0 2-46 0,-2 6-49 0,0 2-50 15,1 0-66-15,-2 3-264 0,-2 0-704 0,0 4 312 16</inkml:trace>
  <inkml:trace contextRef="#ctx0" brushRef="#br0" timeOffset="136824.44">25023 6721 247 0,'2'3'338'0,"-2"1"26"0,2-2-4 0,-2-2-31 15,0 0-25-15,0 0-24 0,13-8-23 0,-4 2-25 0,2 0-26 16,3-4-9-16,4 1-22 0,0-3-12 0,0 3-9 15,0-3-15-15,6-3-13 0,-1 0-19 0,-1-1-11 16,-5 6-6-16,-2-5-6 0,4-2-10 0,-4 3-10 0,-2 0-8 0,-3-1-2 16,-3 5-6-16,-1 0 3 0,-1 1-6 0,-3-1-6 15,0 5-5-15,-6-2-7 0,-1 2-9 16,-4 3-4-16,-5 0-1 0,-5 5-5 0,-9 4-1 16,-5 2-7-16,-2 5 0 0,3 1 3 0,2-1-5 0,3 6-3 15,2-5 4-15,0 4 1 0,7 5 1 0,4-4-5 16,6-2 3-16,3 0-4 0,10 1 19 0,5 3-8 0,13 2 2 15,7-5-6-15,18 4-20 0,9-9-50 0,4 1-45 0,36-3-32 16,-4-6-24-16,0 4-67 0,-3-9-123 16,-30-5-259-16,-4-5-670 0,-2-3 296 0</inkml:trace>
  <inkml:trace contextRef="#ctx0" brushRef="#br0" timeOffset="138076.26">27381 6266 2049 0,'2'-19'164'0,"1"1"8"0,-2 4-29 16,-1-3-2-16,0 5 7 0,-1 3-17 15,2-1-5-15,-2 5-31 0,2 0-22 0,1 0-13 16,-2 1-9-16,1 1-21 0,-1 3-38 0,0 0 1 0,0 0 1 0,-4 16 0 16,1 2-11-16,-2 8-1 0,-1 5 5 0,2 1 3 15,-5 16 0-15,5-1-1 0,-2 0 5 0,2-14 1 16,0 2-4-16,3-2 4 0,-2-2-2 0,3-1 3 16,0-3 3-16,0 0 0 0,0-9 0 0,0 0 1 15,0-2 0-15,0-5 2 0,0 0 0 0,0-1 2 16,0-4-3-16,3 1 3 15,-3-2 3-15,-3 1 7 0,3-2 19 0,3-2 15 16,-3-2 8-16,-3 7 1 0,3-7-4 0,0 0-8 16,-15-4-9-16,3 0 4 0,-3-1-23 0,-8 1-8 15,5-4 0-15,-11 1-2 0,-2-3-4 0,1 1-1 16,-2-1 0-16,-2 3 1 0,4 0-1 0,-2 0-1 16,2-1-1-16,2 1 4 0,7 2-4 0,2 1 0 15,2-1 0-15,4 3 1 0,3 1 0 0,2-1 0 0,3 0 5 0,-4 1-1 16,5 0-2-16,4 1-6 0,-1-3 0 0,1 3-3 15,24-4-6-15,8-1-11 0,5 1-2 0,17-3-3 16,3 1-3-16,9-2 0 0,-1 1-6 0,-3 2-1 16,1-2 0-16,-3 1 1 0,-1 4 6 0,-3-2 0 15,-19 3 5-15,-5-1 3 0,0 1 0 0,-5 0 4 16,-8 1 0-16,-6-1 4 0,-2 1 2 0,-2-2 9 0,-2 2 13 16,-1 0 11-16,-6 0 8 0,10 0 3 0,-10 0 0 0,7-1 0 15,-7 1 2-15,6 1-4 0,-6-1-3 0,0 0-8 16,10 0 3-16,-10 0-4 0,0 0-3 0,0 0-7 15,5-1-23-15,-5 1-23 0,0 0-21 0,0 0-32 16,0 0-38-16,4 3-50 0,-4-3 5 0,0 0-24 16,5 2-239-1,-5-2-474-15,0 0 210 0</inkml:trace>
  <inkml:trace contextRef="#ctx0" brushRef="#br0" timeOffset="138526.68">27923 6231 271 0,'3'-11'399'16,"-3"3"-23"-16,3 1-12 0,-2 2-30 0,-1 0-41 16,0 1-35-16,0 4-22 0,4-7-26 0,-4 5-40 15,0 2-32-15,0 0-42 0,0 0-10 0,0 17-8 0,0-1-8 16,0 7-6-1,-2 5-10-15,0 4 0 0,-3 1-7 0,1 3-2 16,-1 11-9-16,-6 1-4 0,1-2 2 0,0 0-6 0,2-12-3 0,-1 0 9 0,1-3-9 16,2 0-4-16,-2-2 16 0,4-5-21 0,2-9-2 15,0-2-9-15,1-1 3 0,-2-3 0 0,3-5 7 16,0 2 30-16,0-2 25 0,-1-1 34 0,1-3 39 16,0 0 14-16,0 0-17 15,0 0-16-15,14-10-9 0,-7 1-15 16,2-1-12-16,1-4-8 0,2-1-18 0,1-2-17 0,0-5-19 15,-1 0-3-15,-3 8-5 0,1 1-3 0,-4 1 3 16,1 5-3-16,-4 1-4 0,1 2-5 0,0 0-17 16,0-1-18-16,-3 1-35 0,4 1-36 0,-5 3-37 15,4-3-23-15,-4 3 15 0,0 0 15 0,8 11 14 16,-2-4 7-16,2 2-8 0,5 1-7 0,2 1-9 0,11 2-18 0,2 1-14 0,2-3-15 16,6 0-7-16,2-1-5 0,14 2-15 0,-1-6-2 15,-12-2-15-15,2-2-192 0,-5-3-451 0,0 1 199 16</inkml:trace>
  <inkml:trace contextRef="#ctx0" brushRef="#br0" timeOffset="139011.9">28504 6734 1373 0,'27'-6'-49'0,"-10"0"65"15,0 1 46-15,-6-2 25 0,0 0 26 0,-6-1 19 16,0 0 7-16,-2 3 8 0,-3-2-1 0,0 2-11 16,-4-2-9-16,0 2-16 15,-5 1-9-15,-5 0-14 0,-2 2 0 0,-5 3-19 16,1 0-6-16,-7 2-11 0,6 2-4 0,0 2-4 16,0-2-4-16,3 4-6 0,3 0-4 0,-3 2 0 15,4-1-1-15,-1 1-6 0,5-1 1 0,1-2-3 16,2 2-5-16,-1-2-5 0,2 1-1 0,4-3 10 15,-1 0-11-15,3-2 6 0,3-1 6 0,1-1 2 16,3 0 3-16,5-4 4 0,3 0 0 0,2-1 7 0,2-4 3 16,-3-1 6-16,2-1 3 0,0 0 0 0,1-2-3 0,4-5 2 15,-7 4-6-15,0 2 0 0,-2-1-6 0,2 1-6 16,-7 3 21-16,3 1 3 0,-5 2-6 0,-2 0-11 16,-1 0-4-16,2 1-11 0,-1 2-20 15,-5 1-26-15,6 1 0 0,-6-1 8 0,8 5 0 0,-3 1 3 16,1 0 3-1,0 2 1-15,1 1 3 0,0 0-16 0,-1 0 1 16,3-2-8-16,0 2-6 0,-1 1-7 0,1-3-3 16,1 1-4-16,-4-3 3 0,3-1 4 0,0-2 2 15,0 0 5-15,0-6 7 0,0 1 0 0,4-1 3 0,-5-3 7 16,1 0 7-16,2-7 7 0,-1 0 15 16,-1-1 23-16,1-2-6 0,-2-1 4 0,2-7 4 15,-1-1 5-15,0-3 7 0,0-1 2 0,0-4 3 0,5-9-8 0,-5 9-5 16,-1 1 12-16,-1 4 17 0,0 3 26 0,-5 10 18 15,1 4-2-15,-1 3-12 0,0 1-14 0,-1 2-16 16,2 0-37-16,-2 2-49 0,-1 4-38 0,0 0 1 16,0 0 6-16,-7 26 8 0,0-2 9 0,0 5 1 15,-4 3-2-15,-2 10 10 0,-5 3 3 0,9-1 14 16,0-10-7-16,-2 2-20 0,3-3-21 0,4 0-23 0,-1-3-19 0,1 0-17 16,-1-4-36-16,4-7-24 0,-3-1-29 0,4-6-39 15,-2-1-62-15,0-5-171 0,2-2-513 0,0-4 227 16</inkml:trace>
  <inkml:trace contextRef="#ctx0" brushRef="#br0" timeOffset="139265.93">28717 6526 93 0,'-12'-5'341'0,"0"1"3"0,3 0-7 15,3 2 6-15,-3-5-12 0,4 6-9 0,0-2-26 16,2 2-22-16,3 1-27 0,0 0-24 0,18-8-20 15,10 3-21-15,10 0-20 0,19-5-11 0,5 3-22 16,35-1-8-16,-2-3-14 0,-4 1-13 0,3 3-7 0,-30 4-9 0,31-1-11 16,-38 1-2-16,1 1-11 0,-22 0-5 0,-4 1-10 15,-12-1-25-15,-8 2-3 0,1 3-18 0,0-4-7 16,-8 1-15-16,4 0-28 0,-4 1-19 0,-5-1 3 16,0 0-6-16,0 0-24 0,-23 8-48 0,5-2-47 15,-10-1-45-15,8 4-65 0,-7-3-263 0,10-2-620 16,-2 1 275-1</inkml:trace>
  <inkml:trace contextRef="#ctx0" brushRef="#br0" timeOffset="141409.73">3613 8782 2 0,'-19'-7'216'0,"-5"2"-21"0,-8 5-22 16,-4 0-16-16,-1 5-2 0,1 1-10 0,-1 4-12 15,-11 7-9-15,-1 0-10 0,3 3-12 0,14-3-11 16,0 0-9-16,1 2-9 0,5 1-8 0,1 1-5 0,2-2-7 16,5 4-5-16,5-9-3 0,2 4-7 0,2-2-3 15,4-1 3-15,5 1-6 0,0-5-1 0,0-1 1 0,5-1 6 16,3-2-1-16,1-2 8 0,6-3 0 16,2-3-1-16,11-3-1 0,0-1 0 0,1-3-1 15,0-1-4-15,-4-3 11 0,-6 3 9 0,-2-3 3 16,1 2 9-16,-3 0 13 15,0-4-10-15,0 3 10 0,-5 2 1 0,-1 1 19 16,-6 4 6-16,4-3-13 0,-2 2-6 0,0 3-17 16,-1-1-3-16,0-1-9 0,0 1-15 0,-4 3-28 15,5-2-19-15,-5 2-4 0,0 0 2 0,9 9-2 16,-4-2 1-16,1 3-1 0,-2 0 6 0,2 4 0 16,2 0-5-16,1 1 5 0,0 2-11 0,0-1-16 15,1 1-18-15,7 1-23 0,-7-2-38 0,4 0-34 0,-2-4-47 0,4-2-54 16,-6-6-260-16,3 1-542 15,-1-5 239-15</inkml:trace>
  <inkml:trace contextRef="#ctx0" brushRef="#br0" timeOffset="141701.47">3736 8864 244 0,'2'-2'356'16,"1"0"-36"-16,-3 2-33 0,3-3-33 0,-3 3-23 15,0 0-32-15,0 0-11 0,1-4-28 0,-1 4-21 16,0 0-10-16,0 0-19 0,9 11-11 0,-5-4-7 16,-1 2-8-16,1 1-3 0,0 1-13 0,1 3-7 15,1 3-10-15,0 0 1 0,-1 0-8 0,0 0-11 0,1-1-13 0,0-3-7 16,-2-1-9-16,0 0-4 0,0-7-5 0,0 2-6 16,-1-2 0-16,-1 0 10 0,2 0-7 0,0-3 4 15,0-2 6-15,-4 0 0 0,11-2-2 0,-7-2 0 16,2-2 2-16,1 0-4 0,0 1 0 0,0 1-7 15,-1-3-14-15,1 2-17 0,-1 1-24 0,-1 1-25 0,1 0-28 16,1 1-14 0,-2 2-17-16,5 0-18 0,-3 3-33 0,-4-1-184 15,3 3-414-15,0 0 183 0</inkml:trace>
  <inkml:trace contextRef="#ctx0" brushRef="#br0" timeOffset="142334.03">3825 8794 259 0,'0'-7'320'0,"2"-2"-4"0,-1 3-14 0,0 2 2 0,-1-1-29 16,1 1-21-16,-1 4-26 0,3-6-31 15,-3 4-20-15,0 2-33 0,0 0-40 0,0 0-17 0,0 0-8 0,5 14-8 16,0-1-10-16,-4 3-4 0,3 4-8 0,0 6-4 16,0 3-3-16,-4-2-4 0,4 4-5 0,-7 0-4 15,3 3 0-15,-1-2-4 0,1 0-3 0,0 1-1 16,0-4 8-16,0-2-11 0,0-7 1 0,0-5-4 15,0-3-8-15,-3-1 8 0,3-5 5 0,3 0 1 16,-3 1 35-16,0-4 47 16,0 2 52-16,0-5 42 0,0 2 28 0,0-2-24 15,0 0-27-15,6-17-19 0,1 1-16 0,3 1-11 16,-2-3-15-16,5-4-13 0,-3 6-9 0,3-11-11 16,0 3-10-16,-5 6-8 0,2 1-6 0,0 1-7 15,0 3-5-15,-5 3-4 0,0 4-8 0,-1-1-7 16,-3 2-12-16,4 2-30 0,-3-1-31 0,0 2-29 15,-2 2-12-15,6 0 10 0,-6 0 11 0,9 9 3 0,-1-4 5 0,-1 5-10 16,-3 0-2-16,5 4-23 0,-1-2-16 0,2 5-30 16,-1-2-22-16,-4 2-35 0,3-3-46 0,1 2-47 15,-4-6-58-15,3 0-282 0,-6-1-683 0,5-4 302 16</inkml:trace>
  <inkml:trace contextRef="#ctx0" brushRef="#br0" timeOffset="142872.34">4243 8897 255 0,'0'-4'349'0,"0"0"-21"0,0 1-33 0,0 3-27 15,1-7-28-15,-1 7-24 0,2-3-28 0,-2 3-17 16,0 0-10-16,0 0-42 0,0 0-25 0,0 0-10 16,0 0-6-16,10 8-6 0,-5-2-11 0,4 0-14 15,0 1-16-15,0-1-11 0,1 0-11 0,3 1-17 16,-4-2-7-16,6 0-10 0,-3-1-9 0,2-1-8 15,-1-2 2-15,0 1 5 0,0-2 1 0,5-5 5 16,-5 0 0-16,1-1 11 0,1-2 2 0,-4 0 5 16,3-3 7-16,-1 0 12 0,-1-2 12 0,1 1 13 15,-4 3 6-15,0 0 13 0,-3 0 5 0,1 5 0 0,-3 0-8 16,1 0-5-16,-4-1-9 0,3 2-11 0,-4 3-8 0,0 0-6 16,15 10 1-16,-7-1 0 0,1 6 0 0,1 9 2 15,-1 0 0-15,2 6 7 0,-2 3-6 16,0 13 0-16,-2-11-3 0,-1 17 1 0,-2-1 0 0,-3 3 2 15,-5-2 0-15,-1 1-4 0,-4-1 1 0,2-5-1 16,-4-12 2 0,-1-1 0-16,0-2-4 0,-2-4 1 0,0-4-1 15,-1-2 4-15,2-7 10 0,0-5 18 0,4-6 29 16,-1 3-6-16,-8-5 2 0,1-4 0 0,0-5 14 16,1-1 19-16,1-6 8 0,3-3-1 0,1-9-6 15,5-6-11-15,6-1-10 0,6-13-2 0,9-8-17 16,2-1-11-16,17-24-16 0,-3 25-8 0,11-20-13 15,-10 24-4-15,5 6 1 0,2-2-5 0,5 6-1 0,-7 4-7 0,7 6 3 16,-12 7 3-16,-3 3 1 0,2 5-12 0,-3 1 21 16,-9 7-17-16,0 2 1 0,-1 0-12 0,-5 3-25 15,-3 2-21-15,-2 4-12 0,-2 0-23 0,-1 7-29 16,-5-4-47-16,-5 9-61 0,-2 0-80 0,-6 1-276 16,-4-3-638-16,3-2 282 0</inkml:trace>
  <inkml:trace contextRef="#ctx0" brushRef="#br0" timeOffset="144506.34">5856 9133 130 0,'0'0'152'0,"0"0"5"0,-5 2-4 0,5-2 0 0,0 0 2 0,0 0-3 16,0 0 3-16,0 0-5 0,0 0-10 0,0 0-14 16,0 0-7-16,0 0-8 0,9-16-3 15,-8 11-6-15,8-5-1 0,0 3-5 0,-2-1-8 0,1-3-6 16,4-2-3-16,-1 1 2 0,-1-5-14 0,6-6-3 15,-3-3 0-15,0 3-4 0,0-6 3 0,-1 0-7 16,1-3-2 0,-2 0-3-16,0-4-4 0,0 0-4 0,-2-9-3 15,-4 12-5-15,1-2-1 0,-2-2-2 0,0 2-2 0,0 4 7 16,-3 2-2-16,3 1 0 0,-4 9 5 0,4 4 5 16,-3-1 0-16,-1 5-1 0,0 4-3 15,0 2-2-15,0-2-11 0,0 2-5 0,0 1-12 16,0 1-20-16,0 3-23 0,0-8-27 0,0 8-3 0,0 0 4 15,0 0 8-15,-9 27 4 0,5-10 7 0,-2 10-1 0,-3 6 2 16,0 3 5-16,0 12 4 0,1-1-1 0,-4 6 5 16,6-8 2-16,5 1 6 0,1-11-1 0,0 2 2 0,0-5 1 15,4 2 5-15,1-1 0 0,5-4 4 0,-1-2 2 16,3-4 0-16,3 0 4 0,-6-8 4 0,8-2 7 16,-2-3 11-16,4 0 9 0,0-4 1 0,3-3 2 15,7-2 11 1,-7-2-15-16,7-3-4 0,-8-1-1 0,-2 0 3 15,2-2-1-15,-6-2 5 0,-1-2 4 0,-5 5 9 16,1-4 3-16,-5 0-3 0,0-2-9 0,-2 1-3 16,-3-2-6-16,-3 0-10 0,-2 1-2 0,-5-2-11 15,-2-1-10-15,-4 5-10 0,-2 1-18 0,-1 2-11 16,-9-1-20-16,-3 4-23 0,-1 4-25 0,3 2-25 0,-1 0-30 0,5 6-22 16,6-3-43-16,-3 2-207 0,4-3-476 0,9 4 211 15</inkml:trace>
  <inkml:trace contextRef="#ctx0" brushRef="#br0" timeOffset="144975.25">6777 8794 22 0,'0'0'282'0,"0"-8"-9"0,0 8-20 0,1-4-13 16,-1 4-12-16,0 0-16 0,2-2-20 0,-2 2-19 15,0 0-20-15,0 0-15 0,0 0-15 0,0 0-13 16,0 0-19-16,0 0-16 0,0 0-16 0,0 0-4 0,0 0-3 16,0 0-9-16,-18 14-5 0,8-5-5 0,1 4-2 15,-3 2-7-15,2 0-2 0,1 2-6 0,0 0 6 16,0 0-8-16,0 0 0 0,1 1-6 0,2-1 2 15,2-1 0-15,-1 1 0 0,4-5 0 0,1 1-1 0,0-1 3 16,1-2-1-16,4 0 0 0,-1-1 3 0,1-1 10 16,4 0 1-16,4-4 6 0,2-1 2 0,3-2 1 15,3-2 0-15,-2-2-3 0,1-2-5 0,-1-2 1 16,2-2 2-16,-5 1 9 0,1-1 11 0,-3 0 2 0,-4-4 2 16,-2 4 1-16,-2-3-8 0,2 1-1 15,-3-4-11-15,-1-3-1 16,-4 2-3-16,-3 0-6 0,1 1-2 0,-5-2-10 15,0 3-8-15,-1 4-9 0,-6-1-15 0,0 0-12 16,-3 4-13-16,0 0-7 0,-1 3-10 0,0 3-14 16,-1 2-20-16,1-1-17 0,4 3-25 0,1 0-25 15,-1 4-29-15,2-3-20 0,6 2-234 0,-3-1-484 16,6 0 215-16</inkml:trace>
  <inkml:trace contextRef="#ctx0" brushRef="#br0" timeOffset="145540.01">7198 8797 97 0,'1'-3'351'0,"0"0"-28"0,-1 3-26 0,0 0-25 0,1-4-28 31,-1 4-32-31,0 0-18 0,0 0-25 0,3-2-20 15,-3 2-20-15,0 0-21 0,0 0-7 0,0 0-12 0,0 0-12 0,-1 14-8 0,-1-2-5 0,1-3-6 16,-4 7-4 0,4 2-5-16,-3 0-9 0,-1 0-11 0,1-2 2 0,-1 3-16 15,1-5-8-15,0-2-8 0,4-2-2 0,-1-5-3 0,0 4-1 16,1-3-3-16,-3-2 2 0,3 1 2 0,0-5 8 16,3 7 0-1,-3-7 8-15,0 0 9 0,0 0-1 0,20-11 6 16,-11 6 9-16,0-5 5 0,1 3 6 0,3-6-3 15,-3 1-1-15,2-2-4 0,0-1 0 0,1 2 3 0,-1 0-4 0,-5 3 2 0,2 0-2 16,-4 3-7-16,0 2 1 0,-1-1-2 0,2 2-10 16,-3 0-5-16,0 1-3 0,-2 0 1 0,-1 3-10 15,5-1-7-15,-5 1 1 0,0 0-4 0,8 9 3 16,-7-3 0 0,3 3 7-16,-4 3-5 0,4 0 0 0,-3 5 2 0,-1 0-1 0,3 0 13 0,-2 0-13 15,-1 1 6-15,0-5-6 16,4-3 3-16,-4 1 4 0,0-3-1 0,2-2-1 15,1 0 4-15,-2-1 1 0,-1-4 24 0,3 1 7 16,-3-2 10-16,0 0-4 0,15-8 14 0,-4 2 0 16,-1-2 7-16,2-3-2 0,1 0 1 0,-1-2 0 0,3 0-3 15,-2 0-15-15,1-1-5 0,-4 2-7 0,-1 3 6 16,0 1-5-16,1 1-5 16,-5 2-9-16,-1 0-4 0,0 1-8 0,1 0-3 0,0 3-35 0,-5 1-2 15,0 0-10-15,13 5-19 0,-7 1 2 0,2 4-26 0,2 3-16 16,2 1-19-16,-3 5-31 0,1-3-58 0,1 9-55 15,-3-9-315-15,2 2-626 0,0-4 276 0</inkml:trace>
  <inkml:trace contextRef="#ctx0" brushRef="#br0" timeOffset="147277.23">7752 9003 59 0,'0'0'193'16,"0"0"-8"-16,-8 0-1 0,8 0-6 0,0 0 0 16,0 0-2-16,0 0-2 0,0 0 0 0,0 0-2 15,0 0 5-15,0 0-11 0,0-4-19 0,0 4-13 16,0 0-12-16,7-11-5 0,-6 8 3 0,4-1-6 16,-4-4-14-16,5 0-6 0,-3-3-9 0,1 4-7 15,1-5-3 1,2-5-1-16,-1 3 0 0,2-4-7 0,1-8-3 15,-1 4 2-15,-1-2 9 0,1-3-20 0,-2 3 3 0,2 0 5 16,-2-2-4-16,-2 1 9 0,0 5-14 0,1-4 4 16,-2-2-11-16,-2 5 0 0,0 3-6 0,-1 1 1 15,0-2-16-15,1 1 6 0,-1 1 2 16,-1 6-3-16,1-1-3 0,-1 2-3 0,1 0 0 0,0 4-6 16,-1 0-1-16,-1 0 0 0,2 1-3 0,0-1 14 0,-1 3-25 15,1 3-2-15,-1-4-11 0,1 4-20 0,0-5-16 16,0 5-22-16,0 0-12 0,0 0-18 0,0 0 4 0,0 0 8 15,-3 12 10-15,2-2 7 0,-3 4 7 0,1 4 4 16,1 6 13-16,-4 3 1 0,0 2 2 16,0-1 3-16,1 4 2 0,0 2 8 0,-1-1 3 15,2 1-1-15,0-2 5 0,1-1 3 16,2 1 5-16,0-6-2 0,2 1 5 16,-1-3 1-16,4-5 2 0,0-1 2 0,1 1-1 15,1-5 3-15,-2-4 0 0,1 1 6 0,1-3-1 16,1 0 13-16,3 1 0 0,-1-6 4 0,3 1 4 0,0-1 4 15,0-1 5-15,2-4 2 0,-1 1-1 0,1-3 9 16,-2-1-1-16,6-2 3 0,-1 0 8 16,-2-3-5-16,-6 2 10 0,4-3-9 0,-4-1 3 0,-1 3 2 0,-2-2 3 15,-1 2 6-15,-2 0 7 0,1 1 0 0,-4 0-3 16,2 2-8-16,-2 0-12 0,-2 0-10 0,-1 2-13 16,-1 2-12-16,-1-3-16 0,-1 5-3 0,-7 0-18 15,4 0-21-15,0 2-26 0,-4 1-28 0,3-1-29 0,1 3-28 16,-4 2-29-16,3 1-26 0,2 0-36 15,3 1-54-15,0-4-197 0,4 3-542 0,2-2 241 0</inkml:trace>
  <inkml:trace contextRef="#ctx0" brushRef="#br0" timeOffset="149374.25">9703 8665 111 0,'0'-6'372'0,"-1"-1"-12"16,1 2-1-16,-4-1-8 0,4 0-12 0,-1 2-9 0,1 0-21 15,0 4-31-15,0-7-27 0,0 7-28 0,0-5-26 16,0 5-34-16,-2-2-39 0,2 2-48 0,0 0-39 16,0 0-8-16,0 0-5 0,-2 17 4 0,0-3-10 15,0 3-2-15,1 1 1 0,-3 8-5 0,2-1-1 16,-2 3 0-16,1-4 1 0,1 5 0 0,0-5-4 0,1-5 0 15,1 1-12 1,0-8-3-16,1 0 1 0,-1-2 3 0,4-3-10 16,-4 1 7-16,1-1-1 0,2-2 7 0,0-3 20 15,3 1 14-15,-1-3 25 0,-5 0-3 0,15-8 3 16,-3 3 6-16,3-4 8 0,-3-5-1 0,2 1-3 16,0-2-2-16,-1-1-7 0,2-4-10 0,3-2 0 15,-7 6-9-15,2 0-9 0,-1 0 3 0,-3 2-2 16,-3 5-7-16,1 1 3 0,-3 1-11 0,0 4-5 0,0-1-5 0,0 0-7 15,-1 2-2-15,-1 0-14 0,-2 2-8 0,0 0-2 16,15 7 7-16,-9-4-3 0,0 6 4 0,3-1 12 16,1 1-15-16,-1 3 1 0,4 3 4 0,2-4-1 15,-2 2 10-15,10 2 0 0,-5-2-7 0,-1-3 12 16,3 0 14-16,0-4-3 0,-2 1-11 0,3-1 0 16,-2-2 0-16,0-3 0 0,0-1 7 0,-2-1-3 0,-3 1 3 0,-1-3 5 15,-1-2 15-15,-1-2 32 0,-1 1-1 0,0-2 4 16,-2-3 0-16,-1-4-3 0,0 1-3 0,-3-3-3 15,-2 0-4-15,3-2-9 0,-7 4 2 0,-3-4-15 16,2 2-9-16,-2 0-6 0,-3 1-5 0,-2 4-8 16,-1-1-5-16,0 4-4 0,-4-2-1 0,1 2-9 15,-4 4-7-15,3 1 0 16,1 1-14-16,2 1-21 0,-2 0-25 0,4 2-34 16,2 0-22-16,-1 4-19 0,3-1-3 0,2 2-4 15,-1 2 6-15,4 2 13 0,5-1 8 0,5 1 7 16,7 0 3-16,8 3 10 0,7-2 13 0,6-2 4 15,2-1 5-15,14-4 8 0,2 0 3 0,-1-4 7 16,-15 1 9-16,1-3 8 0,1-1 12 0,-3 1 16 16,-2-4 13-16,-3 2 15 0,-2-3 27 0,-4 0 31 0,-10 0 40 0,0 6 44 15,-5-4 49-15,-3 0 34 0,0 2 22 0,-3 1 3 16,0 2-3-16,-1-3-2 0,1 1-12 0,-4 3-13 16,-2 0-21-16,9-2-22 0,-9 2-19 0,4-3-18 15,-4 3-14-15,0 0-16 0,0 0-26 0,0 0-19 16,0 0-30-16,0 0-23 0,6 5-24 0,-6-5-5 15,0 4 0-15,0 2-2 16,0-1 5-16,0 7 0 0,0-5-2 0,0 4 3 16,0 3-3-16,0-1-1 0,-1 2-11 0,1-1-20 15,1-4 12-15,-1 3-46 0,0-1-5 0,3-3-17 16,-3 2-8-16,-3-5-20 0,3 1-21 0,0 1-20 16,0-4-14-16,0-1-5 0,0 2 3 0,0-5 4 15,0 0-79-15,0 0-289 0,0 0-609 0,-15-12 270 16</inkml:trace>
  <inkml:trace contextRef="#ctx0" brushRef="#br0" timeOffset="149527.37">10804 8328 215 0,'2'-10'401'0,"-2"0"-15"0,0 3-28 16,0 0-40-16,0-1-27 0,0 4-34 0,0 1-26 16,0 3-36-16,0-5-51 0,0 0-61 0,0 5-68 0,0 0-51 0,0 0-22 15,0 0-40-15,0 0-42 0,5 14-92 0,-5-8-157 16,4 2-420-16,-4-2 186 0</inkml:trace>
  <inkml:trace contextRef="#ctx0" brushRef="#br0" timeOffset="150512.91">11081 8855 73 0,'0'0'260'0,"0"0"-3"0,0 0-8 16,0 0-2-16,-4 2-4 0,4-2-6 0,0 0-4 15,0 0-1-15,0 0-34 0,0 0-15 0,0 0-19 16,4-12-11-16,-3 7-8 0,2 0 1 0,1-2 4 16,-1-6 2-16,4-1-2 0,0-1-9 0,-1-1 2 0,3-8-3 0,-3 5 1 15,3-6-15-15,0 1-18 0,-1-7-6 0,2-2-13 16,-1 3-4-16,-2-2-13 0,2-4-9 0,-2 6-7 15,-2 3 0-15,1-2-7 0,-2 6 5 0,-1 6-14 16,-1 3 0-16,-2 3 5 0,0 2 0 0,2 0-2 16,1 2-15-16,-3 2-4 0,0-2-12 0,0 4-25 15,0 3-34-15,0 0-39 16,0-5-29-16,0 5 11 0,0 0 10 0,-14 17 10 16,5-5 6-16,-7 13 6 0,3 1 11 0,-4 4 5 15,4 3 8-15,-2 1 6 0,4 0 4 0,1-1 3 16,0 2-7-16,4-2 1 0,2-1 0 0,4-1 7 15,0-5-3-15,4-6 3 0,1-2 2 0,0 1 3 16,5-3 13-16,-2-7-4 0,6 3 8 0,0-2 3 16,4-4 1-16,1-2 8 0,3-4 1 0,0 0 14 0,7-4 5 15,2-3 11-15,-5-2 15 0,-2-3 5 0,0-4 21 0,0 1 4 16,-2-1 5-16,-2-2 1 0,-2-5 6 0,1 0-7 16,-2-3-2-16,-2-3-5 0,1 2 11 0,-2-6 4 15,-3 1 0-15,2 0-4 0,-2 0 6 0,0 2-1 0,-2 4 5 16,-2-1-1-16,-2 8 12 0,1 1 0 15,-4 4-9 1,2-2-4-16,-1 5-6 0,-2 5-2 0,0-2-9 0,0 3-8 16,2 0-8-16,-1-1-11 0,0 2-9 0,-2 4-18 15,1-4-27-15,-1 4-31 0,0-5-39 0,0 5-31 16,0 0 2-16,0 0 5 0,0 0 11 0,-3 19 8 16,1-8 5-16,-2 7 16 0,-1 6-2 0,-3 5 9 15,0 0 0-15,1 3 21 0,-1 3-6 0,1-3-1 16,-1 0 10-16,0 1 8 0,2-1-6 0,1-3 7 0,0 0-1 0,2-5 13 15,3-5-10-15,-1-1-2 0,-1-2 4 0,2-6 2 16,2 1 7-16,-2-2-1 0,0-1 5 0,1-2 3 16,-1-1 4-16,3 2 2 0,-2-4 9 0,1 2 12 15,2-1 8-15,-1 1 6 0,2-1-6 0,1-3 6 16,2 3-3-16,4 0-4 0,1-2-12 0,7 0 8 16,1 1 0-16,8-3-53 15,4 0-73-15,-4-3-102 0,7-1-129 0,15-6-472 16,-14 0-864-16,14-7 383 0</inkml:trace>
  <inkml:trace contextRef="#ctx0" brushRef="#br0" timeOffset="151914.29">13014 8206 298 0,'-1'-5'291'0,"1"0"-12"16,0 5-8-16,0-6-11 0,0 6-25 0,-3-5-25 0,3 5-22 0,3-4-24 15,-3 4-28-15,0 0-39 0,0 0-25 0,0 0-11 16,0 0-3-16,-3 16-7 0,2-2-8 0,0 4-5 16,-3 7-5-16,-1 2-3 0,1 5-3 0,-1 4 0 0,-2 10-3 15,-3 1-1-15,4-2 0 0,-3 1-2 16,1-11-2-16,-1-2 0 0,2 1-3 0,0-4-3 16,2 0 2-16,3-6-2 15,0-7 2-15,2-5-4 0,-3-2 16 0,3-3-8 16,-2-2 13-16,2 3 17 0,0-4 32 0,0-1 27 15,0-3 27-15,2 2-15 0,-2-2-13 0,11-7-5 16,-2-3-13-16,4-1-6 0,0-2-7 0,-1-3-15 16,5 0 0-16,-3-3-15 0,5 2 4 0,-6 3-7 15,4-1-11-15,-5 2-8 0,-2 7-9 0,1-2-16 0,-3 1-12 0,-1 2-7 16,1 3-8-16,-2 0-6 0,2 2 5 0,1 0 6 16,-2 4-6-16,2 0-3 0,0 2 5 0,1 4 14 15,0-3-10-15,1 5-2 0,3 3 0 0,-1-1-9 16,1 0 0-16,0 1-10 0,2-2-2 0,-1-1 9 15,2 2-14-15,0-4-3 0,1-1 5 0,0 1 0 0,1-4 0 16,0-2-3-16,4-2 5 0,-2-2 2 16,-1-1 7-16,-1-3 2 0,1 0 4 0,-4-4 7 0,1-1 12 0,-2-1 15 15,-2-3 4-15,1-1 14 0,-3-2 8 0,-2 3 16 16,0-4 12-16,-2 0 2 0,-1 3 12 0,-1 3 5 16,-1 2 17-16,1-3 3 0,-4 7-2 0,3-2-2 15,-4 2-14-15,1 0-11 0,3 2-8 0,-4-1-9 16,3 2-17-16,-3 2-9 0,1-4-5 0,-1 4-23 15,0 0-24-15,0 0 16 16,0 0-13-16,0 0-1 0,0 0 10 16,4 12-2-16,-3-7-4 0,-1 1 4 0,0 4-1 0,0-1 14 15,3 1-7-15,-3 3-3 0,1-1 5 0,-1-1-1 16,0 2 3-16,0-1 3 0,-1-1-2 0,2-1-6 16,-1 1-3-16,-1-1-12 0,1 1-5 0,0-6-15 15,0 2-13-15,0-1-11 0,-3-2-18 0,3 0-16 16,0 2-11-16,0-6-8 0,-1 4-36 0,1-4-99 0,0 0-242 0,0 0-544 15,-8-17 241-15</inkml:trace>
  <inkml:trace contextRef="#ctx0" brushRef="#br0" timeOffset="152061.37">13658 8280 283 0,'0'-6'335'0,"0"0"-28"16,0 1-30-16,0 0-28 0,-4 1-26 0,4 4-23 15,3-7-39-15,-3 5-43 0,0 2-50 16,0 0-32-16,0 0-32 0,0 0-33 0,10 9-35 16,-1-5-44-16,-4 1-75 0,3 1-131 0,1 0-338 0,0 1 150 15</inkml:trace>
  <inkml:trace contextRef="#ctx0" brushRef="#br0" timeOffset="152301.01">14121 8178 171 0,'1'-5'380'0,"3"0"-28"0,-4 1-40 0,3-2-34 0,-2 5-33 0,-1 1-28 15,3-4-27-15,-3 4-24 0,0 0-19 0,0 11-12 16,2-1-20-16,-4 7-14 0,2 7-5 0,-4 6-7 16,1 1-16-16,-2 16-1 0,-3 4-4 0,-1-1-6 15,3 1-5-15,1-3-8 0,-2-14-26 0,6 0-22 16,0-3-20-16,-2 0-19 0,-2-2-25 0,5-4-25 15,0-8-26-15,-3 1-26 16,2-7-29-16,1 1-18 0,-1-4-23 0,-3-1-186 16,0-5-428-16,3 1 190 0</inkml:trace>
  <inkml:trace contextRef="#ctx0" brushRef="#br0" timeOffset="152533.34">13901 8642 135 0,'-18'-19'245'0,"4"6"14"15,1 4 13-15,4 1 11 0,3 1 11 0,-2 1 1 16,3 1-12-16,0 1-15 0,1-2-17 0,3 3-21 0,-3 1-19 15,4 2-21-15,7-8-17 0,10 1-31 0,13 4-7 16,7-2-15-16,18-3-12 0,6 0-9 0,2 3-10 16,29-3-8-16,-26 4-15 0,28-1-14 0,-31 3 6 15,-2-1-19-15,-3 0-22 0,-4-2-14 0,-20 5-19 16,-4-1-2-16,-10 1-8 0,-2-3-4 0,-6 3-7 0,-5 0-11 16,1 0-9-1,-4 0-13-15,-4 0-25 0,0 0-26 0,-17-4-33 16,-3 4-46-16,0 0-50 0,-8 2-296 0,0-2-592 15,0 0 262-15</inkml:trace>
  <inkml:trace contextRef="#ctx0" brushRef="#br0" timeOffset="153515.75">15824 8349 11 0,'4'-3'245'0,"2"-1"-31"0,-2-1-17 0,4 3-23 0,-3-1-16 15,3 3-19-15,3 0-13 0,-2 3-14 0,5-1-12 0,3 6-8 16,-1 3-1-16,1 1-10 0,7 10-7 0,-5 0-7 16,2 1-6-16,-5 2-4 0,-3 5-7 15,4-2-1-15,-7 2-9 0,-1 1-1 0,-4 1-5 0,-1 2 1 16,-3-1-5-16,1-1-3 0,-9-1-5 0,1-4 4 15,1 2 0 1,-3-5-8-16,3-3 0 0,-3-3 15 0,-2-3 9 16,-2 0 6-16,1-4 10 0,-4 1 5 0,6-6 7 0,-1 1 18 15,-1-2 19-15,0-4 14 0,3 2 20 0,0-6 20 16,-1 1 10-16,3-2 15 0,-3-4 0 16,2-2-9-16,0-5-15 0,2-3-16 0,2-5-17 15,3-4-18-15,4-4-11 0,1 0-14 0,7-3-15 0,7-10-14 16,-5 13-8-16,10-12-5 0,-6 13-6 0,0 3 0 0,1 1-9 15,2 0 1-15,-6 5 7 0,-1 5-17 0,0 4 2 16,-3 0-5-16,-1 3 0 0,-4 2 0 0,-1 2 0 0,-1 0-5 16,0 2 2-16,1-1-1 0,-1 3-12 15,-2-1-16-15,-2 2-35 0,0 0-35 0,5-4-36 16,-5 4-23-16,4-1 12 0,-4 1 13 0,0 0-4 0,0 10-10 16,0-5-9-1,-2 2-13-15,-1 1-21 0,1 1-23 0,-1-4-30 16,0 2-28-16,1 1-287 0,-2-2-589 0,3-1 261 15</inkml:trace>
  <inkml:trace contextRef="#ctx0" brushRef="#br0" timeOffset="154001.41">16489 8376 107 0,'2'-6'407'15,"-2"1"-26"-15,3 1-15 0,-3-1-31 0,0 5-26 16,1-7-38-16,3 5-24 0,-4 2-39 0,1-2-20 0,-1 2-23 16,0 0-32-16,0 0-18 0,0 0-5 15,0 0-21-15,5 12-10 0,-2-1-13 0,-2 0-5 16,2 7-4-16,-3 2-8 0,1 6 1 0,0 1-12 16,-1 0-1-16,0 1-7 0,-1-3-2 0,2 1 2 15,0-1 17-15,-1-6-25 0,3 2 5 0,-3-3-9 16,4-2-3-16,-1-4 9 0,-2-3-8 0,1 0-5 15,1-3 3-15,-2 0 3 0,0-2 31 0,-1-1 29 0,2-1 31 0,-2-2 21 16,0 0 6-16,0 0 0 0,15-6-7 0,-10 0-8 16,4-1-11-16,0-2-8 0,-1-1-10 0,2-2-13 15,3-5-3-15,0 3-10 0,-1-11-11 0,2 2-6 16,0-2-8-16,-1 1-10 0,1 0-9 0,-4-1-1 16,-2 8-1-16,2 3 3 0,-2-1-4 0,-4 6 2 15,0 1-11-15,-1 3 6 0,0 0-16 0,0 1-7 16,-2 0-14-16,1 1-18 0,-2 3-20 0,4-3-29 0,-4 3-4 0,0 0 8 15,0 0 4-15,-1 14 12 0,-2-4 7 0,2 1 7 16,0 5-1-16,0 1 8 0,1 0 10 0,1 1 5 16,0 2 0-16,3-1-2 0,1 1 11 0,-1-3 2 15,2 0 2-15,3 2 8 0,3-4-3 0,1 0-15 16,4-4-31-16,8 0-36 0,0-3-43 0,6-3-52 16,1-2-56-16,2-6-58 15,-1 1-329-15,-2-5-687 0,-3-1 304 0</inkml:trace>
  <inkml:trace contextRef="#ctx0" brushRef="#br0" timeOffset="154502.1">17089 8383 254 0,'0'0'342'16,"0"0"-24"-16,0 0-27 0,0 0-29 0,0-4-25 16,0 4-21-16,0 0-28 0,0 0-25 15,0 0-20-15,0 0-15 0,0 0-11 0,0 0-16 16,0 16-11-16,0-7-6 0,0 1-8 0,-2 3-14 0,2 4 5 15,-3 2-13-15,0 4-5 0,2 5-5 0,-3-2-4 16,-2 1-5-16,2-1-5 0,0 1 0 0,3 0-5 0,-3-3 0 16,-2 0-2-16,3-7 1 0,1 0 0 0,-2-6-5 0,3-2-2 15,-1 0-3-15,2-3 3 0,-1-2 6 16,1 1 53-16,-1 0 49 0,1-5 38 0,0 3 49 16,0-3 22-16,0 0-14 0,0 0-21 0,11-11-19 0,-4 1-18 15,0-3-21-15,5-3-15 0,4-4-10 0,1-1-15 16,1-3-13-16,1 2-10 0,-2 1-12 0,1 1-12 0,-5 8-2 15,-2 0-10-15,-3 4-2 0,-1-1-4 0,-3 4-10 0,0 1-13 16,1 1-23-16,-1-1-35 0,-2 3-30 0,-2 1 0 16,0 0 0-16,13 3-7 0,-9 3-5 15,1 1-2-15,1 1-25 0,2 3-15 0,-3 0-16 16,4 1-26-16,0 5-39 0,-2-2-53 0,-1 2-67 0,-1-1-384 16,0-1-773-1,-4-3 342-15</inkml:trace>
  <inkml:trace contextRef="#ctx0" brushRef="#br0" timeOffset="155568.31">17608 8417 98 0,'3'-4'358'0,"-1"1"-10"0,-1 0-31 0,-1 3-25 16,0 0-28-16,3-3-32 0,-3 3-28 0,0 0-20 15,0 0-23-15,4-3-23 0,-4 3-9 0,0 0-21 16,6 10-7-16,-5-4-12 0,2 3-9 0,0 1-9 0,-2 3-6 0,0 3-10 16,0 1-4-16,1 0-3 0,-1 9-2 0,-2-1-6 15,2-7-7-15,-2 0 3 16,1 2-6-16,1-4-2 0,-1-6-1 0,-1 5 0 16,-1-10-5-16,2 4-2 0,2-5 0 0,-2 2 7 15,0-1 13-15,0-2 47 0,1 1 40 0,-1-4 43 16,1 4 22-16,-1-4-10 0,0 0-13 0,7-11-11 0,-1 4-6 0,-2-1-8 0,1-4-15 0,4-2-14 15,2-3-11-15,-2 2-12 0,-1-2-12 0,2 3-7 16,6-10-7-16,-7 13-3 0,-2 0-9 0,2 1-9 16,-2 2-2-16,-1 4-10 0,-5-1-3 0,3 1-9 15,1 0-10-15,-4 0-22 0,-1 4-30 0,0 0-8 16,8 0 1-16,-8 0 5 0,1 12-1 0,6-3 0 16,-3 3 9-16,-2-1-1 15,6 5 4-15,-4 1 6 0,1-1 0 0,-1 2 8 16,2-1 2-16,0 3 1 0,-3-4 3 0,4-2 2 15,-1 0-1-15,-2-3 7 0,-1-1 3 0,3-3 1 16,-3 0 1-16,1-1 5 0,1-2 5 0,-1-3 21 16,1 0 4-16,-5-1 9 0,17-2 5 0,-6-2 1 15,0-3 2-15,1 1-6 0,1-6-3 0,10-5-4 16,-5 0-5-16,0-2-6 0,2-5 1 0,1 3-7 0,-1-2-6 0,-1-4-7 16,-1 4-9-16,0-2 6 0,-8 8-3 0,2 3 2 15,-2 5 0-15,-5-1 5 0,0 2-2 0,-1 3-3 16,1-1-3-16,-1 1-6 0,-3 2-15 0,-1-2-19 15,0 5-13-15,4-3-37 0,-4 3-24 0,0 0-5 16,0 0 22-16,0 0 1 0,-14 10-5 0,10-5-23 16,3-1-18-16,-3 2-9 15,0 1-6-15,3 0-5 0,-2-4 1 0,3 6 16 16,3-2 6-16,4-1 14 0,2 1 18 0,8-1-6 16,6-2-12-16,4 0-28 0,6 1-20 0,-2-1-16 15,4-1-2-15,0-3 2 0,1 0 14 0,0-3 19 16,3-4 20-16,-1 1 12 0,1-4 30 0,-3 2 23 15,-7-5 32-15,1 0 36 0,-6 1 35 0,-5 2 36 16,-6-2 28-16,2 0 17 0,-6-1 14 0,-1 3 7 0,-1-1 3 16,-1 1-2-16,-4 0 15 0,-1 1-17 0,-1 2-7 0,-1 0-11 15,-1 1-12-15,0-1-22 0,-2 3-2 0,-2 0-19 16,0 0-4-16,-5 4-14 0,-2 0 0 16,-3 4-9-16,-3 0-4 0,1 3-4 0,-9 6-5 15,4 1 5-15,-4 2-11 0,3 2-3 0,-4 1 0 0,5 3-1 16,-1 2 1-16,2 0-5 0,2 0-3 0,0-2 5 0,5-1-2 15,7-6-8-15,-1 0-17 0,4 0 7 0,-1-5 0 16,4-3 4-16,2 2-3 0,0-4 23 0,2-1 12 0,1 1 11 16,4-5 8-16,0 2 9 0,4-2 1 15,2-2-1-15,2-3 0 0,3 0-2 0,-1-4 3 16,1 2-5-16,1-3-3 0,-1 0 7 0,-1 1-17 16,0 2-3-16,-2 1-5 15,-2-1-5-15,1 2-3 0,-5-2 1 0,-4 5-1 16,3-1-8-16,1 1-4 0,-4 0-17 0,0 1 10 15,-1-1-9-15,-4 2-38 0,0 0-17 0,14 3-21 16,-10 1-12-16,1-1-21 0,0 4-31 0,6 1-43 0,-3 1-54 16,1-1-80-16,3 3-321 0,-1-3-696 0,1 0 308 15</inkml:trace>
  <inkml:trace contextRef="#ctx0" brushRef="#br0" timeOffset="156118.59">18982 8382 346 0,'0'-9'485'0,"0"1"-19"0,0 1-35 0,1 3-45 16,-2-3-40-16,1 4-41 0,0 3-37 15,0-5-35-15,1 1-59 0,-1 4-64 0,0 0-35 16,0 0-10-16,0 0-8 0,8 10-19 0,-7-4-23 16,3 4-22-16,0 0-15 0,-1 0-16 0,3 1-1 15,-3-2-9-15,1 1 0 0,5-1-1 0,-4-2 4 16,-1-1 3-16,1 0 6 0,5-3 1 0,-2-1 8 15,2-2 6-15,-1-1 0 0,4-1 0 0,-3-3 3 16,3-1 10-16,-3-2 12 0,3-1 8 0,2-3 11 0,-3 1 12 0,3 0 16 16,-6 3 5-16,1 0 7 0,2-1 8 0,-4 2 6 15,-1 2 4-15,1-2-2 0,-2 3-15 0,-2 1-5 0,1 2-23 16,-5 1-18-16,5-2-24 0,-5 2 0 0,8 7-1 0,-3 2-5 16,-2 6 0-16,3 4 1 0,-1 8 0 0,0 4 1 15,-5 4 0-15,4 12 3 0,-8 0 4 16,-1 1 3-16,1 3 4 0,-10-1-18 0,0-1 1 0,-5 0 6 31,0-3-1-31,-3-3 0 0,3-11 19 0,-2-1-15 16,-4-5-2-16,1-1 0 0,1-3 6 0,0-5 7 15,3-7 16-15,3-3 24 0,1-3 18 0,-4-4 20 16,3-3 11-16,1-2 14 0,0-3 28 0,2-5 17 16,4-3 10-16,3-1 1 0,3-10-15 0,6-3-16 15,8-4-13-15,10-11-17 0,10-4-13 0,21-23-16 0,4 9-14 0,-14 17-10 16,22-22-8-16,-2 8-7 0,-18 24 0 0,0-2-4 15,-5 9-7-15,-9 11 12 0,-2-1-5 0,-1 4 3 16,1 1 1-16,-11 7-8 0,-3-1-2 0,-3 4-4 16,0 0-6-16,-3 0-3 0,-5 2-26 0,5-1-33 15,-6 2-50-15,-1 1-60 0,9-3-70 0,-9 3-1 16,0 0 15-16,-13 16-45 0,-1-6-96 0,0-1-409 0,-4-1-825 16,0-1 366-16</inkml:trace>
  <inkml:trace contextRef="#ctx0" brushRef="#br0" timeOffset="158006.22">21449 8292 54 0,'-5'-2'225'0,"5"2"-20"0,-4-1-13 0,4 1-19 16,0 0-17-16,-5-3-17 0,5 3-11 15,0 0-18-15,0 0-13 0,0 0-7 0,0 0-9 16,0 0-11-16,0 0-8 0,0 0-7 0,18-4-12 16,-8 1-12-16,3 0-10 0,6-3-9 0,2 1-2 0,-2 0-8 15,3-2-12-15,4-1-3 0,-5 1 6 0,-3-2-1 0,2 1 3 16,-2 0 0-16,-4-1 6 0,0 0 7 0,-4 1 13 15,-2 0 20-15,0 2 8 0,-3 1 15 0,-1-3-3 16,-2 4-6-16,1-1-5 0,-2 0-2 0,-2 0-8 16,-2 0-5-16,3 5-7 0,-11-3-4 0,-1 1-5 15,-2 2-4-15,-3 1-2 0,-3 3-3 0,-7 4-3 16,-1 1 1-16,-1 3 1 0,0 1-7 0,-1 4-1 0,-2 2-1 0,1 1 0 31,3 3-3-31,-1-1-1 0,-7 13 4 0,16-7 0 16,-2 1-2-16,3 0-2 0,5 2 5 0,2 1 0 15,3-1 0-15,4-1 4 0,5-2 2 0,5-3 1 0,9-1 1 16,6-3 1-16,6-4 9 0,9-5-5 0,18 1-1 0,6-8-1 16,8-3-3-16,27-5 2 0,-3-4 0 15,-27-3 0-15,2 0 0 0,29-13-2 0,-34 8-1 16,0-2-5-16,-2 2 1 0,-6-3 1 0,-7-4 0 16,-12 7 3-16,-4 0 0 0,-4-4-1 0,0 2 16 0,-12 5 20 15,0 3 23-15,-5 0 19 0,-3 0-2 0,0 5 6 16,-1-3-9-16,-4 2-8 0,0 0 3 0,-3 1-10 15,-6 1-20-15,8 3-4 0,-18 2-8 0,0 3-4 0,0 1-1 16,-6 7-5-16,0-1-8 0,-2 3 2 0,2 4 0 0,1-3-2 16,1 4-5-16,6-10-9 0,3 5-19 0,0 0-17 15,3 0-5-15,5-4-8 0,1-2 3 0,1 2 4 16,7-2 8-16,1-2 3 0,8-2 1 0,5-3 10 16,4-2 1-16,6-1-1 0,4-5 5 0,-2-1 2 0,-2 0-1 15,2-5 1-15,-6 1 4 0,-3 1 8 16,-2-1 7-1,-4 1 7-15,-1-2 4 0,-1-1 6 0,-3-3-6 0,0 2 0 16,-6-1-1-16,0-2-4 0,-4 8-9 16,-1-3-2-16,-4 0-5 0,-1 2 0 0,-2 0-5 15,-1 0-6-15,0 2-7 0,-4 1-12 0,-4 1-10 0,2 1-15 0,0 2-23 16,-6 3-16-16,3 2-24 0,-1 0-31 0,0-2-28 16,6 6-68-16,1-3-137 0,3 1-417 15,3 0 185-15</inkml:trace>
  <inkml:trace contextRef="#ctx0" brushRef="#br0" timeOffset="158537.68">22712 8347 240 0,'4'-2'373'0,"-4"2"-38"16,8-1-31-16,-8 1-33 0,5 0-34 0,-5 0-28 31,8-2-26-31,-8 2-27 0,4 3-20 0,-4-3-11 15,0 9-18-15,1-2-8 0,-1 3-12 0,0 2-2 0,0 5-10 0,0 1-9 0,-1-1 0 0,1 1-13 0,0-1-14 16,1 0-14-16,-2-5-5 0,2 2-4 16,-1-3-7-16,3-4 2 15,-3-2-4-15,1 2 7 0,-1-3-1 0,0-3 26 0,4 3-13 16,-4-4 14-16,0 0 7 0,19-10-4 16,-11 3 10-16,1-3 9 0,2-4 9 0,1 0-4 15,3-6-3-15,-3 3-1 0,5-4 1 0,-1 1-13 0,-2 5-8 16,-1-1-5-16,-2 6-5 0,-3 0 0 0,0 3-2 15,-5 2-8-15,1-2-1 0,1 4-7 0,0 1-8 16,-1-1-5-16,-4 3-8 0,5-4-13 0,-5 4 6 0,0 0-1 16,8 8 0-16,-4-2 1 0,2 4-2 0,-1 2 3 15,-2 2 0-15,2 3 3 0,0-2 5 0,0 2 1 16,4 3 0-16,-4-4-2 0,3 3 0 0,-3-4 6 16,0-5-1-16,0 3-2 0,-1-2 5 0,1-3-5 15,-1-1 7-15,-1-2-4 0,-1-1 22 0,1-1 17 16,-1-2 11-16,-2-1-3 15,12-5 0-15,-7 2 2 0,4-3 9 0,2-6-14 16,0-1 5-16,0-1-12 0,4-2-4 0,-2 3-4 16,-1-1-1-16,0 1-4 0,0 0-2 0,-2 3 3 15,-1 3-3-15,-1-2-8 0,-2 3 7 0,-1 2-15 16,-1 1-9-16,0 0-1 0,0 0-25 0,1 2-15 16,-5 1-18-16,11 2 6 0,-4 3-13 0,2 0-11 15,0 2-6-15,2 0-9 0,3 3-19 0,1 2-29 0,1 1-34 0,0 1-36 16,1-4-32-16,0 2-35 0,-2-2-248 0,0-2-570 15,2 1 252-15</inkml:trace>
  <inkml:trace contextRef="#ctx0" brushRef="#br0" timeOffset="158784.64">23606 8221 137 0,'4'-34'290'0,"-2"0"6"15,2 5 11-15,0 2 19 0,-4 9-3 16,3 3-11-16,-2 4-23 0,-1 3-30 0,0 0-31 0,1 3-29 15,-1 1-34-15,3 0-61 0,-3 4-59 0,0 0-9 16,0 0-4-16,0 16-7 0,-3 1-4 0,2 11-4 16,0 2-2-16,-6 6 0 0,2 15-4 0,-3 4 5 15,1-1-1-15,3 0-2 0,-2 1 2 0,3 0-1 0,4-4 1 16,-1-5 1-16,2-12-6 0,0 1 5 0,2-5-1 16,-3-3 1-16,2-6-13 0,-2-4-28 0,1-5-29 15,0-1-28-15,-2-2-15 0,2-1 2 0,-2-4 11 16,-2-2-32-16,2-2-78 0,0 0-282 0,0 0-515 15,-4-19 228-15</inkml:trace>
  <inkml:trace contextRef="#ctx0" brushRef="#br0" timeOffset="159269.91">23671 8232 204 0,'2'-4'286'0,"-1"0"-33"0,0 1-23 15,-1 0-25-15,0 3-20 0,10-2-20 0,-1 2-15 0,3 4-12 16,-1 0-13-1,8 3-5-15,1 0-11 0,3 5-13 0,2 2-11 16,-2 3-15-16,-4-5-9 0,2 3-12 0,-7 0-12 16,-4-3-12-16,2 2-8 0,-5 1-10 0,-4-3 2 15,-2-1-9-15,-5 0-2 0,-6 5 3 0,1-4 6 16,-6 1-3-16,-11-1-1 0,-5 2 1 0,1-2 2 16,-1-4 2-16,0 2-1 0,2-4 3 0,0 1 5 15,6-4-5-15,-4 0 2 0,5-2-3 0,6-1-2 0,4 3 4 0,1-3-3 16,3 0 1-16,3-2-13 0,5 2-18 0,2-8-12 15,5 1 2-15,8-2 6 0,12-3 0 0,1 0-10 16,9-3-27-16,10-3-7 0,2-2-4 0,-2 1-8 16,0 1 7-16,2-3 8 0,-2-4-2 0,-2 1 1 15,-12 5 15-15,3 0 1 0,-5-5 10 0,-7 1 9 16,3-4 17-16,-4-4 27 16,-4 6 37-16,-2-3 30 0,-3-1 32 0,-3 2 28 15,-6-1 21-15,1 6 20 0,-2 1 23 16,0 5 12-16,-2 4 7 0,0 1-9 0,-1 5-6 0,-1-2-25 15,3 4-21-15,-2-3-12 0,-1 4-36 0,0-1-53 16,0 4-45-16,0 0-29 0,0 0 10 0,0 0-3 16,-4 24-9-16,1-6 5 0,-1 8 7 0,-2 3-2 15,0 5 0-15,5-1 7 0,-5 13-4 0,4-12 2 0,-2 4-1 0,3-6 8 16,2 3-21-16,3-1-17 0,-2-4-10 16,0-4-16-16,-1-5-23 0,1 0-24 0,2-5-27 15,0 2-32-15,0-3-43 0,0-3-37 0,0-3-271 0,1-4-558 16,0 0 246-16</inkml:trace>
  <inkml:trace contextRef="#ctx0" brushRef="#br0" timeOffset="159870.49">24377 8387 24 0,'-3'-1'336'0,"3"1"-23"16,0 0-25-16,-6-4-22 0,6 4-23 0,-3-4-30 15,3 4-18-15,0 0-18 0,0 0-20 0,-5-2-19 0,5 2-9 16,0 0-14-1,0 0-14-15,17-2-5 0,-4 2-14 0,4-1-12 16,6-1-19-16,4 0-13 0,5-2-13 0,-4 2-16 16,4-3-9-16,-3 1-7 0,0-1-11 0,-4 3 1 15,-4-4 1-15,-1 0-3 0,-2-1 10 0,-3-1 5 16,-2-2-5-16,0 3-1 0,-4 0 13 0,-4-3 1 16,0 3 5-16,-5 0 10 0,3-1 7 0,-3 1 5 15,-3 0 1-15,1 0-5 0,-5-1-1 0,-2 2-1 0,-1 2-7 0,-3 0 0 16,-6 2-2-16,-2 2-1 0,0 2-6 0,-5 3-5 15,-3 2 3-15,1 5-2 0,0 0 1 0,3 3-2 16,1-1-1-16,1 3-1 0,5 2 1 0,0 1 2 16,2 1-1-16,7-5-2 0,1 2-2 0,4 2 8 15,4-2-5-15,4 0-1 0,4-1 2 0,11 3-1 16,1-3-6-16,11-3-5 16,-3-7-10-16,11 1-10 0,12-6-10 0,0-2-7 15,1-2 1-15,1-6 4 0,-1 0 5 0,-2-4 3 16,-15 1 4-16,0-4 6 0,-4-2 0 0,-6-2 13 15,1-2 10-15,-6-2 11 0,-1-1 27 0,-3-5 16 16,-2 2 7-16,-4-5 8 0,1-1 26 0,1-13 5 16,-7 10 10-16,-1-15 11 0,4 2 12 0,-6 2 8 0,-1 15 8 15,3 0 11-15,-2 3-5 0,0 11-8 0,-2 5-10 0,0 3-14 16,4 1-12-16,-4 1-13 0,0 1-20 0,-3 2-42 16,3 1-57-16,0 4-50 0,0 0-7 0,0 0 4 15,-1 13 7-15,-3 4 10 0,-1 8 5 0,-2 4 5 16,0 5 2-16,-2 14 7 0,-5 0 2 0,3-1 2 15,0-1 10-15,3-11-1 0,1 2 14 0,2-3-5 16,1-1-1-16,3 2 3 0,2-6 4 0,-2-2 0 0,1-7-15 0,0-2-14 16,0-1-3-16,-1-5-23 0,2 1-20 0,-2-5-17 15,1 0-9-15,0-3-7 0,0 2 1 0,0-5 3 16,0 3-31-16,0-5-93 0,0 0-291 0,0 0-570 16,0-16 253-16</inkml:trace>
  <inkml:trace contextRef="#ctx0" brushRef="#br0" timeOffset="160171.43">24926 8197 258 0,'-5'2'262'0,"5"-2"-23"0,-9-2-23 16,9 2-8-16,-9 0-12 0,9 0-18 0,0 0-12 15,0 0-10-15,0 0-17 0,0 0-10 0,32-2-11 16,-4-2 3-16,3 3-28 0,8-4-10 0,11-2 5 0,1 1-18 16,3-1-9-16,-4 0-1 0,-12 0 1 15,1 3-9-15,-4-2-5 0,-3 1 5 0,-5 0-11 16,-6 3-1-16,-9-1 4 16,0 2 4-16,-5 0-7 0,-1 1-1 0,-1-2-7 0,-5 2-8 15,10-2-11-15,-5 2-17 0,-5 0-9 16,0 0-16-16,0 0-19 0,-15 8-26 0,6-4-26 15,-3 0-25-15,2 3-33 0,0-2-55 0,-3 3-226 16,4-6-474-16,0 4 210 0</inkml:trace>
  <inkml:trace contextRef="#ctx0" brushRef="#br0" timeOffset="160788.79">25473 8341 33 0,'0'0'255'0,"-4"3"-14"16,4-3-15-16,-2 2-10 0,2-2-5 0,0 0-9 15,0 0-8-15,0 0-12 0,0 0-19 0,0 0-17 16,0 0-11-16,16 1-12 0,-2-3-15 0,4 1-7 16,1-3-14-16,3-4-5 0,6 4-8 0,0-4-9 31,0-2-6-31,-8 3-4 0,5-3 5 0,-7 2-15 15,-1-3-2-15,1 0-1 0,-2 1 3 0,-2-1 2 0,-1 0-2 0,-2-2-6 16,-3 3 2-16,0 1 8 0,-4 1-2 0,-2 2 6 16,3-1-11-16,-5 1-11 0,-5-1-9 0,0 3-9 15,-4 0 12-15,-2 3-18 0,-2 1 0 0,-7 0-1 16,0 4-2-16,0 1-4 0,-6 5-2 0,-2 2-2 16,5 3 3-16,0-1 4 0,0 3-9 0,4 3 8 15,1 1-3-15,4-3-1 0,-3 5 1 0,5 1-1 0,3 0 2 0,5-5 2 16,4 0-6-16,4 0 17 0,2-3-9 0,6 1-2 15,2-5 3-15,10 5 0 0,4-5 1 0,4-5-3 16,5-1-2-16,4-5 2 0,10-3-3 0,0-3 1 16,-11 1 10-16,-1-1-12 0,-4-6 4 0,-1-5-1 15,-7 4 9-15,0-2 26 0,-4-1 15 0,-5-4 6 16,-1-4 10-16,-1-2-10 16,-3-1 1-16,-2-4 6 0,0-3-2 0,-2-2 1 15,1-9 4-15,-2 8 10 0,-2-10 11 0,-2 10 14 16,-2 4 6-16,3 0 9 0,-2 6 13 0,-1 8 1 15,0 6 1-15,-2 1-9 0,0 0-18 0,0 5-14 16,0-1-16-16,2 2-36 0,-2 2-42 16,0 3-61-16,0 0-39 0,0 0 13 0,0 0 2 0,-7 23 13 15,3-5 22-15,-5 10-10 0,0 3 3 0,0 3 12 0,-5 10 13 0,1 1-2 16,1 2 2-16,1-2 9 0,2-14-30 0,5 1-5 16,-2 4-14-16,5-5-12 0,1-3-15 15,0-1-18-15,-3-8-22 0,3 2-27 0,0-4-32 0,3-4-31 16,-2-1-30-16,5-3-75 0,-2-2-173 0,3-2-550 15,-2-3 244-15</inkml:trace>
  <inkml:trace contextRef="#ctx0" brushRef="#br0" timeOffset="161312.31">26359 8229 354 0,'2'-3'352'0,"2"0"-37"0,-2 0-30 0,2 1-32 16,-4 2-27-16,4-3-27 0,-4 3-31 0,0 0-26 15,0 0-17-15,5 5-11 0,-5 0-10 0,0 2-15 0,0 1-24 16,2 2-16-16,0 0-22 0,-1 0 1 0,3 0-27 16,-2 0-6-16,0 1 1 0,3-5-5 0,0 2-5 0,-1-3 4 15,1 2 1-15,-1-4 3 0,1-3-1 0,1 0 3 16,-6 0 9-16,13-2 5 0,-5-3 16 0,-3 0 13 16,5-2 14-16,-2-1 7 0,1-2 7 15,0 0 9-15,-1 1 5 0,-1 0 23 0,1 1 5 0,1-2 14 0,-3 3 12 0,-1 1-16 16,-1 1-12-16,-1 2-21 0,1 0-5 15,-2 1-22-15,-2 2-35 0,0 0-17 0,12 5-4 16,-10 1-3-16,2 5-2 0,1 6-2 0,-1 6 1 16,0 8-1-16,2 2-1 0,-3 3-3 0,-5 12 3 0,-1 3 4 15,-2 0 2-15,-4 2 1 0,-4-4-4 0,-2 3-16 16,-1-5-7 0,-4-1 2-16,-1-5-7 0,-3 0-2 0,4-14 3 15,-1-3 4-15,-2-5 3 0,6-4 2 0,0-8 7 0,-1 0 4 16,0-3 17-16,0-3 12 0,0-2 19 15,0-6 22-15,5-2 34 0,-2-5 18 0,6-3 11 16,1-7-4-16,7-1-9 0,6-9-9 0,4 0-4 16,14-14-9-16,5 2-13 0,8-7-7 0,15-15-3 0,4-2-10 15,5 10-1-15,-12 16-13 0,24-12-3 0,-23 18-5 0,5 5-5 16,-2 0 11-16,-5 5-4 0,-11 11-6 0,-2-1 0 16,-2 2-6-16,-6 3-1 0,-8 4-5 0,-2 2 2 0,-5 3-3 15,-2-1-15-15,-3 2-17 0,2 1-33 16,-3 0-35-16,-1-1-41 0,0 2-41 0,-4 1 6 15,0 0 21-15,0 0-22 0,-9 11-18 0,1-6-30 0,-1 3-28 16,0 0-24 0,0-4-41-16,-2 1-289 0,5 0-638 0,4 0 282 15</inkml:trace>
  <inkml:trace contextRef="#ctx0" brushRef="#br0" timeOffset="161497.19">27295 8442 75 0,'-1'6'571'15,"-2"-1"-32"-15,2 1-25 0,1-2-36 0,-4-2-48 0,4 1-40 16,0-3-45-16,-2 6-78 0,2-6-85 0,0 0-106 16,0 0-143-16,0 0-218 0,0 0-302 15,0 0-633-15,10-13 280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04:21.77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2491 1769 14 0,'0'0'138'16,"0"-5"-7"-16,0 5-1 0,0 0-9 0,0-4-5 0,0 4-2 0,0 0-14 16,0 0-1-16,0 0-9 0,0 0-12 15,0 0-3-15,0-4-7 0,0 4-7 0,0 0 1 16,0 0 4-16,0 0 7 0,0 0 1 0,0 0 2 16,0-5-8-16,0 5-7 0,2-5-7 0,-2 0 2 15,0 5 1-15,-2-7-5 0,1 4-3 0,0-1 7 0,1 0 1 16,0 4-5-1,-2-6-4-15,2 6-6 0,0-5-1 0,0 5-10 16,0-4 3-16,0 4-10 0,0 0-3 0,0 0-24 16,0 0-1-16,0 0-4 0,0 0 3 0,0 26 0 15,0-7 3-15,-2 13 0 0,-1 4-3 0,1 14 3 16,0 1 1-16,-4 3-2 0,1-1 3 0,2 5-3 16,1 25 6-16,3-23 3 0,-3-5-3 0,4-1 2 15,1-2 0-15,1-2 2 0,2 0-1 0,-5-14-2 0,-1-3 0 16,3 0 0-16,-3-1 0 0,1-4 8 0,0-9-9 15,1 1 2-15,-1-5-3 0,-1 1 4 0,0-2-3 0,1-4 3 16,-1-2 2-16,0-1-7 0,0-2 6 16,0 0-6-16,1-1 4 0,-1-4 3 0,0 8 10 15,0-8 13-15,0 0 7 0,0 0 0 0,-2 4-5 16,2-4-12-16,0 0-23 16,0 0-25-16,-4-22-24 0,3 11-32 0,-3-6-31 15,4-1-49-15,-1-10-48 0,-7 0-138 0,5-2-378 16,3-4 168-16</inkml:trace>
  <inkml:trace contextRef="#ctx0" brushRef="#br0" timeOffset="350.46">2410 1635 125 0,'-3'-5'199'0,"0"-1"-9"15,2 1-15-15,-1 1-22 0,-1 2-13 0,2-1-19 0,1 3-20 16,0 0-18 0,0 0-5-16,7-3-12 0,-7 3-8 0,22 7-7 15,-6 1-8-15,9 2 0 0,-6 2-8 0,9 3 4 16,-1 2-13-16,0 0-3 0,-4 4-1 0,0-1-1 16,-1 1-2-16,-6 1 0 0,-3-5-5 0,-1 0-2 15,-1 0 8-15,-5-2-12 0,-3 1 2 0,-3 0 6 16,-4 0-7-16,-7 1 12 0,-1-2-4 0,-6-1 4 15,-2 2 4-15,-7 2-3 0,3-2 5 0,-3-1-4 0,0-5-1 16,5 4 4-16,3-5-1 0,0-2-1 0,2-1-4 16,0 1-5-16,5-2 2 0,1 2-3 0,-1-1-3 15,3 1 2-15,-1-2-14 0,6-1-33 0,-1 6-41 16,1-5-19-16,4 0-13 0,4 6-54 0,4-5-138 16,2 3-323-16,3-6 143 0</inkml:trace>
  <inkml:trace contextRef="#ctx0" brushRef="#br0" timeOffset="835.68">3028 2181 155 0,'0'0'284'0,"0"-4"-19"0,0 1-24 16,0 3-20-16,0-5-22 0,0 5-20 16,-4-5-21-16,4 5-11 0,0 0-17 0,-14 5-13 15,4 0-17-15,-2 2-8 0,-2 5-12 0,-3 0-9 16,-2 10-7-16,-1 2-6 0,3-4-6 0,-2 7-5 15,2 1-8-15,1-1-3 0,1 5-6 0,2-4-4 16,4 0 4-16,3 0-2 16,2-3-8-16,0-5 2 0,4-3-3 0,0 0 1 15,1-5-5-15,3-1 3 0,4 3-2 16,-3-6 5-16,3 1 5 0,2-4 8 0,1-3 8 0,6-3 4 16,6 1-4-16,-3-5-5 0,7-6 2 0,0 2 11 15,-4-4-9-15,-3-5-3 0,1-3 0 0,-7 0-4 16,1-2-9-16,-2-2-2 0,-3 0 1 15,2 1-5-15,-10 5-2 0,1-2-1 0,-3 1-3 0,-3 1-5 0,-1-1-2 16,-3 6-1-16,-3-1-3 0,-2 0-2 0,-2 1-5 0,1 7-13 16,2 0-13-16,-2 6-16 0,0-1-16 0,-1 2-25 15,0 2-33-15,1 3-16 0,0 0-31 0,2 1-31 16,1 3-40-16,2 1-180 0,4-1-453 16,4 2 201-16</inkml:trace>
  <inkml:trace contextRef="#ctx0" brushRef="#br0" timeOffset="1133.7">3401 2295 309 0,'0'-5'335'0,"0"5"-17"0,0 0-13 0,0 0-18 16,0 0-18-16,1-8-21 0,-1 8-30 0,0 0-22 15,0 0-21-15,0 0-18 0,4-6-25 0,-4 6-24 16,0 0-23-16,0 0-23 0,0 0-6 0,0 12-5 16,0 0-3-16,2 0-6 0,0 3 2 0,-2 4-4 15,0-1-4-15,0 2-3 0,0 5 2 0,0-8-7 0,1 0-4 16,2 2 3-16,-3-4-1 0,-3-1-12 0,3-4-15 16,3-1-11-16,-3 0-21 0,-3-2-11 0,6-2-4 15,-3-1-2-15,0 0 7 0,0-4-16 0,0 0-62 16,0 0-76-16,0 0-51 0,-4-22-228 0,4 8-514 15,0-3 227-15</inkml:trace>
  <inkml:trace contextRef="#ctx0" brushRef="#br0" timeOffset="1287.83">3340 2014 301 0,'-2'-1'276'0,"1"-4"-29"0,1 5-27 0,0-5-25 0,0 5-21 16,-1-3-37-16,1 3-23 0,0 0-16 15,0 0-25-15,0 0-24 0,19 5-34 0,-10 3-45 0,1-2-52 0,3 2-95 16,-1 1-92-16,-3 1-290 0,3-3 128 0</inkml:trace>
  <inkml:trace contextRef="#ctx0" brushRef="#br0" timeOffset="1721.62">3847 2128 56 0,'0'0'213'0,"-4"2"-22"0,4-2-20 0,0 0-11 15,0 0-17-15,0 0-16 0,0 0-15 0,-6 5-5 16,2-3-10-16,-1 1-7 0,1 2-14 0,-5 2-4 15,-2 1-10-15,-2 3-5 0,-1 2-2 16,1-1-11-16,0 2 1 0,0-2-6 0,2 2-3 0,-3 1-5 16,5 2-4-16,0-3-6 0,0 0 2 0,0 0-1 15,8-3-2-15,-2 2-1 0,2-1-2 0,2 1-1 0,3-2-1 16,3 1 0-16,3 2-1 0,0-1-3 0,6-1 4 16,0 2-3-16,3-7 1 0,3 8-2 0,-3-5-4 15,-1-1 3-15,-3-1-2 0,0 1-3 0,-3-4 2 16,1 2-4-16,-3-2 4 0,-5-2-6 0,0 2 2 15,2-3-3-15,-3 3 3 0,-1-3 2 0,-3 2-2 16,-6 1 0 0,1 0 2-16,-4 0-2 0,-5 0-2 0,1 1 2 0,-6 1-2 15,2-1 3-15,-3-3-1 0,0 2-4 0,-1 2 5 16,2-5-4-16,1-1-8 0,0 4-23 0,5 0-32 16,-1-5-50-16,4 0-55 0,-3-3-159 0,8 0-354 15,5 3 157-15</inkml:trace>
  <inkml:trace contextRef="#ctx0" brushRef="#br0" timeOffset="2120.62">4380 2160 63 0,'-10'-1'173'0,"5"2"-8"0,-3-2-10 16,8 1-13-16,-18 5-8 0,4-2-8 0,5 0-13 16,-1 2-13-16,-3 1-4 0,4-1-14 0,-3 5-4 0,1-5-6 15,3 4-12-15,2 0-7 0,-2 2-1 0,0 1-7 16,4 0-2-16,1 2-7 0,0-3 0 0,5 5-5 15,2-2-1-15,2 3 1 0,4-2-1 0,2 0-8 0,5 5 3 16,4-4-4-16,2 1 0 0,0 0 2 0,0-2 1 16,2 1-1-16,0-1 0 0,-7-3-1 15,-3 0-8-15,0-3 4 0,-6-1-7 0,4-1 0 0,-7 0 3 0,-2-2-2 16,-1 2 15-16,-2-2 5 0,-2 2-3 0,-8-1-1 16,-2 2-3-16,-6 0 2 0,-4 0-6 0,-7 2-29 15,-1 0-50-15,-3-4-67 0,0 0-247 0,0-2-402 16,4-4 178-16</inkml:trace>
  <inkml:trace contextRef="#ctx0" brushRef="#br0" timeOffset="4124.26">5058 2155 14 0,'-7'3'117'16,"0"-1"0"-16,-4 2-6 0,-3 2-6 0,4 1-5 15,-7 2-1-15,3 3-6 0,1 3-1 0,-10 2-14 16,7 2 1-16,4-3-7 0,-6 6-9 0,8-6-2 0,-2 6-5 16,5-5-7-16,4 1 1 0,-2-1-7 0,0 0-6 15,2-2-1-15,2 2-1 0,2-5-1 0,2 2 7 16,1-2 7-16,2-1 5 0,4-2 1 0,3 3 3 16,0-7-5-16,4 0-2 0,4-3-6 0,6 0-1 15,-5-4-4-15,9-1-6 0,-5-4-2 0,-5 3-6 0,-2-4-1 16,-1-2-3-16,0 1-1 0,-3-1 8 15,-1-6 11-15,-1 3 0 0,-4-1-2 0,0 1 2 16,-8-4 0-16,0 0-1 0,-2 1 3 0,-3-4-5 16,-6 6-4-16,-1-3-2 0,-1 2-2 0,-3 0-3 15,-3 2-4-15,-4 0-4 16,-5 5 3-16,8-1-2 0,-3 5 0 0,-7-1-7 16,10 1-2-16,-2 3-2 0,6 1-3 0,-3 0-14 15,4 1-24-15,1 0-29 0,6 6-33 0,-2-4-26 16,6 2-38-16,-2 1-219 0,4 0-408 0,2 3 181 15</inkml:trace>
  <inkml:trace contextRef="#ctx0" brushRef="#br0" timeOffset="4593.92">5517 2174 249 0,'0'0'336'0,"-1"-4"-20"15,1 4-22-15,-3-3-26 0,3 3-20 0,0 0-18 16,-1-4-32-16,1 4-23 0,0 0-15 0,0 0-25 16,0 0-19-16,0 0-28 0,0 0-10 15,0 0-13-15,0 0-7 16,0 17-5-16,3-6-4 0,-5 0-4 0,1 6-1 15,-4 0-6-15,2 1-12 0,2 1 6 0,1 6-3 16,-2-6-3-16,0 0-2 0,0-2-1 0,0-5-3 16,1 0 8-16,1 0-13 0,-1-5 0 15,0-1 4-15,1-2-4 0,-2 1-7 0,2 2 30 0,0-7 33 0,0 3 19 0,0-3 34 16,0 0-19-16,0 0-8 0,13-15-7 0,-5 6-11 16,3-8-10-16,1 1-5 0,2-7-13 15,0 3-1 1,-3 4 2-16,1-1-4 0,-3 5-1 0,-4 5 6 0,0-3-8 0,0 5-6 0,-1 0-5 0,-3 0-4 15,3 2-8-15,-4 3-34 0,8-2 1 0,-8 2-1 16,0 0-8-16,18 12-9 0,-12-6 2 0,4 7 7 16,0-3-6-16,2 6-11 0,2 0-24 0,1 3-42 15,3 1-33 1,-2 1-45-16,-4-7-48 0,5-2-86 0,-3-1-286 16,0 0-650-16,-4-10 288 0</inkml:trace>
  <inkml:trace contextRef="#ctx0" brushRef="#br0" timeOffset="5195.08">6739 1973 158 0,'-2'-4'282'0,"2"-1"-36"0,-1 0-7 0,1 2-5 0,0 3-12 0,-1-5-12 31,1 5-19-31,0 0-21 0,0-6-11 0,0 6-32 0,0-4-28 16,0 4-34-16,0 0-12 0,0 0-9 0,0 0-7 15,-4 21-3-15,7-10-3 0,-6 7-5 0,2 3 2 16,-2 6-3-16,3 1 4 0,-2-1-7 0,-2 0 1 15,0 0 0-15,4 1 1 0,-4-10-1 0,4 2-1 16,-1-3-2-16,0-1-9 0,1-4-22 0,-3 0-17 16,3-1-34-16,0-2-34 0,0 0-33 0,0-4-24 0,-1-1-48 15,1-4-166-15,0 0-396 0,0 0 175 0</inkml:trace>
  <inkml:trace contextRef="#ctx0" brushRef="#br0" timeOffset="5543.02">6686 1860 44 0,'-1'-2'179'0,"1"2"-12"0,-8-1-24 0,8 1-12 16,-2-2-17-16,2 2-13 0,0 0-10 0,0 0-8 15,0 0-9-15,6 12-12 0,3-5 0 16,4 4-5-16,4 2-10 0,10 7 3 0,1-2 0 0,1 3-8 0,0 1 1 15,12 7-3-15,-10-8-7 0,-3 1 2 0,-2-1-5 16,-3-1 1-16,-3 3-11 0,-5 0 4 0,-6-6-15 16,-1 0 17-16,-4 2-3 0,-6-1 5 0,0 0-1 15,-8 6 1-15,-7-4-2 16,-3 0-3-16,-4 1 4 0,-1-4-7 0,-3-2 1 0,-3 1 0 0,3-3-1 0,-3-1-6 0,1 0 2 16,3-2 0-16,0 1-5 0,8-6 4 15,0 0-2-15,1 2-1 0,0-4-2 0,7 0-3 16,4-1 0-16,2 1 2 0,1 0-16 0,4-3-13 15,0 0-29-15,0 0-43 0,0 0-53 0,16-11-167 16,0 6-337-16,11-5 149 0</inkml:trace>
  <inkml:trace contextRef="#ctx0" brushRef="#br0" timeOffset="5796.67">7347 2152 263 0,'0'0'353'0,"0"-5"-17"0,0 5-24 0,0 0-22 16,0-5-31-16,0 5-17 0,1-4-32 0,-1 4-21 0,0 0-28 15,0 0-20-15,0 0-14 0,0 0-17 0,0 0-23 0,0 0-11 16,0 0-8-16,8 13-6 0,-8-4-3 0,0 2-6 16,1 4 1-16,2 0-4 0,-1-1-10 0,-2 1-7 15,3-4 3-15,-3 1-7 0,1 1 2 16,-1-3-13-16,3 2-19 0,-3-2-11 0,0-1-22 15,0-2-12-15,1 0-24 16,-1 1-18-16,-1-3-18 0,-2-1-13 0,3-4-40 16,-6 4-63-16,6-4-250 0,-17-4-512 0,9-3 227 15</inkml:trace>
  <inkml:trace contextRef="#ctx0" brushRef="#br0" timeOffset="5943.72">7246 1991 192 0,'0'-3'287'0,"0"-1"-29"0,0 4-25 0,0-6-29 16,0 6-18-16,1-7-25 0,3 6-22 0,1-1-23 16,0 0-38-16,3 2-35 0,6 2-38 0,-5-1-52 15,6 0-66-15,-3 0-178 0,3 1-315 0,-2 1 141 16</inkml:trace>
  <inkml:trace contextRef="#ctx0" brushRef="#br0" timeOffset="6359.9">7884 2007 66 0,'0'0'246'0,"0"0"-19"0,0 0-22 15,0 0-25-15,0 0-18 0,-9 0-15 0,9 0-16 16,-5 2-17-16,0 1-7 0,-2-1-10 0,1 5-8 15,-7-2-13-15,4 3-6 0,-1-1-10 0,-3 3 3 16,0 2-13-16,2-1-3 0,2-3-7 0,-4 7-3 16,4-3-7-16,1-1-2 0,3-1-11 0,1 0 2 0,1 3 1 15,1-2-9-15,2 0 3 0,0-2-1 0,4 3 0 16,0-3 1-16,1-1-3 0,4 3-3 0,5 0-1 16,-4 0-2-16,7-1 3 0,-7-2 1 0,3-2-5 15,-2-2 3-15,-3 4-5 0,0-2-4 0,2 1-10 16,-6-5-7-16,1 4 3 0,-2-2 1 0,-3 1 1 15,-3 0 3-15,-2 2 2 16,-6-1 3-16,-5 2 1 0,-3-2-1 0,2-2 4 16,-6 1-4-16,4 1 4 0,-9-2-2 15,2 2 1-15,6-3 4 0,1 2-2 0,2-2 3 16,2-3-3-16,5 2 3 0,-2 0-4 0,5-1-4 0,7-1-15 16,0 0-61-16,-13-5-60 0,13 2-204 0,0 3-374 15,10-12 166-15</inkml:trace>
  <inkml:trace contextRef="#ctx0" brushRef="#br0" timeOffset="6645.22">8157 1922 342 0,'-4'-4'328'0,"4"0"-32"15,0 4-28-15,-3-4-29 0,3 4-29 0,-2-3-20 16,2 3-27-16,0 0-31 0,0 0-17 0,0 0-9 16,0 0-13-16,-1 18-4 0,2-7-15 0,-1 6-6 15,2 3-8-15,-2 5-6 0,2 1 0 0,-2 1-6 16,0-3-1-16,0 3-5 0,3 0-5 0,-5-1-4 0,2-6 1 0,0-2-7 16,2 2 1-16,-4-3-4 0,1-1-18 0,-3-5-5 15,2 2-12-15,0-3-14 0,1-2-21 16,-4 4-28-16,2-5-33 0,-2-1-39 0,0-5-60 15,-5 5-227-15,10-6-467 0,-13-1 207 0</inkml:trace>
  <inkml:trace contextRef="#ctx0" brushRef="#br0" timeOffset="6882.23">8009 2160 81 0,'-8'0'225'0,"8"0"-1"15,-6 0-15 1,3 3-10-16,3-3-16 0,0 0-12 0,0 0-13 16,0 0-11-16,0 0-10 0,40-8-10 0,-20 8-15 15,11-4-9-15,-3 1-11 0,2 1-4 0,-1-2-17 16,-1 0-14-16,-5 1-14 0,-1 3-4 0,-4-2-14 16,-4 0-8-16,-1 1-17 0,-3 0-10 0,-3 1-13 15,-7 0-7-15,11-1-7 0,-11 1-19 0,0 0-24 16,0 0-29-16,0 0-27 0,0 0-25 0,-41 1-150 0,27 0-338 0,1-1 150 15</inkml:trace>
  <inkml:trace contextRef="#ctx0" brushRef="#br0" timeOffset="7415.59">8523 2070 231 0,'0'0'217'16,"12"2"-16"-16,-4-2-19 0,5 2-12 0,-4 1-15 15,1 1-11-15,1 0-17 0,1-2-10 0,-1 8-14 16,-2-4-12-16,0 3-3 0,4 2-12 0,-5 1-6 16,1 1-9-16,-4-2-2 0,-1 0-8 0,2 4-1 15,-3-4-8-15,-3 2 0 0,0-4-5 0,0 0 1 16,-3-2-7-16,2 1-1 0,-4 1 0 0,2-4 1 15,1-2-8-15,-1 4 2 0,2-3 4 0,-2-3-9 16,3-1 5-16,-4 5 20 0,3 1 22 0,1-6 31 16,0 0-9-16,0 0-15 0,0 0-14 0,9-13-6 0,-1 3-13 0,3 0-5 15,6-4-12-15,5-4-11 0,2-1-6 0,0 5 0 16,-1-3-2-16,0 1-1 0,0 2-3 16,-4 1 4-16,-2 4-2 0,1 0-3 0,-4 1 3 15,-4 1 6-15,2 1 5 0,-3 2 12 0,-4 0-1 16,2 1-3-16,-3-1-5 0,0 3-2 0,0-1-7 15,-4 2 1-15,5-3-6 16,-5 3 1-16,0 0-4 0,6 5 3 0,-6-5-4 16,4 8 5-16,-4-3-4 0,0 2 7 0,-2 3-3 15,2-2-3-15,0 4 4 0,-2-2-3 0,1-1-1 16,0 5 2-16,-2-2 3 0,3 1-2 0,-1-1 3 16,0 0-4-16,1-3 3 0,-2-2 0 0,2 3 0 15,0-5-3-15,0 2 3 0,-1-4-21 0,1 4-9 16,0-7-12-16,1 5 7 0,-1-5-6 0,0 5 2 0,0-5-12 15,0 0-65-15,0 0-63 0,0 0-70 0,-7-17-211 0,3 7-490 16,3-2 217-16</inkml:trace>
  <inkml:trace contextRef="#ctx0" brushRef="#br0" timeOffset="7567.84">8928 1918 64 0,'-4'-4'313'0,"0"3"-9"0,3-2-20 15,1 3-17-15,-4-4-26 0,4 4-14 0,-4-3-24 16,4 3-20-16,0 0-24 0,0 0-27 0,0 0-32 16,0 0-35-16,0 0-42 0,15 2-54 0,-15-2-62 15,18 5-85-15,-10-2-200 0,2 1-408 0,2-2 180 16</inkml:trace>
  <inkml:trace contextRef="#ctx0" brushRef="#br0" timeOffset="8115.26">9176 2288 128 0,'0'0'222'16,"-2"5"5"-16,2-5-13 0,0 0-12 0,0 0-3 15,17-5-11-15,-12-1-14 16,5-5-8-16,4 1-18 0,-1-4-16 0,-2-3-12 16,6-3-11-16,1-4-12 0,-4 2-6 15,0 0-2-15,-1-4-8 0,0-1 1 0,0-2-3 16,-3 3 3-16,1-3-21 0,-2 0-3 0,-2-2 4 16,-2 1 9-16,1 4 3 0,-2-3 5 0,-2 10 1 0,-2-1 9 15,0 5 6-15,0-2 4 0,0 8 2 16,0-3-9-16,0 2-6 0,-1 4 4 0,1 2-28 0,0-1-6 0,0 1-22 15,0 4-28-15,0 0-21 0,-1-4-18 0,1 4 7 16,-5 13-2-16,2-1 3 0,-2 5 6 0,0 8 0 16,-1 3 3-16,-1 2 5 0,1-1-2 0,2 2 6 15,3 1-5-15,0 0 7 0,2-2 0 0,0-1 5 16,2-2-2-16,3 0-4 0,-1-3 3 0,1-3 0 16,4 1 8-16,-3-5-2 15,3-2 6-15,1-3-4 0,0 0 5 16,-2-2-1-16,3-5 3 0,-2-1 8 0,1-1 4 0,-2 2 15 15,-1-5 3-15,2-1 5 0,-10 1 2 16,17-9 7-16,-11 6-16 0,-1-4-8 0,-1 0-7 16,1-3-7-16,-5-2-5 0,0-1-12 0,-5 4-11 15,1-3 0-15,-5 3-16 0,-1-4-15 0,-3 1-13 0,1 5-2 16,-4 2-20-16,-2-1-12 0,1 1-13 0,0 2-27 0,4 3-23 16,0 0-22-16,-1 2-48 0,0-1-46 0,4 4-222 15,-2-2-530-15,6 2 234 0</inkml:trace>
  <inkml:trace contextRef="#ctx0" brushRef="#br0" timeOffset="8732.11">9748 2048 165 0,'0'-2'385'15,"0"2"-42"-15,4-3-30 0,-4 3-35 0,0-4-20 16,0 4-37-16,0 0-26 0,0 0-22 0,4-3-24 0,-4 3-13 0,0 0-18 16,0 12-10-16,0-5-8 0,0 2-10 0,0 4-6 15,-3 2-9-15,3 5-9 0,-2 5-3 0,-1-7-3 16,2 1-5-16,-3-2-10 0,4 0-2 0,0-7-7 16,0-1-1-16,0-1 0 0,0-2-6 0,0 0 0 15,0-6 3-15,1 6 2 0,-1-6-1 0,8 0 2 16,-8 0-12-16,15-7 2 0,-5-2-1 0,-3 2-1 0,7-5 0 15,-3-1-4 1,3 0-2-16,-1-2 0 0,2 1-5 0,-3 1 3 0,1 1-2 16,-3 0-3-16,-2 6-4 0,-1-2 0 0,-3 2 0 15,1 1-13-15,3 1 9 0,-3-1-9 0,-1 2-7 16,-3 1-11-16,-1 2 9 0,8 0-13 0,-8 0 1 16,10 5 0-16,-5 2 8 0,0-2-2 0,2 0 1 15,-2 5 2-15,4-5 1 0,-3 4 5 16,2-4-7-16,1 5-1 0,0-3 0 0,-3-3 4 15,3 1 6-15,-2-2-2 0,1-1 4 0,-8-2-1 0,15-2 0 16,-8-2 3-16,-1-1 0 0,3-2 4 0,-1-2-2 16,2 0-1-16,-3-4 0 0,-1 0 2 0,-2-3 6 15,5-1 5-15,-3-6 4 0,-1-3 5 16,1 6-1-16,-3-6 3 0,1-1 1 0,0-1 7 0,0 2 5 0,1 7 7 0,-4 2 9 16,-1 1 8-16,0 5 8 0,0 0 1 0,1 6-10 15,-1-2-9-15,0 3-9 0,0-3-24 0,3 7-15 16,-3 0-24-16,0 0-1 0,0 0 0 0,-5 11 6 15,0-2-1-15,2 8 13 0,0 0-7 16,-4 12 1-16,-1-3 4 0,0 3 4 0,2 1 12 16,-1-2-6-16,0 1-12 15,2-2-15-15,1 1-10 0,-1-10-23 0,4 1-15 16,-2 0-14-16,1-8-19 0,1 1-29 0,-2-2-23 16,3-3-17-16,-1 0-10 0,1-7-51 0,-2 1-204 15,2-1-480-15,0 0 212 0</inkml:trace>
  <inkml:trace contextRef="#ctx0" brushRef="#br0" timeOffset="9117.61">10000 1990 64 0,'-4'0'138'0,"4"0"3"0,-4 3 0 0,4-3 5 15,0 0 1-15,13 7-11 0,-2-2-8 0,5-5-15 16,6 4-8-16,9-4-13 0,7 0-10 0,2 0-6 0,15 0-3 0,-3-1-14 15,-12-2-2-15,-3 3-7 0,2-7-6 0,-6 1-2 16,2 2 7-16,-6-3 10 0,-1-1 14 0,-10 5 20 16,-5-3 26-16,-1 3 13 0,-1-2 13 0,-1 2-1 15,-4 2 1-15,2 0-8 0,-6-1-9 0,2-2-10 16,-4 4-5-16,8-1-14 0,-3-1-9 0,-5 2-7 16,0 0-21-16,5-3-3 15,-5 3-15-15,0 0-14 0,0 0-4 16,4 6-6-16,-4-6-1 0,-3 9 3 0,3-2-9 15,0 2 3-15,-1 2-8 0,1 1 1 0,0 0 1 0,-1 7 3 16,-3-4-5-16,4 1 4 0,0 1 0 0,0-2-4 16,0 1 0-16,0-3 2 0,0 2 4 0,0-4-11 15,0 0 3-15,0-2 2 0,0-2-26 0,0-2-16 16,0 2-13-16,4-3-4 0,-8-1-3 0,4-3 1 0,0 0 2 16,4 6-21-16,-4-6-66 0,0 0-58 0,0 0-37 15,-5-17-58-15,1 7-170 0,1 0-499 0,1-9 221 16</inkml:trace>
  <inkml:trace contextRef="#ctx0" brushRef="#br0" timeOffset="9264.73">10558 1852 176 0,'-5'-5'291'0,"0"-1"-4"16,5 3-9-16,-4-2-8 0,3 1-18 0,-2 1-19 16,3 3-19-16,-3-6-24 0,3 6-18 0,0-3-20 15,0 3-23-15,0 0-20 0,0 0-36 0,0 0-38 16,11 0-37-16,-11 0-50 0,15 6-58 0,-3-1-73 15,-2 1-236-15,3-2-455 0,1 3 202 0</inkml:trace>
  <inkml:trace contextRef="#ctx0" brushRef="#br0" timeOffset="9633.9">10954 1936 56 0,'-9'3'185'0,"2"-1"-1"0,-1 1-13 0,2 1-10 0,-2 0-18 0,-3 1-10 0,2 2-11 0,0 0-7 16,-2 2-11-16,1 3-15 0,1-1-10 0,-1 3-1 31,5-4-15-31,-3 5-1 0,3-4-8 0,4 1 2 16,2 3-3-16,-1-4 3 0,1 1-1 0,3 4 1 15,4-6 3-15,1 1-2 0,1 0-2 0,3-3-5 0,3 0-1 16,1-3-6-16,4 0-1 0,-1-3-6 15,-1-1-1-15,-2-4-2 0,-1 1-1 0,2-3 9 16,-6-1 5-16,3-3-4 0,-7 2 1 0,2-4-5 16,-5-2-2-16,3-2-5 0,-7 4 2 0,3-10-5 15,-3 4-2-15,-6 0-3 0,1 1-2 0,-1 1-4 16,-4 3-1-16,0-1-2 0,0-1 1 0,-6 4-4 0,6 3-1 0,-5 0-3 0,2 2-6 16,2 0-4-16,-3 3-10 0,1 1-21 0,0 1-27 15,3 3-28-15,0-3-34 0,0 7-17 0,4-2-31 16,0-2-44-16,1 4-155 0,6 0-400 15,-2-7 178-15</inkml:trace>
  <inkml:trace contextRef="#ctx0" brushRef="#br0" timeOffset="10035.41">11210 1964 253 0,'0'0'276'16,"0"0"-28"-16,0 0-26 0,0 0-28 0,0 0-22 0,0 0-13 16,0 0-18-16,0 0-8 0,0 12-17 15,-1-5-3-15,-1 0-16 0,1 4-4 0,1 1-13 0,-4 4-6 16,2-3-7-16,-1 3-3 0,-1-4-4 0,4 2-9 16,-4-4-6-16,3 0-3 0,-3 1-3 0,4-6-2 15,-1-1-4-15,1 3 1 0,0-7 6 0,0 7 16 16,0-7 9-1,0 0 2-15,0 0-5 0,0 0-2 0,21-10-7 16,-12 3 4-16,7-5-1 0,-3 4 1 0,1-6-10 16,0 1 7-16,4-1 9 0,1-2-17 0,-4 3-4 15,0 1 3-15,-2 3 3 0,-4 2 0 0,2 1-9 16,-4 0 5-16,-4 3-5 0,3-1-4 0,-2 1-9 16,0 0-12-16,-4 3 2 0,9 0-6 0,-9 0 3 15,10 3-9-15,-5 3-2 0,2-1 4 0,4 3-17 0,-6 0-9 0,4 1-16 16,-1 0-15-16,-2 1-22 0,2 2-22 0,-3 0-27 15,0 0-38-15,4-2-20 0,-4 0-46 0,0 0-63 16,2-3-177-16,-1-1-504 0,2-2 222 0</inkml:trace>
  <inkml:trace contextRef="#ctx0" brushRef="#br0" timeOffset="10189.02">11685 2052 174 0,'0'-4'283'16,"0"4"-11"-16,0 0-13 0,0 0-11 0,0 0-20 15,0 0-21-15,0 0-23 0,0 0-20 0,0 0-23 16,0 0-43-16,0 0-50 0,0 0-54 0,0 0-70 16,0 0-113-16,0 0-151 15,0 0-367-15,0 0 163 0</inkml:trace>
  <inkml:trace contextRef="#ctx0" brushRef="#br0" timeOffset="12007.84">2873 3033 93 0,'5'-1'109'0,"2"0"-13"16,2-3 0-16,2 3-7 16,1-2-7-16,2 0-5 0,5-1-4 0,0 1 6 15,4-1-10-15,4-1-3 0,9 3-2 0,-6-4-4 16,4 2 2-16,0-3-6 0,2 3 0 0,1 0-9 15,3 0 6-15,-3-1-1 0,15 1 2 0,-12 3 8 16,12-2-13-16,-2-1-7 0,5 2 2 0,-3-2-5 16,-12 4 3-16,11-4-4 0,-10 2 1 0,14-1-2 15,1 1 0-15,-3 0-5 0,-1-3 1 0,3 0 2 0,-2 3-5 16,4-1-6-16,-1 2-1 0,-1-1-1 0,5 0 0 16,-1-1-1-16,-3-3-3 0,-1 3-1 0,5 3 2 15,-5-3-2-15,2 0 0 0,-3 2-3 0,6 2-1 0,-1-1 0 16,0-2-2-16,2 0 4 0,2 1-4 15,-3-1 2-15,2 4-2 0,2-6-1 0,-1 2-3 16,3 1-1-16,-2-3 2 0,-1 2-2 0,-2-1-3 0,-1-1 3 0,4 4-1 16,-1-3 1-16,1 2-2 0,-1 0-2 0,0-2 3 15,4-1-1-15,0 5 2 0,-4-2 2 0,1-2-1 16,-4 3 7-16,-2 0-7 0,4-3-1 0,-7 3 5 16,-1-4-6-16,-1 4 6 0,2-1-2 0,1-1-3 15,-1-1 1-15,-1 1-4 0,1 0 4 0,2-3-2 16,2 3 11-1,0-2-2-15,1 0 0 0,-1 0-1 0,0 1-2 16,-3 0 3-16,-1-1-6 0,0 4 4 0,1-4-2 16,4 1 1-16,-8-3-4 0,3 4 6 0,-6 0 0 15,6 2 3-15,-4-4-2 0,0 0 5 0,-9 3-3 16,12 1 0-16,-3-3 0 0,1 0 4 0,-13-1-5 16,13 3 0-16,-1 1-3 0,0-1 1 0,0 1-4 15,-11-1 1-15,-3 1-3 0,4-2 2 0,10 1-3 0,-14 0 4 0,0 1 0 16,3-1-3-16,1-1-4 0,-3 2 1 0,0-1 2 15,2-1-2-15,2 0 0 0,9 0-3 0,-15 8 1 16,2-8 3-16,2 0-4 16,-3 0 1-16,0 2 1 0,0-2-3 15,-1 1 3-15,0-1-2 0,-2 2 4 0,3 0-5 0,-4-2 2 0,1 2-3 16,-1-1 4-16,2 1-2 16,-2 1-1-16,0-1 4 0,0 2-1 0,4-2-5 15,-2 2 3-15,-1-2-1 0,1 0 0 0,1-2-1 16,-2 4 2-16,-2-4-2 0,4-1 1 0,-1 1 0 15,0 2 0-15,0-2 1 0,-1 1 0 0,3-3-2 16,-1 2 2-16,-3-1 0 0,3 3-1 0,-3 0 1 16,4 0-1-16,-5-3-1 0,3 3-1 0,-3-4 2 15,1 4 0-15,0 0 0 0,-2 0 0 0,3 1 0 0,-5-3 0 0,6 3 0 16,-3-2 2-16,-1 2-2 0,2-1-2 0,3 1 1 16,-2-2-1-16,2 0 2 0,2 1-3 0,-3-2 5 15,3 2-2-15,-2 0 1 0,2-1-3 0,2-1 5 16,-2 1-2-16,15 0 1 0,-14 1 3 0,-3-2-3 15,2 2 2-15,-6 0 0 0,3-1 8 0,-3 1 2 0,-2-2 3 16,2-1 5-16,-4 2 4 0,3 1-2 0,-4-3 4 16,-7 3 3-16,1-1-1 0,2 0 1 0,4-2-1 15,-9 3-1-15,2-3-7 0,-1 2 10 0,-1 0-2 16,-4 1-2-16,0-2 0 0,0 4-5 0,-1-4 0 16,0 1-1-1,-2-1 1-15,1 2 2 0,0 0-4 0,-1-2 0 16,-5 2-3-16,2 0-4 0,-1 0 5 0,-7 0-5 0,11 0-1 15,-11 0 2-15,9 0-1 0,-9 0 0 0,7 0-6 16,-7 0-2-16,7 0-3 0,-7 0 5 0,0 0-2 16,5 2-1-16,-5-2 1 0,0 0 3 0,0 0-2 15,0 0 0-15,0 0 5 0,0 0 6 0,6-2-1 16,-6 2-2-16,0 0-2 0,0 0-1 0,0 0-3 16,0 0 0-16,0 0 1 0,0 0-16 0,0 0-32 15,0 0-33-15,0 0-41 0,0 0-50 0,0 0-84 0,0 0-288 0,4-5-578 16,-3 2 256-16</inkml:trace>
  <inkml:trace contextRef="#ctx0" brushRef="#br0" timeOffset="12565.32">12081 1855 213 0,'0'0'322'0,"-1"-3"-31"0,1 3-25 0,-4-2-29 0,4 2-26 15,0 0-23-15,0 0-16 0,0 0-21 0,0 0-10 16,0 0-46-16,0 0-29 0,0 0-42 0,0 0-57 16,11 8-70-16,-4-2-94 15,2-1-144-15,0 2-370 0,-5-2 165 16</inkml:trace>
  <inkml:trace contextRef="#ctx0" brushRef="#br0" timeOffset="12724.19">12176 2259 205 0,'-1'5'228'0,"1"-5"-21"0,-3 6-4 0,3-6-6 15,-1 3-4-15,1-3-10 0,0 0-21 0,-3 3-14 0,3-3-14 16,0 0-12-16,0 0-19 0,0 0-26 0,0 0-60 16,0 0-72-16,0 0-87 0,0 0-189 0,0 0-358 0,31-3 159 15</inkml:trace>
  <inkml:trace contextRef="#ctx0" brushRef="#br0" timeOffset="12940.83">12706 2146 239 0,'0'0'262'0,"14"0"-30"0,-6 0-23 0,2 1-34 0,0-1-48 16,2 0-48-16,3 3-71 0,2-5-90 15,-4 2-127-15,6-1-225 0,-1 0 100 0</inkml:trace>
  <inkml:trace contextRef="#ctx0" brushRef="#br0" timeOffset="17630.36">14384 1685 8 0,'0'0'228'16,"0"-6"-22"-16,0 6-25 0,0 0-20 0,-1-5-41 15,1 5-29-15,0 0-9 0,0 0 1 0,-3 22-24 16,-1-5 3-16,-3 8-20 0,-2 4 6 0,1 6-3 16,-7 9-9-16,1 1-1 0,0 1 2 0,-3 2-7 0,-1-2-2 0,4-3 0 15,0 2-3-15,5-12 1 0,-3-1-1 0,1-1-1 16,1-4-4-16,1 2-4 0,1-4 5 0,2-8-3 16,2-5-4-16,1-2-1 0,0 1 2 0,0-6 2 15,0 2 9-15,3-2 22 0,-2-3 22 0,1 1 17 16,-2 1 14-16,3-4-4 0,0 0-38 0,-4-9-33 15,4-2-21-15,4-5-26 0,2 0-25 0,-2-16-26 0,3 1-10 16,2-3-5-16,6-9-2 0,-1-2-1 0,3-5-1 16,2 4 10-16,0 3 3 0,-1-2 28 0,-5 11 22 15,-3 1 28-15,3 1 40 0,-7 3 27 0,6 3 23 16,-4 3 19-16,-2 9 27 0,-1 0 9 0,-1 2 9 16,-2 5-13-16,1 1-11 0,-2-1-14 0,0 3-15 15,2 1-18 1,-1-2-22-16,0 4-35 0,-2 1-16 0,0 0-5 0,3 8-2 15,-1 0-2-15,2 9-4 0,-2 4-6 0,3 6 4 16,-1 5-3-16,0 4 3 0,1-2-1 0,-1 13 3 16,-2-10 1-16,2-2 3 0,-1 1 1 15,5 10 0-15,-3-11-1 0,2-3 4 0,-4-3 0 16,3 0 2-16,-3-9-6 0,-2-3-19 0,-1 0-15 16,1-5-16-16,1-1-14 0,0-5-3 0,-2 2-2 0,0-2 6 0,0-3 4 15,0-3-8-15,0 0-52 0,0 0-65 0,0 0-179 16,0 0-390-16,-27-19 173 0</inkml:trace>
  <inkml:trace contextRef="#ctx0" brushRef="#br0" timeOffset="17885.77">14109 2164 21 0,'-10'3'142'0,"4"-3"-5"0,-2 2-4 0,8-2-15 0,-9 1 8 16,9-1 7-16,-9 1-14 0,9-1-10 15,0 0 4-15,0 0 8 0,19 5-8 0,3-5-4 0,9 1-8 16,8-2-6-16,16 1-4 0,4-6-8 0,1 3-4 16,1-2-3-16,-2 6-8 0,-4-5-4 0,-17 2-8 0,-3 0-9 15,-3 0 0-15,-10 1-6 0,-2 2-6 0,-6-1-5 16,-4 0-3-16,-2 2-9 0,2-4-2 0,-5 4-10 16,-5-2-18-16,8 0-1 0,-8 0-1 0,4 3 0 15,-4-3-12-15,0 0-20 0,-15 6-48 16,15-6-46-16,-17 5-213 0,8-3-382 0,3-1 169 15</inkml:trace>
  <inkml:trace contextRef="#ctx0" brushRef="#br0" timeOffset="19289.38">16340 2051 69 0,'2'-3'266'16,"-2"3"-9"-16,4-6-10 0,-4 2-23 0,0 4-19 16,-2-7-23-16,0 5-17 0,-3-2-21 0,-2 0-13 15,-4 0-17-15,-6 4-12 0,-2-3-14 0,-7 3-9 16,-8 3-10-16,1-1-10 0,1 1-5 0,-2 4-4 15,4-1-9-15,-3 5-3 0,-2-2-4 0,4 1-3 16,-1 2-3-16,3 3-3 0,2-1-5 0,2 1-1 16,2 1-4-16,6-3-4 0,2-3 2 0,3 5-4 0,3 2 3 15,-1-4-3-15,5 4 5 0,1-5-5 0,2 5 1 16,4-9 2-16,2 4-2 0,1-1 1 0,1-5 2 16,2 2 1-16,5-3-2 0,-2-1 9 0,6-2 6 0,2-4 14 15,0-2 13-15,8-1 7 0,-1-6 11 0,-1-5 2 16,-1-2 11-16,3-2 6 0,-1-1-7 15,-4-4-1-15,-4-1-3 16,3-3 10-16,2-12-22 0,2 0 7 0,-4 0-22 16,-8 7 13-16,1 2 1 0,-4-1 10 0,-2 2 7 15,3 2-5-15,-3 2 9 0,-4 8-4 0,1 3 6 16,-1 5 2-16,-3 1-4 0,2 2-10 0,-1 2-14 16,1 1-9-16,-3 0-21 0,1 2-35 0,-1 3-40 15,0-4-59-15,0 4-3 0,0 0 7 0,0 17 10 16,-1-3 7-16,-4 12 11 0,1 3 6 0,0 1 5 0,0 1 10 0,0 1 2 15,3 4 11-15,2-4 0 0,2 0 6 16,-3-1 2-16,5-3 7 0,-1-1 5 0,5-3-8 0,-3-5 5 16,-2-3-1-16,1-2 7 0,2-5 0 0,-2-1-1 15,-3-1 15-15,2-2 15 0,2-4 22 0,1 2 12 16,-7-3 5-16,22-7 11 16,-10 2 1-16,5-4 0 0,-4-1 3 0,5-1-13 15,-4-1-3-15,1-1-4 0,-3-2 6 0,0 5 2 0,-3-1-5 0,-4 3 12 0,2 3 6 16,-2 0-7-16,0 1-3 0,-1 1-7 0,-2-1-8 0,2 0-14 15,-1 2-7-15,-3 2-9 0,4-3-28 0,-4 3-20 16,0 0-26-16,0 0-4 0,0 0-1 16,2 9 16-16,-2-2 5 0,-1 0 9 0,-3 4 5 15,4-2-2-15,-4 3 11 16,4-2-1-16,0 1-2 0,-5 0-15 0,5 1 24 16,-4-3 0-16,3 3-23 0,-4-4-18 0,5-2 6 15,-1-2-21-15,1 2 0 0,0-6 10 0,-3 6-6 16,3-6-4-16,0 5 14 0,0-5-5 0,0 0-2 15,0 0-71-15,0 0-71 0,0 0-53 0,-9-14-57 16,8 5-223-16,-2-10-579 0,3 2 257 0</inkml:trace>
  <inkml:trace contextRef="#ctx0" brushRef="#br0" timeOffset="19420.93">16505 1896 297 0,'0'-7'302'0,"0"2"-11"0,0 2-21 15,0 3-19-15,0-6-21 0,0 2-25 0,0 4-19 16,0-4-23-16,0 4-18 0,0-4-15 0,0 4-21 15,0 0-38-15,0 0-45 16,0 0-27-16,8 0-21 0,-8 0-30 0,8 4-46 16,-1 0-57-16,1-1-56 0,-3 2-146 0,1-3-385 15,3 2 170-15</inkml:trace>
  <inkml:trace contextRef="#ctx0" brushRef="#br0" timeOffset="19806.22">16935 1924 57 0,'0'0'197'0,"0"0"-24"0,0 3-9 16,0-3-18-16,0 0-15 0,-13 4-11 16,5-3-14-16,3 3-10 0,-3 1-9 0,-2 2-10 0,0-3-7 0,-2 3-5 31,-2 2-12-31,5-1-1 0,-3 0-2 0,0 0-6 15,4 0-10-15,-1 1 0 0,5 1-6 0,-3-2 3 16,2 1 0-16,1 1-8 0,3-3 0 0,2 4-7 0,0-2 4 0,2 2-2 0,3-3 0 16,3 2-1-1,4 3-5-15,-5-7-6 0,6 6 9 0,1-3-2 0,-1 2 1 0,-1-4-7 16,-3 0-1-16,-1 1 3 0,-1-2-6 16,-2 4 1-16,-2-5-1 0,0 0-7 0,1-1 4 15,-4 1 6-15,-1-5-1 0,-4 7 4 0,-2-1-4 16,-3-2 3-16,-3 3-2 0,-1-4-3 0,-3 2 0 15,-2 2 0-15,-1-4 2 0,1-1-2 0,-1 0 0 16,2 1 3-16,3-1-11 0,-5 2-8 0,6-4-21 16,2 0-37-16,-2-1-43 0,7-2-203 0,-1 1-342 0,7 2 152 0</inkml:trace>
  <inkml:trace contextRef="#ctx0" brushRef="#br0" timeOffset="20253.86">17207 1995 22 0,'0'0'125'0,"0"0"-13"0,0 0-11 0,0 0-9 16,0 0-5-16,0 0-10 0,0 0-16 15,30-2 5-15,-17 2-6 0,4-2-10 0,2-1-7 16,-2 0-3-16,4-1 2 0,-3-1-14 0,5 0 4 16,-2-2-7-16,-3 0-6 15,1 1-4-15,-2 0 5 0,-2-3 0 0,-4 4 5 16,3-2 12-16,-7 1 29 0,0 1 3 0,0 2 2 15,-4-1-8-15,1 0-8 0,-4 0-2 0,0 4-9 16,-7-4-5-16,-1 3-6 0,-4 1 5 0,0 1-10 16,-4 3-1-16,-10 5-8 0,5-1 1 0,-7 4-3 15,5 2-4-15,-3 1-1 0,3 0-1 0,1 2-5 16,2 0 1-16,-1 2 5 0,8-4-5 0,-3 6 2 0,6-4 0 16,4 3 2-16,1-5 1 0,4 2-2 0,2 1-1 0,6-2-13 15,2-2-27-15,4-5-45 0,6 1-73 0,0-4-137 16,3-2-308-16,6-2 137 0</inkml:trace>
  <inkml:trace contextRef="#ctx0" brushRef="#br0" timeOffset="20592.64">17532 1935 101 0,'0'0'275'0,"0"-5"-29"0,0 5-24 16,4-3-25-16,-4 3-20 0,12 3-21 0,-2-1-16 15,4 2-13-15,3 4-8 16,-3 0-15-16,3 4-9 0,0 2-13 16,2 4-3-16,1 0-11 0,-2 2-5 0,-7-3-6 15,4 1-9-15,-7 0 0 0,-1 1-9 0,-4-2-4 16,5 0-2-16,-7-4-5 0,-1-2-4 0,1 1-1 16,-2-3-5-16,1 2-4 0,-1-5 1 0,-3 0-1 15,4-1 16-15,-1-1 24 0,1-4 36 0,0 0 0 16,-8 2-9-16,8-2 7 0,0 0 16 0,-9-13 7 0,7 8 6 0,-1-4-3 15,3 1 1-15,-4-4-8 0,4 0 1 0,4-5-14 16,-4 2-13-16,5-4 5 0,0 1-22 0,3 2-8 16,1-2-23-16,1 2-26 0,-2 1-23 0,2 2-35 15,-2 3-31-15,2 2-40 0,3-3-41 0,2 5-40 16,-2 1-47-16,6 1-49 0,-2-2-217 0,-5 2-558 16,8 2 248-1</inkml:trace>
  <inkml:trace contextRef="#ctx0" brushRef="#br0" timeOffset="21173.62">17976 2084 146 0,'-3'2'165'16,"3"-2"1"-16,0 0-15 0,0 0-13 0,0 0-9 15,0 0-15-15,0 0-11 0,12 3-9 0,2-3-8 16,4-3-13-16,0 1-5 0,2-1-8 0,0-1-8 15,0 0-10-15,5-2-8 0,-3-1-3 0,3-2-6 16,-5 0-5-16,-1 1-2 0,5-7-5 0,-8 5 2 16,-1-2-2-16,-2-1-2 0,-6 2 5 0,0 2 9 15,-1-2 9-15,-2 2-1 0,-3 1-1 0,-1-1-4 0,-2 2-1 16,-2 0-7-16,-5 1 2 0,-1 2-5 16,-4 2-2-16,-7-1-2 0,2 3 0 0,-9 4-3 15,1 2 4-15,-1 1-8 0,0 1-2 0,7 1 0 16,-1 4-1-16,-3 3 7 0,10-4-5 0,-4 6 0 15,6-4-5-15,0 2 2 16,5-1 4-16,6 2 0 0,2-1 4 0,2-4-3 16,10 4 5-16,7 2-8 0,8-4 6 0,-2-1-6 15,7-3-1-15,4-3 0 0,1-2 2 0,16 0-4 16,-16-5-4-16,2-2 3 0,-2-5-3 0,0-1 3 16,-2-2-4-16,-6-1 19 0,-2-4 15 0,-3-2 18 15,-6-2 18-15,2-3 11 0,-4-1 9 0,-4 0 21 16,-1-5-5-16,3-2 12 0,-5 0 7 0,-2-1 10 0,-1 1 13 15,-2 1 0-15,-2 9 12 0,2 2-2 0,-4 3 0 0,1 3 7 16,2 3-17-16,-2 1-11 0,-1 2-19 0,0 0-16 16,2 2-33-16,-2 4-49 0,0-5-49 0,0 5-43 15,0 0 8-15,0 0 5 0,-2 21 11 16,-2-3 4-16,-1 8 3 0,-1 2 11 0,2-1-2 16,-2 3 10-16,3-1-1 15,-1 0 9-15,0 0 3 0,2-4-3 0,1 1 3 16,-1-7 7-16,2 0 2 0,0-2 2 0,2-4-22 15,-4-1-23-15,2-2-25 0,0-1-35 0,0-4-14 16,0 2-7-16,0-2-2 0,0-5-3 0,-2 3-46 0,2-3-104 16,0 0-170-16,0 0-494 0,-6-17 219 15</inkml:trace>
  <inkml:trace contextRef="#ctx0" brushRef="#br0" timeOffset="21425.33">18440 1962 223 0,'0'0'285'16,"0"0"-8"-16,0 0-18 15,0 0-22-15,0 0-24 0,19-6-15 0,3 4-27 16,7 0-17-16,2-1-14 0,3 0-14 0,3-1-5 16,2 3-22-16,2-3-9 0,-3 2-6 0,-2-1-9 15,-2 2-9-15,-3 0-7 0,-11-2-5 0,-2 1-8 16,-6 0-8-16,-3 2-10 0,-1-1-13 0,-2 1-8 15,-1-3-19-15,-5 3-12 0,0 0-27 0,0 0-18 16,0 0-25-16,-18-2-18 0,5 3-29 0,4-1-34 0,-2 1-36 16,-1-1-152-16,3 1-393 0,3 2 174 0</inkml:trace>
  <inkml:trace contextRef="#ctx0" brushRef="#br0" timeOffset="21759.48">18934 2056 180 0,'0'0'254'0,"0"0"1"0,0 0-7 15,4 4-17-15,-4-4-27 0,13-4-19 0,0 0-18 16,7 0-17-16,-1-2-17 0,3-1-10 0,-4 1-12 16,2-2-13-16,10-1-10 15,-6-2-5-15,0-2-15 0,-6 3-8 0,0 1-3 16,-4-4-7-16,1 3-7 0,-3-1-3 15,-3 1-3-15,-1 2-5 0,-2-1-5 0,-3-1-6 16,-3 5 0-16,-2-3-11 0,-3 4 7 0,-7-1-9 16,-5 3 1-16,-6-1 5 0,-5 6-12 0,-4 3-1 0,0 0-2 15,0 6 5-15,-1-2-4 0,3 7 0 16,0-3-1-16,4 6-2 0,2 0-1 0,1 2 2 0,6-1-1 0,3 3 2 0,9-5 3 16,1 5 4-16,8-4-2 0,9 8 6 0,6-6-5 15,8 0-13-15,19 2-36 0,2-6-59 0,10-7-97 16,-6-4-248-16,7 1-486 0,-3-8 215 0</inkml:trace>
  <inkml:trace contextRef="#ctx0" brushRef="#br0" timeOffset="24616.1">20102 1816 168 0,'4'-5'204'0,"0"3"-26"15,4-1-19-15,-2 3-11 0,-6 0-20 0,13 3-20 0,-3 1-5 16,-4 3-16-16,5 1 1 0,4 4-17 15,-1 8 0-15,-4-3-16 0,3 7-2 0,-1 0-5 16,-6-4-9-16,2 6 4 0,-3 0-7 0,1-1-4 0,-6-1-7 0,0-5 6 16,-2 0-9-16,2-1 0 0,-4 0-4 0,2-5 0 15,0-1 4-15,-3-2 8 0,1-3 18 0,0-2 0 16,3 2 4-16,-2-2 21 0,2 0 18 0,-2-1 45 16,3-4 27-16,-2 5 40 0,2-5-2 0,0 0-25 15,-7-13-7-15,7 3-14 0,0-2-23 0,3-8-8 16,2 2-6-1,3-8-23-15,3 1-6 0,2-1-3 0,4-4-18 16,-1 0-3-16,2 0-11 0,-4 2-8 0,0 1-2 16,3 5-2-16,-7 5-12 0,0 1 3 0,-2 6-3 15,-3 1-5-15,0 1-5 0,0 1-6 0,-1 0 3 16,0 4-9-16,-4-1-38 0,3 0-36 0,-1 2-45 0,-2 2-43 16,0 0-10-16,0 0 22 0,0 0-9 15,4 13-19-15,-4-6-31 0,0 4-32 0,0 0-62 0,0 1-197 0,3 0-531 16,0 0 236-16</inkml:trace>
  <inkml:trace contextRef="#ctx0" brushRef="#br0" timeOffset="24800.62">20562 2051 104 0,'0'2'346'0,"0"-2"-4"16,0 0-1-16,0 0-12 0,3 4-16 0,-3-4-28 0,0 0-20 0,0 0-24 0,0 0-23 0,0 0-29 31,0 0-31-31,0 0-43 0,0 0-42 0,2 3-42 0,-2-3-56 16,0 0-90-16,0 0-85 0,0 0-102 0,12-8-150 15,-7 4-488-15,0 2 216 0</inkml:trace>
  <inkml:trace contextRef="#ctx0" brushRef="#br0" timeOffset="25233.41">20847 1858 171 0,'2'-3'420'0,"-1"0"-24"0,-1 3-23 16,1-4-39-16,-1 4-29 0,3-3-41 16,-3 3-30-16,0 0-25 0,1-5-31 0,-1 5-21 15,0 0-14-15,0 0-16 0,5 10-17 0,0-2-7 16,1 1-12-16,-3 4-10 15,5 1-10-15,-3 2-3 0,1 1-5 0,2 1-11 16,-2 0-5-16,1 2-7 0,-3-1 0 0,1-2-6 16,0-1 2-16,0 0-5 0,-1 0-5 0,-2-3 0 15,1-4-2-15,1 0-2 0,-2-3-2 0,-2-1 0 16,0 1 7-16,0-6 0 0,4 6 10 0,-3-6 44 16,-1 0 52-16,2 5 46 0,-2-5 46 0,0 0 33 15,0 0-1-15,0 0-31 0,14-11-29 0,-8 0-14 0,4-2-22 0,3-4-18 16,1-5-21-16,4-3-23 0,5 0-12 0,-4-4-1 15,4 4-17-15,-4 0-10 0,-1 3-7 0,-1 0 0 16,-6 7-8-16,0 2-7 0,-4 2-3 0,2 2-4 16,-5 1-12-16,1 4-19 0,-3-2-29 0,0 2-41 15,-1-1-53-15,4 4-57 0,-5 1-60 0,2-2-66 16,-2 2-19-16,0 0-5 16,7 5-19-16,-5 2-2 0,0 0-49 15,2 3-353-15,0-2-818 0,-3 4 362 0</inkml:trace>
  <inkml:trace contextRef="#ctx0" brushRef="#br0" timeOffset="25402.72">21330 2091 218 0,'0'0'387'0,"0"0"17"16,2 7 11-16,-2-7 11 0,0 3-2 0,0-3-24 15,0 0-37-15,0 0-37 0,0 0-33 0,0 0-30 16,0 0-46-16,0 0-65 0,0 0-75 0,1 2-99 15,-1-2-105-15,0 0-239 0,0 0-276 0,0 0-695 16,0 0 307-16</inkml:trace>
  <inkml:trace contextRef="#ctx0" brushRef="#br0" timeOffset="38826.78">23118 1685 34 0,'1'-2'227'0,"-1"2"1"0,0 0-19 0,0 0-13 16,-1-7-11-1,1 7-14-15,0 0-19 0,0 0-17 0,0 0-15 16,0 0-21-16,0 0-17 0,0 0-6 0,0 0-8 0,-9 20-3 16,-1-3-12-16,-4 6 1 0,-2 1-12 15,-1 7-1-15,-3-2-9 0,0 1 2 0,-2 0-3 16,-7 7-3-16,8-10 3 0,2 0 0 0,-2-2 3 16,3 1-2-16,1-4-2 0,-1-1 1 0,2 0-1 15,3-4-1-15,3-1 0 0,-1-2 1 0,1-1-2 0,1-4-4 0,3-1-3 16,-1-4-8-16,3 5-4 0,2-4-6 0,-2-1-4 15,-1 0-8-15,5-4 3 0,-4 7-4 0,0-5-3 0,4-2-7 16,0 0-15-16,-5 5-9 0,5-5-8 0,0 0-5 16,0 0-12-16,0 0-71 0,0 0-85 15,-11-7-123-15,8 3-377 0,-2-3 167 0</inkml:trace>
  <inkml:trace contextRef="#ctx0" brushRef="#br0" timeOffset="39158.18">22788 1723 222 0,'0'-4'262'16,"0"2"-26"-16,0-2-29 16,0 4-19-16,0 0-24 0,0 0-19 0,0 0-19 0,11 18-7 0,-5-3-15 0,5 9-11 15,2 2-10-15,2 2-7 0,1 3-7 0,2-1-5 16,0 2-7-16,7 8-5 0,-4-9-2 15,-1 0-6-15,-1-2-4 0,3 0-3 0,-1 0-3 16,-1 0-3-16,0-2 0 0,-2-5-3 0,-2 0-2 0,-4-6-1 16,0-3-3-16,-5-4-1 0,1 0-6 0,-4-3 4 15,2 1-3-15,-2-3 5 0,-1-1 22 0,-1 3 25 32,2-3 22-32,-4-3 15 0,4 5 17 0,-4-5 0 15,0 0 2-15,0 0-9 0,3 3-15 0,-3-3-8 0,0 0-8 0,0 0-10 0,0 0-27 0,2 3-24 16,-2-3-53-16,0 0-32 15,0 0-40-15,0 0-124 0,0 0-114 0,0 0-190 16,0 0-573-16,0 0 253 0</inkml:trace>
  <inkml:trace contextRef="#ctx0" brushRef="#br0" timeOffset="43146.91">24719 1789 106 0,'0'-5'281'0,"3"1"-15"16,-3-1-7-16,1 0-9 0,-1 2-4 0,0-1-18 15,0 4-16-15,0-5-19 0,0 5-24 16,1-3-17-16,-1 3-17 0,0 0-19 0,0 0-16 15,0 0-35 1,0 0-9-16,0 0-4 0,4 10-8 0,-9 3-3 0,1 3-6 16,-1 1-3-16,0 3-1 0,-3 4-5 0,3 2-2 15,-2-6-3-15,0 3 3 0,3-3-5 0,0-1-1 16,3 2-1-16,-2-5 3 0,2-2-1 0,-1 1-1 16,-3-5-6-16,2-1 1 0,-1 3-1 0,4-5 1 15,0 0-12-15,-2-1-5 0,-1-4 2 0,3-2 4 16,-1 7-1-16,1-7 4 0,0 0-20 0,0 0-38 15,0 0-48-15,0 0-38 0,-9-12-43 0,5 0-54 0,-1 0-198 16,0-5-470-16,2 0 208 0</inkml:trace>
  <inkml:trace contextRef="#ctx0" brushRef="#br0" timeOffset="43309.62">24655 1581 196 0,'2'-7'262'15,"-2"2"-19"-15,0 0-13 0,2 3-24 0,-2-3-24 16,0 5-18-16,0-5-27 0,0 5-28 0,0-2-50 16,0 2-32-16,0 0-32 0,0 0-29 0,0 0-31 15,19 10-37-15,-10-6-59 0,-4 3-81 16,4-1-261-16,0 1 115 0</inkml:trace>
  <inkml:trace contextRef="#ctx0" brushRef="#br0" timeOffset="43732.63">25313 1653 19 0,'0'0'276'0,"0"0"-28"15,0 0-21-15,0 0-26 0,0 0-18 0,0 0-20 16,0 0-20-1,0 0-15-15,0 0-16 0,-19 13-5 0,9-9-17 0,0 2-3 16,-2 1-14-16,2 1-7 0,0-2-6 0,0 2-8 16,1 0-4-16,0 0-3 0,-1 0-6 0,3 1 0 15,2-1-9-15,1 1-2 0,0-1-2 0,4-1-6 16,0 4-4-16,4-5-1 0,4 4 3 0,0 1-7 16,5 0 1-16,3-4 1 0,8 7-1 0,-4-6 0 15,7 3-3-15,-9-3-2 0,4 2-2 0,-3-1-10 16,-5 1-9-16,-5-1-6 0,4-1-2 15,-4-1 1-15,1 0-1 0,-2 1 5 0,-6-2-6 0,0 1 10 0,-5-3 0 16,-2 1 10-16,-4 2 3 0,-8 0 4 0,-2 1 1 16,-5 1 4-16,2-5 3 0,-5 1 4 0,-2 0-1 15,2 0 6-15,5-3-4 0,1 2 1 0,8-3-4 16,0-1 0-16,-1 3 2 0,6-3-9 0,2 0-18 16,-3 0-29-16,5 2-29 0,4-2-40 0,0 0-62 15,14-6-202-15,3 2-404 16,11 0 180-16</inkml:trace>
  <inkml:trace contextRef="#ctx0" brushRef="#br0" timeOffset="44881.97">27083 1637 12 0,'0'0'237'16,"-2"-3"-14"-16,2 3-20 0,0 0-14 0,0 0-21 16,-2-4-16-16,2 4-24 0,-11 0-6 0,-1 2-16 15,-4 3-12-15,-2 2-8 0,-2 1-8 0,-5 2-10 16,-2 1-9-16,4 1-2 0,-5 1-8 0,5 2 0 15,5-5-8-15,0 1-5 16,2 1 3-16,-1 0-10 0,4-1-3 0,3 0-6 16,2-2 4-16,2-1-8 0,0 3 1 0,3-6-4 15,2 5 1-15,1-3 0 0,4 1-2 0,2-1 0 16,4 0-3-16,7 1 2 0,10 1 0 0,2 1-2 16,0-5-3-16,2 4 1 0,0-1-2 0,-2-2 5 15,-3 1-4-15,1 2 1 0,-10-1-5 0,0-4 0 16,-3 2 1-16,-5 1-3 0,0-2 0 0,-3-1-1 0,-2 2 0 15,0 0-2-15,-4-2 2 0,-1 2 6 16,-10 2-4-16,0-2 4 0,-7 4-2 0,-9-3-3 0,3 2 5 16,-3-3-2-16,0 0 3 0,1-1-1 0,-4 2 2 15,8-4 0-15,2-1 2 0,-2 1-5 0,4-1 0 16,3 1 3-16,4-3-2 0,0 1 1 0,4 2-4 16,0-3 1-16,2 0-13 0,5 0-6 0,0 0-13 0,0 0-13 15,0 0-22-15,0 0-25 0,24-7-32 0,-6 2-47 16,3 3-170-16,-1-3-365 0,7-1 162 0</inkml:trace>
  <inkml:trace contextRef="#ctx0" brushRef="#br0" timeOffset="45598.88">27765 1723 8 0,'-2'-2'225'0,"-6"-2"-26"0,3 1-11 16,1 1-17-16,-5 0-16 0,-2 0-17 0,-2 2-16 16,-5 0-14-16,-1 1-9 0,-3 4-13 0,-4 0-3 15,-4 7-10-15,2-4-9 0,0 4-12 0,-1 1 0 16,0 0-6-16,6-1-2 0,-1 2-3 15,2 2-7-15,8-5-5 0,0 0 3 0,5-1-1 0,0-1-8 0,2 0-1 0,2-1-3 0,2-1 1 16,3 0-3-16,0 0 1 0,1-4 7 0,3 2 5 16,5-1-1-16,3-4 4 0,0 3-11 0,6-3 4 15,3-3-2-15,-3 0-1 0,1-3 10 0,-3-1 2 16,2 1 11-16,1-3 4 0,-2-1 2 0,-2-2-2 16,1-2 7-16,-1 5 2 0,-10-1 22 0,5 2 6 15,-3 1 15 1,-1 1 16-16,-1 4-14 0,-1-4-3 0,0 2-10 15,-1 2-9-15,0-1-12 0,-3 3-7 0,4-4-9 16,-4 4-6-16,5-1-27 0,-5 1-27 0,0 0-31 16,0 0-5-16,0 0-6 0,0 0 12 0,8 8 1 15,-7-1 8-15,4-1 0 0,0 3-5 0,2 0 1 16,3-1-14-16,4 2-2 0,3 0-8 0,2-1-3 16,0-2-10-16,8 0 2 0,-4-4-1 0,5 0 0 0,1-3-3 0,2 2 5 15,-5-4 1-15,-5-1 10 0,-2-2 3 0,-2-4 18 16,2 1 16-16,0 1 19 0,-6-4 19 0,0 0 26 15,1 0 13-15,-2 0 22 0,-1-1 19 0,-6 4 12 16,2-1 31-16,-2 1 15 0,0 4 7 16,-3-1 7-16,3 1-22 0,-2 1-17 0,-2 1-16 15,-1 2-10-15,3-6-17 16,-3 6-9-16,4-2-18 0,-4 2-10 0,0 0-28 16,0 0-26-16,0 0-29 0,0 0-5 0,0 0 20 15,7 8-10-15,-7 2 3 0,0-1 3 0,0 3-4 16,0 2 10-16,0-2 1 0,0 1 12 0,2-1-7 0,-4 0-9 15,2 0 12-15,0 0 1 0,0-2-3 16,0 0 2-16,0-4-15 0,2 0-13 0,0 0 2 16,-2-1-4-16,0 1 4 0,0-6 3 0,0 6 8 0,0-6 4 0,2 6 3 15,-2-6 0-15,0 0 4 0,1 5-1 16,-1-5-45-16,0 0-54 0,0 0-27 0,0 0-29 0,-11-17-29 16,8 7-45-16,-1 0-48 0,-1-2-206 0,0-2-529 15,0-5 234-15</inkml:trace>
  <inkml:trace contextRef="#ctx0" brushRef="#br0" timeOffset="45768.01">28084 1465 83 0,'1'-3'315'0,"-1"3"-24"0,-1-9-34 0,1 9-24 16,1-5-27-16,-1 5-17 0,0 0-26 0,1-4-20 31,-1 4-39-31,0 0-30 0,0 0-11 0,0 0-7 16,0 0-34-16,14 13-29 0,-7-6-46 0,0 6-29 0,1-4-55 15,2 2-45-15,-1 3-108 0,1 1-314 0,3-3 139 0</inkml:trace>
  <inkml:trace contextRef="#ctx0" brushRef="#br0" timeOffset="46415.59">28836 1746 33 0,'4'-7'199'0,"-4"2"-12"16,1-2-5-16,-2-1-15 0,0 3-18 0,-6-2-19 15,1 1-9-15,-7 2-15 0,-5 0-10 0,-3 1-11 16,-7 3-6-16,-6-2-8 0,2 2-7 0,0 4-6 0,-1 1-9 0,1 3-6 15,-5 0-7-15,7 1-4 0,4 4-1 0,-1-2-4 16,3 3 0-16,7-4-6 0,3 5-1 16,5-5-2-16,-1 4 0 15,6-3-3-15,3 2 3 0,1-3-6 0,3 2 2 16,4 2 6-16,7-3-8 0,0-1 4 0,7-2-4 16,6 0 4-16,2-4-5 0,2-1 2 0,1-3 5 15,-1-3-4-15,1-2-1 0,-1-2 11 0,-1-2 10 16,-5-3 9-16,-1-1 21 0,-3-5 8 0,-3 0 4 15,-3-4 5-15,0-3-8 0,-6-1 5 0,4-5-10 16,-3 2 8-16,-5-7 6 0,3 4 0 0,-2-2 2 16,-2-2 9-16,0 7 28 0,-1 1 4 0,-3 8 4 15,1-5-3-15,-1 5 1 0,0 4-4 0,0 6 7 16,0 1-2-16,1 1-16 0,-1 4-11 0,-1-3-14 16,0 2-8-16,1 5-20 0,0-5-20 15,0 5-30-15,0-4-46 0,0 4-31 0,0 0-3 0,0 0 1 16,0 0 10-16,-2 18 5 0,1-1 10 0,0 2 6 0,-6 6 3 15,6-1 1-15,-4 5 5 0,1 1 14 0,0 0-11 16,2 2 14-16,-6-1-5 0,4 0 1 0,-1 0 6 16,0-2-3-16,4-1 4 0,-3-2 1 0,1-2 3 15,2-6 0-15,-3-1-2 0,4-3-1 0,0-2 4 16,-1-1 4-16,1-2-1 0,0-1 0 0,-3-3 6 16,2 0 2-16,2 1-2 0,-1-4-4 0,-1 2 6 0,1-4 9 15,1 6 5-15,-1-6 7 0,0 0 11 0,-1 6 3 0,1-6 3 16,1 3 2-16,-1-3 15 0,0 0-4 0,0 0-7 15,0 0-16-15,35-10-25 0,-15 4-45 0,16-5-73 16,13-5-100-16,6-6-128 0,-2-1-302 16,5-5-691-16,24-15 307 0</inkml:trace>
  <inkml:trace contextRef="#ctx0" brushRef="#br0" timeOffset="47254.88">29971 1346 183 0,'0'-5'312'0,"1"-2"-10"16,1 3-18-16,-2 1-31 0,0 3-22 0,0-4-25 15,1-1-29-15,-1 5-32 0,0 0-32 0,0 0-12 16,0 0-15-16,0 0-8 0,-4 21-6 0,0-4-7 0,-1 7-9 0,0 6 0 15,-3 4-9-15,-2 13-1 0,2-12-6 0,-2 11-2 16,1-11 1-16,4-1-10 0,1 1 3 0,0-3-5 16,3-5-2-16,-3 1 3 0,0-10-5 0,3 0-1 15,1-6-2-15,0-2-3 0,0 0 3 0,0-3 0 16,0 0-3-16,-2-4 2 0,2 1 4 16,0-4 22-16,-3 8 13 0,3-8 19 0,0 0 13 0,0 0-3 0,0 0-3 15,0 0-30-15,0 0-11 0,0 0-13 0,-18-12-11 16,8 5 5-16,-7 0-24 0,-2-1-5 0,3-1-2 15,-4 3 6-15,5-3-5 0,-3 4-1 0,3-3 5 32,-2 3-6-32,8 2 4 0,-1-4 1 0,1 5 3 15,5-1-4-15,-1 1-13 0,5 2 1 0,-8-4-25 16,8 4-26-16,0 0-7 0,18-11-1 0,0 7 2 0,13-1-9 0,0 0-11 16,6 1-3-16,0-6-15 0,15 5-3 0,3-1-7 15,-2-2 1-15,-1 1-4 0,0 0 1 0,-1 0 16 16,-15 1 6-16,1 1 18 0,-6-6-3 0,-2 3 21 15,-10 4 16-15,-2-1 39 0,-7 2 43 0,0-2 31 16,-2 2 5-16,-3-1 4 0,-1 1 6 0,1 0-5 16,-4-1-12-16,-1 1-6 0,0 3-5 0,0 0-8 0,-6-5-2 15,1 1-6 1,-3 4-6-16,-1-1-1 0,-2 4-6 0,-1 0-3 16,1 2 2-16,-2 1-7 0,-2 4-2 0,-2 0-7 15,4-1 6-15,-1 5-5 0,3-1 2 0,1 2 1 16,3-5 3-16,2 2-6 0,3 5 4 0,0-5-3 15,5 5 6-15,3-3 2 0,1-4 6 0,7 4 11 16,1-6 7-16,4 2 10 0,2-6-2 0,7 2 3 16,1-5-2-16,-10-1 8 0,4-2 12 0,-1-3 5 15,-3-1 4-15,-1-3 0 0,0-3 5 0,-7 0-9 0,2-3-9 16,-5 4-9-16,-2-4-2 0,-3 2-10 16,-1-3-9-16,-4 0-21 0,-5 1-23 0,-5 0-36 15,-2 3-35-15,-11 0-54 0,-3 2-61 0,-5 3-88 16,-3 0-250-16,4 5-577 0,0-2 257 0</inkml:trace>
  <inkml:trace contextRef="#ctx0" brushRef="#br0" timeOffset="48841.31">2081 4804 92 0,'0'0'102'16,"0"0"-4"-16,0 0-15 0,0 0-8 0,0 0-8 16,0 0-9-16,0 0-5 0,0 0 2 0,0 0 1 15,0 0 0-15,0 0-6 0,0 0 11 0,0 0-2 16,0 0 0-16,0 0 1 0,0 0 4 0,0 0 1 16,0 0-7-16,0 0 0 0,0 0-11 0,0 0-2 15,0 0-7-15,0 0-2 0,0 0-8 0,0 0 1 16,0 0-2-16,0 0-6 0,0 0-2 0,0 0-2 0,0 0 2 0,0 0-3 15,0 0-6-15,0 0 1 0,0 0-1 0,0 0-3 16,0 0 1-16,0 0-2 0,0 0 0 0,0 0-4 16,0 0-5-16,0 0-11 0,0 0-15 0,0 0-21 15,0 0-24-15,0 0-16 0,0 0-19 0,0 0-6 16,0 0-94-16,0 0-224 0,0 0 100 0</inkml:trace>
  <inkml:trace contextRef="#ctx0" brushRef="#br0" timeOffset="61764.51">3318 4045 39 0,'0'0'58'0,"0"0"-9"0,0 0 4 0,0 0-13 15,0 0-4-15,0 0-10 0,0 0 5 0,0 0-2 16,0 0-8-16,0 0-4 0,0 0 7 0,0 0 6 16,0 0 28-16,0 0-1 0,-2-8 19 0,2 8-11 15,1-4-1-15,-2-1-2 0,1-1 9 0,-2 0 13 16,2 2 1-16,-2-7 7 0,2 2-1 0,-2-1 5 16,1 0 3-16,0-1-5 0,0 0-4 0,-2 2-9 0,2-2 4 0,1 2-5 31,0 2-7-31,-3 2-5 0,3-3-3 0,-1 3-9 15,-1 1-11-15,0 0-13 0,2 4-26 0,0 0-5 16,0 0-2-16,0 0-9 0,-8 22 10 0,2 3-2 16,-3 6 1-16,4 16 0 0,-5 3 0 0,2 1 1 15,0 1-1-15,3 3 0 0,-1-3 1 0,-3 3 0 16,5 0 2-16,-1-1 0 0,5 1 1 0,0-2 3 0,0-7 5 16,1-9-4-16,-1-4-3 0,0-1 0 0,-1-3-2 15,-2-1 6-15,2-10-5 0,1-2 5 0,-3-4-3 16,3-3 3-16,-1-2 2 0,-1 2 25 0,-1-5 24 15,3 2 20-15,-5-2 1 0,0-3-12 0,-4-1-5 0,-5-3-9 16,-4-2-2-16,0 1-8 0,-2-4 2 16,2-1-12-16,-5-6-2 0,4 5-3 0,1-2-5 0,0 3 4 0,1 0-7 15,2 2-1-15,3 1-1 0,1 1-3 0,2 2-2 16,3 0-5-16,-1 0-3 0,2 1 0 0,0 1-7 16,1-1-15-16,0-1-18 0,4 3-6 0,0 0 5 15,0 0-11-15,-11 5-31 0,7-3-22 0,3 1-19 16,1-3-28-16,-2 5-23 0,2-5-53 0,0 0-134 15,0 0-383-15,0 0 169 16</inkml:trace>
  <inkml:trace contextRef="#ctx0" brushRef="#br0" timeOffset="62143.67">2919 4403 89 0,'-7'0'227'0,"7"0"-20"16,0 0-15-16,0 0-15 0,-7-1-11 0,7 1-17 16,0 0-11-16,0 0-16 0,0 0-13 0,0 0-10 0,0 0-9 0,0 0-10 31,0 0-9-31,0 0-7 0,0 0-4 0,0 0-10 15,0 0-3-15,30-4-5 0,-10 0-5 0,13-2 0 0,3 3-7 0,4-2 0 0,13-4-4 16,-1 2-1-16,0-1-4 0,-1 4 1 0,-14 3-5 0,-2-3-3 31,-1 2 0-31,-4-1-3 0,-1 2 0 0,-10-1-2 0,-1 1 0 16,-5 1-1-16,-3 0 0 0,-2 0-6 0,-1 1-4 16,0-1 0-16,-7 0-5 0,10-1-6 0,-10 1-2 15,4 4 0-15,-4-4 4 0,-5 8-1 0,-1-4-6 16,-1 3-15-16,-5-1-25 0,3 1-15 0,-1-1-21 0,0-1-20 15,1 2-28-15,0 1-33 0,0-3-113 16,4-4-312-16,0 1 138 0</inkml:trace>
  <inkml:trace contextRef="#ctx0" brushRef="#br0" timeOffset="62544.71">3920 4253 45 0,'0'0'183'0,"-7"-3"-13"0,1 3-2 0,6 0-16 15,-14 3-12-15,8-1-9 0,-2-1-11 0,0 3-11 16,2-1-11-16,-3 4-14 0,0 0-9 0,-4 0-4 16,4 2-12-16,2 1-1 0,-3 0-9 0,2 2-7 15,1 0-3-15,4 0-5 0,-1-2-1 16,1-1-6-16,2 4-4 0,1-2-5 0,2-3 8 15,2 2-5-15,1-3 8 0,4 1 5 0,3-1 0 16,-1-3 2-16,7 1 2 0,0-3-7 0,1 0-1 16,1-5-4-16,-4 1 10 0,4-1 10 0,-5 1 9 15,-3-3 2-15,2-3 7 0,-3 0 3 0,-3-1 1 16,0 1-3-16,-3-1-6 0,-1-1-1 0,-1-2-9 16,-2 0-1-16,-2 0-8 15,-2-5-1-15,-5 3-5 0,3 3 0 0,-6-1 2 16,2 3-14-16,-1 1-3 0,-2 0-3 0,2 1-3 15,0 3-5-15,-3 0-15 0,3 0-20 0,-2 4-17 16,2-1-29-16,0 2-35 0,2 0-32 0,2 4-34 16,2-2-31-16,-1 1-193 0,5 0-432 0,1 1 192 15</inkml:trace>
  <inkml:trace contextRef="#ctx0" brushRef="#br0" timeOffset="63307.56">4234 4368 68 0,'0'0'135'0,"0"0"1"0,0 0 8 0,0 0 3 16,0 0 2-16,0 0 3 0,0 0-5 0,0 0-11 15,0 0-13-15,18-13-5 0,-9 8-5 0,5-4-4 16,-1-2 3-16,1-2 2 0,0-1 3 0,-1-1-3 0,0-1-4 16,-1-8-1-16,2 0-4 0,-2-3 0 0,1-2-5 15,-4 2-5-15,-2-1 4 0,0 3-1 0,-1-3 8 16,-2 10 12-16,-2-2-17 0,-2 3-5 0,0 2-8 16,0 3 2-16,-1 1 3 0,0 3-1 15,1 1-6-15,0 0 5 0,0 1-24 0,-1 2-8 0,1 0-20 0,0 4-18 16,0-5-29-16,0 5-32 0,0 0 5 0,0 0 3 15,-12 18 1-15,5-1 3 0,-3 9 6 0,-2 3 4 16,-1 1 0-16,4 2 1 0,-1 2 7 0,2 0 8 16,3 0-7-16,-3-3-4 0,7-3-4 0,0 0-2 15,1-3-3-15,1-6 0 0,-1 0 3 0,8-3 0 16,-3 0-2-16,0-4 5 0,1-3 1 0,2-1 3 16,0 1 7-16,1-4 0 15,5-2 4-15,2-3 1 0,3-1 0 0,2-1 0 16,5-5 2-16,-1-3-1 0,2-2 3 0,-3-3-8 15,2 1 4-15,-7-3-2 0,5-2 4 0,-3-1-2 16,-1 0 9-16,-3-3-12 0,-1-1 3 0,-3 0-1 16,1-4 2-16,-4 2-8 0,-1 1 4 15,-2-2-2-15,-1 1 20 0,-5 3-1 0,3 3 10 0,-4 0 11 16,0 4 3-16,0-3 0 0,-1 4-2 0,-2-2 16 0,2 2-7 16,1 4 3-16,0 0-1 0,0 5 4 0,-4 0 5 15,4 0-7-15,0 1-13 0,0 2-3 0,-1-2-5 16,1 5 12-16,0 0-29 0,0-7-36 0,0 7-21 15,0 0-29-15,0 0 9 0,0 0 2 0,0 17 11 16,0-8-1-16,-4 11 16 0,3 5-6 0,-3 2 11 16,0 2 0-16,3 3 9 0,-7 3-1 0,4-3 3 0,-1 2 1 0,1-1 2 15,2-1 3-15,-1-2-1 0,2-3 5 0,1-1 4 16,0-7-1-16,1-1 2 0,-1-2 0 0,3 1 6 16,-2-6-2-16,3 1 0 0,1-2 6 0,0-1 1 15,-1 0-4-15,5-1 3 0,-1-2-2 0,3-1 6 16,2 1-9-16,-4-5-8 0,5 3-21 0,4-4-28 15,-2 0-27 1,2-1-37-16,0 0-34 0,0-2-37 0,0-1-28 16,1-1-41-16,-1 2-148 0,-3-2-445 15,3-1 198-15</inkml:trace>
  <inkml:trace contextRef="#ctx0" brushRef="#br0" timeOffset="63631.11">5140 4303 182 0,'0'-4'232'16,"0"4"-19"-16,-1-7-10 0,1 4-10 0,0 3-14 15,-4-7-16-15,0 5-8 0,0 0-14 0,1-1-12 16,-4 2-10-16,-2 0-10 0,2 1-12 0,-2 0-1 16,-4 2-18-16,3 1-12 0,-2 1-3 0,-4 3-12 15,1 0-2-15,4 0-4 0,-3 3-1 0,4-2-10 16,1 1-6-16,1 0 3 0,0 2-8 0,2-2 4 16,1 3-7-16,2-2 0 15,3 0-1-15,0-3-3 0,3 0 2 16,2 1 2-16,4 0-3 0,0-4-2 0,3 1 0 15,3-3 1-15,3-2-1 0,2 0-1 0,2-5-5 0,-3 2 3 16,0-1-4-16,0-4 3 0,-2 2 1 0,-6 0-3 16,-2-1-1-16,0-1-3 0,0-2 12 0,-4 1-10 15,-1-2-1-15,-4 2-2 0,-1-2 3 16,-3 1-7-16,-6-2 3 0,2 5-2 0,-6-4 2 0,1 4 3 0,-1-1-10 16,-5 2 2-16,-1 3 6 0,3-1-10 0,-2 4-9 15,1 0-17-15,0 1-28 0,3 1-25 0,1 1-42 16,6-1-43-16,-1 1-48 0,4 1-177 0,1-2-428 15,4-2 190-15</inkml:trace>
  <inkml:trace contextRef="#ctx0" brushRef="#br0" timeOffset="64116.98">5470 4238 123 0,'6'0'317'0,"-6"0"-35"0,0 0-28 16,0 0-30-16,0 0-23 0,0 0-21 0,7 3-16 0,-7-3-23 16,0 0-18-16,2 3-12 0,-2 3-10 0,0-1-11 0,1 0-8 15,1 2-6-15,-1 3-9 0,0 1-7 0,3-3-15 16,-1 2-14-16,3 0-5 0,-1-1-6 16,3-1-4-16,-2 0 2 0,-1-4-3 0,2 0-1 15,3-1-2-15,-4 0-1 0,2-1 0 0,1-2 3 16,2 0-3-16,-3-2-1 0,-3-1-2 0,3-3 3 0,2-1 3 0,-2 1 1 15,-3-2 10-15,0 0 6 0,4 2 9 0,-4-4-4 16,-2 5 11-16,2 1 12 0,-4 0-3 0,2-2-2 16,-2 4-9-16,3 0-3 0,-4 2-5 0,2-5-13 15,-2 5-6-15,0 0-17 0,7-1-2 0,-7 1-1 16,6 6 1-16,-2-2 3 0,4 2-4 0,-2 1 5 16,4 1 0-16,-1 0 0 15,1-2-3-15,4 5 3 0,1-2-1 0,-2-4 2 16,3 3 2-16,3-6-1 0,-4 2 3 0,2-3-5 15,1-2 6-15,-5 0 1 0,0-3 0 0,-1 0 1 16,-3-2 4-16,3-2 6 0,-3-1 10 0,-3-2-19 16,-2-1 7-16,0 1-5 0,-4-6-2 0,-2-1-5 15,-4-2-5-15,-9 1-5 0,-2-2-4 0,-3 4-7 16,-5-2-9-16,-3 9-9 0,0-2-12 0,1 0-28 0,-7 8-34 16,2 0-51-16,1 4-68 0,-1 3-266 0,9 0-529 15,1-1 234-15</inkml:trace>
  <inkml:trace contextRef="#ctx0" brushRef="#br0" timeOffset="64833.71">6753 3846 172 0,'0'-6'275'0,"0"6"-17"0,-1-3-20 0,1 3-26 16,0 0-19-16,1-5-23 15,-1 5-23-15,0 0-33 0,0 0-21 0,0 0-11 16,-1 14-9-16,1 2-10 0,-3 2-2 0,3 7-5 16,0 3-8-16,-2 3-1 0,2 4-22 0,0-1-1 15,0 1 4-15,0 0-11 0,2-1 0 0,2-4-1 0,0 0-1 16,1 1 0-16,-1-6-2 0,-2-6 1 0,1-1 0 15,1-2-2-15,-3-5 1 0,1 2-2 0,-2-5 1 0,2 3-1 16,-2-6-5-16,1 0-6 0,0 0 3 0,-1-1-1 16,0-4 4-16,-1 3-26 0,1-3-71 0,0 0-34 15,-13-7-37-15,7-1-37 0,-3 2-132 16,0-5-356-16,1-3 158 0</inkml:trace>
  <inkml:trace contextRef="#ctx0" brushRef="#br0" timeOffset="65150.01">6589 3638 147 0,'-2'-7'217'0,"0"2"-19"0,0 2-12 0,1-2-19 0,1 5-27 0,-3-5-12 16,3 2-13-16,0 3-15 0,6-1-13 0,-6 1-9 16,18 3 0-16,-2 3-4 15,4 1-10-15,12 3-8 0,-3 0 3 0,7 4-5 16,-1 1-3-16,-2 4-5 0,10 6-2 0,-12-1-3 15,-4 0-7-15,0-2-4 0,-3 1-1 0,-5 0-3 16,-5 2-2-16,-1-4-4 0,-8-2-3 0,-1 0 0 16,-5-2 1-16,-6 1-2 0,-4-4 0 0,-5 9 8 15,-8-5-2-15,-1-1 0 0,-6-3 1 0,-1-1 0 16,1 1 3-16,1-4-1 0,-2-1 0 0,1 0 2 0,8-4-3 16,-5 1 0-16,7-1-3 0,4-1 1 0,4-1-5 15,3 1 0-15,-1-4-9 0,4 1-29 0,0 0-30 0,7-1-32 16,-7 2-6-16,7-2-29 0,0 0-47 0,14 4-202 15,2-4-397-15,2 0 175 0</inkml:trace>
  <inkml:trace contextRef="#ctx0" brushRef="#br0" timeOffset="65572.45">7311 4114 220 0,'0'0'228'15,"0"0"-25"-15,0 0-17 0,0 0-21 0,0 0-16 16,0 0-16 0,0 0-17-16,-15 8-10 0,9-5-11 0,-1 4-7 0,-2 2-12 0,-1-1-8 0,1 2-17 0,-1 3 7 15,-2-1-10-15,2 3 0 0,1 0-8 0,-1-1-2 31,1 1-6-31,4-1-1 0,1-1-3 0,0-3-5 0,4 2 4 16,0-1-3-16,0 2-4 0,4-4 1 16,2 1 2-16,2 0-2 0,3-4 0 0,4 0 0 15,2 1 0-15,3-3-4 0,3-4 3 0,3-1-3 16,4-3 0-16,-3-2-3 0,-8 3 1 0,0-4-2 16,0-1 0-16,-3-1-1 0,1-1 0 0,-4 1-1 0,-5-2 1 15,-1 1-1-15,-1-1 5 0,-4 0-2 0,-2-7-2 0,-4 2-3 16,-1-1 1-16,-4 1-5 0,0 2 0 0,-2 1-1 15,-4 2-2-15,-1-1-1 0,-2 4 0 0,1 3-1 16,-3 1 7-16,4 2-13 0,-4 0-10 0,4 2-20 16,3 2-22-16,-1-2-34 0,5 2-28 0,-1 3-36 15,4-3-24-15,2 2-160 0,2 0-367 0,2-4 163 16</inkml:trace>
  <inkml:trace contextRef="#ctx0" brushRef="#br0" timeOffset="65866.42">7766 4112 168 0,'-2'-7'389'0,"2"7"-8"0,0-3 4 16,0 3-39-16,2-4-24 0,-2 4-38 0,0 0-31 15,-4-4-25-15,4 4-22 0,0 0-23 0,0 0-26 16,0 0-22-16,0 0-32 0,0 0-39 0,0 0-8 15,0 0-3-15,0 17-13 0,2-7 11 0,0 1-13 16,-2 0-3-16,4 4 1 0,-4 1-5 0,1-1-8 0,2-2-1 0,-2 1-10 16,-1-2-10-16,1 1-4 0,2-2-12 0,-2-2-12 15,2-2-15-15,-2 0-22 0,3 0-25 0,-3-1-15 16,-1-2-7-16,0 0 0 0,1 0 3 0,-1-4-1 16,-1 4-62-16,1-4-65 0,0 0-38 0,-14-13-153 15,9 2-461-15,1 1 205 0</inkml:trace>
  <inkml:trace contextRef="#ctx0" brushRef="#br0" timeOffset="66005.25">7679 3934 205 0,'-2'-13'275'0,"-1"2"-2"0,1 5-4 0,-1-1-13 16,2 2-22-16,1-2-29 0,-2 5-18 0,0-3-25 16,2 5-29-16,0-3-40 0,0 3-50 0,0 0-6 15,0 0-19-15,0 0-32 0,11 7-36 0,-3-1-42 0,1 1-56 0,1 2-200 16,2-3-377-16,-2 2 167 0</inkml:trace>
  <inkml:trace contextRef="#ctx0" brushRef="#br0" timeOffset="66404.8">8300 3948 160 0,'-24'2'166'0,"15"1"-9"0,0 0-16 0,0 1-6 16,-1 0-16-1,0 2-12-15,-2 1-5 0,2-2-17 0,-3 5-4 16,-1-2-7-16,4 2-15 0,-2 0-1 0,4 0-6 16,1-1-5-16,-1 2-1 0,1-1-5 0,0 1-6 15,2-1 1-15,3 2-6 0,-2-2-6 0,3-1 0 16,1 1 4-16,2 0-7 0,2-1-1 0,2-1 2 15,2 1-2-15,6-1 1 0,1 1-7 0,2-1 6 16,2-3-6-16,0 2-2 0,2-2 0 0,-2-1-2 0,-1 1-2 0,1 0 0 16,-5-1-1-16,-2 1-2 0,-2-3-4 0,-1 1 0 15,-4 0 0-15,1 0-5 0,-2 1 3 16,-3 0 4-16,-1-4 6 16,-6 8-6-16,-2-3 2 0,-6 0-2 0,0 1 7 15,-6 0-5-15,-1 1-4 0,-8 0-2 0,2-1-9 16,-6 1-13-16,4-3-20 0,0 2-13 0,8-4-26 15,0 0-26-15,2 1-53 0,-4-3-102 0,12-3-284 16,-1 3 126-16</inkml:trace>
  <inkml:trace contextRef="#ctx0" brushRef="#br0" timeOffset="66820.12">8722 3995 19 0,'-9'1'163'0,"-3"2"-10"0,0 2-4 0,0-1-17 15,-3 1-13-15,6-1-4 0,-3 4-14 0,1-3-4 16,-1 0-15-16,2 5-7 0,0-4-11 0,-2 2-4 15,3-1-2-15,2-2-12 0,1 3 0 16,0 1-4-16,3-1 0 0,1 1-5 0,1-2-2 16,1-1-3-16,3 1-5 15,2 2-1-15,1-1-1 0,3-1-5 0,6 3 2 16,0-2-3-16,5 0 0 0,-1 0-3 0,-1-3-5 16,1 2 2-16,1-2 3 0,-3-3-1 0,1 5-3 15,-5-4-5-15,-2-1-6 0,-2 1-14 0,-2-2 3 16,-3 2 0-16,-2-1 0 0,-2 2 9 0,0-4-2 15,-10 8 1-15,-1-4-1 0,-8 1 0 0,-1 1 3 16,-8 1 0-16,-3-1-4 0,-1 2 5 0,2-2-8 0,-4 1-17 0,4-2-16 16,-2-2-26-16,1 1-22 0,8 1-57 0,-5-3-103 15,10-2-269-15,4 0 118 0</inkml:trace>
  <inkml:trace contextRef="#ctx0" brushRef="#br0" timeOffset="67266.97">9256 4034 54 0,'0'0'213'0,"0"0"-19"0,0 0-23 15,-4-4-17-15,4 4-16 0,-15 3-12 0,9-3-14 16,-5 2-12-16,0 1-15 0,-1 4-2 0,2-3-14 16,-1 4-3-16,-4 2-6 0,3 0-3 0,3 1-11 15,-1 0-4-15,-2 3-5 0,3-2-2 0,3 3 1 16,-1-5-11-16,6 3 3 0,0-4 4 0,1 2-5 0,1 2 2 16,4 0 15-16,2-5 6 0,4 2-6 0,7 1 4 15,2-5-7-15,6 0-1 0,4-1-3 0,-2-4-7 16,1-1-4-16,0 0 2 0,-2-3-3 0,-4 0 3 15,-3-2 12-15,-3-1 11 0,0 0 6 0,-7-2 7 16,0 0-1-16,0-2-8 0,-3-1-5 0,-2-2-7 16,-2-2-4-16,-3-2 5 15,-4 0-13-15,-3 3 3 0,-3-1-17 0,-1-2 1 16,-2 3-4-16,-5 2-2 0,-5-3-7 0,-3 3 0 16,7 7 1-16,-9 0-3 0,0-3-1 0,6 7-5 15,3-2-13-15,0 3-20 0,0 0-25 0,6 3-28 16,0-1-27-16,0 2-36 0,6 4-27 0,-1-6-32 15,7 1-164-15,-2 4-407 0,7-3 180 0</inkml:trace>
  <inkml:trace contextRef="#ctx0" brushRef="#br0" timeOffset="67620.45">9549 4049 90 0,'0'0'272'0,"0"0"-32"0,0 0-27 16,0 0-20-16,0 0-25 0,0 2-15 0,0-2-15 15,0 9-17-15,-4-2-10 0,4 2-10 0,-1 3-9 16,1-4-11-16,0 5-3 0,0-1-9 0,0-1-5 16,0 0-7-16,1 2-7 0,-1-6 0 0,0 0-5 15,0 1-6-15,0-4 4 0,4-1 13 0,-4 0 34 0,0-3 43 0,5 1-17 16,-5-1-15-16,13-7-5 0,-4-1-10 0,1 0-12 15,3-4-3-15,2-1 0 0,-1 1 13 0,-1 0-11 16,-6 4 7-16,2-1 8 0,-1 2 4 16,-3 2-6-16,0 1-12 0,-1-1-7 0,1 3-18 0,-4 0-8 15,-1 2-28-15,8 0-6 0,-8 0-2 0,12 10 1 16,-2-1 0-16,1 3-31 0,2 4-16 0,0-4-37 0,0 5-42 16,-2-1-57-16,7 2-79 0,-6-4-317 0,0-4-621 15,0-3 275-15</inkml:trace>
  <inkml:trace contextRef="#ctx0" brushRef="#br0" timeOffset="69453.23">11523 3996 163 0,'-6'-5'213'0,"-3"1"-15"0,-4-2-20 16,-5 2-17-16,-5 0-18 0,-5 1-11 0,-3 3-11 0,-2 1-13 15,-1 0-8-15,-2 4-10 0,0-1-10 16,0 2-7-16,-1 2-7 0,1 1-6 0,4 3-4 15,-1 0-9-15,8-1-4 0,-1 2-2 0,9-1-7 32,2 0-4-32,1 0-4 0,6-2-2 0,-1 1-2 15,4-2-2-15,1 1 0 0,4 1 0 0,2-1 14 0,4-1 11 0,4-1 6 16,7 4 7-16,3-7-4 0,11 0-3 0,1 2-3 16,1-7-21-16,3-6-3 0,1 4 2 0,-3-3 1 15,2-5 6-15,-1 1 5 0,-5-5 12 0,-1-3 3 16,1 1 9-16,-6-2 17 0,-3-3-3 0,-1 0-8 15,-4-5-9-15,-1-4-2 0,-6 3-6 0,1-5-3 16,-6-3-6-16,-1-16-3 0,-6 18 0 0,3-4 3 0,-4 2 9 0,-3 2 13 16,3 3 11-16,-3 4 5 0,1 7 2 0,2 2 5 15,-6 2-17-15,6 5-4 0,4 2-4 16,-8 0-12-16,7 4-24 0,-4-1-38 0,2 3-13 16,3 2 9-16,-10 7-3 0,5 2 0 0,-6 6 0 0,4 4 4 15,-4 7-2 1,2 6 4-16,4 14 6 0,1-11 0 0,5-1-7 15,0 0 4-15,5 2-3 0,1-3-1 0,4-1 5 16,5-2 3-16,1-4 1 0,-2 0 6 0,0-5-10 16,-3-4-8-16,2-1-20 0,1-5-23 0,-2-1-27 15,6-2-30-15,-7-2-34 0,0-2-45 0,3-4-55 16,-4 0-266-16,1-3-560 0,-2-1 249 0</inkml:trace>
  <inkml:trace contextRef="#ctx0" brushRef="#br0" timeOffset="69707.28">11842 3901 275 0,'0'0'326'0,"0"0"-21"16,0 0-22 0,2-4-27-16,-2 4-24 0,0 0-29 0,0 0-23 15,0 0-22-15,0 0-17 0,0 0-22 0,0 0-20 16,0 0-10-16,2 13-7 0,-2-5-13 0,4 4-3 0,-4 0-5 15,1 3-6-15,3 1-3 0,-4 1-6 0,3 0-3 16,-1-2-1-16,0 1-7 0,0-3-3 16,-2 0 2-16,1-1 2 0,2-3-24 0,-2 1-22 15,-1-3-31-15,2-3-28 0,-2 1-11 0,0-2-4 0,0 1-2 0,0-4-18 16,0 0-49-16,-9 0-50 0,9 0-36 0,-14-12-138 16,7 4-409-16,-2-5 180 0</inkml:trace>
  <inkml:trace contextRef="#ctx0" brushRef="#br0" timeOffset="69854.39">11740 3825 219 0,'-2'-9'285'16,"-1"0"15"-16,2 2-5 0,-3 1-12 0,4 0-15 0,0 1-22 0,-1 2-25 16,1-1-24-16,0 4-26 0,0-5-15 0,0 5-25 15,-1-5-41-15,1 5-27 0,0 0-25 0,0 0-39 16,13 7-41-16,-5-3-46 0,-1 4-53 0,3-1-44 16,-1 1-233-16,0-1-452 0,1 2 199 0</inkml:trace>
  <inkml:trace contextRef="#ctx0" brushRef="#br0" timeOffset="70224.11">12281 3851 10 0,'0'0'283'0,"0"0"-33"0,0 0-19 0,0 0-22 16,6-2-21-16,-6 2-21 0,0 0-13 0,0 0-14 15,-19 9-20-15,7-4-8 0,-3-1-12 0,0 7-7 16,-2-5-11-16,2 6-12 0,-3-2-5 0,1 2-5 16,2 1-6-16,2 0-2 0,-1 0-5 0,4 2-12 15,-3 0 0-15,6-2-3 0,0 3-3 0,7-2-9 16,-2 2 1-16,4-3-1 16,1 2-1-16,3-4-3 0,5 2 3 0,5-2-4 15,-1 1-2-15,3-3-5 0,4 1-1 0,3-1-4 16,-5-2-3-16,-1 0-9 0,0-2-2 0,-6 1-3 15,1-2-8-15,-5-2-5 0,-3 0-1 0,-1-1 3 16,-1 1 5-16,-4-2 4 0,0 0-3 0,-9 4 4 16,-4-4 1-16,-8 0-1 0,-6 3 1 0,-3-3 0 15,1-3 4-15,0 3 2 0,-1-1 1 0,2 0-1 0,6 1 5 16,-1-3-5-16,4 2-2 0,6 1-22 0,-1-3-20 16,5 3-25-16,4-5-50 0,3 0-62 0,0 1-143 0,2 4-357 15,12-9 158-15</inkml:trace>
  <inkml:trace contextRef="#ctx0" brushRef="#br0" timeOffset="70524.16">12585 3710 270 0,'0'-7'363'0,"1"0"-11"0,-2 4-20 0,1-2-36 31,1 1-23-31,-1 4-39 0,-1-5-25 0,1 5-21 16,0 0-25-16,0 0-22 0,0 0-20 0,0 0-8 0,1 13-17 16,3-4-7-16,-3 8-4 0,6 10-9 0,-3-1-10 15,-2 2-2-15,5 1-5 0,-4 2-9 0,1-1-9 16,4-1 3-16,-4 1-4 0,-1-4-12 16,4 0 7-16,-5-6-5 0,1-2 3 0,-1 0-3 15,0-3-5-15,-1-3-18 0,0-4-31 0,-2-1-21 0,2 0-15 0,-1-2-1 0,2-2-5 16,-4 1-10-16,2-4-6 0,0 6-3 0,0-6-24 15,-4 2-55-15,4-2-56 0,0 0-73 0,-21-8-152 16,12 2-482-16,1 0 214 0</inkml:trace>
  <inkml:trace contextRef="#ctx0" brushRef="#br0" timeOffset="70793.69">12378 3991 14 0,'0'0'292'0,"0"0"-18"0,0 0-16 16,0 0-13-16,0 0-23 0,0 0-27 0,14-7-20 16,6 3-12-16,8 1-13 0,4-2-13 0,4 0-9 15,1-1-5-15,3 1-12 0,-2 2-8 0,-1-2-11 0,-2 1-8 16,-5 2-9-16,1-1-6 0,-12 2-13 0,-6-2 1 16,1 3-4-16,-5-1-1 0,-1 1-13 0,-3-1 4 15,1-1-12-15,-6 2-11 0,8 0-7 0,-8 0-16 0,0 0-8 16,0 0-9-16,0 0-11 0,-23 2-11 0,13-1-6 15,-4 0-17-15,1 2-25 0,1 0-22 0,-2-1-41 16,5 0-31-16,-3-1-61 0,5 2-134 0,1-2-410 0,3 1 182 31</inkml:trace>
  <inkml:trace contextRef="#ctx0" brushRef="#br0" timeOffset="71329.1">13045 3906 158 0,'5'-2'321'0,"-5"2"-34"0,0 0-30 15,6 0-29-15,-6 0-26 0,0 0-22 0,0 0-17 16,9 2-17-16,-2 4-19 16,0-1-13-16,2 2-14 0,0 2-7 0,1-3-9 15,-1 4-7-15,3 3-9 0,-2 2-7 0,-1-2-10 0,-4 4-3 0,0-7-2 0,4 6-5 0,-8 1-4 16,2-1-4-16,-3-4 1 0,1 1-5 15,-2 1-4-15,1-5-1 0,-4 4-3 0,-1-3 1 16,0-1-3-16,0 1 0 0,1-3-2 0,-1 1 10 16,1-1-11-16,2-2-3 0,0-1-2 0,2-2 6 15,-4 4-6-15,2-4 1 0,2-2 9 0,-3 4-7 0,3-4 9 16,-2 4 30 0,2-4 28-16,0 0 41 0,0 0 4 0,0 0-30 15,9-16-17-15,0 9-6 0,2-9-10 0,3 1-2 16,8-6-10-16,1 0-3 0,0 0-6 0,1-3-5 15,-2 5-7-15,1-4 0 0,-1 4-7 0,-2 3 4 16,-4 2-6-16,-4 4-11 0,-3 2 23 0,0 1 12 16,-5 2 2-16,1 0-5 0,1 2-7 0,-2-1-8 15,0 1-1-15,-4 3-15 0,0-3 0 0,8 2-3 0,-8 1-6 0,0 0-33 16,0 0 0-16,0 0 3 0,9 9 9 0,-7-3-4 16,-2 1 3-16,3 3 8 0,-2 1-5 0,-2 3 0 15,1 1 1-15,1-1 4 0,-1 1-2 0,0 2 21 16,0 0 0-16,0-5-2 0,1 0 0 0,2-2 1 15,-2 0-15-15,2-2 7 0,-2-2 3 0,-1 0-21 16,0-2-4 0,0 1-5-16,0-5-1 0,0 6-7 0,0-3-7 15,0-3-19-15,0 0-43 0,0 0-99 0,0 0-61 0,-10-12-61 16,1 3-221-16,1-2-594 0,-2-3 264 0</inkml:trace>
  <inkml:trace contextRef="#ctx0" brushRef="#br0" timeOffset="71469.23">13383 3806 336 0,'0'-6'407'0,"0"0"-19"0,0 1-29 0,3 4-27 16,-3 1-17-16,-3-7-42 0,7 4-28 0,0 1-30 0,-4 2-19 15,0 0-27-15,0 0-24 0,0 0-54 0,0 0-66 16,0 0-42-16,0 0-34 0,0 0-70 0,1 12-95 16,-1-12-300-16,-1 7-558 0,-3-3 248 0</inkml:trace>
  <inkml:trace contextRef="#ctx0" brushRef="#br0" timeOffset="72945.53">13592 4225 104 0,'0'0'126'0,"0"0"4"0,0 0 0 15,0 0 0-15,0 0-6 0,16-4-4 0,-7 1-15 16,-4 1-4-16,7-2-4 0,-6-1 0 16,7-1 1-16,-4 0 3 0,0-2-9 0,5-1-1 0,-5-6 1 0,4-2 2 0,-4 3-3 15,0-5 1-15,3-3-5 0,-1-3-7 16,-4-4-7-16,1 0-6 0,0-2 3 0,-3-1-3 15,-1-1 2-15,-1-1 1 0,-1-1-1 0,0 1 9 16,-2 0 5-16,0 4 7 0,-2 1-2 0,-1 4 5 0,-1 5-5 16,2 5-6-16,-1 3 5 0,1 1-2 0,0 1 6 15,-3 1-6-15,4 4-11 0,1 0-4 0,-1 0-11 0,0 1-14 16,1 4-28-16,0-6-39 0,0 6-36 0,0 0 7 16,0 0 2-16,-4 15 10 0,1-4-1 0,1 6 7 15,-1 8 6-15,0 2 0 0,2 5 4 0,1 3 3 16,0-1 3-16,0 1 1 0,1-4 5 0,1 6 1 15,2-4 1 1,-2-1 6-16,3-4-3 0,4 1 0 0,-1-5 5 16,-1-6 2-16,3-2 2 0,2 0 0 0,-5-6 2 0,2-1 7 15,3-3 16-15,1-1-8 0,1-2 3 0,4 1 5 16,-4-4 2-16,0-1 4 0,4-5 2 0,-6 3 2 16,-2-2 10-16,2-2-5 0,-2 0 0 0,-3-1-7 15,1-1-6-15,-3 0-3 0,-1 0-3 0,-2 1-3 16,0-4-13-16,-4 5-22 0,-2 2-12 0,-3-4-13 15,-5 5-9-15,-1-1-6 0,-6 2-10 0,0 0-6 0,-4 3-6 16,-4 2-7-16,1 2-10 0,5 1-6 0,-1-1-20 0,4 0-24 16,-1 4-32-16,8-3-15 0,0-3-39 0,1 5-177 15,7-3-440-15,1 0 196 0</inkml:trace>
  <inkml:trace contextRef="#ctx0" brushRef="#br0" timeOffset="73514.89">14169 3972 116 0,'3'-5'344'15,"-1"4"-28"-15,-2 1-34 0,4-4-28 0,-4 4-26 16,5 0-29-16,-5 0-23 0,0 0-23 16,0 0-31-16,0 0-6 0,4 5-15 0,-4 1-10 0,2 3-8 15,-2 0-8-15,0 3-5 0,0 1-9 0,-2 1-3 16,2 2-6-16,-1 0-3 0,2-4-7 0,1-2-1 15,-1 0-3-15,1-2-6 0,0-4-2 16,-2 2-1-16,1-1-3 0,0 0 2 0,0-3 7 16,-1-2-8-16,0 0-2 0,15-7-2 0,-9 1-3 0,4-2-1 15,-3-2 2-15,0-2-2 0,5-2-1 0,-6-3 0 0,4 0-4 16,3 1-5-16,-4 2 3 0,0 0-3 0,-1 4 4 16,-1 1-1-16,0 1 7 0,-5 2-3 0,2 2-2 15,-1-2-2-15,1 3-8 0,-2-1-14 0,-2 4 2 16,8-1-11-16,-8 1 4 0,10 5 0 0,-6-2 3 15,4 6 2-15,0-3 0 0,1 3 6 0,0 0-4 16,5 2 2-16,-2 0-2 16,3 1 1-16,-1-3 2 0,3 2-7 0,-2-2 2 15,0-1-4-15,2-2 0 0,-4-2-6 0,1-1 5 16,-2-2-1-16,-1-1 7 0,-1-2-4 0,1-3 4 16,-1-1 4-16,-3-3-6 0,-2-1-1 0,2-2 5 15,-2-5 9-15,-4 1 4 0,2-4 2 0,-3 1 6 16,-3-8 4-16,3-2 0 0,-4 0 3 0,1 0 5 15,0 1 4-15,0 3 18 0,1 7 11 0,-1 1 9 0,1 4 29 16,0 3-12-16,1 3-13 0,1 1-12 0,0-1-2 16,0 3-23-16,-1 0-29 0,1 4-45 15,0 0-2-15,0 0 8 0,0 0 8 16,-7 18 4-16,4-4-2 0,-1 4 5 0,0 5 1 0,3 3 6 16,-3 0 0-16,0 3-21 0,3 2-13 0,1-5-15 15,1 1-23-15,-1-1-21 0,4-1-23 16,-2-8-30-16,0 2-44 0,-1-6-36 0,2-4-216 15,-2-1-489-15,3-2 216 0</inkml:trace>
  <inkml:trace contextRef="#ctx0" brushRef="#br0" timeOffset="73799.72">14472 3910 228 0,'0'0'216'0,"-6"2"-11"0,6-2-18 0,0 0-21 16,0 0-17-16,0 0-8 0,0 0-17 0,0 0-12 15,38-2-7-15,-6 1-16 0,4 1-4 0,4-3-8 0,13-2-13 0,0 3-2 16,-1-1-11-16,-16 2-17 0,-3-1-15 0,1 1-8 16,-5-3-6-16,-8 4-5 0,-3-5-1 0,-1 5 0 15,-7 0-2-15,-1-1 6 0,0-1-3 0,-5 2-3 16,0-2-9-16,-4 2-10 0,1-5-8 0,-1 5-4 15,0 0-5-15,-13-2-12 0,13 2-12 0,-14 0-8 16,14 0-12-16,-10-1-30 16,10 1-156-16,-9 3-289 0,9-3 129 0</inkml:trace>
  <inkml:trace contextRef="#ctx0" brushRef="#br0" timeOffset="74064.84">15160 3855 340 0,'0'-6'356'0,"0"2"-2"0,1-4-6 16,-1 3 20-16,0 0-6 0,0 1-4 0,0 4-31 15,0 0-29-15,-1-7-33 0,-2 4-28 0,3 3-31 16,0-3-21-16,0 3-23 0,0 0-30 0,0 0-41 0,0 0-43 16,0 0-15-16,0 0-6 0,0 0-2 15,3 21 0-15,-3-7-3 16,0-4-2-16,1 10-4 0,-1-7 5 0,0 5-17 15,0-1 3-15,0-1-18 0,0 1-23 0,0-3-11 16,0-2-14-16,0 1-21 0,1-4-20 0,-2 3-13 16,1-3-31-16,-1-1-24 0,-2-3-22 0,3 2-4 0,-4-5 0 15,3 0-28-15,1-2-43 0,0 0-205 0,-15-7-509 16,8-1 225-16</inkml:trace>
  <inkml:trace contextRef="#ctx0" brushRef="#br0" timeOffset="74216.77">15088 3662 84 0,'0'-12'316'0,"0"4"-10"0,1-2-9 16,-1 4-25-16,-1 1-24 0,1 0-26 0,1 1-25 16,-1-2-22-16,0 6-18 0,0-5-33 0,0 5-33 15,4-1-27 1,-4 1-35-16,14 2-38 0,-7 2-49 0,-1-1-49 16,3 2-42-16,5 2-71 0,-5-2-121 0,6 3-367 15,1 2 163-15</inkml:trace>
  <inkml:trace contextRef="#ctx0" brushRef="#br0" timeOffset="74602.14">15685 3727 72 0,'-13'3'213'0,"2"-3"-13"0,-6 3-18 0,4 3-15 16,-1-3-15-16,0 5-18 0,-4 1-13 0,4 0-10 15,1 4-10-15,-2-1-6 0,3 1-16 0,4-3-6 16,1-1-8-16,1 3-3 0,2-3-3 0,1 3-6 0,3-4 2 16,2 4 2-16,4-2-2 0,4-3 0 0,8 3-3 15,3-5-7 1,9 2 3-16,-3-6-10 0,10-1 0 16,-2-1-3-16,-3-2-5 0,0-1-1 0,-2 0-2 0,-2-5-5 15,-6 1-2-15,-5 1 2 0,1-4 9 0,-6 2 9 16,1-3 5-16,-1 0 0 0,-7 2-3 0,-1-1-2 15,-2-1 5-15,-3-1-2 0,2 1-1 0,-5 0-4 16,-1 0-4-16,-1 3 3 0,-3 1-10 0,-8-1-5 16,1 2-1-16,-2 0-4 0,-4 4-5 0,-1-2-1 15,3 1-4-15,-1 6-20 0,0-4-23 0,4 2-27 16,-2 4-27-16,6-2-31 0,0 1-31 0,4 0-43 16,1 2-43-16,3-3-139 0,4 2-407 0,2 2 180 0</inkml:trace>
  <inkml:trace contextRef="#ctx0" brushRef="#br0" timeOffset="74964.86">15999 3725 224 0,'0'0'268'0,"0"0"-27"0,8 2-28 15,-8-2-22-15,0 0-23 0,0 0-21 0,1 5-14 0,-1-3-12 16,0-2-12-16,2 9-11 0,0-1-10 0,3 0-8 16,-4 1-5-16,3 3-5 0,-3-1-7 0,2 0-6 0,-2 0-4 15,2-1-6-15,-3-1-4 0,4 0-6 0,-3-4-1 16,3 2-3-16,-4-2 4 0,0-1 4 0,1-3 39 16,3 2 41-16,-4-3 32 0,0 0 15 0,0 0-20 15,0 0-8-15,14-13-16 0,-9 5-15 0,2-3-10 16,4-3-7-16,-1 3-15 0,-1-4-4 0,1 6-4 15,-3 0-4-15,-1 4-6 0,1-3-5 0,-2 4-21 0,0 0-1 0,-1 1-15 16,-1 2 2-16,4 1-7 0,1 3 0 0,4 3-1 16,1 5-15-16,2 0-19 0,6 6-7 0,-1 1-23 15,2 2-26-15,0-3-43 0,-3 2-57 0,1 0-86 16,-4-7-350-16,0-3-665 0,0-1 295 0</inkml:trace>
  <inkml:trace contextRef="#ctx0" brushRef="#br0" timeOffset="75887.35">17724 3778 245 0,'0'-2'303'0,"0"2"-1"16,0-8-11-16,0 8 1 0,0-4 6 0,-2 0-12 15,2 4-7-15,0 0-22 0,0-4-31 0,0 4-24 16,0 0-22-16,0 0-6 0,0 0-32 0,0 0-27 15,0 0-6-15,0 0-31 0,0 0-25 0,0 0-3 16,0 0-4-16,2 19-5 0,-2-6 0 0,2 1-3 16,-2 4-8-16,0-1 11 0,2 0-21 0,-1 2 0 0,-1 0 6 0,0-1-1 15,3 0-6-15,-3-2-2 0,0 1-3 0,1-6 4 16,-1-1-2-16,0 0-5 0,0-3-39 0,2 4-20 16,-2-5-23-16,2 0-10 0,-4 0-4 0,0-1 1 15,2-5 11-15,-1 2-43 0,1-2-72 0,0 0-53 16,-12-7-37-16,7-4-224 0,-5-3-545 0,2 3 241 15</inkml:trace>
  <inkml:trace contextRef="#ctx0" brushRef="#br0" timeOffset="76034.59">17616 3601 84 0,'-2'-12'310'0,"0"3"-12"16,1 2-15-16,-2 0-23 0,3 3-24 15,0-2-23-15,0 1-20 0,0 0-25 0,0 5-17 16,-1-3-50-16,1 3-40 0,0 0-20 0,0 0-18 0,0 0-33 0,0 0-40 15,13 7-43-15,-6 2-54 0,1-2-43 0,-6-1-132 16,5 2-350-16,-2-1 155 0</inkml:trace>
  <inkml:trace contextRef="#ctx0" brushRef="#br0" timeOffset="76487.89">18358 3348 156 0,'1'-11'248'16,"-1"1"-8"-16,2 3-6 0,-2 1-9 0,0 1-5 15,0-2-17-15,2 2-20 0,-2 0-17 0,0 5-15 16,0-5-18-16,0 5-19 0,0-5-30 0,0 5-23 15,0 0-7-15,0 0-6 0,-8 10-3 0,2 2-5 16,-1 5-5-16,-4 6-6 0,1 5-2 0,-3 4-2 16,2 3-3-16,-7 9-1 0,6 3-2 0,2 0-4 0,3 3 2 0,3 2 0 15,1-1 1-15,7-4 0 0,0-11-6 0,6 13 2 16,-1-15-2-16,0-2 1 0,2 0 2 0,1-3 6 16,-2-5-10-16,0 2-1 0,-3-8 1 0,-1-4-1 15,-1-2-3-15,-2-4-1 0,1 1 1 16,-2-3 1-16,1-1 14 0,-1 0 10 0,-2-1 12 15,0-2 9-15,1 1 7 0,-1-3-2 16,-8 3-5-16,-1-3-12 0,-4 0 5 16,-6-3-8-16,-2 2-4 0,1 0 2 0,-2-2-8 15,3-1-4-15,-2 0 0 0,1 2-6 0,2-2-7 16,5 3-9-16,2-1-6 0,-1-1-16 0,7 3-14 16,-2-2-11-16,1 0-21 0,0 0-50 0,2 0-63 15,3-5-76-15,2 3-234 0,3-2-529 0,4-1 234 0</inkml:trace>
  <inkml:trace contextRef="#ctx0" brushRef="#br0" timeOffset="76851.14">18142 3820 36 0,'-7'0'282'15,"7"0"-26"-15,-2 3-24 16,2-3-24-16,-5 2-15 0,5-2-12 0,-1 3-12 16,1-3-4-16,0 0-17 0,0 0-10 0,0 0-14 15,0 0-10-15,0 0-12 0,0 0-12 0,29-4-7 16,-8 2-6-16,13-3-3 0,17-2-8 0,3-3-7 15,4 3 1-15,-1-3 1 0,0 1-1 0,-3-1-5 16,-14 5-5-16,-3 2-4 0,-4-3-6 0,-3 1-5 16,-9 2-6-16,-4 0 0 0,-6 3-4 0,1-1-2 0,-3 0-2 0,-3 1 4 15,0 0-11-15,-2-3-10 0,-4 3-17 0,0 0-19 16,0 0-18-16,0 0-39 0,0 0-49 16,0 0-64-16,-26 5-273 0,14-2-516 0,4-3 229 15</inkml:trace>
  <inkml:trace contextRef="#ctx0" brushRef="#br0" timeOffset="98015.42">20254 3542 117 0,'-1'-5'141'0,"1"5"-13"16,-1-6 4-16,1 6 0 0,0-4 0 0,0-3 0 0,1 1-5 16,-1 1-9-16,1-4 4 0,1 4-6 0,-4-2-1 15,4 0 3-15,-2-1-1 0,0 2 8 0,1 2-8 16,0 0-10-16,-1 0-14 0,0 0-15 0,0 4-2 16,0-6-13-16,0 6-31 0,0 0-4 0,0 0-5 0,-2 17-8 0,-1-1 3 15,-2 9-4-15,0 4 0 0,1 5-2 0,-2 13-4 16,1 3 3-16,2 9-1 0,0-6 2 0,1 1 1 15,3-1-2-15,0-1 2 0,1-2-3 16,-1-2 0-16,3-13 2 0,-3-3-4 0,5-1 1 16,1-3 4-16,-6-2-1 0,0-5-4 0,2-2 0 15,-2-1 1-15,1-5 0 16,-1-2-1-16,0-2-1 0,0 0 3 0,-1-2-4 16,2-2 2-16,-2 2-2 0,0-3-3 0,0 0-3 15,0-2 0-15,0-2-3 0,0 0-44 0,-7 3-42 16,7-3-29-16,-11-5-23 0,6 0-39 0,-3-5-190 15,-4-4-400-15,5 0 176 0</inkml:trace>
  <inkml:trace contextRef="#ctx0" brushRef="#br0" timeOffset="98315.87">20240 3632 60 0,'0'0'234'0,"0"-4"-28"16,0 4-33-16,0 0-19 0,0 0-13 0,0 0-17 16,20 6-6-16,-8 1-12 0,1 2-6 0,6 2-14 15,-1-1-7-15,5 6-10 0,0 1-4 0,-1 2-7 16,-3 1-7-16,-1 1-3 0,-7-5-7 0,5 4-7 16,-9-4-2-16,-3-1-7 0,0-1-3 0,-4-4-4 15,-2 6 2-15,-5 1-6 0,-4-4-3 0,-6 3 4 16,-6 0-4-16,-4-4 1 0,4 3 1 0,-6-4 1 0,3-2 1 0,-4 0-4 15,1-2 4-15,0 1-7 0,5 0 2 0,2-7 0 16,4 3-1-16,-1 1 0 0,6-2-15 0,3-3-18 16,-1 0-26-16,3 0-64 0,5-4-64 0,-1-1-134 15,4 2-337-15,7-7 149 0</inkml:trace>
  <inkml:trace contextRef="#ctx0" brushRef="#br0" timeOffset="98885.99">20575 3692 184 0,'5'-4'232'0,"-2"3"-26"15,-1-4-24 1,2 3-17-16,5 2-16 0,-1-1-15 0,2 2-12 16,5 1-15-16,3 3-8 0,1 3-11 0,-2-2-8 15,2 3-10-15,-2-1-4 0,-2 7-7 0,4 6-9 16,-5-1-2-16,-5-3-5 0,0-1-3 0,-1 1-1 15,-7 2-8-15,1-2 0 0,-2 1-2 0,-3-4-3 16,-5 0-5-16,4-2 4 0,-6-2-4 0,3 0-5 16,-2-2 3-16,1-1 4 0,2-3 13 0,0 0 9 0,1-1 16 0,1-1-2 15,4-2-10-15,0 0-21 0,-6-7-12 0,9-2-16 16,4-2-14-16,6-3-13 0,6-5-4 16,8-4-7-16,4 3 5 0,1-2-8 0,10-5 6 0,-6 9 1 15,-2 2 3-15,13-5 4 0,-11 5 4 0,0 3 0 16,0-1 4-16,-3 2 10 0,-4 3-5 0,-2 1-3 15,-9 2 9 1,-4 3 2-16,-2-1 6 0,-3 1 0 0,2 2 5 16,-6-2-4-16,-1 3 7 0,1-1-7 0,-5 1 1 15,0 0 9-15,0 0 7 0,0 0 3 0,0 0 2 16,-2 8 0-16,-6-1-1 0,-5 5-5 0,2-5 8 16,-1 3-6-16,-2 1-6 0,1 1 1 0,-2 4-2 15,3-2 1-15,2 0-5 0,-2 1 6 0,3-2-5 16,3-2-3-16,1 1 5 0,-1-2-1 0,2 1-3 0,3-2-2 0,1-4 3 15,1 2 1-15,3-2 3 0,3 0 5 16,0-2-3-16,3-1 1 0,4-2 0 16,4 0-1-16,1-2-3 0,-2-1 1 0,2-2-2 0,-1-4-2 0,-4 1-2 15,4-4 3-15,-5 3-1 0,-3-4-1 0,1 0-2 16,-2-2-2-16,-3 4 1 0,1 0-2 0,-3 0 1 16,-3 0 0-16,-1 4-4 0,0-4-1 0,-2 7-3 0,-5-5-12 15,2 4-11-15,-2-1-16 0,0 2-20 0,1 1-24 0,-6 1-26 16,3 1-42-16,2 1-55 0,7 0-131 0,-14-1-371 15,14 1 164-15</inkml:trace>
  <inkml:trace contextRef="#ctx0" brushRef="#br0" timeOffset="99386.7">21558 3853 190 0,'0'0'294'0,"-1"5"-9"0,1-5-9 16,0 0-14-16,0 0-15 0,0 0-16 0,0 0-26 0,0 0-27 15,7-9-21 1,-1 5-21-16,2-4-3 0,1-2-20 0,3-3-18 0,-1-2-3 0,-1 1-9 0,3-3-10 0,1-8-5 0,0 0-7 16,-4 2-10-16,1-5-7 0,0 2-4 15,-3-3-4-15,0-3-5 0,-3 2-6 0,0 1-1 16,-1 2 4-16,-2 0 6 0,-3 9 6 0,2 3 12 15,-2-1-10 1,-2 6 16-16,1-2 5 0,1 7-4 0,1-2-5 16,0 2-13-16,-3 1-17 0,3 1-36 0,0 3-5 15,0 0 2-15,-13 12 3 0,4 3 3 0,-1 4 0 16,-3 5 3-16,-1 5 0 0,5-1-1 0,2 3 4 16,0 2-3-16,2 0 5 0,3-2 0 0,2 2 1 15,2 0 4-15,3-1-3 0,4-5 0 0,0 1 4 16,2-3 2-16,1-10 0 0,1 2 0 0,2-5 18 0,2 1-4 0,2-5-7 15,1 0 2-15,0-6-3 0,3-2 6 0,-2 0-6 16,-3 0 7-16,4-5 6 0,-3 0 3 0,-5-2 1 16,4-2-4-16,-5 0-2 0,-3 1-5 0,-1 0 5 15,-4-1-3-15,0 0 3 0,-2-2-9 16,-2 2-5-16,-1-2 5 0,-2 2-14 0,-2-2-30 16,-4 3-8-16,-4 1-14 0,0 4-13 0,-9 0-10 0,3-2-10 0,-1 8-17 15,-1-2-15-15,1 0-18 0,-1 2-15 0,5 1-28 16,1 1-23-16,2 0-32 0,5-1-31 0,-3 3-162 15,6-3-460-15,3 1 204 0</inkml:trace>
  <inkml:trace contextRef="#ctx0" brushRef="#br0" timeOffset="99830.88">22464 3623 76 0,'0'-5'302'0,"0"5"-10"15,1-3-19-15,-1 0-25 0,0 3-20 16,0 0-24-16,-4-6-23 0,4 6-11 0,-10 0-28 16,0 4-14-16,-3-1-14 0,0 2-12 0,-2 2-12 15,-4 2-7-15,3 2-8 0,-3 0-8 0,-4 4-4 16,7-2-10-16,-1 2 0 0,2 3-10 0,3-2-2 0,1 1-4 15,0-3-4 1,3-1-6-16,2-2-4 0,1 0-1 0,4-4-3 16,-2 0 1-16,3 0-3 0,2-2 4 0,2 0-1 15,2-5 1-15,5 4-2 0,0-6-3 0,2-1 6 16,0-1-3-16,0 1 9 0,5-6 1 0,-8 3-1 16,8-3-5-16,-5-1 1 0,1-3-1 0,-4 6 1 15,-2-2 11-15,2 4 16 0,-5 0 13 0,2 1 3 16,-3 1 3-16,-2-1-18 0,2-1-1 0,-1 4-10 0,0-1-9 0,-3 2-6 15,4-5-7-15,-4 5 2 0,7 0-9 16,-7 0-3-16,12 5 1 16,0-2-19-16,-2 3-32 0,7 1-28 0,-1 2-52 0,-2 0-48 15,-1 0-62-15,2-1-103 0,-2-1-188 0,0-3-565 0,0 0 251 16</inkml:trace>
  <inkml:trace contextRef="#ctx0" brushRef="#br0" timeOffset="100574.23">22772 3822 3 0,'0'0'161'0,"0"0"-3"0,-7 1 1 0,7-1 5 0,0 0 13 16,0 0-3-16,0 0 4 0,0 0 7 0,0 0-6 15,0 0-19-15,0 0-14 0,18-11-9 0,-13 6-7 16,3-4-3-16,0-4 0 0,-1-1 7 0,2-1-6 16,2-2-2-16,-2 0-9 0,3-6 0 0,0-2-7 0,-1 0-14 0,-2-3-7 15,0-1-7-15,4-1-13 0,-7-4-4 0,5 1-10 16,-4 1-34-16,-2 1-4 0,-4 4 16 16,2 1 7-16,-3 9 13 0,0 5 22 0,0 1 11 15,0 2-12-15,1 2-11 0,-1 1-14 0,0 2-30 16,0 4-23-16,-5-3-4 0,5 3 3 0,-16 16-1 15,4-1-1-15,-4 7-2 16,0 7 7-16,0 0-3 0,1 2 2 0,2 1 1 16,1 1-5-16,2 0 4 0,5 2 0 0,1-2-2 15,4-3 1-15,5 1 4 0,-1-2-5 0,6-4 7 16,2-2-3-16,1-8 5 0,5 3-2 0,-1-7 4 16,6 1-4-16,-2-4-2 0,7-6 7 0,2-1 0 15,0-4-3-15,-2-5 2 0,0-4 1 0,-3 5-3 16,0-8 6-16,-3 1-3 0,-5 4-3 0,5-10-1 0,-9 7 1 0,-3-2-2 15,0 1 1-15,-2 0 0 0,-3 2-3 0,-2 1 8 16,-2 1-11-16,-2-1-1 0,-3 3-6 0,-4 0-4 16,-1 4 4-16,-4-1 0 0,3 2 2 0,-6 2-9 15,1 2-6-15,0-1-10 0,-3 4-7 0,6 0-8 16,0 0-10-16,1 2-5 0,2 1-6 0,1 0 3 16,3 1 0-16,1 1 7 15,4 0 6-15,2 1 1 0,5-3 10 0,2 3 7 16,9-5 2-16,2 5 2 0,8-4 4 15,3-5-1-15,-3 2 7 0,3-3 1 0,-1 0 2 0,1-3 2 16,-1 0 3-16,-4-1 4 0,5-6 4 0,-7 1 15 16,3-1 16-16,-9-1 14 0,2 0 11 0,-3 0 12 15,0 1 15-15,-3 0 22 0,-5 2 12 0,0 1 10 16,-1 0 11-16,-1 2 2 0,-1 1-7 0,-3 3 2 0,1-2-14 16,-2-1-19-16,-2 4-14 15,4-2-12-15,-4 2-21 0,5-3-25 0,-5 3-33 0,0 0-22 16,0 0 3-16,5 8 9 0,-5-3 3 0,2 3-4 15,-2 1 4-15,-2 2 5 0,0 0-1 16,0 1 2-16,0 0 3 0,-2-1-24 0,2 2-12 16,2 0-13-16,-4-2-20 0,4-2-19 0,-2 3-23 0,0-4-20 0,-1-2-23 0,1 0-21 0,-1-1-5 15,-1-4-36-15,0 0-46 0,4-1-221 0,-12-6-529 16,7-2 234-16</inkml:trace>
  <inkml:trace contextRef="#ctx0" brushRef="#br0" timeOffset="100721.56">23467 3430 257 0,'1'-17'345'0,"-1"4"7"16,0 2-8-16,0 1 4 0,1 3-21 0,1-1-23 16,-2 3-30-16,0-1-28 0,0 3-31 0,1-2-29 15,-1 2-55-15,0 3-77 0,1-4-58 0,-1 4-2 16,0 0-41-16,12 12-50 0,-7-3-58 16,1-1-79-16,-1 2-240 0,2 1-513 0,3-3 227 0</inkml:trace>
  <inkml:trace contextRef="#ctx0" brushRef="#br0" timeOffset="101815.25">23783 3791 56 0,'0'0'156'0,"-6"2"9"0,6-2 10 0,0 0 9 15,0 0 7-15,0 0-7 0,0 0-14 16,14-8-7-16,-5 1-8 0,4 2-9 0,1-6-5 0,-1-2 22 16,5-2-4-16,-5-1-8 0,1 1-5 0,5-7-13 15,0-2-7-15,-1 0-13 0,-1-3-36 0,0-2-7 16,0-2-12-16,6-13-7 0,-8 10-11 0,6-9-9 0,-7-3-3 0,-5 15 0 16,-3-2 1-16,-2 6-1 0,0 7 0 0,-3 0 5 15,0 4 1-15,-2 6 13 16,2 0-3-16,-3 3-8 0,3 1-7 0,-1 0-26 0,0 4-29 0,0 2 0 15,0 0 3 1,-14 9 0-16,6 2 3 0,-3 15 0 0,-2 0 4 0,4 3 3 0,-1 0 1 0,1 2 3 16,1 5 0-1,-1-1 2-15,4 1 3 0,2-2-3 0,4 0 1 16,3-1-2-16,3-4 2 0,2-2 1 0,2 0 2 16,5-3 0-16,-2-3-1 0,5 0 2 0,0-3 3 15,-2-11 2-15,2 2 2 0,1-6 0 0,0-2 7 16,1-3-3-16,0-4 7 0,7 0 9 0,-1-2 7 15,-8 0 4-15,5-5 4 0,-7 4 3 0,1-5 8 16,-3 3 1-16,1-4-2 0,-4 2 3 0,2-1-1 0,-2 1 7 0,-2 4 10 16,-4-1 17-16,1 2 12 0,-1 0 7 0,-2 3-8 15,1 1-12-15,-3-1-1 0,1 2-22 16,1 2-14-16,-4 1-5 0,1-4-37 0,-1 4-26 0,0 0-16 16,0 0 7-16,0 0-2 0,4 12 5 15,-4-5 2-15,0 3 9 0,-2-1-3 0,2 1 5 0,-2 0-5 16,4 1 7-16,-2 3 4 0,-2-3 4 0,2 0-23 0,0-3-10 15,-1 2-22-15,1 1-13 0,-2-7-23 0,4 3-26 16,-4-2-30-16,0 0-22 0,2-5-16 0,-3 3-2 31,3-3-44-31,0 0-276 0,0 0-552 0,0 0 245 16</inkml:trace>
  <inkml:trace contextRef="#ctx0" brushRef="#br0" timeOffset="101945.48">24420 3409 155 0,'0'-5'328'0,"-2"-3"-10"0,4 7-19 16,-2-3-42-16,0 4-24 0,-2-9-33 0,4 7-28 16,-2 2-49-16,0 0-57 0,0 0-44 15,0 0-5-15,0 0-31 0,0 0-43 0,12 12-57 0,-5-8-51 16,-3 3-142-16,3-1-332 0,0-2 146 0</inkml:trace>
  <inkml:trace contextRef="#ctx0" brushRef="#br0" timeOffset="102246.16">24837 3123 2432 0,'1'-13'113'0,"0"2"48"16,-1 1-38-16,2 2-18 0,-2 3-35 0,1 0-19 16,0 1-21-16,-1 0-13 0,0 4-8 0,0 0 1 15,0 0-3-15,-8 21 1 0,5-2-2 0,-3 8 0 16,0 6 0-16,-4 15-5 0,3 0 4 0,0 2 5 15,0-2-3-15,2-10-6 0,-1 9 8 0,2-1-4 16,4-13 4-16,-2 1 0 0,0-4-1 0,4-2 5 0,-2-9-7 16,0-1 4-16,1-1-5 0,0-5 1 0,-1 1-1 15,3-4 5-15,-2 3 0 0,-1-7-2 0,0 2 3 16,0 0-3-16,1-2 4 0,-1-5 2 0,2 6 0 16,-2-2 3-16,0-4-1 0,0 0-46 0,0 0-62 0,0 0-49 15,0 0-45-15,0-22-56 0,-3 13-207 0,3-3-487 16,1 1 216-16</inkml:trace>
  <inkml:trace contextRef="#ctx0" brushRef="#br0" timeOffset="102424.29">24646 3526 97 0,'0'0'372'0,"-7"1"-12"0,7-1-13 0,-7 0-16 0,7 0-29 16,0 0-25-16,0 0-36 0,0 0-15 15,0 0-20-15,37-7-30 0,-5 3-15 0,5-1-33 16,3 0-58-16,11-1-55 0,-15 5-58 0,1 0-60 16,-4-2-65-16,4 2-68 0,-8 0-225 0,-8-3-497 0,-1 3 221 15</inkml:trace>
  <inkml:trace contextRef="#ctx0" brushRef="#br0" timeOffset="102909.58">25102 3437 135 0,'0'0'328'0,"6"-4"-12"0,-6 4-14 0,2-3-32 16,-2 3-25-16,0 0-29 15,0 0-23-15,0 0-19 0,4-3-24 0,-4 3-18 16,0 0-8-16,0 0-15 0,11 7-11 16,-5-4-16-16,4 2-14 0,0-1-23 0,0 1-14 15,2 0-6-15,-1-1-10 0,2 1-8 0,0-2-9 0,1 0-4 16,-1 1-7-16,7-1 4 0,-1-3-7 0,-1-1 1 15,-1-1 1-15,-4 0 2 0,1 0-2 0,-3-3 3 16,7-1 3-16,-8 1 17 0,2-2 8 0,-1 1 13 0,1 2 9 16,-5-1 10-16,4 2 7 0,-5-2 0 0,-1 3-8 15,-1 1-7-15,0-1-7 0,-4 2-14 0,7 0 0 0,0 2-3 16,-1 3-6-16,2 6 0 0,3 2 0 16,0 3 1-16,-2 2 0 0,1 6 3 0,-3 4-2 15,-1-2 6-15,-3 8-2 0,-1 0-2 0,-5 12-4 16,1-10-3-16,-4-2 2 15,-1 0 0-15,-1-3 1 0,-2 2 0 0,-2-5-5 16,0-4 5-16,1-5 2 0,2-5-7 0,-2-1 5 0,2-4 2 16,0-4 3-16,-4-2-2 0,-1-4 9 0,0-2 3 15,4-4 7-15,-3-7 21 0,0 3 16 16,7-7 14-16,-2-6-13 0,6-7-6 0,4 2-3 16,6-5-8-16,5 0-4 0,7-14-7 0,10 3-10 0,-1 2-3 15,6 5-11-15,-4 1-3 0,-2 10-4 0,13-2-1 0,-14 8-4 16,5 4-10-16,1 2-18 0,1 2-22 0,-2 1-34 15,-1 2-38-15,-11 6-51 0,-2 1-56 0,0 2-61 16,-7 2-301-16,-1 0-632 0,-5 1 280 16</inkml:trace>
  <inkml:trace contextRef="#ctx0" brushRef="#br0" timeOffset="103478.74">26803 2996 1919 0,'3'-8'137'0,"1"-3"-64"16,-2 1 62-16,-2 3-25 0,3 3-22 0,-3-1-23 15,0 2-22-15,0 3-13 0,1-5-8 0,-1 5-7 0,0 0-2 16,-20 17-4-16,0 8 0 0,-8 11-8 0,-1 7 3 15,-3 7 3-15,-12 24 2 0,1 4-7 0,9-3 1 16,9-21 7-16,6 2 1 0,3 0 1 0,7 0-3 16,2 2 5-16,12-5 2 0,8-2 2 0,5-5-1 15,0-15 6-15,18 5-3 0,5-6 2 0,8-5-16 16,1-9-33-16,4-4-45 0,-1-5-74 0,2-4-93 0,-15-7-159 0,-3-2-432 16,-2-5 192-16</inkml:trace>
  <inkml:trace contextRef="#ctx0" brushRef="#br0" timeOffset="103778.68">27188 3212 199 0,'4'-12'334'0,"1"0"-6"0,-4 5-22 0,-1-1-28 0,3 4-26 16,-1-2-32-16,0 2-27 0,-2 4-45 0,0 0-16 15,0 0-17-15,0 0-11 0,-3 25-7 0,2 1-13 16,-1 3-6-16,0 3-12 0,-1 3-6 0,-2 9-1 16,-1 4-2-16,2-12-9 0,1 1 0 0,2-5-4 15,-1 4 0-15,-1-4-7 0,4-1-17 0,-1-5-27 16,-2-1-25-1,0-5-25-15,4 0-33 0,-4-9-37 0,1 1-36 16,1-1-43-16,-1-5-240 0,-2-1-481 0,3-5 214 16</inkml:trace>
  <inkml:trace contextRef="#ctx0" brushRef="#br0" timeOffset="104047.55">27277 3325 138 0,'0'0'230'0,"0"0"-30"16,0 0-19-16,0 0-16 0,0 0-12 0,22 13-5 16,-7-3-3-16,1 1-22 0,-1 0-9 0,-1 3-10 15,3-2-12-15,-3 2-13 0,0-1-3 0,-4 1-17 16,-1-2-3-16,-3-1-10 0,-2 0-6 0,-1 0-7 16,-5 0-2-16,-3-4-6 0,-2 4-1 0,-7-2 4 0,-3 0-6 15,-1-1 0-15,-1-2-2 0,-9-3-7 0,-1-1 4 16,-1-2-5-16,3 0 2 0,5-2-9 0,2 2-16 15,7-1-14-15,-1-2-23 0,3-2-38 16,-2 2-48-16,9-2-74 0,0 0-110 0,6-2-343 16,0 2 152-16</inkml:trace>
  <inkml:trace contextRef="#ctx0" brushRef="#br0" timeOffset="104596.15">27749 3374 218 0,'-3'-4'435'0,"3"4"-11"0,0-7-32 0,0 7-34 16,0-4-37-16,0 4-35 0,0 0-29 0,0-4-31 16,0 4-29-16,0 0-26 0,0 0-22 15,0 0-13-15,0 0-13 0,0 0-19 0,9 12-17 16,-5-4-8-16,1 1-23 0,0 2-19 15,-2-1-16-15,1 2-14 0,-2 1-3 16,1-1-10-16,-2 2-16 0,2-4-1 0,-2 1 4 16,0-1-7-16,1-3-5 0,-1-1-5 0,-1-1 2 15,2-1 5-15,-2 0 10 0,0-4 16 0,0 4 31 16,5-1-1-16,-5-3-8 0,12-7 3 0,-3 1-2 16,2-1-6-16,-2 1-4 0,7-5 5 0,-2-1-7 15,-1 0 3-15,2-2 9 0,-2 1-19 0,1 1 7 0,-3 1-2 0,-1 2 10 16,-5 4 3-16,3 1 0 0,-4 0-10 0,1-1 4 15,-1 3-8-15,1-1-8 0,-1 3-23 0,-4 0 3 16,5 3 0-16,0 1 10 0,-2 7-3 0,-1-3 5 16,2 2 0-16,-4 4 3 0,6 1-2 0,-4 2 7 15,0-5-1-15,-2 4-4 0,3-4-2 0,-3 0 2 16,1-3-1-16,0 1-8 0,-1-3 6 0,0 1 3 0,2-4 5 0,-2 2 20 31,0-6 37-31,2 7 50 0,1-7 17 0,-3 0-15 16,0 0-13-16,13-12-11 0,-3 7-4 0,-1-6-13 15,0 4-9-15,2-3 1 0,1-2-9 0,2 0-2 16,-3 2-10-16,-2 0-2 0,1 2-4 0,-5 2-7 16,3 2 0-16,-3-2-6 0,-1 4 0 0,0-2-13 15,-2 0-39-15,2 4-33 0,-4 0-38 0,0 0 7 0,0 0-3 16,13 6-19-16,-9 0-44 0,0-1-37 0,-3 2-48 16,5-2-62-16,-2 3-281 0,-1-3-643 0,-1 1 285 15</inkml:trace>
  <inkml:trace contextRef="#ctx0" brushRef="#br0" timeOffset="104981.25">28691 3016 245 0,'1'-10'342'15,"2"0"-27"-15,-2 3-17 0,-1 0-17 0,1 2-31 16,0 0-26-1,1 0-24-15,-4 1-22 0,4 1-25 0,-2 3-19 16,2-6-29-16,-2 6-32 0,0 0-6 0,0 0-13 0,-4 14-3 16,-1-2-3-16,-1 5-6 0,-6 7-2 0,1 5-7 15,-1 5-3-15,-8 9-1 0,8-8-3 0,-3 10-4 16,3 3 1-16,6-14-2 0,-5 12-2 0,6-9-1 16,-1-1 0-16,5-2-2 0,-1-5 0 0,2 2-2 15,1-3 0-15,0-2-4 0,-1-7 2 16,3-5-2-16,-1-1 2 0,-2-3 3 0,0 1-2 0,2-6 1 0,0 0-2 15,-2 0 3-15,0-1 28 0,0-4 27 0,0 6 18 16,0-4 25-16,0-2-2 0,0 0-35 0,0 0-26 0,-17-9-25 16,7 2-11-16,1 1-6 0,-4 1-26 15,0-2-14-15,2 0-12 0,-5 0-29 0,3 4-21 16,-4-4-27-16,3 2-39 0,4 0-41 0,-3-2-54 0,4 3-264 16,1-1-562-16,5 2 249 0</inkml:trace>
  <inkml:trace contextRef="#ctx0" brushRef="#br0" timeOffset="105281.61">28496 3367 25 0,'-4'3'310'0,"4"-3"-15"15,-7 2-11-15,7-2-13 0,0 0-15 0,-6 0-28 16,6 0-16-16,0 0-25 0,17-5-18 0,3 2-16 0,10 0-16 16,0-1-12-16,5-1-20 0,2 2-7 0,-1-2-8 15,1 3-10-15,-2-5-9 0,-2 2-5 0,-3 1-5 16,-4-2-8-16,-5 3-7 0,-10 0-1 0,1 2-1 0,-6-2-3 16,0 2-1-16,0 1-5 0,-6 0 2 0,10-3-20 15,-10 3-34-15,-2-4-27 0,2 4-16 16,0 0-11-16,-20-3-14 15,10 3-15-15,0-1-30 0,2 1-16 0,-1-2-38 16,0 0-43-16,1 2-193 0,3-5-454 0,4 4 200 16</inkml:trace>
  <inkml:trace contextRef="#ctx0" brushRef="#br0" timeOffset="105581.71">29024 2874 80 0,'0'0'263'0,"0"0"-26"0,0 0-27 15,14 13-22-15,-5-5-7 0,8 14-10 0,3 7-6 16,11 14-12 0,-3 6-12-16,0 2-10 0,-2 4-10 0,2 25-9 15,-13-27-5-15,-4 4-8 0,-3 0-9 0,-6-1-11 16,-4-5-4-16,-6-3-6 0,-3-2-5 0,-2 0-4 15,-3-14-7-15,-4-2 2 0,-9 12-4 0,4-16-1 16,-2-3-3-16,0-2-4 0,-4-2 2 0,-1-1-4 16,0-4-4-16,0-2-9 0,6-4-36 0,0-2-53 15,-3 0-92-15,9-8-138 0,6 1-165 0,4-3-493 0,5-4 218 0</inkml:trace>
  <inkml:trace contextRef="#ctx0" brushRef="#br0" timeOffset="106350.79">30525 3094 335 0,'0'0'362'0,"0"0"-40"0,-1-2-33 15,1 2-29-15,0 0-28 0,0 0-19 0,0 0-36 16,0 0-27-16,0 0-15 0,0 0-26 0,0 0-8 16,0 12-10-16,0-6-10 0,1 4-3 0,-2 1-4 15,2 6-8-15,-2-1-4 0,1 2-3 0,-3 0-5 16,1-1-7-1,2 0-2-15,-2-1-3 0,0-3-9 0,1-1 2 0,1 0-3 16,0-3-5-16,-1 1 1 0,0-4-5 0,-1-1 0 16,2 1-3-16,-2-2 1 0,4 0 1 15,-2-1 7-15,0-3-11 0,-2 5 0 0,2-5-7 16,0 0-15-16,-3 4-8 0,3-4-33 0,0 0-54 16,0 0-60-16,-23-9-59 0,13 2-72 0,-4-3-194 0,5-2-522 15,-1-4 231-15</inkml:trace>
  <inkml:trace contextRef="#ctx0" brushRef="#br0" timeOffset="106503.69">30513 2884 38 0,'0'-8'352'0,"0"1"-16"0,1 1-29 16,-1 2-20 0,1-2-34-16,-1 2-27 0,0 4-26 0,2-7-44 0,0 4-57 15,-2 3-66-15,0 0-68 0,5-2-44 16,-5 2-46-16,0 0-63 0,11 5-122 0,-6-3-337 15,2 1 149-15</inkml:trace>
  <inkml:trace contextRef="#ctx0" brushRef="#br0" timeOffset="106831.93">31126 2989 304 0,'0'0'298'0,"0"0"-29"16,0 0-30-16,2 3-23 0,-2-3-27 0,0 0-17 0,0 6-18 0,0-6-16 16,-8 6-14-16,-1 0-11 0,-4-1-7 0,3 3-18 15,-4 2-9-15,-3 1-7 0,8-2-9 0,-5 2-6 16,5 1-6-16,4 0-3 0,-3 0-6 16,7 1-3-16,1 1-3 0,1 3 1 0,7 1-5 15,2-2-2-15,8 5 28 0,4-3-4 0,0 6-3 16,2-5-9-16,1-2 0 15,0 2-2-15,-1-2-8 0,-9-4-7 0,2 2-1 16,-4-6-3-16,-7 2-5 0,1-2-2 0,-1 1-2 0,-6 1-3 16,-8-4 2-16,-10 5-1 0,-14 3-32 0,-28 2-66 15,-28 0-103-15,-1-3-335 0,29-9-571 0,-2-1 253 16</inkml:trace>
  <inkml:trace contextRef="#ctx0" brushRef="#br0" timeOffset="108772.29">3551 5910 57 0,'-2'-7'275'15,"2"3"-3"-15,-1-3-26 0,0 3-24 0,-2 0-25 16,-1 1-22-16,-3 1-23 16,-1 2-20-16,-5 3-13 0,-5 1-13 0,-2 3-13 15,-6 4-5-15,2 2-11 0,-3 2-9 0,4 6-8 16,-1-1-1-16,3 0-9 0,4-1-5 0,4-3-21 16,3 2-15-16,1-4-6 0,4 3-10 0,2-7-10 15,2-1-2-15,2 1 5 0,4-2 2 0,2-6-2 16,4 2-4-16,7-4-7 0,11-6-10 0,1-3-5 0,3 0-3 15,0-5-5-15,2 2 1 0,-3-5 5 0,1 0 5 0,-6 2 6 16,0-3 12-16,-2 3 17 0,-6 5 11 0,-5 0 15 16,-1 3 11-16,-4 2 8 0,0-2 0 15,1 4-3-15,-6-1-1 0,1 1-8 0,-1 2-15 0,-4 1-5 16,6 4-2-16,-3 0 2 0,2 5 2 0,0 5-3 16,0 5 5-16,-1 9 0 0,-1-1-3 0,-2 7 1 15,3 3-1-15,-3-1 8 0,0 10-3 0,-1 2-8 0,-2-1 4 16,-2-2-3-16,3-10-2 0,-2 0 0 0,-2 0 3 15,0-5 0-15,-4 2-2 0,4-8-2 0,-3-5-1 0,-1-1 2 16,2-4 2-16,-1-3 15 0,-1-1 14 16,-9-2 12-16,5-1 5 0,-8-5-1 0,0-1 12 15,-7-4 6-15,0-7 17 0,1 1 4 0,0-5 18 16,0-3 8-16,7-2 17 16,2-5-21-16,0 2-1 0,6-6-13 0,2-2-11 15,1-3-12-15,8 0-7 0,2-4-7 0,3 3-14 16,8-1-11-16,7-7-9 0,0 11-1 0,4 6-8 15,4 1-4-15,4 2-1 0,13-7 0 0,1 5 0 16,-8 11-2-16,12-4-2 0,-13 7-7 0,2-1 5 16,-2 5-5-16,-2-2 2 0,-5 4-7 0,2-1 3 15,-8 2-2-15,-5 3 0 0,2-2-2 0,-7 1 1 0,1 1 4 0,-7 0-6 16,-7 0 1-16,14-1 3 0,-7 2-2 0,-7-1 3 16,9-2 0-16,-9 2-2 0,8-2 6 0,-8 2-1 15,0 0 3-15,0 0 2 0,0 0-13 16,13 2-1-16,-13-2-5 0,0 0 5 0,0 0-7 0,6 2-7 15,-6-2 8-15,0 8 4 0,0-1-3 0,-2-2-2 16,0 7 18 0,2 0-13-16,-1 2 0 0,0 1-2 0,1 2 3 15,-2-2 1-15,1 2 2 0,1 0 2 0,0 0-2 0,0-1 14 0,1-5-19 0,1 2 5 16,-1-3 1-16,0-1 3 0,1-1 12 0,0-3-15 16,-4-1 16-16,4 1-15 0,-2-5 0 0,0 5 1 15,0-5 16-15,0 0-14 0,0 8-13 0,0-8-85 16,0 0-41-16,-8-15-29 0,5 4-31 15,-2-2-45-15,1-2-61 0,-1-4-268 0,-1-9-616 16,4 1 273-16</inkml:trace>
  <inkml:trace contextRef="#ctx0" brushRef="#br0" timeOffset="108931.07">3993 5811 178 0,'0'-7'304'16,"0"0"0"-16,1 3-8 0,-1-1-16 0,1-1-25 15,-1 3-11-15,0 3-22 0,0-4-33 0,0 4-21 0,0 0-21 16,-1-4-15-16,1 4-19 0,0 0-20 0,2-4-11 0,-2 4-32 15,0 0-36-15,12 10-37 0,-7-5-44 16,5 4-53 0,-1-3-54-16,2 7-66 0,-5-5-169 0,4 1-441 0,-6 1 196 0</inkml:trace>
  <inkml:trace contextRef="#ctx0" brushRef="#br0" timeOffset="109249.76">4279 5915 180 0,'0'0'326'16,"0"0"-33"-16,5 2-29 0,-5-2-30 0,1 3-29 15,-1-3-23-15,3 6-22 0,-2-3-11 0,3 4-9 0,1 3-14 0,-4 0-15 16,3 2-6-16,1 3-12 0,2 1-8 0,-2 2-7 16,0 1-8-16,1-2-5 0,2-3-8 0,-4-2-4 15,1 0-4 1,-1-4-5-16,1 4-2 0,-1-5-8 0,-3 0 3 15,2-2-2-15,-2-2 15 0,0 2 44 0,-1-5 39 16,4 4 33-16,-1-3 27 0,-3-1 19 0,0 0 9 0,0 0-22 16,6-10-22-16,-2 2-16 0,1-3-15 15,0 2-16-15,1-8-16 0,1 4-12 0,1-7-17 16,-4 3-17-16,3 0-25 0,-1 3-30 0,3-1-30 0,1 1-30 16,-1 0-47-16,2 1-58 0,-3 6-49 0,1-1-50 15,3 1-46-15,7 3-49 0,-2 0-65 16,1 3-207-16,1 2-670 0,-1 4 296 0</inkml:trace>
  <inkml:trace contextRef="#ctx0" brushRef="#br0" timeOffset="109874.3">4862 6128 126 0,'0'4'324'0,"0"-4"-8"16,-2 6-9-16,2-6-7 0,0 0-6 0,-1 7-2 15,1-7-13-15,0 0-20 16,1 4-17-16,-1-4-14 0,0 0-25 0,0 0-19 15,0 0-30-15,0 0-14 0,0 0-30 0,0 0-44 16,0 0-33-16,25-12-11 0,-10 5-22 0,4-1-21 16,0-3-13-16,7-4-6 0,-3 1-5 0,1-1 0 15,0-2 5-15,-3 3 2 0,-3-5 3 0,-3 5 4 16,-3-2 5-16,-1 2 1 0,3-1 9 0,-7 0 15 16,-4 1 14-16,1 2 16 0,0 3 22 0,-2 0 6 0,-2 1 5 0,-2 1-2 15,2-3-10-15,-5 5-4 0,1 0-7 0,-2 0 6 16,-1 3-6-16,-1 2-17 0,0 0-3 0,-1 2 7 15,-4 1-7-15,3 4-13 0,-2 0 1 0,-2 3-3 16,1 3 11-16,1 0-14 0,0 2 15 0,3 4-14 16,-2 1-4-16,3-3-8 0,4 7-5 0,2-6-5 15,2 2-3-15,1-1 0 0,4-1-3 0,4-4 0 0,-1-1 9 16,-2-6 3-16,6 4-1 0,-1-7 6 0,3 1-2 16,0-5 2-16,5 0 2 0,0-4 5 0,0-1 14 0,-2-4 11 15,1 1 21-15,-5-3 16 0,2 3 14 16,-2-6 4-16,-4 1 7 0,5-1-14 0,-5 0 15 15,0 2 15-15,-2 3 18 0,-3-2 9 0,-1 6 14 16,2-1-6-16,-2 0-10 16,-1 1-16-16,0 3-13 0,0 0-15 0,1-1-13 15,-1-1-14-15,-2 4-36 0,0 0-50 0,0 0-10 16,0 0 4-16,6 14 3 0,-4-2 4 0,-2 5-1 16,1 0 3-16,-1 2-9 0,-1 1-2 0,2-2 0 15,-1 0-17-15,-1-6 18 0,3 1 0 0,-2-2-2 16,3 0 3-16,-2-4 1 0,0 0 8 0,-1-3 10 15,0-4 37-15,3 8 38 0,-3-5 42 0,0-3 4 0,0 0-11 0,14-12-14 16,-1 2-7-16,1-2-6 0,-1 0-6 0,2 1-9 16,0 0-2-16,1 0-12 0,-1 1-4 0,-2-1-1 15,-2 6-11-15,2-2-6 0,0 4-2 0,1 1-20 16,5 1-20-16,-6 2-17 0,6 1-15 0,-2 3-42 16,10 2-44-16,-8 1-52 0,0 1-59 0,0 3-78 15,0-4-131-15,-1 3-235 16,2-5-758-16,6 2 336 0</inkml:trace>
  <inkml:trace contextRef="#ctx0" brushRef="#br0" timeOffset="110906.22">7339 5883 129 0,'-1'-2'262'0,"-2"-3"-27"0,-3 3-24 15,1-1-21-15,-4 3-21 0,-4 3-20 16,-3-1-11-16,-2 5-18 0,0 1-12 0,0 1-6 16,-7 5-18-16,3 3-8 0,-1-1-6 0,0 3-7 15,1 2-6-15,4 1-7 0,0 1 0 0,5-2-9 0,4-4 0 0,2-3-2 32,4 3-11-32,1-4 3 0,2-2 1 0,1-3 0 15,2 4 9-15,2-5 12 0,2-2 9 0,4-2 3 16,1-1 1-16,6-2 0 0,4-3-4 0,-4-2 0 15,4 0 4-15,-2-3 2 0,-2-1 6 0,2-1 5 0,5-4-1 0,-9 2-1 0,2 2-9 0,-2 0 3 32,-4 1-3-32,-1 2-4 0,1 1-10 0,-4 1 0 0,-3 1-10 0,0 1-6 15,0-1-8-15,0 2-3 0,-1 0-6 0,-4 2-4 16,0 0-3-16,12 2 2 0,-8 0-2 0,1 3-6 0,-1 1 1 16,2-2 11-16,2 6-15 0,-2-2 3 0,0 0-4 15,1 4 1-15,-1-6 1 0,2 3 5 16,-1-1-3-16,-1-4 1 0,0 3-3 0,-2-2 3 15,0-3-1-15,-1 2 1 0,0 0 4 0,1-3 12 0,-4-1 42 0,9-1-7 16,-3-3-1-16,4-4-2 0,4-2 9 0,0 0-5 16,4-4 4-16,3-3 3 0,-2-1 2 0,3 0-4 15,-4-3-3-15,3 3 1 0,-8 2-13 16,8-2-5-16,-6 5-4 0,-6 4-6 0,1-1-4 0,-1 3-9 16,-1 2-1-16,-2-2-6 0,-3 5-5 0,0-1-22 15,1 0-20 1,-4 3 0-16,13 4 4 0,-4 3-10 0,0 0-3 15,2 0-16-15,2 5-27 0,0 3-30 0,1 1-41 0,-2-2-60 16,-1 2-83-16,-2-2-393 0,3 1-748 0,-4-10 331 16</inkml:trace>
  <inkml:trace contextRef="#ctx0" brushRef="#br0" timeOffset="113066.16">10283 6338 46 0,'-2'-9'238'0,"-3"-1"-5"16,2-2-11-16,1 4-1 0,1 1-7 15,-1 0-7-15,1 3-15 0,0 0-23 0,-1 0-14 16,1-1-16-16,1 5-21 0,-1-4-20 0,1 4-30 0,0 0-9 0,0 0-6 15,1 19-7-15,0 0-7 0,2 8-3 0,-2 7-4 16,1 13-2-16,-2-1-2 0,-2 2-5 0,2 2-4 16,-4-2 1-16,0-1 0 0,2-1-6 0,-1 2-1 15,2 0 5-15,1-1-4 0,-1-12 0 0,2-1-4 16,2-2 3-16,-1-1 1 0,-1-5-6 0,1-1 4 16,-1-8-3-16,0-1-1 0,1 1 3 15,-1-5-3-15,2-2-1 0,-3-3 1 16,1 1 0-16,0-3 10 0,-1-1-7 0,1 2 0 0,-1-2 0 15,0-2 2-15,0-2-1 0,3 5 4 0,-3-5-1 16,0 0-3-16,0 0-18 0,0 0-43 0,0 0-32 16,0 0-23-16,-9-17-31 0,6 7-20 0,-1-3-28 15,1-3-204-15,-3-10-419 0,3 1 185 0</inkml:trace>
  <inkml:trace contextRef="#ctx0" brushRef="#br0" timeOffset="113396.3">10152 6188 11 0,'0'-5'284'16,"-3"0"-26"-16,2 1-27 0,1-3-23 0,0 4-24 15,0 3-21-15,-5-7-19 0,6 4-16 0,-1 3-13 16,0 0-16-16,18 3-7 0,-8 1-8 0,8 2-4 16,0 2-16-16,13 5-4 0,-2 6-7 0,2 1-3 15,0 0-2-15,-1 2-5 0,1 2-7 0,-4 3-2 16,-2-2-5-16,-2 1-2 0,-5 2-2 0,-1 0-4 15,-8-5-1-15,1 3-3 16,-8-2 1-16,-4-4 2 0,-4-1-5 0,-6 5 1 16,-3-2 5-16,-2 0 1 0,-5-5 0 0,2-1 1 15,-6-1-3-15,6 1 2 0,0-8 0 0,1 4 2 16,-1-4-1-16,5-1-3 0,-2 2-2 0,7-4-1 16,0-1-4-16,2 0 0 0,2-1 0 0,0 0-14 15,1-3-19-15,0 3-13 0,5-3-22 0,-3 2-3 16,3-2-8-16,2 6-24 0,-2-6-18 0,14-2-46 0,-4 2-63 15,4-3-145-15,4 1-391 0,0-2 173 0</inkml:trace>
  <inkml:trace contextRef="#ctx0" brushRef="#br0" timeOffset="113843.66">11356 6400 93 0,'2'-4'335'0,"-1"3"-25"16,-1 1-29-16,4-3-28 0,-4 3-33 0,0 0-13 16,0-5-31-16,0 5-26 0,0 0-28 0,0 0-14 15,0 0-12-15,-13 18-9 0,2-2-8 0,-2 1-9 16,-1 6-7-16,-2-1-5 0,-1 2-7 0,-1 3-7 15,-1-2-3 1,6-1-2-16,-5 2-5 0,4 1-3 0,0-3-3 16,4-8-3-16,1 2-12 0,-2-2-12 0,1 2-15 15,1-3-15-15,2-1-21 0,-2 0-26 0,3-4-23 0,-2-1-25 16,0 0-44-16,1-4-48 0,0-1-158 0,1-2-404 16,-2-2 179-16</inkml:trace>
  <inkml:trace contextRef="#ctx0" brushRef="#br0" timeOffset="114144.6">11018 6551 166 0,'0'-15'335'0,"0"3"4"0,0 3 5 0,0-2 10 16,0 6-41-16,0-1-29 0,0-1-32 0,-1 5-26 15,2-3-25-15,-1 5-36 0,0-3-20 0,0 3-29 16,0 0-8-16,0 0-16 0,13 8-9 0,-3 1-11 16,6 2-10-16,4 7-3 15,3 3 5-15,-2 0-21 0,-1 2-7 0,4 1-1 16,-1 1-10-16,0-3 13 0,2 2-15 0,0 0 5 15,-3 0-7-15,0-2 0 0,-2 3-1 0,-1-2-2 0,-6-8-7 16,0-1-25-16,-3 0-4 0,-2-4-9 0,-1-2 0 16,-2-2 6-16,-1-1-1 0,-1 0 10 0,0 1 0 15,0-2 5-15,-2-2 7 0,3 1 14 0,-2 0 5 16,-2-3 1-16,2 4 25 0,-2-4-14 0,1 3-2 0,-1-3-8 16,0 0 5-16,0 0-5 0,0 0-8 0,0 0-41 15,0 0-47-15,0 0-26 0,0-13-43 0,-1 8-49 16,-1-5-65-16,0 3-306 0,0-1-610 0,2-2 271 15</inkml:trace>
  <inkml:trace contextRef="#ctx0" brushRef="#br0" timeOffset="114329.48">11565 6661 363 0,'0'0'354'0,"0"0"-22"15,0 0-27 1,0 0-26-16,3 2-31 0,-3-2-20 0,0 0-26 0,0 0-8 16,0 0-55-16,23-8-29 0,-12 6-29 0,10-3-48 15,5-2-49-15,1 4-70 0,5-3-73 0,-2 1-276 16,-4-1-470-16,0 0 207 0</inkml:trace>
  <inkml:trace contextRef="#ctx0" brushRef="#br0" timeOffset="114498.49">11711 6815 115 0,'-4'2'245'0,"1"2"-14"0,2-1-9 15,1-3-16-15,-5 3-13 0,5-3-12 16,0 0-20-16,0 0-15 0,0 0-15 0,19-5-28 16,-1 0-47-16,4 0-61 15,6-4-73-15,1 0-89 0,-1-2-123 0,1-1-315 16,-8 6 140-16</inkml:trace>
  <inkml:trace contextRef="#ctx0" brushRef="#br0" timeOffset="114868.05">12076 6551 96 0,'0'0'270'0,"0"0"-32"0,0 0-27 0,0 0-21 16,0 0-23-16,0 0-21 0,13 5-10 0,-9 0-16 15,2-2-10-15,3 5-15 0,0 0-7 0,-1 1-7 16,2 4-13-16,-1 1-8 0,-1-3-1 0,-1 5-9 16,0-1-3-16,-2-1-4 0,-4 2-3 0,3 0-6 0,-4-4 1 0,0 0-4 15,0-3-3-15,0-1-2 0,0-3-2 0,0-1 2 16,0 2 10-16,0-6 13 0,0 6 22 0,0-3 29 16,0-3 30-16,0 0 32 0,0 0 9 0,0 0-20 15,0 0-13-15,8-10 0 0,-3 1-22 0,1-2-18 16,0 0-8-16,5-2-7 0,-1-3-12 0,0 1-1 31,2 1 0-31,-2 2-26 0,-2 4-3 0,-1-1 3 0,0 2-1 16,-2 2-2-16,-2 2-8 0,0-1-12 0,0 2-3 0,-1-2-6 15,-2 4-18-15,5-4-14 0,-5 4-12 0,6 0-6 16,-6 0 15-16,0 0-17 0,7 9 2 0,-4-4 2 16,0 0-7-16,0 2-15 0,2 1-26 15,-1 1-24-15,1 1-36 0,-1 0-33 0,2-1-42 16,2 1-46-16,-4-5-274 0,1-1-583 0,0-1 259 0</inkml:trace>
  <inkml:trace contextRef="#ctx0" brushRef="#br0" timeOffset="115115.46">12479 6384 285 0,'0'-2'299'16,"2"-1"-38"-16,-2 3-25 0,0 0-28 0,0 0-21 15,13 3-21-15,-5 2-19 0,2 3-17 0,4 5-17 16,-1 1 3-16,7 9-12 0,-3 2-3 0,5 0-7 16,-6 5-8-16,0 1-6 0,-6 3-4 0,1 12-6 15,-6-12-7-15,-2 11-9 0,-7-8 0 0,-6 14-2 16,-5-8-5-16,0-9-7 0,-9 7-21 0,1-12-27 0,-1-1-34 0,-12 5-49 16,-5-4-62-16,-3-1-110 0,-4-10-160 0,-3-5-456 15,-4-9 202-15</inkml:trace>
  <inkml:trace contextRef="#ctx0" brushRef="#br0" timeOffset="116216.84">10962 6208 30 0,'1'-5'234'0,"-1"1"-6"0,0 0-14 0,0 0-21 16,0 4-17-16,-1-5-21 0,1 5-23 0,0 0-19 0,0 0-15 15,0 0-13-15,-9 13-9 0,1 4-8 0,-7 13-4 16,1 2-7-16,-6 17-14 0,2 1-1 0,0 3-4 15,4-1 1-15,2-2-6 0,-2-4-5 0,8 3 2 16,3-13-6-16,2 0-3 0,2-3-1 0,7 1 4 16,2 0-3-1,3-5 0-15,6 2 0 0,7-6-1 0,13 5-7 16,7-7-21-16,9-8-37 0,4-1-56 0,34-10-92 16,-26-4-143-16,24-1-364 0,-33-6 161 0</inkml:trace>
  <inkml:trace contextRef="#ctx0" brushRef="#br0" timeOffset="116599.58">12815 6527 146 0,'0'0'332'0,"0"0"-16"0,0 0-21 16,0 0-19-16,0 0-25 0,0 0-19 0,0 0-28 16,-8 0-15-16,8 0-23 0,0 0-14 0,0 0-14 15,0 0-19-15,0 0-22 0,0 0-26 0,23-6-36 0,-5 5-32 16,3-4-43-16,8 1-59 0,2-2-65 16,3 4-80-16,-6-3-169 15,3 1-447-15,-11 0 198 0</inkml:trace>
  <inkml:trace contextRef="#ctx0" brushRef="#br0" timeOffset="116734.02">12931 6688 207 0,'-4'4'222'16,"2"-2"-15"-16,-1 0-18 0,2 1-7 0,1-3-16 16,6 4-18-16,7-5-14 0,6-2-12 0,13-4-33 15,7-1-58-15,14-4-84 0,1 2-105 0,-2-3-90 16,1-2-269-16,-20 1 120 0</inkml:trace>
  <inkml:trace contextRef="#ctx0" brushRef="#br0" timeOffset="117372.29">13919 6371 239 0,'-3'-11'268'0,"1"1"2"15,2 1-9-15,-1-1-9 0,1 3-2 0,0 2-7 16,-3 0-21-16,3 0-20 0,0 0-22 0,0 5-19 16,0-5-24-16,0 5-21 0,-1-4-25 0,1 4-19 15,0 0-8-15,1 17-1 0,2 0-9 0,-2 8-4 16,0 5-10-16,0 4-1 0,2 4-6 0,-2-3-4 15,-1 13-1-15,5-10-5 0,-1-4-4 0,0 1 1 16,0-2 1-16,0 1 1 0,2-4-2 0,3 1-1 0,-4 0 1 16,-2-4-5-16,1-7-1 0,-1-4 2 0,0 0 7 0,-2-3-11 15,1-3-2-15,-1-3-15 0,1-1-9 0,-4 1-1 16,4-3-3-16,-2-1 5 0,0-3-9 0,-2 5-20 16,2-5-32-16,0 0-39 0,-18-7-36 0,5 2-38 15,3-2-50-15,-7-6-219 0,2 1-492 0,2 0 219 16</inkml:trace>
  <inkml:trace contextRef="#ctx0" brushRef="#br0" timeOffset="117688.8">13783 6070 263 0,'-1'-10'270'0,"1"3"-24"0,-1 2-23 0,0-2-21 0,1 2-25 16,1 1-18-16,0 0-19 0,4 1-13 0,7 2-16 0,1 1-11 15,8 2-5-15,7 5-12 0,4 1-7 16,2 1-4-16,0 8-10 0,-1 2-1 0,-1 4-6 16,8 6-10-16,-12-5-2 0,-2 2-4 0,-2 3-5 15,-5 0-3-15,-5 2-3 0,-4-1 0 0,0-1-4 0,-7 0 0 16,-3-3-1-16,-5 3 2 0,-4-4 2 0,-3 1 7 0,-7-2 1 16,-1-2-12-16,-2-2 3 0,-5-2-2 0,3 1 0 15,-4-4 0-15,5-1-2 0,-3-1-1 0,1-2-2 16,6-4-2-16,2 0-2 0,3-2-2 0,4-1 1 15,1-1-3-15,1-1-3 0,3 0-14 0,1 1-16 16,-1-2-10-16,5-1-45 0,0 0-54 0,0 0-54 16,18-11-73-16,1 5-161 15,5-5-454-15,-6 2 202 0</inkml:trace>
  <inkml:trace contextRef="#ctx0" brushRef="#br0" timeOffset="117935.76">14571 6179 40 0,'1'-4'262'16,"-1"4"-30"-16,0 0-26 0,0 0-23 0,-13 9-18 0,6 2-15 16,-6 6-16-16,0 7-9 0,-8 4-10 0,6 7-16 15,-3 10-12-15,-4 3-2 0,3 0-9 0,7 0-9 16,-4-2-6-1,7 1-3-15,4-11-7 0,0 0-1 0,4-1-9 16,5 0-3-16,2-1-1 0,3-1 1 0,6-3-3 0,1-1-9 16,4-6-1-16,4-3-20 0,2-1-39 0,3-3-47 15,3-9-54-15,-1-1-239 0,1-6-405 0,0 1 180 16</inkml:trace>
  <inkml:trace contextRef="#ctx0" brushRef="#br0" timeOffset="118420.93">14797 6396 1 0,'0'0'207'0,"5"-2"-21"0,0-1-25 0,0 1-13 16,2 2-17-16,4 0-16 0,-1 3-6 0,2 1-13 15,-1 3-13-15,5 1-7 0,-4 1-7 0,1 3-13 32,0 3 1-32,-2 0-7 0,-2 2-1 0,-1 2-8 0,-2 0 2 15,-3 0-6-15,-2 0 2 0,-1 7 3 0,-4-7 3 0,-2 1 1 16,-2-2 1-16,-1-1 1 0,-2 0 7 0,2-1 1 16,-1 0 2-16,0-5 6 0,1-3 5 0,2 1 3 15,1-3 0-15,2 1 9 0,0-4 11 0,0 1 13 16,2-2 21-16,2-2 18 0,-4 3 21 0,4-3 22 15,0 0-19-15,0 0-35 0,4-17-16 0,2 9-19 16,6-8-10-16,0 0-12 0,6-6-6 0,3-2-12 0,-1-1-30 0,3-1-8 16,-4 1-4-16,3 2 2 0,-4 2-4 0,-5 4-4 15,1 5-4-15,-7 2 9 0,0 3-2 0,-1 0 4 16,-1 2-1-16,-1 0-3 0,-1 0-13 0,1 4-9 16,-4 1-17-16,3-3-21 0,-3 3 1 15,0 0 3-15,3 9 5 0,-3 1 6 0,-1-1 0 0,1 4 6 16,-3 4 4-16,2-1 3 15,0 2 1-15,1 1 2 0,1 1-17 16,0-1-14-16,0 1-12 0,2-2-27 0,2-1-27 16,-2-2-36-16,2-1-42 0,2 0-49 0,-3-6-265 0,5-1-548 15,-4 0 243-15</inkml:trace>
  <inkml:trace contextRef="#ctx0" brushRef="#br0" timeOffset="118621.66">15445 6699 244 0,'0'0'263'15,"1"3"-26"-15,-1-3-27 0,-1 4-20 0,1-4-20 0,-7 9-16 16,1-2-17 0,0 3-12-16,-1 1-11 0,-2 2-9 0,-1 2-33 15,1 0-49-15,0-1-49 0,0-3-67 0,1 3-84 16,2-3-115-16,-2-3-315 0,3-3 139 0</inkml:trace>
  <inkml:trace contextRef="#ctx0" brushRef="#br0" timeOffset="118975.24">15635 6289 70 0,'0'-6'250'16,"0"5"-25"-16,0 1-24 0,9-2-20 0,-9 2-23 15,14 2-10-15,-5 5-18 0,5 2-17 16,1 3-10-16,3 7-4 0,2 2-9 0,1 1-2 0,-4 3-6 16,3 3-2-16,-1-3 2 0,-2 3-6 0,2-1-8 15,-1 2-2-15,-5-2-5 0,2-3-5 0,-2 1-5 16,-1-3-4-1,-4-4-2-15,-1-1-4 0,-1 0-6 0,-1-2-4 0,-2-4-3 16,0 0 1-16,0-1-1 0,-2-2 0 0,1 0-4 16,0-3-3-16,-2-1-1 0,0 1-2 0,0-1 1 15,0-4-1-15,0 5-5 0,0-5-2 16,-2 4-11-16,-3-1-20 0,0-1-34 0,-3-2-30 0,-2 2-45 16,0-5-52-16,-2 2-230 0,-1-5-446 0,3 2 197 15</inkml:trace>
  <inkml:trace contextRef="#ctx0" brushRef="#br0" timeOffset="119175.23">15866 6483 50 0,'0'0'223'0,"-12"1"-18"0,4 3-16 0,-4 2-10 0,2 3-10 15,-7 1-9-15,2 2-13 0,1 2-12 0,-4 0-12 16,2 5-8-16,-4-1-17 0,3 3-8 0,1 0-10 15,5-5-5-15,-2-1-27 0,5 1-37 0,1-2-32 16,-3 1-48-16,3-5-33 0,3 0-86 0,2-4-99 16,-1-2-310-16,3-2 138 0</inkml:trace>
  <inkml:trace contextRef="#ctx0" brushRef="#br0" timeOffset="119507.81">16008 6012 24 0,'2'-3'296'0,"0"1"-31"15,-2 2-31-15,2-4-25 0,-2 4-18 0,0 0-25 16,17 9-16-16,1 0-14 15,0 11-10-15,5 4-7 0,1 7-4 16,6 11-5-16,0 4-24 0,-4 4-2 0,-2 3-2 0,-1 2-9 16,0 2-6-16,-6 1-6 0,-3-2-7 0,-5-1 1 15,-5 1-10-15,-3-1 3 0,-5 0-8 0,-5-1-2 16,0-5-2-16,-5-2-2 0,-8-3-3 0,7-12-1 16,-3-1-3-16,-2-2-4 0,-3-4 4 0,-2-2-17 15,0-5-25-15,-3-1-33 0,-3-3-41 0,-1-6-63 0,4-5-71 0,-4-2-205 16,12-2-463-16,2-4 205 0</inkml:trace>
  <inkml:trace contextRef="#ctx0" brushRef="#br0" timeOffset="119824.09">16702 6527 326 0,'0'0'385'0,"0"0"-32"15,0 0-20-15,0 0-22 0,0 0-30 0,0 0-20 16,0 0-33-16,0 0-29 0,22-7-29 0,-2 0-37 0,11 1-45 16,2-1-56-16,0 3-54 0,3-1-66 0,-3 2-81 15,1-2-71-15,-6 0-191 0,-7 4-466 0,-1-2 207 16</inkml:trace>
  <inkml:trace contextRef="#ctx0" brushRef="#br0" timeOffset="119955.65">16803 6671 157 0,'-10'5'249'0,"1"1"-15"16,2-4 0-16,3 1-10 0,0-1-7 0,1 1-7 15,3-3-19-15,0 0-20 0,20 0-17 0,2-3-24 16,13 1-60-16,4-3-78 0,16-2-95 0,-4-5-252 16,-12 6-386-16,-2-3 171 0</inkml:trace>
  <inkml:trace contextRef="#ctx0" brushRef="#br0" timeOffset="122628.54">17953 5724 48 0,'-4'-3'159'0,"4"3"-14"0,0-6-2 0,0 2-10 15,-1 0-6-15,1 4-4 0,-3-4-8 0,3 4-5 16,-1-5-10-16,1 5-5 0,0 0-6 0,0-6-2 16,0 6-4-16,0 0-1 0,-2-2-1 0,2 2-1 15,0 0 0-15,2-5-11 0,-2 5 0 0,0 0-2 16,0 0-2-16,0-7-1 0,0 7-3 0,0-3-4 16,0 3-2-16,0 0 0 0,0-5-3 0,0 5-1 0,0 0-1 0,0 0-12 15,0-4-1-15,0 4-3 0,0-3-7 0,0 3-1 16,0 0-2-16,0-6 5 15,0 6-9-15,0 0 4 0,1-5 1 0,-1 5-3 0,0 0-2 0,0 0-1 16,0-4-2-16,0 4-3 0,0 0-1 0,0 0-4 0,0 0-1 16,4-2-11-16,-4 2-9 0,0 0-15 15,0 0-17-15,0 0-22 0,0 0 7 0,0 11 4 0,0 0 6 16,4 6 4-16,-4 7 7 0,0 5 0 0,0 8 7 16,0 12 3-16,-4 5 4 0,-1 4 1 0,-1 30 8 15,-3-3 1-15,1-2 4 0,-5 3 4 0,-1-5-3 16,4-22 3-16,-4 23-5 0,1-24 3 0,2-2 6 15,-3-3-2-15,1 0 0 0,1-7 4 0,-3 1 2 16,6-14-6-16,1 1 4 16,-2-4-1-16,3-2 2 0,-3-3-1 0,3-9 4 15,3 1-3-15,2-7-1 0,0 0 1 0,-2-3 4 16,3-2 13-16,-3 1 21 0,4-2 28 0,-2-2 20 16,2-2 6-16,0 0-4 0,0 0-18 0,0 0-9 15,6-15-5-15,-1 8-9 0,-1-1-5 0,5 2-6 16,-4-2-4-16,4 0-2 0,-4-1-6 0,5 5-3 15,-6 0-19-15,5 3 1 0,-1 1-8 0,2 1-1 0,2 6 1 0,-1 3-1 16,3 6 1-16,2 5-6 0,-1 7 4 16,-4 8-1-16,5 13 1 0,-6 3-1 0,-5 8 4 0,-4 21-4 15,-3 0 3-15,-5 2 1 0,1-1 2 0,-5-2 1 16,1-19-1-16,-1 23-3 0,0-25 4 0,0 23 1 16,3-29-1-16,-2 0 4 0,3-5 0 0,2-1 1 15,-2-12 2 1,7-3 1-16,0-3 1 0,3 0 2 0,-1-9-2 0,2-2 2 15,3-2 3-15,-1-7 3 0,1 4 10 0,4-5 4 16,5-3 3-16,2 2-1 0,5-4 4 0,0-3-3 16,4-3 3-16,-1-1 12 0,2 1 0 15,-8-1 2-15,1-1 0 0,-3 3-2 0,-2 1-4 0,-3-1-7 16,1-1-7-16,-4 2-2 0,-3 1-4 0,3-3-6 16,-4 1-15-16,1 2-19 0,-1 0-21 0,-6 0-24 0,10 0-24 15,-5 0-34-15,-5 0-48 0,14-7-80 0,-6 4-284 16,2-2-573-16,3-4 254 0</inkml:trace>
  <inkml:trace contextRef="#ctx0" brushRef="#br0" timeOffset="123577.6">19412 6287 20 0,'0'0'200'0,"0"0"-9"0,0 0-27 15,-6 2-13-15,6-2-10 0,0 0-9 0,0 0-2 16,0 0-1-16,0 0-8 16,0 0-3-16,0 0-8 0,0 0-1 0,0 0-2 15,0 0-7-15,0 0-5 0,0 0-5 0,0 0-2 16,0 0-7-16,0 0-4 0,0 0-6 0,0 0-7 16,14-11-7-16,-4 4-5 0,1 0-4 0,6-2-10 15,1 0 1-15,0-3-3 0,5-5-6 0,-1 3-1 16,1-1-3-16,-1-3-6 0,-2-2-2 0,-1 1-1 15,-1-1-1-15,0 0-3 0,-7 4-2 0,1-2 0 0,-2 3 0 0,-3-1 4 16,0 2 11-16,-5 2 4 0,0 3-1 0,-2-1-1 16,-4 4-9-16,-1-1-4 0,0 3-3 0,-8 1-2 15,-3 1-2-15,-6 4-2 0,0 1 1 0,-10 8-2 16,2 2-3-16,0 6-2 0,-2-2 0 0,-1 5 3 16,6-1-5-16,3 5-1 0,-2-3 0 0,7 2 1 15,4 0-3 1,1 0-1-16,5-1 1 0,5-5 6 0,3 0 2 15,6-1 2-15,2 0-1 0,9 3 0 0,6-3 2 0,3-2 3 16,7-5 4-16,5-1-4 0,14-5-1 0,-11-4 1 16,12 0 1-16,1-2-27 0,-15 0-29 15,-2-2-30-15,1-1-21 0,-5-1-40 0,-5 0-21 16,-6 0-23-16,-4-2-240 0,-6 2-454 0,-3 0 201 0</inkml:trace>
  <inkml:trace contextRef="#ctx0" brushRef="#br0" timeOffset="124278.85">19644 5777 129 0,'-6'0'168'15,"6"0"-20"-15,-5 0-7 0,5 0-15 0,0 0-10 16,-7 0-10-16,7 0-4 0,0 0-5 0,0 0 6 16,0 0-10-16,0 0-6 0,0 0-2 0,0 0-1 15,0 0-3-15,0 0-5 0,0 0 1 0,0 0-4 16,0 0-8-16,0 0-8 0,0 0-1 0,0 0-6 16,0 0-5-16,0 0-6 0,0 0-5 0,-8 2-4 0,8-2-1 0,0 0 0 15,0 0-7-15,0 0 0 0,0 0-3 0,0 0-1 16,0 0 3-16,0 0 4 0,0 0-2 0,32-2-2 15,-13 0 2-15,9-2-2 0,4 0-3 0,7 0-3 16,-2-1-5 0,16 0 3-16,-12 0 2 0,-3 2-2 0,1-1-1 0,-5 1-5 0,0 1 2 0,-6 2 0 15,-8 0-2-15,-2-2-6 16,-4 1 6-16,-1 1-4 0,-3-1 0 0,-5 1 1 16,0-2-1-16,-5 2 0 0,9 0-4 15,-9 0-5-15,0 0-14 0,0 0-11 0,0 0-26 0,0 0-13 16,-26 4-14-16,15-2-26 0,2 0-31 0,-1-4-33 15,-1 4-160-15,3-4-360 0,3 2 159 0</inkml:trace>
  <inkml:trace contextRef="#ctx0" brushRef="#br0" timeOffset="124685.25">20395 5317 157 0,'5'0'172'0,"-5"0"-21"0,13 3-12 0,-2 1-12 16,1 1-15-16,3 3-10 0,-2 6-8 0,10 1-8 0,-1 6 6 15,-1 3-4-15,2 1-13 0,3 3 5 0,-6 1-13 16,2-1-9-16,0 3 4 0,-3-3-10 0,-1 1-1 16,-2 1-6-16,0-3-4 0,-2-1-1 0,-4-1-3 15,-1-6-3-15,-4-2 0 0,4 0 8 0,-6-3-1 16,1-2-4-16,-2-2-3 0,2-2-2 0,-3-1-4 16,1-1-3-16,0-2 9 0,-2 1 11 0,1-3 9 0,3 2 6 0,-4-4 2 15,1 5-1-15,-1-5 2 0,0 2-5 0,0-2-2 16,0 0-8-16,0 0-2 0,4 4-2 0,-4-4-6 15,0 0 0-15,0 0-4 0,0 0-9 0,0 0-11 16,0 0-42-16,0 0-52 0,0 0-41 16,0 0-34-16,0 0-32 0,-5-16-221 0,0 10-441 0,1 0 195 15</inkml:trace>
  <inkml:trace contextRef="#ctx0" brushRef="#br0" timeOffset="125047.87">20681 5547 227 0,'-5'-2'224'0,"5"2"-25"0,0 0-13 0,-13 4-23 15,6-1-18-15,-2-1-15 0,0 6-8 0,0 0-15 16,-8 3-10-16,3 4-8 0,-9 6 0 0,0 3-2 15,0-2-2-15,-5 3-3 0,5 1-5 0,-4-2-2 0,3 1-2 0,0 0-2 16,1-2-1-16,2-1 2 0,3-2-8 0,4-7-9 16,2 2-5-16,4-5 0 0,0-1-5 0,1-1-4 15,3-4-4-15,0 1 0 0,1-1 2 0,-1 1 4 16,3-4 10-16,-1 1 4 0,2-2 0 0,-4 3 13 16,4-3 3-16,-3 4 1 0,3-4 0 0,-1 3-5 15,1-3-8 1,0 0-6-16,0 0-5 0,-4 4-7 0,4-4-3 15,0 0 8-15,0 0-39 0,0 0-25 0,0 0-30 16,0 0-28-16,0 0-51 0,0 0-50 0,0 0-48 0,14 0-75 16,-14 0-171-16,12-4-506 0,-5 1 224 0</inkml:trace>
  <inkml:trace contextRef="#ctx0" brushRef="#br0" timeOffset="127105.98">21408 5666 157 0,'0'-6'237'0,"2"-2"-11"0,0 2-10 0,-2-1-13 16,5 0-12-16,-4 2-8 0,3-1-12 0,0-1-14 15,0 1-18 1,-1 3-3-16,4-2-21 0,-2 3-15 0,4 1-12 16,0 4-11-16,3 1-8 0,3 5-7 0,3 5-5 15,0 5-8-15,4 6 0 0,-1 1-7 0,-2 2-1 0,3 1-5 16,4 13-5-16,-7-11 2 0,-3-1-7 16,6 13 1-16,-5-14-2 0,-3 3-4 0,-1 2 1 15,1-4-1-15,-5 0-4 0,0-1 0 0,-2 0-2 0,2-4-3 16,-5-6 5-16,-1-2-2 0,-2-3-4 0,0-2-1 0,0-2-1 15,1 0 1-15,-2-3-1 0,-2 0 1 0,2-3 4 16,0 2-9-16,2-4 1 0,-2-2 2 0,0 8 1 16,-2-4 0-16,2-4-2 0,0 0 0 0,0 3-7 15,0-3-6-15,-5 3-8 0,0-3-23 0,5 0-22 16,-15 0-33-16,6-3-31 0,-4 2-40 0,3-4-36 16,0 1-224-16,0-1-456 0,2-2 202 0</inkml:trace>
  <inkml:trace contextRef="#ctx0" brushRef="#br0" timeOffset="127369.33">21698 5878 92 0,'-1'-4'242'0,"-3"1"-19"0,-1 1-23 0,0 0-23 15,-4 2-18-15,0 4-19 0,-5-1-11 0,-4 7-14 16,-7 3-8-16,-1 7-2 0,-1 1-6 0,-1 2-5 15,-9 9-5-15,1 4-13 0,2-2 1 0,8-6-7 16,3-5-7-16,0 4-8 0,3-2-3 0,-1-3-3 16,5-1-5-16,4-6-4 0,2-2 0 0,1-3-7 15,3 2-4-15,-1-7 0 0,2 2 1 0,1-1-21 16,-2-3-4-16,6 0-8 0,-4 1-5 0,0-1-7 16,4-3-20-16,0 0-39 0,0 0-47 0,0 0-32 15,18-12-225-15,-9 7-408 0,0-4 180 0</inkml:trace>
  <inkml:trace contextRef="#ctx0" brushRef="#br0" timeOffset="128139.19">21862 5349 166 0,'6'0'153'0,"1"3"-20"0,-1 1-17 0,-1 1-13 16,0 3-10-16,3 1 4 0,-2 5-17 0,-2 3-9 0,1 3-5 16,-1 6-4-16,0-2-7 0,-1 3-3 0,-5 0-3 15,0 1 0-15,-2-1-4 0,0-2 7 16,-4 1 2-1,2-2-4-15,-3-6 3 0,1 0 8 0,-1-1 2 0,1-4 0 16,1-1 6-16,1-3 4 0,3-2 1 0,-3-2 7 16,3 0 8-16,-1 2 13 0,3-5 11 0,-1-1 14 15,0 3 17-15,2-4 19 0,0 0 5 0,0 0-24 16,0 0-21-16,5-10-15 0,4 1-3 0,0-5-11 16,0 0-12-16,3-3-12 0,0-5-4 0,6-5-2 15,-2 3-17-15,-1-3 0 0,-1 1-13 0,4 1 9 16,-5 1-10-16,-2 2-2 0,1 0 0 0,-1 8-1 0,-4 0 13 0,-4 4 16 15,1 0 4-15,-1 3-8 0,-1 2-7 0,0 0-4 16,0 1-13-16,0 0-5 0,-2 4-19 0,5-4-22 16,-5 4-31-16,0 0 2 0,0 0 2 0,-2 13 5 15,2-4 0-15,-1 8 9 0,0 2 0 0,0 1 4 16,-1 5 5-16,4 0-1 0,-1 0 7 0,1-1 1 16,6 0 9-16,2 0-5 15,3-2 3-15,6-2 1 0,-1-1 1 0,9-2-25 16,1-3-61-16,7-4-74 0,-1 0-94 0,4-3-342 15,-1-1-649-15,2-5 288 0</inkml:trace>
  <inkml:trace contextRef="#ctx0" brushRef="#br0" timeOffset="130760.89">19407 6711 137 0,'-4'-2'152'0,"4"2"-14"15,0 0-13-15,0 0-10 0,0 0-15 0,0 0-1 16,0 0-13-16,0 0-10 0,0 0-6 0,0 0-8 0,0 0-6 15,0 0-3-15,0 0-7 0,0 0-10 0,0 0-2 0,0 0-4 32,0 0 1-32,0 0-5 0,0 0-5 0,0 0 0 15,0 0-3-15,0 0 0 0,0 0-2 0,0 0 5 16,0 0 11-16,14 7 8 0,-6-6 7 0,6 2 0 16,5-2 10-16,16 0-2 0,2-1 0 0,20-2-3 15,35-2 0-15,8-3-8 0,6-3 2 0,6 2-5 0,11-1-1 16,6-1 5-16,4 0 0 0,14-2-1 0,3 0 5 15,-2 2-3-15,0-1 4 0,-1 1 2 0,-3 1-1 0,-7 0-4 16,-6 3-3-16,-14 3-4 0,-14-4-5 0,-12 5-3 16,-31 1 0-16,-2-1-5 0,-3 1-4 15,-16 1 0-15,-3 0-4 0,-8 1-1 0,-10-2-2 16,-1 1-4-16,-7 0 3 0,0 0-2 0,-3-2 2 0,-2 2 4 0,-5 0 1 16,9-1-4-16,-9 1-19 0,0 0-25 0,0 0-26 15,-37 6-39-15,7-2-32 0,1 2-42 0,-2-1-56 16,-5 2-169-16,4-1-425 0,2-1 189 0</inkml:trace>
  <inkml:trace contextRef="#ctx0" brushRef="#br0" timeOffset="131412.1">20546 6911 29 0,'6'-4'219'0,"1"1"-17"16,5 3-23-16,1 0-20 0,1 0-15 0,-1 2-14 16,5 2-13-16,-3 1-15 0,3 2-12 0,-1 4-9 15,-2-1-7-15,0 3-8 0,-2 1-6 0,-1 3-6 16,-1 6-4-16,-1 1-5 0,-5 3-13 0,-3 0 2 16,-5 0-4-16,-1 0-1 15,-6 1-3-15,0 1-3 0,-4-6-2 0,-3 3-5 16,-2-4 3-16,6-7-3 0,-6 4-1 0,6-5 15 15,-2 0 3-15,1-6 4 0,2 3 4 0,1-5 5 16,-1-1 6-16,1 3 12 0,3-6 15 0,3 0 19 16,-1 2 6-16,3 0 8 0,-1-3 27 0,4-1-17 15,0 0-13-15,0 0-19 0,0 0-14 0,5-15-9 16,8 0-5-16,6-2-10 0,4-1-4 0,3-4-3 0,1 1-7 0,4-4-5 16,8-4 1-16,-10 9-10 0,-3-2-4 15,2 0 9-15,-1 3-7 0,-4 1-3 0,-7 6-4 0,0 0-2 16,-1 2 0-1,-5 2-2-15,-2 1 1 0,-3 2-3 0,3 1 1 16,-4-1-6-16,0 4 2 0,-1-2-2 16,1 2-3-16,-4 1-6 0,4-2-8 0,-4 2-5 15,0 0 1-15,0 0 1 0,0 0 1 0,-4 9 1 0,-1 1 1 0,0-1-1 16,1 3 11-16,-5 1-12 0,3 1 4 16,-1 1 0-16,4 2-2 0,0-5 8 0,2 2 0 15,2 1-1-15,2-2 3 0,2 1-3 0,2-2-8 0,7 0-8 16,1 0-21-16,4-2-29 0,1-1-44 0,7-2-44 15,1-1-45-15,3-3-47 0,-10-3-215 0,10 0-505 16,0 0 223-16</inkml:trace>
  <inkml:trace contextRef="#ctx0" brushRef="#br0" timeOffset="131628.1">21392 6979 295 0,'-2'-9'327'0,"-3"2"-9"16,4 1 3-16,0 2-17 0,-2-1-31 0,3 1-25 16,-2 0-33-16,2 4-15 0,-2-4-26 0,2 4-27 15,-2-4-15-15,2 4-20 0,0 0-23 0,0 0-15 16,0 0-6-16,2 12-11 0,0-3-9 0,0 3-1 16,-2 1-8-16,3 5-33 0,-2 7-24 0,3 4-15 15,-2-1-35-15,2 2-30 0,-1 3-31 0,1 0-46 0,-2-1-38 0,-2 1-247 16,1-2-499-16,-1-1 221 0</inkml:trace>
  <inkml:trace contextRef="#ctx0" brushRef="#br0" timeOffset="131775.34">21445 7591 396 0,'4'5'383'16,"-3"-2"-11"-16,-1 0-7 0,0-3-6 0,3 6-15 0,-3-6-15 0,1 3-18 16,2 0-28-16,-3-3-20 0,0 0-31 0,0 3-21 15,0-3-21-15,0 0-18 0,0 0-34 0,0 0-57 16,0 0-87-16,0 0-86 0,14-10-89 0,-4 3-107 15,-1 1-356-15,0-2-698 0,4 0 310 0</inkml:trace>
  <inkml:trace contextRef="#ctx0" brushRef="#br0" timeOffset="132714.12">24294 6132 19 0,'-3'-4'276'0,"2"-2"-20"0,-2-2-25 16,3 5-15-16,0-2-17 0,3-2-23 0,-2 4-15 15,4-2-20-15,0-2-12 0,3 4-15 0,-2 1-15 16,5 0-5-16,3 1-12 0,-3 2-12 0,3-1-8 15,4 9-3-15,-1 1-10 0,-2-1-2 0,3 4-4 16,-1 9-4-16,-1-1-8 0,-6 4-3 0,4-2-3 0,-6 2 0 0,-4 2-13 16,1 2 0-16,-5-2-1 0,-4 2 0 0,-1 1 1 15,-3-2-3-15,-2-1 1 0,-3-2-1 0,1-2-1 16,0-6-3-16,-3-1 3 0,2-2 0 0,0-1 1 16,-1-2 1-16,4-2 9 0,1-3 1 0,2 1 11 15,0-1 14-15,2-3 28 0,0-1 5 0,1 2 23 16,0-3 17-16,4-1 27 15,0 0-15-15,0 0-2 0,-6-8-24 0,8 1-15 16,3-5-14-16,3-4-2 0,2 0-7 0,9-10-5 16,2 1-16-16,1-1-8 0,3-4-1 0,5-5-5 15,-5 7-11-15,-2 2 4 0,-4 2 5 0,2 0-14 16,0 3 3-16,-5 3-5 0,-4 3-2 0,1 4 3 16,-6 1-8-16,-2 4 2 0,0 1-2 0,1 1 2 15,-2 0-8-15,-1 1-5 0,-3 3-17 0,4-4-25 0,-4 4-2 0,0 0 7 16,2 9 3-16,-6 2 4 0,-2 5 1 0,3 0 3 15,-3 2 2-15,1 3 18 0,-4 3-14 0,2 3 3 16,2 0 3-16,3-1-1 0,0-1 5 0,2-4-1 16,2-4 7-16,3 1 1 0,1 0 4 0,1-2-1 15,3-1-3-15,1-3-10 0,7-1-41 0,0-1-36 16,10 1-46-16,-1-3-45 0,8-4-55 0,-3-2-301 0,2-1-586 0,-1-4 260 16</inkml:trace>
  <inkml:trace contextRef="#ctx0" brushRef="#br0" timeOffset="132945.84">25239 6297 116 0,'0'0'366'0,"-7"-4"-33"0,7 4-26 0,0 0-27 16,-4-1-29-16,4 1-26 0,0 0-31 0,6-9-28 0,3 7-22 16,1-1-30-16,7-2-28 0,3 0-45 0,-1 3-47 0,3 0-61 15,5 1-61-15,4-2-73 0,-8-2-170 0,-2 5-401 16,-3-1 178-16</inkml:trace>
  <inkml:trace contextRef="#ctx0" brushRef="#br0" timeOffset="133115.13">25419 6461 268 0,'-3'5'266'15,"-1"-1"-18"-15,1-3-10 0,2 2-16 0,-2 0-9 0,3-3-17 16,0 0-23-16,0 0-22 0,14-1-26 16,-1-1-21-16,9-5-34 0,5 2-41 0,5 2-43 0,3-4-48 0,1 0-37 15,4-2-43-15,10 1-189 0,-2-2-360 0,-7 3 160 16</inkml:trace>
  <inkml:trace contextRef="#ctx0" brushRef="#br0" timeOffset="133485.84">26292 6109 142 0,'-5'-6'263'0,"-1"0"-21"0,-1 5-22 0,1-2-27 15,-2 1-17-15,2-2-21 0,-7 4-14 0,4 1-19 16,-2 4-10-16,-1-2-10 0,-1 7-14 0,-4 0-7 16,-4 7-7-16,1 0-7 0,2 3-9 0,1 1-2 15,2-2-7-15,-1 3-3 0,7-5-4 0,-1 0-8 0,5 0 11 0,1 2-4 16,2-4 0-16,3 0-2 0,0-2 2 0,2-1 3 16,2-2 5-16,0 0 6 0,5 0 9 0,0-2 3 15,6 0 5-15,0-1-7 0,4-6 1 0,-1 1 0 16,1-2-10-16,-1 0 1 0,1-5 4 0,-3 0 11 15,4-2-1-15,-6 0 9 0,-6 0 1 0,5-5-2 16,-1 1-5-16,1-2-12 0,-9 1-5 0,0-2-9 0,2-3-9 16,-5-3-1-1,0 10-13-15,-2-9-16 0,-2 3 0 0,0 5-13 0,-2 0-17 16,-1-2-17-16,-2 3-21 0,-2 3-19 0,-1-1-13 0,0 4-19 16,-3 0-22-16,3 1-32 0,-2 2-36 0,2 2-29 15,1 2-52-15,0-2-175 0,5 5-492 0,-2-1 219 16</inkml:trace>
  <inkml:trace contextRef="#ctx0" brushRef="#br0" timeOffset="133694.09">26601 6320 255 0,'0'0'339'0,"0"0"-44"16,4 1-29-16,-4-1-34 0,0 0-21 0,5 3-25 15,-5-3-23-15,0 0-15 0,-10 12-14 0,2-3-11 16,-2 3-16-16,-1 1-12 0,0 1-40 0,0-1-35 16,0 4-36-16,2-1-45 0,-2-1-39 0,2 0-42 15,3-4-62-15,1-1-147 0,0 0-381 0,-2-2 168 0</inkml:trace>
  <inkml:trace contextRef="#ctx0" brushRef="#br0" timeOffset="134032.71">26867 6053 199 0,'1'-15'394'16,"2"5"4"-16,-2 1-5 0,-1 2-21 0,0 2-34 15,0 0-38-15,0 0-26 0,3 1-31 0,-3 4-26 16,0-5-20-16,0 5-43 0,0 0-34 0,0 0-23 15,0 0-16-15,0 0-2 0,-3 16-10 0,3-5-7 16,-1 3-13-16,-2 5 0 0,3 4-4 0,-1-2-14 0,1-3 10 0,0 5-1 16,1 3-11-16,-1-6-4 0,3 0-1 0,-2 1-7 15,2 3 10-15,-2-5-6 0,5-2-1 0,-3-2 3 16,-2-3-8-16,-1 0-1 0,4-4 1 0,-3-1 0 16,2 0-5-16,-2-2-5 0,-1-1 2 0,0 0-3 15,3-1-13-15,-2 0-15 0,-1-3-19 0,0 6-10 16,0-6-16-16,0 4-17 15,0-4-20-15,0 0-26 0,0 5-30 0,0-5-54 16,0 0-63-16,-13-3-277 0,13 3-602 0,-14-1 267 16</inkml:trace>
  <inkml:trace contextRef="#ctx0" brushRef="#br0" timeOffset="134233.29">27207 6342 323 0,'0'0'302'0,"0"0"-35"0,0 0-24 16,3 3-28-16,-3-3-22 0,-3 8-22 0,-2-3-13 15,-1 4-20-15,-1-1-12 0,-4 4-14 0,2 1-18 16,-3 1-40-16,-2 3-40 16,5-1-55-16,-1-1-54 0,0 0-68 15,2-6-190-15,0 1-380 0,-2-3 169 0</inkml:trace>
  <inkml:trace contextRef="#ctx0" brushRef="#br0" timeOffset="134719.6">27464 5929 150 0,'2'-3'311'0,"0"1"-28"0,0-2-23 15,1 1-28-15,-1 0-21 0,2 1-22 0,-4 2-24 16,12-4-17-16,-5 4-15 0,1 0-14 0,1 2-13 16,5 1-10-16,-4-1-8 0,3 4-10 0,-3 0-9 15,7 5-10-15,-7-3-4 0,6 6-7 0,-5-3-3 0,1 5-10 16,-5-1 4-1,1 0-7-15,-3 4-5 0,-1-1-1 0,-4 4-1 16,0 1-2-16,-5-2-4 0,-2 2-2 0,-4 0 3 0,-2-1-5 0,-2-2 8 16,2-4-10-16,-2-2-2 0,-1-1-3 0,2 0 7 0,0-2-4 15,5-4-4-15,-1 1 0 0,2-3-1 0,3-1 2 16,-1 0-1-16,1-3 27 0,2 2 15 0,3-3 30 16,-4 5 17-16,4-5 18 0,-6 2 17 15,6-2-16-15,0 0-19 0,0 0 0 0,0 0-18 16,0 0-8-1,20-10-4-15,-11 8-14 0,0-2-3 0,4 3-13 16,-3-1 5-16,-1-1-11 0,4 3-2 0,-4-1-4 16,1 2-2-16,2 0-9 0,-1 1 0 0,2 1 2 15,-2-1 8-15,1 2-50 0,-1 1-29 0,0-2-29 16,-1 4-32-16,1-2-35 0,-2-1-39 0,0 1-50 16,-1-2-42-16,-2 2-294 0,-1-4-623 0,-1 2 276 0</inkml:trace>
  <inkml:trace contextRef="#ctx0" brushRef="#br0" timeOffset="134935.19">28188 6348 360 0,'0'0'412'0,"0"0"-41"0,0 0-36 15,7 1-33-15,-7-1-38 0,0 0-32 0,2 1-24 16,-2-1-43-16,0 0-22 0,-1 8-18 0,-7 0-10 15,2 1-10-15,-5 3-23 0,-2 1-28 0,-3 3-48 16,-3 3-40-16,1-2-35 16,-3 2-44-16,0-2-45 0,5-5-64 15,-2-1-226-15,2 0-484 0,-3-4 214 0</inkml:trace>
  <inkml:trace contextRef="#ctx0" brushRef="#br0" timeOffset="135197.97">28663 6191 30 0,'0'0'385'0,"0"0"-28"0,2-3-26 0,-2 3-32 0,4-2-27 15,-4 2-27-15,0 0-28 0,6-2-28 16,-6 2-42-16,8-5-42 0,-2 4-38 0,2-2-40 16,5 2-52-16,0 2-55 0,6-2-64 0,2-3-92 0,8 0-129 15,-9 0-394-15,-1 2 174 0</inkml:trace>
  <inkml:trace contextRef="#ctx0" brushRef="#br0" timeOffset="135342.54">29218 6147 336 0,'9'-2'312'0,"-5"0"-34"0,1 1-28 0,-1 0-19 15,1-3-27-15,1 0-21 0,2 3-19 16,1-1-34-16,4 0-45 0,2 1-44 0,7-1-65 0,0 0-58 16,5-1-95-16,1 3-146 0,2-4-347 0,2 4 153 15</inkml:trace>
  <inkml:trace contextRef="#ctx0" brushRef="#br0" timeOffset="135482.63">29898 6111 42 0,'9'-1'321'0,"-9"1"-33"16,5-2-29-16,2-3-25 0,-4 1-22 0,1 1-41 16,4 0-39-16,1-2-53 0,2 1-56 0,2-1-70 15,6 2-60-15,1-3-162 0,6-4-289 0,-3 4 129 16</inkml:trace>
  <inkml:trace contextRef="#ctx0" brushRef="#br0" timeOffset="135636.31">30519 6015 71 0,'6'-1'324'0,"0"-2"-31"0,0 1-33 16,1-3-22-16,5 3-25 0,1-2-31 0,6-1-39 15,9-1-38-15,3 1-47 0,-2 4-56 0,3-3-52 0,5 0-41 0,-3 1-67 16,0-1-107-16,1 1-288 0,-1 1 128 0</inkml:trace>
  <inkml:trace contextRef="#ctx0" brushRef="#br0" timeOffset="135736.71">31012 5951 81 0,'8'-2'194'0,"0"2"24"0,-2 0 9 16,-6 0 4-16,10-2-7 0,-6 2-6 0,-4 0-7 15,9 0-18-15,-9 0-18 0,3-1-13 0,-3 1-22 16,0 0-47 0,0 0-59-16,0 0-71 0,5 3-72 0,-5-3-268 15,0 0-406-15,0 0 180 0</inkml:trace>
  <inkml:trace contextRef="#ctx0" brushRef="#br0" timeOffset="137742.87">20429 8061 156 0,'-7'0'173'0,"0"-3"-13"16,0 3-10-16,-1 0-14 0,-2 0-12 15,0 3-9-15,2-1-10 0,-5 1-6 0,3 1-8 16,-7 4-15-16,5-3-6 0,-4 7-8 0,0-3-3 15,2 5-10-15,-3 0-3 0,4 1-3 0,-1 1-4 0,-1 6-8 0,3-5-3 16,2 0-2-16,4 1-1 0,-2-1-5 0,3 3 4 16,0-5-10-16,5 3 6 0,-3-1 2 0,6-6 11 15,2 5 7-15,1-3 11 0,3 1 19 0,2-6 6 16,5 2 2-16,4-2 5 0,0-4-6 0,8 1-4 16,3-4-3-16,-3-3-2 0,-7 0 0 0,6-4 9 15,-5-1 10-15,-3 0 14 16,0-1 9-16,-2-1 18 0,-3-3 7 0,-1 0-1 15,-6 4-7-15,5-5-3 0,-6 0-11 0,-1-1-7 0,0-4-7 16,-3 2-13-16,-4 1-12 0,2 0-6 0,-1 2-8 16,-5-3-8-16,-1 2-9 0,1 2-9 0,-2 5-18 15,2 0-21-15,-3-1-18 0,0 4-21 0,-2-1-17 16,0 1-29-16,-1 3-30 0,-1 1-36 0,1 3-29 16,-2 4-35-16,5-5-34 0,-1 5-34 0,1 1-225 0,8-2-556 15,2 1 246-15</inkml:trace>
  <inkml:trace contextRef="#ctx0" brushRef="#br0" timeOffset="137909.4">20868 8324 136 0,'0'0'282'0,"3"3"-33"16,-3-3-23-16,0 0-23 0,-4 8-23 0,0-3-19 15,-3 2-13-15,1 0-16 0,-2 4-41 0,-2-1-38 0,0 5-55 0,-2 0-58 0,0 2-90 0,0-3-126 16,-2-2-297-16,4-4 133 16</inkml:trace>
  <inkml:trace contextRef="#ctx0" brushRef="#br0" timeOffset="138826.75">22654 8035 255 0,'-2'-6'265'0,"0"4"-19"0,1-3-20 0,0-2-22 16,-1 4-22-16,-1-1-16 0,-1 3-15 0,0 0-16 16,4 1-15-16,-13-3-16 0,13 3-11 15,-16 4-5-15,3-1-15 16,1 2-11-16,-7 5-5 0,6 0-7 0,-2 2-5 0,2 2-7 15,-1-1 1-15,1-1-6 0,3 3-4 16,1 1-5-16,2-2 2 0,3-2-6 0,2 2-1 16,2-3 1-16,2-1-1 0,4 3-3 0,-2-3 5 15,7 0-6-15,0-3 2 0,0 0-1 0,7-1 7 0,1-2-1 16,-1 1 1-16,3-5-1 0,-6 0 11 0,4-3-4 16,-5 0 12-16,0 1 11 0,-3-2 7 0,-1-1-3 0,-1-3 4 15,-2 1-6-15,0-2-3 0,-2-1-6 0,-3-1-12 0,-2-2-1 16,-4-1-13-16,-1-1-3 0,0 1-11 15,-6-1-10-15,-2 3-6 0,0-1-6 0,-5 2-11 0,2 3-10 16,-3 1-14-16,-1 2-10 0,-3 1-17 0,0 2-14 16,3 3-15-16,-2 2-20 0,2 1-30 0,6-1-22 15,1-1-62 1,3 4-150-16,3-3-423 0,6 3 187 0</inkml:trace>
  <inkml:trace contextRef="#ctx0" brushRef="#br0" timeOffset="139790.31">23063 7903 58 0,'0'-11'384'16,"1"4"-2"-16,-1-1-12 0,0 1-24 0,0 0-14 15,0 2-28-15,0 3-30 0,0-2-33 0,0 4-30 16,0-7-19-16,0 7-28 0,2-4-16 0,-2 4-20 15,0 0-47-15,0 0-38 0,0 0 1 0,0 0-6 0,1 17-3 0,3-5-7 16,-2 3-4-16,1 4 0 0,-1 1 0 0,2 7-6 16,1 2-3-16,-3 1 1 0,0 0-1 0,-3-3-5 15,1 3 2-15,4-5 0 0,-3 1 2 0,2-6-4 16,-2-2-1-16,1-1-2 0,0-2 6 0,0-5-4 16,0 0-2-16,-2-3 0 0,2-2-2 0,-2-1 5 15,1 0 0 1,-1 0 1-16,2-1 8 0,-2-3 17 0,2 5 44 15,-2-5-18-15,0 0-4 0,0 0-9 0,0 0-8 0,0 0-23 16,-6-20-12-16,3 12-11 0,-2-5-28 16,-3-1-5-16,-2 0-7 0,1-2-9 0,-6-5 1 15,1 8 2-15,0-2 2 0,-9 1 7 0,-3 0-2 16,6 6 7-16,-1 1 1 0,2-1 4 0,0 2 3 0,2 2 0 16,6 3-10-16,-1-2-9 0,3 1-19 0,2 0-24 0,1 1-13 0,6 1 2 15,0 0 2-15,-7 4 5 0,7-4 2 0,0 0-2 16,19 8-11-16,3-7-8 0,-2 1-24 0,14 0-5 15,-4-2-9-15,6 0 5 0,4-1 11 0,-5-2 16 16,1-1 17-16,0 0-3 0,-4-2 17 0,-1-1 13 16,-2 1 24-16,-7 0 47 0,-3-4 34 0,0 2 37 15,-5 0 34-15,0-1 20 16,-2 1 17-16,-5 1 19 0,1 0 8 0,-3 0 29 16,3 3 8-16,-2-2 10 0,-3 3 1 0,1 1-14 15,-1-2-18-15,0 2-16 0,0-1-27 0,-3 3-22 16,2-4-11-16,-2 4-23 0,0 0-33 15,6-1-24-15,-6 1-5 0,0 0-6 0,0 14 1 0,0-4-1 0,0 3-2 16,-1 4-1-16,-3 5-2 0,3 5-4 0,-1-4 5 16,0 2 2-16,-2-5-31 0,3-3-2 0,1 0-13 0,0 2 7 15,0-7-12-15,0 0-9 0,0-2 3 0,0-2 7 16,1-2 2-16,2-2 8 0,-2 2 10 0,-1-1 28 16,0-2 33-1,0-3-1-15,4 2 9 0,-4-2-6 0,10-7 5 0,-2 2-3 0,-3-2-6 16,4-1 9-16,4-4-13 0,-3-2-4 0,-1 1-1 15,1 7-4-15,-2-3-1 0,-2 2 5 0,-2 1-3 0,2 1-1 0,-2 0-4 16,0 0 0-16,-1 4-9 0,-1-2-7 0,1 1-7 0,-3 2 4 16,2-4-35-16,-2 4-17 0,0 0 7 0,0 0 1 15,13 5 10-15,-8-3 1 0,2 4 3 0,-1-4 1 16,5 5-9-16,0-2-3 0,0 0-13 0,7 2-4 16,-2 0 0-16,1-1-5 0,1-3 0 0,3 1-6 15,-2-3-2 1,2 0-5-16,0-2 2 0,-1 0 2 0,2-2 4 15,-4-1 4-15,1 0 8 0,-6-2 7 0,2-1 11 16,-6 2 10-16,0-2 12 0,1-2 14 0,-3 1-1 0,-2 0 4 16,-1-1 14-16,-3 2-2 0,2-1 10 0,-2 3-4 15,-1-2 8-15,-1 1-7 0,-2 2-5 0,-1-1 10 16,-1 2-16-16,-4 2-4 0,-1-1-3 16,-2 5 0-16,0 1-3 0,-4 1 4 0,-1 2-3 0,1 2-1 0,1 0-1 0,1 4-2 15,2-2 0-15,1 2 0 0,2 2-8 16,1-6-17-16,4 4-15 0,-2 0-17 0,6-2-21 15,0 0-26-15,1 1-31 0,4-2-31 0,3-2-40 0,0 0-262 16,3-2-506-16,6-2 224 0</inkml:trace>
  <inkml:trace contextRef="#ctx0" brushRef="#br0" timeOffset="140106.76">23982 8069 204 0,'1'-4'356'0,"0"0"-30"0,1 0-31 16,-2 4-32-16,2-4-28 0,-2 4-31 0,0 0-19 16,4-2-23-16,-4 2-13 0,10 7-19 0,-5-2-12 0,-1 5-19 15,1-1-6-15,3 6-7 0,-2 1-12 0,-2 1-6 16,1 2-7-16,-3 0-6 0,0 2-10 0,-2 4-1 16,-2-7-1-16,0-2-4 0,-2 0-1 0,3 0-6 15,-3-6-7-15,4-2 0 0,-5 0 0 0,4-3 8 16,-1-1 15-16,0 1 35 0,2-2 49 0,0-3 6 0,0 0-2 15,0 0-4 1,0 0 1-16,0 0-6 0,-4-15-14 0,8 5-19 16,0-2-8-16,4-2-14 0,-1-4-15 0,6-4-14 15,1-2-30-15,0 2-20 0,3 1-18 0,0 0-25 16,0 2-38-16,-2 4-30 0,-2 0-42 0,0 2-43 16,0 2-37-16,0-2-53 0,-4 8-330 0,0-1-674 15,-4 3 298-15</inkml:trace>
  <inkml:trace contextRef="#ctx0" brushRef="#br0" timeOffset="140914.31">24448 8061 188 0,'0'-4'416'15,"0"-1"-1"-15,0 0-35 0,0 5-30 0,0-5-41 16,0 2-32-16,0 3-35 0,0 0-21 0,2-4-29 15,-2 4-35-15,0 0-11 0,0 0-13 0,0 0-20 16,0 0-9 0,3 16-5-16,-3-6-16 0,0 3-7 0,0 3-10 15,0 1-14-15,0-2-20 0,-3 3-5 0,1-2-10 0,2 1-13 16,0-4-2-16,0-3-8 0,2 1 4 0,1-4 3 16,-3 0-2-16,0 0 2 0,2-2 1 0,-2-1 6 15,2-1 12-15,-2-3 9 0,1 3 5 0,-1-3 2 16,13-5-6-16,0-1-4 0,-3 0 0 0,4-5 3 15,4-1 1-15,-2 0 1 0,4-6 0 16,3 1-14-16,0-3 2 0,-8 6 5 0,6-1-10 0,-10 3 2 0,-1 3-5 16,-1 2 2-16,-1 2-4 0,-3 0-8 0,-1 0 12 0,2 2-23 15,-2 0-10-15,-3 1-18 0,-1 2-11 0,0 0 4 16,8 5 9-16,-8 0 2 0,0 3 5 0,0-1-4 16,4 2 5-16,-4 2 7 0,1 1 2 0,3 0 2 15,0 3 4-15,2 1 4 0,2-2-5 0,-3-2-1 16,4 0 6-16,4-2 4 0,4 1 1 0,0-2-10 15,10-1-10 1,3-3 1-16,4-2-3 0,2-3-2 0,1 0 1 0,1-3-2 16,-2-1 4-16,-2-3-2 0,1-1 6 0,-6-2 4 0,2-2 0 15,-3-2 9-15,-1 0-3 0,-5-3-1 0,-4-1 1 16,-1-2 3-16,-8 3 6 0,3-4 1 0,-6 4 3 0,-2-1-1 16,-4 2 2-16,-4-1 2 0,-6 1-8 15,-3 4 3-15,-2-2-1 0,-9 2-1 0,-6 2-1 16,-3 2-3-16,-4 2 3 0,1 2-2 0,0 4-1 15,1 0 1-15,1 0-1 0,0 3 3 0,8 0 0 0,6 0-1 16,2 3 0-16,5-1-29 0,2-1-8 0,3 3 0 16,3 2 8-16,6-2 0 0,7 3-1 0,7-1-4 15,8-1 4-15,9 3-10 0,5-3-5 0,17 2-5 16,-3-6 0-16,4 1 4 0,-1-3 4 0,-1-1 2 16,-17-1 8-16,1-4 5 0,0 0 9 0,-2 0 19 0,-5-1 21 15,-9-3 20-15,-1 1 21 0,-2 2 33 0,-1-2 30 16,-5 1 14-16,-2-2 20 0,-1 3 11 0,-2-2 11 0,-2 4 5 31,2-1 1-31,-1 1-3 0,-1 0-13 0,-3 0-15 16,0 1-18-16,-2 2-19 0,5-2-10 0,-5 2-19 15,4-3-16-15,-4 3-21 0,0 0-25 0,6-1-23 16,-6 1-19-16,0 0-5 0,3 8 7 0,-3-1-1 0,-3-1 5 16,3 4-2-16,0 2 5 0,0-3 2 0,-1 3-7 15,2 1 7-15,-1 1-12 0,0 0-14 0,0-4-21 0,0 0-17 16,0 0-19-16,0-3-23 0,0 0-19 0,0-1-16 15,0 0-7-15,0-1-21 0,0 0-12 16,0-2-8-16,0-3-10 0,-4 4-43 0,4-4-36 16,0 0-254-16,-11-7-581 0,7 2 258 0</inkml:trace>
  <inkml:trace contextRef="#ctx0" brushRef="#br0" timeOffset="141059.15">25529 7796 29 0,'4'-17'293'0,"-4"5"-1"0,1 1-7 0,1 1-12 0,0 1-24 16,0 1-19-16,-2 4-23 0,0-1-26 0,2 0-15 15,-2 0-20 1,0 5-44-16,5-4-35 0,-2 4-29 0,-3 0-43 16,11 2-40-16,-3 1-48 0,3 4-56 0,1-2-229 0,3 1-409 15,2 5 181-15</inkml:trace>
  <inkml:trace contextRef="#ctx0" brushRef="#br0" timeOffset="141361.94">26093 7819 164 0,'0'0'283'0,"-3"-5"-24"16,3 5-20-16,-6-3-26 0,6 3-24 0,-8-1-16 15,2 1-17-15,6 0-22 0,-13 2-13 0,4 1-11 16,1 1-14-16,-3 4-2 0,-1-2-17 0,0 6-7 16,0 1-11-16,-1 1-2 0,4 0-6 0,-1 2-3 0,4-1-5 0,1 1-3 15,1 1-7-15,1 0 0 0,4-2-5 0,3 2-3 16,0-1-2-16,1 4-2 0,4-4 6 0,4-1-10 15,-3 1 0-15,4-1 3 0,-1 0-3 0,2-2-7 16,-3 1 4-16,-4-6-7 0,-2 2 3 0,3-2-4 16,-4-1 0-16,-1-1 0 0,-2-2 1 0,1 1-1 15,-3 2 9-15,-4-4 7 16,-1 2-8-16,-6 1 0 0,-1-1-1 0,-1-2-8 16,-6 1-17-16,1-1-19 0,-1-1-39 0,-1-1-39 15,3-1-47-15,3-1-78 0,2-1-180 0,6-1-448 16,0-1 199-16</inkml:trace>
  <inkml:trace contextRef="#ctx0" brushRef="#br0" timeOffset="141693.4">26241 8168 197 0,'10'0'280'0,"-10"0"-12"0,0 0-13 0,9 0-8 0,-9 0-3 0,4 0-14 15,-4 0-14-15,0 0-18 0,8-3-20 0,-8 3-11 16,18 0-24-16,-6-2-13 0,6-1-10 0,1 1-14 15,2 1-11-15,8-5-10 16,-2 1-8-16,1-1-8 0,0-1-5 0,-1 0-4 0,-1-1-9 16,0-3-4-16,-2-1-1 0,0-4-7 0,-8 3-8 15,7-4 0-15,-5-4-10 0,-4-1-1 0,-1-2-7 16,-5 0 0-16,-2 0-3 0,-3 6 6 0,-3 1 6 16,-5 0 1-16,-3 3 1 0,-1-1 2 0,-4 2-1 15,-1 0 4-15,-4 5-8 0,0 3-8 0,1 2-5 16,-6 4-5-16,2 2 3 0,2 4-4 0,-1 4-7 0,-1 5 7 15,-1 5-1-15,8 3-1 0,3 3 3 0,4 2 0 0,7 2-1 16,13 2 6-16,14 10 4 0,10-5-12 16,12-3-39-16,8-7-57 0,38 10-84 0,9-6-109 0,-1-14-277 15,-6 3-612-15,1-12 271 0</inkml:trace>
  <inkml:trace contextRef="#ctx0" brushRef="#br0" timeOffset="143265.43">4633 10140 68 0,'-1'-5'255'0,"1"1"-17"0,-2-1-13 15,2 0-18-15,0 5-21 0,-5-4-22 0,1 2-17 16,4 2-16-16,-10 3-21 0,2 4-9 0,-5 5-12 16,-3 1-6-16,-3 8-15 0,-3 2-6 0,3 5-6 15,-3-1-3-15,1 3-10 0,1-2-4 0,3 3 0 16,-4-2-5-16,3 2-1 0,0-1-6 0,3-1-1 16,0-2-4-16,3 1-2 15,-3-1 3-15,6-3-2 0,1-7 1 0,-1 3-16 16,3-2-15-16,-2-6-22 0,3 2-20 0,0-1-17 15,2-3-40-15,-2-3-24 0,4-2-24 0,-4 1-185 16,1-6-369-16,4 0 164 0</inkml:trace>
  <inkml:trace contextRef="#ctx0" brushRef="#br0" timeOffset="143566.74">4215 10256 54 0,'0'-17'324'15,"0"0"-8"-15,0 5-17 0,0 1-4 0,1 2-24 16,-1 3-32-16,0 0-27 0,2 4-29 0,-1-3-21 15,-1 1-18-15,0 4-16 0,0 0-14 0,18 9-14 16,-5 0-9-16,3 4-16 0,6 11-3 16,2-1-9-16,12 11-6 0,-3 4-4 15,1 0-7-15,1-2-3 0,0 1 6 0,-1-3-19 0,1 1-1 0,-11-10-3 16,1 3-2-16,-4-1-1 0,3-4-1 0,-5 0-2 16,-1-3-3-16,-4-6-3 0,-2 1 1 0,-1-1-2 15,-3-5 1-15,-3 2-2 0,-1-4 3 0,1-2 0 16,-2 1 0-16,-1-2 1 0,2-2 2 0,-3 0 18 15,2 3-17-15,-2-3 4 0,-1-2 1 16,3 3-2-16,-3-3-1 0,0 0 0 0,2 2-19 16,-2-2-20-16,0 0-43 0,0 0-35 0,0 0-43 0,0 0-49 15,0-14-67-15,0 14-269 0,-1-3-567 0,2 0 252 16</inkml:trace>
  <inkml:trace contextRef="#ctx0" brushRef="#br0" timeOffset="144199.23">5262 10562 47 0,'0'0'224'0,"0"0"-20"16,-2 3-11-16,2-3-17 0,0 0-14 0,-1 5-12 15,1-5-6-15,0 0-11 0,0 0-1 0,0 0-4 16,0 0 3-16,0 0 4 0,0 0 12 0,0 0 20 0,0 0-4 15,0 0-12-15,0 0-16 0,0-12-11 0,3 3-9 16,1-1-5-16,-2-2-5 0,3-4-6 0,-1-2-12 16,4-4 1-1,1-2-6-15,-1-1 0 0,1-2-1 0,2 1-10 0,-1 1-2 16,0 2 3-16,-1 4-2 0,-1 4-15 0,-2 0 2 16,-1 5-2-16,0 2-11 0,-2 2 0 15,1 1-13-15,-3 1-8 0,3 0 0 0,2 2-12 16,-1 2 0-16,3 3-5 0,1 2-2 0,5 7-1 0,-1 2-3 15,2 0 1-15,2 6 3 0,-1 2-3 0,1 0 3 16,-2 0 6-16,1 2-7 0,0-3-5 0,-3-4 2 0,1 4-8 16,-5-4 12-16,0-4 5 0,-3-3-9 0,2 0 15 15,0-3-13-15,-6-2 3 0,2 1 4 0,1-2 2 0,-1-2 11 16,0 2 46-16,-4-4 7 0,0 0-9 0,8-6-3 16,-2-4-14-16,0 3 5 0,6-8-8 0,-5 1-7 15,5-1-1-15,-2 0-8 0,-1-3-2 0,6-3-7 16,-6 5 0-16,0-1-10 0,1 4 9 0,-4 4-6 0,0 0-7 15,-2 2-20-15,-1 2-21 0,0 0-48 0,0 2-43 16,3 2 5-16,-6 1-30 0,9 4-18 0,-4 3-27 16,3 0-35-16,-2 4-39 0,6-2-101 0,-3 0-185 15,0 0-601-15,5 2 266 0</inkml:trace>
  <inkml:trace contextRef="#ctx0" brushRef="#br0" timeOffset="144553.87">6652 9956 197 0,'0'-8'368'0,"1"-3"-18"0,-2 3-21 0,2 1-28 15,-1 4-33-15,0-2-25 0,0 1-27 0,0 0-28 16,0 4-31-16,0 0-20 0,0 0-14 0,0 0-14 15,2 13-16-15,0 2-6 0,-1 2-10 0,2 13-9 16,-2 0-2-16,4 2-11 0,-5 4-10 0,4 11 0 16,1 0-2-16,0 2-8 15,3-6-6-15,-3-9-1 0,0-2-3 16,0-1 1-16,3-2 2 0,0-2-8 0,-1-1 0 0,0-8-1 0,-2-2-2 16,0 0-3-16,-2-5-1 0,-1-1 2 0,2 1 1 0,-4-5-4 15,5 1 0-15,-4-3 5 0,2-1-1 0,-2 1 2 16,-1 1-2-16,3-3-1 0,-3-2 3 15,0 0-3-15,1 4 2 0,-1-4-3 0,0 0-30 0,0 0-47 16,0 0-48-16,-8-10-37 0,2 7-51 0,2-6-42 16,-1-1-303-16,1 0-589 0,-2-2 261 0</inkml:trace>
  <inkml:trace contextRef="#ctx0" brushRef="#br0" timeOffset="144854.6">6580 9719 104 0,'-2'-10'321'0,"2"0"-26"15,0 4-14-15,-2 1-30 0,2-1-25 0,2 1-28 16,-2 0-19-16,4 3-21 0,1 0-20 0,5 4-14 0,4 1-12 16,7 2-13-16,8 6-8 0,4 2-8 0,0 3-20 15,9 9-10-15,-11-6-2 0,0 5-6 0,7 7-6 0,-11-9-2 16,-4 4 2-16,-1 2-9 0,-7 0-6 15,-1-4 0-15,-5 1-7 0,-1-1 3 0,-6-7-3 0,-3 0 2 16,-4-1 2-16,-3 0 0 0,-7 0 7 0,-3 2-11 16,-5 0 1-16,0-3-1 0,-3 0 7 0,0-3-9 15,0-2-2-15,6-3 11 0,-1-2-15 0,3 0 0 0,-1 2 0 16,9-2-1-16,-3-3-46 0,4 2-34 0,1-3-41 0,2 4-42 16,2-3-46-16,4-2-265 0,0 0-504 0,0 0 224 15</inkml:trace>
  <inkml:trace contextRef="#ctx0" brushRef="#br0" timeOffset="145506.97">7713 9849 111 0,'1'-6'251'16,"1"1"-8"-16,1-1-18 0,-2 2-24 0,3 1-18 15,0-1-19-15,2 1-16 0,-2 2-21 0,2 1-15 16,7 1-13-16,-4 2-11 0,4 8-10 0,5-1-10 0,1 7-10 0,3 2-4 16,1 7-5-16,-2 6-3 0,0-1-3 0,4 9-3 15,1 2-1-15,-6 0-2 0,-4-7-2 0,3 10-6 16,-9-10 2-16,8 10-2 0,-6-15-4 0,-6 0 3 15,5-1-15-15,-3 3 2 0,-3-8-2 0,-2-2 1 32,1-3-2-32,-3-4 2 0,-1 0-2 0,1-6-2 15,-2 4-1-15,1-5 1 0,0 0 0 0,0-3-2 0,-1 1 4 16,1 0-1-16,-2-4 8 0,1 2 6 0,1 1 1 16,0-5 4-16,1 6-1 0,-1-6-3 0,-1 3-3 0,1-3-3 0,0 0-36 15,0 0-49-15,0 0-53 0,-19-7-49 0,10 3-63 16,0-3-171-16,0 1-435 0,-1-2 192 0</inkml:trace>
  <inkml:trace contextRef="#ctx0" brushRef="#br0" timeOffset="145740.03">8022 10072 203 0,'-4'-1'220'0,"4"1"-22"0,-13 0-22 0,13 0-13 16,-19 5-22-16,7 0-11 0,-11 7-9 16,-1 3-5-16,-3 3-4 0,-1 0-4 0,-1 5-11 15,0-1 5-15,-1 0-10 0,3 3-10 0,-1-1-5 16,4-3-11-16,2-1-2 0,0 0-7 0,8-6-4 16,3-1-21-16,-1-1-16 0,2-3-26 0,4 0-36 0,-2 2-38 0,7-9-60 15,0 3-213-15,3-2-387 0,-2-3 171 0</inkml:trace>
  <inkml:trace contextRef="#ctx0" brushRef="#br0" timeOffset="146040.67">8345 9743 42 0,'1'-3'281'0,"-1"3"-34"0,0 0-29 16,0 0-24-16,0 0-19 15,14 10-18-15,-5 0-16 0,2 2-11 0,5 15-9 16,-1 0-6-16,10 16-6 0,-1 0-6 0,-3 7-9 16,0-1-7-16,-3 4-7 0,-3 3-8 0,-3 0-6 15,-2 0-4-15,-3-1-3 0,-9-3-8 0,0 0-2 16,-2-16-2-16,-10 9-3 0,1-12-5 0,-6-3-8 15,-6 13-27-15,-9-9-49 0,-3-2-61 0,-4-4-84 16,-5-4-224-16,0-3-447 0,8-11 199 0</inkml:trace>
  <inkml:trace contextRef="#ctx0" brushRef="#br0" timeOffset="146387.84">7545 9501 67 0,'0'0'273'0,"0"0"-29"0,0 0-28 16,-13 8-25-16,6 1-23 0,-4 10-18 0,-5 8-20 15,-5 16-13-15,-2 8-14 0,2 1-7 0,-10 27-13 0,4 5-8 32,8-1 1-32,5-4-7 0,10-19-7 0,4 23-4 15,5-24-4-15,14 0 1 0,7-6-2 0,25 16-4 16,-4-28 0-16,30 10-1 0,10-15-31 0,6-7-91 15,2-19-151-15,1 2-143 0,-29-12-397 0,-3-5 175 16</inkml:trace>
  <inkml:trace contextRef="#ctx0" brushRef="#br0" timeOffset="172764.17">2630 11684 40 0,'0'0'136'0,"0"0"-15"0,0 0-13 16,-3 12-9-16,-1-3-13 0,4 5-4 0,-3 4-20 0,1 10-3 15,-2-1-10-15,4 3-2 0,-4 3-10 0,3-1-3 0,1 3-4 16,-1-2-12-16,-2 1 5 0,-1-1 1 0,4-2 1 15,-1 1-7-15,-2-5 1 0,2 0 4 0,-1 2-1 16,-2-5-4-16,1-5-5 0,2 0-1 0,1-4 12 16,-4-2-25-16,3-2 10 0,-2-1 2 15,3-3 9-15,-4 3 4 0,3-3-4 0,1-2-13 0,-4-3 12 0,4 5-1 16,0-2 2-16,-1-2-8 0,-3-1 7 0,4-2-5 16,-1 8 0-16,1-8-2 0,-4 2 3 0,4-2 3 15,0 0-24-15,-9-6-21 0,4 0-35 0,-3-2-19 0,3-1-137 16,1-8-235-16,-1 1 104 0</inkml:trace>
  <inkml:trace contextRef="#ctx0" brushRef="#br0" timeOffset="173100.22">2463 11697 150 0,'-2'-10'199'16,"0"-1"-7"-16,0 4-16 0,0 2-4 0,1-1-7 15,0 0-9-15,0 1-15 0,-1 2-11 0,2 3-18 16,2-5-10-16,-2 5-11 0,0-4-15 0,3 1-5 16,3 0-11-16,4 2-4 0,4-1-5 0,3 5-9 15,6 0-8-15,6 0-8 0,-1 3-5 0,3 3-6 16,-3 3-4 0,0-2-5-16,-3 5 1 0,-3-1-9 0,-1 4-3 15,-5-5-2-15,-3 3-5 0,-3 0 8 0,-1 0-1 16,-5 2-4-16,-4 2 5 0,-4-2 0 0,-6 4 2 15,-8 2 1-15,-2-1 1 0,-5-3-1 0,0-1 2 16,-5 1-6-16,1 0 4 0,2-4-3 0,-1-2 3 0,0-1 4 16,1 2-6-16,7-6 3 0,0 0 0 0,4-1 0 15,3-4 0-15,3 0 0 0,1 0-5 0,3-2-16 16,2 1-7-16,-2-2-17 0,6-1-11 0,0 0-7 16,0 0-36-16,19-1-33 0,-6-1-160 0,13-4-315 0,1 0 140 0</inkml:trace>
  <inkml:trace contextRef="#ctx0" brushRef="#br0" timeOffset="173601.28">3112 11981 84 0,'1'-2'222'0,"-1"2"-21"16,0 0-20-16,0 0-23 0,0 0-12 0,0 0-18 15,0 0-17-15,0 0-11 0,0 0-12 0,0 0-10 16,-10 10-9-16,4-2-8 0,0 0-7 0,-2 1-4 15,-4 4-3-15,1 2-8 0,0-1-6 0,-1 2-7 0,3-1 1 0,-1 2-12 16,2 1 10-16,-1 1-6 0,4-2-2 0,1 1-1 16,0-3-4-16,3 0-1 0,0-2-4 0,2-2 9 15,4 2-7-15,-1-3 4 0,0-3-4 16,1 3 3-16,-1-7 1 0,2 0 3 0,7 0 8 0,-3-3 13 16,7-3 4-16,-2-3 7 0,4 0-1 0,-2-3 1 15,-1 1-4 1,0-4 3-16,-1 2 3 0,-2-2-1 0,-3-4-3 15,-1 3-2-15,-2-1-7 0,-4-1-1 0,0 3-6 16,-3-1-1-16,0-2-8 0,-3 3-2 0,-2 2-6 0,0 2-9 16,-4-1-5-16,-1 2-13 0,0 3-15 15,-2 0-13-15,-2 2-22 0,3 2-9 0,-2 1-26 16,0 2-19-16,0-1-30 0,3 2-26 0,1 1-171 16,0 1-372-16,3 0 164 0</inkml:trace>
  <inkml:trace contextRef="#ctx0" brushRef="#br0" timeOffset="173885.96">3571 12014 18 0,'0'0'312'16,"0"0"-26"-16,3-6-30 0,-3 6-28 0,0 0-26 15,0 0-26-15,0 0-17 0,0 0-23 0,2-3-24 16,-2 3-15-16,0 0-10 0,0 0-10 0,0 17-7 16,1-10-7-16,-1 1-6 0,0 2-9 0,2 1-3 0,-2 0-8 15,2 0 0-15,-2 1-5 0,0 1-1 0,2 1-1 0,-1-3-6 16,0 2-1-16,-1-1-1 0,0 0-7 0,1-4 2 16,-1 1-14-16,0-2-9 15,0-1-14-15,-1 0-14 0,1-1-8 0,-1-2-1 0,-2 0-14 0,3-3-30 0,-6 0-43 16,6 0-33-16,-10-5-190 0,3-3-383 0,1 3 169 15</inkml:trace>
  <inkml:trace contextRef="#ctx0" brushRef="#br0" timeOffset="174033.12">3522 11879 92 0,'3'-10'278'0,"-2"-1"-15"0,1 5-14 16,-1 0-17-16,0-1-25 0,1 4-19 15,0-2-24-15,-2 5-23 16,1-5-45-16,-1 5-47 0,0-4-64 0,0 4 5 15,0 0-26-15,0 0-34 0,10 11-21 0,-7-8-42 16,-2 2-135-16,3 5-289 0,-3-3 127 0</inkml:trace>
  <inkml:trace contextRef="#ctx0" brushRef="#br0" timeOffset="174418.91">4007 11872 125 0,'-12'-3'145'0,"12"3"-12"0,-9 7-22 0,3-3-5 16,-2 2-15-16,-1 1-4 0,-2 1-4 0,2 2-14 15,0 0-13-15,-5 1-1 0,4 1-7 16,2-2-3-16,-1 0-8 0,0-1-2 0,4 1-8 0,0-2-2 15,-3 2-1-15,3-3-2 0,1 2-3 0,3-4 0 16,1 3 2-16,0-2-8 0,0 0-2 0,5 0 3 16,-1 1 0-16,6-1-5 0,-2-1 2 0,2 0 6 0,3 1 4 15,-3-1-6-15,3-2 4 0,3 3-8 0,-4 0 4 0,1-2-3 16,-4-1-2-16,-3 1 5 0,4 0-9 16,-2-2 0-16,-3 1 2 0,-1 0-5 0,-1 0 3 15,-1 0 9-15,-3 3-3 0,-3-2 2 0,-5 1-3 16,0 2 1-16,-4 0-2 0,-4-4 6 0,0 6-4 15,-2-4-14-15,1 2-15 16,-3-1-20-16,1-2-34 0,3-1-26 0,-2-1-153 16,2-2-271-16,5 0 121 0</inkml:trace>
  <inkml:trace contextRef="#ctx0" brushRef="#br0" timeOffset="174887.84">4532 11886 56 0,'-4'-2'169'0,"4"2"-17"0,0 0-14 0,-9 1-20 16,9-1-5-16,-14 4-14 0,5-1-8 0,-1 2-13 16,-1-1-6-16,-1 4-6 0,0-2-8 15,-3 2-9-15,1 4-1 0,1-6-3 16,3 3-14-16,0-1 5 0,0 0-8 16,1 1-5-16,0-1-1 0,2 0 0 0,1 2-5 15,1-1-2-15,1 0-4 0,0-1 0 0,4 2 1 16,0-4-4-16,0 2 6 0,4-3-8 0,1 3 2 15,3-3 2-15,2 3 3 0,3-2-1 0,3-1-1 16,0 0-2-16,2 0 2 0,-6-1-10 0,2 1 5 0,-2 2-2 16,-3-6 3-16,1 1 2 0,-5 1-5 0,0-1-2 0,3-1-2 15,-4 1-1-15,-4-2 6 0,0 4 4 0,0-4 3 16,-9 7-3-16,-3-4 3 0,-3 1-3 0,-3 1-6 16,-1 1 3-16,-1-2-1 0,0 2-3 0,0-2-20 15,1 0-19-15,1 0-17 16,0 0-43-16,5-2-30 0,-1-2-116 15,5-1-262-15,4 1 117 0</inkml:trace>
  <inkml:trace contextRef="#ctx0" brushRef="#br0" timeOffset="175319.65">5118 11948 11 0,'0'0'189'16,"-14"0"-10"-16,7-1-15 0,-1 1-14 0,-3 1-17 0,-1 1-9 15,-1 1-10-15,2-1-6 0,-2 2-19 0,2 1-7 16,-1-1-12-16,2 3-5 0,-3-1-15 16,3 1 1-16,1 2-9 0,-4-1-2 0,4 2-8 0,-1-3-5 0,1 5-1 15,1-3 3-15,3 1-8 0,0 1-1 0,0-3-1 16,5 3-2-16,0-2-2 0,0 0 2 0,5-2-2 15,0-1 0-15,2 1 1 0,4-2 5 0,7 1-4 16,1-1 7-16,2-3-2 0,7-2-1 0,-7-2 2 16,9-3-3-16,-2-1 5 0,-7 2 13 0,0-2 3 15,-2-1 8-15,-2 0 6 16,1-3 5-16,-4 3 4 0,-4-1 3 0,-1-1-3 16,-3 0-6-16,0-2-7 0,-2 0-5 0,-4-1-5 15,0 1-4-15,-7 1-8 0,4-3-5 0,-7 5 0 16,1 0-6-16,-6-1-2 0,-2 5-5 0,-2-1-6 15,0 2 0-15,-2 1-1 0,0 1-1 0,0 2-5 16,3 0-21-16,1 3-19 0,4-1-31 0,0 2-22 16,3 2-32-16,1 0-20 0,0 0-24 0,4-2-202 0,1 2-402 15,4 0 178-15</inkml:trace>
  <inkml:trace contextRef="#ctx0" brushRef="#br0" timeOffset="175667.01">5480 11965 210 0,'0'0'282'0,"5"-1"-30"0,-5 1-28 16,0 0-27-16,0 0-23 0,0 0-20 0,7 2-14 0,-6 3-14 15,-1 0-15-15,0 3-11 0,-1-3-9 0,-1 9-10 16,1-3-8-16,-3 5 2 0,2 0-14 0,-3-1-4 0,1 2-6 15,0-5-8-15,3-1-2 0,-1-2-5 0,1 1-5 16,0-4-2-16,0-3 1 0,1 4 1 0,0-5 32 16,0-2 19-16,0 0 0 0,5 1-16 0,-5-1-7 15,11-9-2-15,-3 1 4 0,1 1-5 0,0-1-7 16,2-5-2-16,1 4 1 0,-3 0-11 0,1 1 20 16,-2 0-22-16,-1 2-3 0,-2 3 0 0,2-2-7 0,-1 2-7 0,-1-1-1 15,-1 4-8-15,5 0-1 0,-9 0-2 0,18 3-26 16,-8 1-12-16,0 1-23 0,6 4-35 0,-1 0-53 15,0 2-72-15,3-4-301 0,0 3-558 0,1-3 248 16</inkml:trace>
  <inkml:trace contextRef="#ctx0" brushRef="#br0" timeOffset="176467.62">6864 11700 86 0,'-3'-4'254'16,"6"0"-21"-16,-3 4-29 0,0-7-24 0,0 7-19 16,0 0-24-16,0 0-14 0,0 0-12 0,0 0-12 15,-6 18-13-15,4-6-13 0,-2 5-4 0,1 2-10 16,-2 8-5-16,1-1-10 0,1 3-6 0,-2-4-3 15,0 6-5-15,2-5 0 16,-1-3-3-16,3-2-4 0,0 4-4 0,0-5 4 16,1-3-4-16,-3-1-3 0,2-2 6 0,-2-4-8 15,1 0-1-15,1-1-18 0,-2-2-19 0,2-1-21 16,1 1-15-16,-2-4-10 0,1-1-52 0,1-2-204 16,0 0-354-16,0 0 157 0</inkml:trace>
  <inkml:trace contextRef="#ctx0" brushRef="#br0" timeOffset="176790.52">6771 11650 30 0,'-3'-3'215'0,"3"3"-20"0,0 0-24 0,-6-1-19 0,6 1-18 15,0 0-15-15,0 0-15 0,0 0-7 16,4 11-8-16,-1-6-16 0,5 3-4 0,6 1-2 0,0 1-16 31,11 6 2-31,-1 1-3 0,6-2 2 0,1 1-5 0,4-1 0 0,-6 3-7 16,2 1-2-16,-3-1-12 0,-3 5 4 15,-5-6-5-15,-4 4 0 0,-3-4-10 0,-6-2 4 0,-3 2-4 16,-1 0-2-16,-10-1 1 0,-3 2 1 0,-9 2 0 16,-6-2-3-16,-4 3-1 0,-3-3 0 15,-2-2-3-15,1-2-4 0,-2-2 4 0,3 0-3 16,1-2 4-16,0-1-3 0,1 0 2 0,10-2-4 0,1-2 1 15,5-2-8-15,1-1-20 16,4 2-13-16,1-3-17 0,3-2-58 0,5 1-64 16,0 0-125-16,18-11-324 0,1 1 144 0</inkml:trace>
  <inkml:trace contextRef="#ctx0" brushRef="#br0" timeOffset="177053.94">7481 11872 150 0,'0'0'310'0,"-2"-3"-32"0,2 3-26 15,-2-2-32-15,2 2-21 0,0 0-23 0,0 0-20 16,-3-3-20-16,3 3-15 0,0 0-11 0,0 0-13 16,1 13-10-16,0-6-8 0,0 0-8 0,-1 0-6 15,0 5-5-15,2-1-10 0,-1 1-2 0,0-1-5 16,-1 3-3-16,5-3-7 0,-5 1-2 0,0 0-2 0,1 0-1 0,-2-3-15 15,2-1-12-15,-2 0-19 0,1-1-5 0,0-1-14 16,0-1-14-16,-6 1-12 0,2-2-26 0,0-2-30 16,-1-1-39-16,-1-1-59 0,6 0-135 0,-19-5-380 15,11 0 168-15</inkml:trace>
  <inkml:trace contextRef="#ctx0" brushRef="#br0" timeOffset="177222.43">7421 11697 203 0,'3'-4'286'16,"-3"0"-25"-16,0 4-30 0,2-5-25 0,-2 5-25 15,1-4-37-15,-1 4-46 0,0 0-28 0,6-1-22 16,-6 1-34-16,0 0-26 0,11 8-22 0,-6-3-37 0,2 1-72 0,-2-1-104 16,1 0-269-16,-1 1 119 0</inkml:trace>
  <inkml:trace contextRef="#ctx0" brushRef="#br0" timeOffset="177606.92">8033 11737 15 0,'0'0'213'0,"0"0"-27"0,0 0-19 16,0 0-20-16,0 0-8 0,-14 11-18 0,8-5-11 15,-3-2-9-15,-4 6-14 16,-1-2-3-16,0 5-11 0,-3-2-8 0,1 1-14 16,0 2 9-16,0-3-11 0,0 4-5 0,2-3-3 15,2 0-6-15,-2 1-3 0,6-4-5 0,1 2-2 16,1-2-6-16,1-3 1 0,3 2-2 0,2-3-5 0,2 1 4 16,2 1-2-16,5-3 1 0,0 1 1 15,10 1-3-15,-1 0-2 0,2-2-4 0,8 0 2 16,0 1-3-16,-6-2 2 0,0 1-1 0,-3-2-3 0,3 5-1 0,-6-2 1 15,-3-2-11-15,-4 1-5 0,0-1-3 0,-4 1 3 16,-1-1 4-16,-4 2 0 0,-4 0 1 0,-6 2 6 16,-4 0-3-16,-4 0 0 0,-10 1-1 0,1-1-1 15,-1-1 6-15,-3 2-13 0,1-2-7 0,2 0-13 16,-3 1-7-16,4-3-23 0,5-1-11 0,3-1-34 16,1 0-48-16,0-4-98 15,8 0-273-15,5 1 121 0</inkml:trace>
  <inkml:trace contextRef="#ctx0" brushRef="#br0" timeOffset="177905.87">8423 11625 98 0,'0'-4'327'15,"0"-2"-25"-15,2 2-24 0,-2 4-26 0,0-5-33 0,0 5-23 16,-2-5-24-16,2 5-24 0,0 0-23 0,0 0-12 16,0 0-13-16,6 12-13 0,-3-3-10 0,-2 4-9 0,-1 3-4 15,3 3-7-15,-2 7-6 0,-1 3-5 0,-4 1-10 16,4 0 2-16,-4-3-5 0,3 2-5 0,-2-1 0 0,1-3-1 16,1-5-2-16,-3-4-2 0,4 1-6 0,-3-2 1 15,2-4 1-15,-3 2-3 0,4-6-7 16,-4 4-14-16,3-5-16 0,-2-1-13 0,2 1-12 15,-3-5-4 1,3 4-25-16,-4-3-32 0,5-2-51 0,-8 0-44 16,8 0-199-16,-7-7-432 0,3 4 192 0</inkml:trace>
  <inkml:trace contextRef="#ctx0" brushRef="#br0" timeOffset="178170.74">8257 11868 107 0,'0'0'231'16,"-9"0"-16"-16,9 0-17 0,-9 1-22 0,9-1-17 16,0 0-14-16,0 0-13 0,0 0-15 0,0 0-7 15,0 0-7-15,32-1-5 0,-4-2-6 0,8-2-4 16,-1 0-4-16,17 0-13 0,-13 1-4 0,0-3-6 16,-2 4-8-16,-3-2-4 15,-2 0-4-15,-4 4-2 0,-6-1-7 0,-7 1-13 16,-3 0-23-16,-2 0-12 0,-2 1-2 0,-3 1-5 15,-5-1-9-15,0 0-15 0,0 0-19 0,-15 5-22 16,3 0-16-16,-2-2-12 0,-4 1-25 0,1-1-179 16,3 2-341-16,0-3 150 0</inkml:trace>
  <inkml:trace contextRef="#ctx0" brushRef="#br0" timeOffset="178709.65">8919 11778 98 0,'6'-3'271'0,"1"0"-25"31,-1 0-29-31,3 2-22 0,-3 1-20 0,1 0-20 16,2 0-18-16,1 1-13 0,0 3-13 0,0 1-11 15,2 2-8-15,-3 1-13 0,1 3-5 0,1 3-10 16,-3-1-6-16,-4 2-6 0,1 1-5 0,-4 1-4 15,-2 0-6-15,1 0-3 0,-4-2 1 0,-1-1-7 16,0-2-3-16,-3 3 0 0,-1-5-2 0,3-1 0 0,0-1-1 0,-1 0-2 16,2-4 1-16,-1 2 13 0,2-2 9 0,0-1 15 15,1-2 17-15,3-1 9 0,0 0-8 0,0 0-9 16,0 0-5-16,0 0-8 0,16-18-8 0,-1 5-5 16,-2 1-7-16,10-5-4 0,1-2-3 0,3 0-2 15,-1 1-2-15,3-1-1 0,-2 1-8 0,-4 3 4 16,-5 1-2-16,-3 4-4 0,0 0-2 0,-3 2 3 0,-2 1 6 15,-4 4 5-15,2-2 0 0,-4 1-5 0,1 2 1 16,0-2-4-16,-1 3-4 0,0 0-10 0,-4 1 2 0,5-5-6 16,-5 5 3-16,0 0-4 0,0 0-1 15,5 6-1-15,-5-1 0 0,0 0 3 0,0 1-2 16,-1 1-3-16,1 3 6 0,-3 0-4 0,2 0 3 16,1-1 1-16,0 1-2 0,-1 0 2 15,-2-1-1-15,6 0 2 0,-6-2-1 16,3-2 1-16,0 3 0 0,0-1-2 0,-1-2 2 15,1 0 0-15,1 0 1 0,-1 0-3 0,-1-2-5 16,1-3-5-16,1 6-1 0,-1-6 1 0,-1 5 0 0,1-5 0 16,0 4 4-16,0-4-2 0,0 0-9 0,0 0-18 15,0 0-41-15,0 0-41 0,0 0-32 0,0 0-33 16,-8-10-36-16,3 4-233 0,5-1-489 0,-1 1 218 0</inkml:trace>
  <inkml:trace contextRef="#ctx0" brushRef="#br0" timeOffset="178872.29">9284 11640 2 0,'0'-5'364'0,"0"0"-7"0,-1 0-22 0,-2 1-26 16,3 1-20-16,0 3-28 0,0-9-31 0,0 9-18 16,0-3-29-16,0 3-25 0,3-3-51 0,-3 3-45 15,0 0-49-15,10 0-57 0,-10 0-58 0,9 3-44 16,1 2-97-16,-3-1-149 0,2 4-424 0,-4-5 188 15</inkml:trace>
  <inkml:trace contextRef="#ctx0" brushRef="#br0" timeOffset="179558.5">9535 12036 180 0,'0'0'199'0,"-8"3"-15"0,8-3-10 16,0 0-5-16,0 0 1 0,0 0 1 0,0 0 3 0,0 0 1 0,0 0-9 16,0 0-6-16,0 0-14 0,0 0-13 0,0-8-12 15,0 8-8-15,9-9-5 0,-4 2 4 0,4 0-1 16,-1-3-10-16,1-2-9 0,2-4-9 0,-2 1-2 15,5-2-5-15,1-3-6 0,0-5-6 0,-2 1-6 16,3-5-8-16,-1-1-7 0,-2 0-6 0,1-2-3 16,-1 2-2-16,-3-3-4 15,0 2 0-15,-5 6-6 0,3 0 0 0,-4 6-1 16,0 2 9-16,-3 4 0 0,-1 1 3 0,4 3-3 16,-4-2-1-16,0 5-9 0,0 0-2 15,1 0-8-15,-1 3-30 0,0 3-2 0,0 0 6 0,0 0-5 16,-10 15 1-16,5 1 9 0,-2 2-5 0,2 7 0 15,0 5-3-15,-4 1 8 0,5 1 0 0,3 0 2 16,-3 1-1-16,4-2 2 0,0 0 5 0,4-1-3 0,1-1-1 0,0-4 2 16,4-7 3-16,-1 0 1 0,1-2-4 0,1-4 4 15,-2-1 0-15,-1-2 5 0,0-2 0 0,6-2 5 16,-7 2 15-16,2-4 21 0,3-1 13 16,-2-1 26-16,-1-2-15 0,0 0 10 0,2-3-1 0,-5 0-13 15,1 0-8-15,2-3-3 0,-2-1-10 0,-2 0-4 16,1-2-9-16,-2 1-12 0,-3 0-30 0,0-1-8 0,-3 1-27 15,-1 1-10-15,0 2-22 0,-2 1-16 0,-3-1-15 0,3 3-20 16,-3 1-17-16,0-1-15 0,0 3-30 0,-1 0-26 16,2 3-26-16,2 1-246 0,2-3-529 0,-1 1 234 15</inkml:trace>
  <inkml:trace contextRef="#ctx0" brushRef="#br0" timeOffset="180492">10110 11831 354 0,'1'-5'352'0,"-1"5"-25"0,1-5-29 0,-1 5-32 16,4-3-28-16,-4 3-33 0,0-2-19 0,0 2-27 0,0 0-19 16,0 0-14-16,0 0-12 0,4 10-12 0,-4 0-7 0,0 1-11 15,-4 0-2-15,4 3-17 0,-4 3-12 16,4-3-3-16,-1-2-21 0,1-1-2 0,0 0-8 15,0-1-1-15,0-3-7 0,1-1 1 0,-1 0 2 0,2-1 0 16,0-1 6-16,-2 0 31 0,0-4-4 0,0 0-4 16,0 0-2-1,14-4-3-15,-9-1 6 0,3-3-4 0,-2 1-4 16,3-1 1-16,0-3 2 0,3-2-14 0,-5 4-1 16,5-7-1-16,-2 4-10 0,0 2 12 0,-2 2-12 15,0-2 4-15,-3 4-7 0,0 0 1 0,1 0-8 16,-2 3 2-16,-1 0-4 0,-1 0-9 0,3 2-7 15,-5 1 13-15,12 3-16 0,-6 0 1 0,3 1-4 16,0 4-1-16,3-1-1 0,-1 1-6 0,1 1 1 16,4 4-3-16,-2-4-4 0,0 1-18 0,3 1-8 15,1-3-2-15,-3-1-10 0,-1-2-3 0,3 0 1 16,-4-2 4-16,-1-2 3 0,1-1 7 0,0-2 6 16,-2-2 5-16,0-1 3 0,-1-4 13 0,0 1 7 15,-4-3 17-15,2-3 13 0,1-2 13 0,-3-1 10 16,1 0 16-16,-2-1 10 0,-1 0 7 0,1-7 0 15,0-1-7-15,0-2-3 0,0 0-10 0,-1 2 0 16,0 7-2-16,0-1-5 0,0 2 0 0,-3 7-4 16,2-1-3-16,-3 4-2 0,3 1-7 0,-3 2-6 15,0 1-28-15,0 0-19 0,0 4 2 0,0 0 1 16,0 0 6-16,3 18 2 0,-3-4 1 0,-3 3 5 16,3 9 0-16,-6 2 4 0,2 1 2 0,3 0 0 15,-4 1 3-15,1 0-3 0,1-3-4 0,-2-1-10 0,5-6-1 0,-5-2-6 16,5-5-7-16,0-1 7 0,0-3-1 0,0 0 3 15,0-3 4-15,0-1 7 0,0 0 16 0,4-3 9 16,-4-2-3-16,0 0 1 0,0 0 0 0,0 0 5 16,2-11 8-16,-2 7 0 15,0-2-6-15,-1-1 0 0,0-4-2 0,-4 2 0 0,-2 0 0 0,2-2-3 0,0 4 2 0,-4-1-1 16,-1 0-5-16,2-2 4 0,-1 3-1 0,1 0-3 16,0 3 1-1,3 0 0-15,-1 0 1 0,1 2-2 0,0-1-1 16,3 0 1-16,2 3 0 0,-5-2-2 0,5 2 2 15,0 0 0-15,7-4-2 0,6 1 3 0,5 0-2 16,9 0 4-16,2-1-5 0,6-1 3 0,-1 0 1 16,2 1 2-16,0 0 2 0,0-2 3 0,2 2 3 15,0-3-1-15,-3 5 2 0,-3-4 7 0,-3 3 13 0,-7 0 7 16,-3 0 15-16,-8 2 13 0,-2-2 10 0,-1 3 11 16,1-1-1-16,-3 0-4 0,-6 1-8 0,9-3-6 15,-2 3-5-15,-7 0-12 0,6 0-18 0,-6 0 15 16,0 0-19-16,8 0-17 0,-8 0 1 0,2 4 1 15,-2 0-8-15,0 1-1 0,0 0 2 0,3 2-2 16,-3 0 12-16,0 3-12 0,0-1-2 0,0 3 0 0,-3-3 0 0,3 2-1 16,-1 0-4-16,1-1-19 0,0 1-13 15,-1-1-20-15,1-2-18 0,-4 0-11 0,4 1-17 0,0-4-15 16,-1 2-17-16,-2-2-9 0,3-2-6 0,-5-1-24 16,1 0-8-16,4-2-38 0,0 0-44 15,-10-7-145-15,2 3-437 0,7-4 195 0</inkml:trace>
  <inkml:trace contextRef="#ctx0" brushRef="#br0" timeOffset="180614.46">11013 11664 36 0,'1'-13'262'0,"3"3"4"15,-4-1 0-15,4 2-8 0,-4 3-15 0,4-1-15 0,-4 3-22 16,4-2-23-16,-3 2-20 0,-1 0-16 0,5 0-35 16,-5 2-38-16,4-1-34 0,-4 3-33 0,9 0-40 15,-9 0-29-15,10 5-48 0,0-2-48 0,-2 1-197 0,4 1-384 16,-1 1 169-16</inkml:trace>
  <inkml:trace contextRef="#ctx0" brushRef="#br0" timeOffset="180969.34">11512 11703 121 0,'0'0'194'15,"-13"-5"-9"1,13 5-9-16,-14 3-13 0,3-1-14 0,1 0-8 15,0 3-15-15,-3 2-11 0,2-2-21 0,-5 5-3 16,3 1-11-16,-2 0-8 0,2 3-2 0,2-2-12 0,1 0-4 16,1 1-6-16,1-2-7 0,3-1-3 0,1 0-2 15,3 0-2-15,0-1-3 0,3-1 3 0,3 1 7 16,3-2 11-16,2-1 1 0,6-2-4 0,3 1 1 16,1-2-5-16,-1-2-6 0,3-1-2 0,1-2-3 0,-5-2-2 15,4-1-3-15,-5-1-3 0,-1-3-2 16,-3 4 2-16,1-7-1 0,-5 5-5 0,-1-3-3 0,-1-2 3 0,-3 2-3 15,0-3-3-15,-4 1-3 0,1-1-2 16,-5 0-1-16,-1 4 1 0,-2 0-4 0,-3-1-7 0,0 3 4 16,-1 2 1-1,-3-2-3-15,-2 3-1 0,-3 0-17 0,6 4-20 16,-2 0-23-16,2 3-24 0,-1-1-25 0,1 2-33 0,1 2-33 16,5-4-193-16,2 6-400 0,4-4 177 0</inkml:trace>
  <inkml:trace contextRef="#ctx0" brushRef="#br0" timeOffset="181300.84">11715 11732 182 0,'2'-3'265'0,"-2"3"-30"0,0 0-28 0,0 0-20 15,4-2-21-15,-4 2-18 0,0 0-20 0,4 10-5 0,-4-4-17 16,1 4-9-16,-1 0-9 0,-1 1-13 0,0 5 0 0,-3-1-12 15,1 2-7-15,1-3 0 0,-2-3-10 0,1 0-2 16,2 0-7-16,-3 0-6 0,2-5 7 0,-1 0-7 16,-1-1 1-16,4-1 22 0,0-1 20 0,0-3 0 15,0 0-8-15,0 0-1 0,18-10 5 0,-13 5 1 16,4-3 4-16,5-4 1 16,-2 1 2-16,0 0-2 0,0 0 12 15,0-2-26-15,-1 6-2 0,-1-2-9 0,1 2-3 16,-1-1-3-16,1 2-10 0,-2 3 6 0,1 2-16 0,-1 1-8 15,4 3-2-15,6 2-3 0,-1 3-4 0,0 2 10 16,9 3-40-16,-2 3-43 0,0 1-61 0,-5-2-91 16,-2-4-348-16,1 0-613 0,-1-4 271 0</inkml:trace>
  <inkml:trace contextRef="#ctx0" brushRef="#br0" timeOffset="182017.08">12967 11667 40 0,'0'-8'329'0,"0"2"-14"0,0 3-16 0,1-1-15 0,-1-1-27 15,0 5-23-15,0-5-24 0,0 5-24 0,0-4-21 16,0 4-24-16,0 0-12 0,0 0-20 0,0 0-11 15,0 0-12-15,-1 12-8 0,1-3-10 0,0 2-7 16,0 1-5-16,-3 4-7 0,2 2-3 0,-3-1-7 0,4 3-3 0,0-2-4 16,-4 0-14-16,4 0-1 0,-1 0-1 0,1-1-3 15,0-3-1 1,0-4 0-16,-3 2 3 0,3-2-3 16,0-3-3-16,0-2-9 0,0-1-5 0,0 2 1 0,0-1 0 15,0-1 1-15,0-4-8 0,0 5-13 0,0-5-54 16,0 0-60-16,0 0-49 0,0 0-54 0,-7-17-222 15,4 10-501-15,2-3 221 0</inkml:trace>
  <inkml:trace contextRef="#ctx0" brushRef="#br0" timeOffset="182164.25">12996 11522 281 0,'0'-5'297'0,"0"-1"-18"0,4-1-25 0,-4 0-22 0,0 3-24 0,0 1-23 16,0 3-16-16,0-5-22 0,0 5-36 0,3-5-43 15,-3 5-41-15,5-2-32 0,-5 2-38 0,9 0-42 16,-9 0-34-16,13 2-80 0,-7-2-103 0,3 5-326 16,-1-4 145-16</inkml:trace>
  <inkml:trace contextRef="#ctx0" brushRef="#br0" timeOffset="182502.34">13423 11536 108 0,'0'0'309'0,"0"0"-23"16,0 0-32-16,0 0-25 0,0 0-28 15,8 0-21-15,-8 0-19 0,0 0-17 0,0 0-17 16,-5 10-14-16,1-6-13 0,-4 4-6 0,3-2-13 16,-4 2-10-16,1 2-4 0,2 1-5 0,-2-1-13 15,0 5-2-15,2-5-4 0,3 2-4 0,1 1-3 16,-2 1-5-16,4-2 0 0,2 2-4 0,4 3-2 15,-1-2-2-15,4-1-2 0,3 0-5 0,2 1-2 16,1-3 4-16,5 2-6 0,-4-1 7 0,-2-1-9 0,-1-2-1 0,-4-2-1 16,1 1-7-16,-3-3-1 0,-1-3 0 0,-3 5-6 15,1-3 5-15,-4-1 2 0,-1 4 2 0,-4-2 8 16,-5 0-9-16,-3 0 2 0,-6-1-10 0,-3 2-23 16,-9 1-44-16,-2-3-48 0,0-2-71 0,2 1-252 15,-2-4-480-15,2-2 213 0</inkml:trace>
  <inkml:trace contextRef="#ctx0" brushRef="#br0" timeOffset="183850.29">14288 11872 81 0,'-10'0'197'0,"10"0"-10"0,0 0-9 16,-4 3-6-16,4-3-12 0,0 0-8 0,0 0-3 0,0 0 2 16,0 0-13-16,0 0-11 0,0 0-8 0,0 0-12 15,10-13-2-15,-5 6-3 0,3 0-3 0,1-3-8 16,4-3-5-16,1-2 2 0,0-1-1 0,3-6-5 15,2-2-1-15,-5 2-12 0,5-4-8 0,0-1-5 16,-2 0-4 0,-1-1-4-16,-2-4-4 0,3 1-7 0,-7-2 0 15,7 2-4-15,-7 0-4 0,-1 1 3 0,-1 0-2 16,1 1-1-16,-6 4-1 0,0 0 0 0,0 7 4 16,-3 1-5-16,0 0 4 0,0 5-3 0,-3 2-2 0,3 1-1 15,0 2-1-15,0 2-2 0,-1-2-8 16,1 5-10-16,0-3-17 0,0 5-5 0,0 0-2 0,0 0 2 15,-23 11 4-15,11 1-3 0,-2 3 2 0,-1 7 1 0,-3 4-1 16,1 2 2-16,-4 13 1 0,2 6 13 0,1 1-5 16,4 1-3-16,5-2 0 0,1 0 2 0,3-11 1 15,1 2-2-15,4-5 8 0,4 1-4 0,2-4-1 16,2-2-1-16,1-2 3 0,5-2 1 0,-1-9-1 16,4-3 3-16,8 1-1 0,0-3-9 0,6-3 2 0,6-3 12 15,-4-3-12-15,0-4 1 0,2-3 1 0,0 0 1 0,-1-6 1 16,-2 0-5-16,-4-3 8 0,2-1-2 0,-5-1 0 15,-1-2 4-15,-1 1 0 0,-3 0 7 0,-3-1 9 16,-4 3 4-16,1 2 20 0,-5 1-5 0,0 3 9 16,-2 0 3-16,-1 2 7 0,-1 3 1 0,-2-1-6 15,-1 2-7-15,1 2-6 0,-2-1-11 0,2-1-10 16,-3 4-8-16,3-2-19 16,-3 2 1-16,0 0-1 0,3 9 5 0,-3-5-6 15,-1 5 4-15,2 0 0 0,-2 3 4 0,1 0-4 16,0 4 13-16,0 1-16 0,-2-2 5 0,1 2 1 15,2-2-4-15,-1 1 5 0,2-2 1 0,-4-1 1 16,2-1-1-16,0-2-9 0,2 1-12 0,-1-3-9 16,-1 1-9-16,0-3-10 0,0-1-6 0,0-1-2 15,4 0 5-15,-8 0 7 0,4-4 7 0,0 0-11 0,0 0-40 0,0 0-20 16,0 0-22-16,-9-11-23 0,5 2-22 0,0 0-33 16,-1-7-203-16,-2-1-448 0,0-4 199 0</inkml:trace>
  <inkml:trace contextRef="#ctx0" brushRef="#br0" timeOffset="184003.34">14924 11511 123 0,'0'-11'202'0,"3"2"5"0,-3 3 2 0,0-3-8 15,1 5-7-15,2-3-16 0,-2 3-13 0,-1-1-19 16,0 5-20-16,0-5-14 0,0 5-27 0,0-4-44 16,0 4-15-16,0 0-17 0,0 0-12 0,0 0-25 15,0 0-21-15,12 10-22 0,-11-6-29 0,3 3-60 16,-2-4-110-16,1 4-291 0,-2 0 130 0</inkml:trace>
  <inkml:trace contextRef="#ctx0" brushRef="#br0" timeOffset="184835.28">15232 11635 166 0,'0'0'271'15,"0"0"-23"-15,0 0-27 0,0 0-27 0,0 0-25 16,-1 1-16-16,1-1-11 0,3 6-21 0,-2-1-8 16,0 2-13-16,-1 6-9 0,2-5-8 0,-2 2-11 15,0 5-9-15,0-2-5 0,-2 3-7 0,1 1-3 16,0-2-6-16,-3 2 1 16,4-5-10-16,-1-1-1 0,2 0-3 0,-2-2-7 15,1-1 9-15,0-1-11 0,0-4 0 0,0 4 1 16,-3-5 2-16,6 2 8 0,-3-4 16 0,0 0-2 15,0 0-5-15,0 0-7 0,14-9-2 0,-8 2 1 16,3-3-6-16,-1 3-1 0,5-7-5 0,-2 1 0 16,2 1-2-16,-3 0-1 0,0 3-1 0,1 1 1 15,-4 1 11-15,2 0 0 0,-4 4 1 0,-4-2-5 0,3 2-3 0,0-1-8 16,0 4-5-16,-4 0-5 0,9-3 3 0,-9 3-1 16,9 7-6-16,-4-3 2 0,0 2-1 0,0 1 3 15,4 1 0-15,-4 0-3 0,4 4 0 0,-1 3 2 16,2-1 1-16,0-2 0 0,1 1-4 0,0 0 3 15,-3-3-1-15,-2 0 3 0,1-1-1 0,-1-4-1 0,-2 0 2 0,-1 0 1 32,1-1-2-32,0-1 3 0,1-1 5 0,2-2 0 15,-7 0 6-15,11-4 4 0,-2-2 5 0,1 1 2 16,-1-2-1-16,-1 0-2 0,1-3-1 0,1-1 8 16,0 0-10-16,2-3-4 0,-3 3-3 0,-3 4-1 15,2-5 2-15,0 2 0 0,-1 2-4 0,-3 3 18 16,1-4-16-16,-1 3-4 0,0 2-4 0,-2 2 4 15,1-1-3-15,1 0-5 0,-4 3-6 0,3-2 1 0,-3 2 1 0,8 0-1 16,-8 0-1-16,8 5-2 0,-2-2 2 0,1 2 1 16,-1-1-3-16,3 0-9 0,0 4 5 0,1-3-4 15,2 2-6-15,-2 0 0 0,4 0-2 0,-4-3 3 16,4 0-1-16,-2 1 13 0,-2-3-15 0,4 1 5 16,-1-2 1-16,0-1 0 0,-1-1 3 0,2-2 2 15,-2 1 0-15,0-3 1 0,-2-1 6 0,1 0-2 0,0-1 1 16,0-2 4-16,2-3 2 0,-2 6 6 0,-2-5 8 15,0 3 10-15,-2 1 1 0,0-3 4 0,-2 5 7 0,-1 0 17 16,1 0-6-16,-1 1 1 0,0 0 0 0,1 1-4 16,-4 1-5-16,2-1-10 0,-3 3-7 0,2-5-7 15,-2 5-3-15,4-3-13 0,-4 3-6 16,0 0-6-16,0 0 1 0,7 9 3 16,-6-5-4-16,0 3 4 0,3 2-1 0,-4 1 3 15,0 1-1-15,4 0 1 0,-3 0 3 16,4 6 0-16,-5-6 0 0,4 3 1 0,-3-2 0 15,1-2-2-15,0 1 3 0,-2 0-10 0,0-5-8 0,0 1-14 16,0 0-5-16,0-3-20 0,0 0-2 0,0 1-3 16,0-5 0-16,-1 5-13 0,1-5-40 0,0 0-38 15,0 0-42-15,0 0-22 0,-22-12-233 0,17 4-490 0,-3-1 217 16</inkml:trace>
  <inkml:trace contextRef="#ctx0" brushRef="#br0" timeOffset="184973.94">15985 11480 217 0,'0'-6'275'0,"0"0"-19"16,3 2-29-16,-1-2-20 0,-2 3-24 0,1-1-20 15,2 1-27-15,-3 3-32 0,1-2-27 0,-1 2-33 16,0 0-27-16,0 0-27 0,15 2-33 0,-7 5-37 16,-3-4-44-16,3 0-152 0,-3 1-297 0,4 0 133 15</inkml:trace>
  <inkml:trace contextRef="#ctx0" brushRef="#br0" timeOffset="185582.99">16577 11263 36 0,'2'-8'320'0,"0"3"-19"0,-1 1-26 15,2-2-35-15,-2 1-27 0,0 4-27 0,-1 1-29 0,0 0-3 0,0 0-26 16,1 13-16-16,-2-3-10 0,1 9-13 15,-4 0-9-15,2 11-8 0,-6 4-7 0,3-1-8 0,-3 11-3 16,3-7 2-16,1-3-12 0,0 1-4 0,3-2 0 16,0-3-7-16,1 0-2 0,0-3-5 0,0-2-2 15,0-7-1-15,0-4-5 0,1 1 3 0,-1-5 0 16,0-1-10 0,0-3 6-16,1 0-3 0,-1 0 2 0,2-2 8 0,-2 1 12 15,0-5-2-15,0 0 0 0,0 0-12 0,0 0-11 16,-22-11-5-16,12 6-6 0,-7-4-9 15,-1 0-1-15,-9-3-2 0,-1 0 1 0,0 0 2 16,0 2 8-16,0-2-6 0,2 4-1 0,6 0 5 0,1 4-2 16,2 0-1-16,3-3 3 0,5 4 9 0,0-1 1 15,0 1 0-15,4 0 0 0,5 1-4 0,0 2 1 0,5-6 0 16,8 3-3-16,6-1 0 0,11 0-4 0,7 2-1 16,15-6-3-16,4 1 0 0,6 2-3 0,0-1-1 15,-2-2 2-15,-1 4 3 0,2-1-3 0,-4-2 4 16,-4 1 1-16,-17 1-1 0,0-2 0 0,-5 0 4 15,-3 2 0-15,-8-2 20 0,-2 6 28 0,-7-4 31 0,0 1 30 16,-2-1 16 0,-2 1 7-16,-2-1 10 0,1 1 4 0,-3 0-8 15,1 1-8-15,0-1 2 0,0 4-6 0,0-5-11 16,-4 5-18-16,3-2-7 0,-3 2-12 0,4-3-5 16,-4 3-19-16,0 0-9 0,4-2-24 0,-4 2-40 0,0 0-14 15,0 0 1-15,4 8-3 0,-4-4 4 0,1 4 8 16,-1 4-6-16,3-3 4 0,-2 0 3 15,-1 3 6-15,4 1-2 0,-4-1 6 0,1 1-12 0,-1 0-8 0,4 3-13 16,-4-4 4-16,0-2-27 0,0 1-14 0,1-1-10 16,-1-3-15-16,0 0-11 0,-5 1-18 0,5-2-7 15,-1-2-10-15,-3 3-21 0,-1-6-34 0,1 2-27 16,-4-3-50-16,8 0-169 0,-13-7-492 0,6 3 218 16</inkml:trace>
  <inkml:trace contextRef="#ctx0" brushRef="#br0" timeOffset="185736.41">17041 11375 86 0,'2'-11'331'0,"3"1"-11"0,-4 3-13 0,1 0-11 16,0 2-36-16,0-1-22 0,0 1-32 0,-2 0-20 15,4 1-22-15,-4 2-44 0,1-1-49 0,-1 3-40 16,6-2-27-16,-6 2-32 16,0 0-35-16,13 6-34 0,-7-1-47 0,0 0-72 15,-1 1-130-15,-1 1-374 0,2 0 166 0</inkml:trace>
  <inkml:trace contextRef="#ctx0" brushRef="#br0" timeOffset="186421.57">17351 11517 142 0,'1'3'352'0,"-1"-3"-26"0,4 3-26 16,-4-3-35-16,4 3-27 0,-4 0-26 0,0-3-24 15,0 0-18-15,5 4-22 0,-5-4-1 16,3 2-27-16,-3 1-16 0,1 1-8 0,2 0-7 0,-1 1-9 15,1-1-19-15,-2 1-16 0,5-1-11 0,-2 1-13 16,0-1-5 0,1 0-3-16,0-1-4 0,1-1 1 0,0 1 5 15,1-2-7-15,0-1-2 0,2-1 0 0,2-2 1 16,0-2-6-16,-1 1 2 0,2 0 3 0,-1-2-1 0,1 1-2 16,0-2 1-16,-3 3-2 0,1 0 1 0,-2-1 2 15,-2 2-2-15,-1 2-2 0,-1-3-1 16,4 3-3-16,-7-2-1 0,4 0 2 0,-5 3-2 15,4-1 2-15,-4 1-3 0,8 7-4 0,-7-5 5 0,3 2 0 0,1 3-1 16,-1-3 3-16,1 5 4 0,-1-4-1 0,1 3-6 16,-1-1 5-16,5 0-7 0,-3 0 0 0,0 1 3 15,1-4 0-15,-1 0 0 0,4-1 1 0,-2 0 0 0,-1 0 2 16,3-2 0-16,-3-1 2 0,2 0 2 0,2-2 6 16,-1-2 4-16,1 1 9 0,-2-2 2 0,4 2 9 15,-3-1-3-15,0-1-4 0,-1-3 1 0,3 4-4 0,-2-1-1 16,0 2-4-16,-1-1-4 0,3 1-1 0,-3 1-3 15,1 2-2-15,1 0-5 0,-3 2 0 0,2 1 2 16,3 4 1-16,0 6-4 0,-2-1 1 0,7 9-3 16,-5 1-3-16,-2 2 2 0,1 4-4 0,-4 2 4 15,-1 2-2-15,-3 1 3 0,-1 3 2 0,-6-1 1 16,-1 3-6-16,-6-4 3 16,1-2 0-16,-5 2 1 0,-2-5 1 0,-4-1 1 15,1-4-5-15,-5-4 6 0,0-3-4 0,-4-5 2 16,-2-1 2-16,1-5-2 0,-1-3 1 0,11-3 3 15,-3-5 4-15,5 0 30 0,0-2 9 0,8-2 28 16,0-6-2-16,4 0-9 0,8-4 0 0,8-6-7 16,4-3-2-16,8-3-7 0,13-15-5 0,4 3 1 15,3 0 7-15,18-19 3 0,-17 22 0 0,7 0 2 0,21-13-4 0,-21 22 6 16,-2 3 5-16,-4-1 8 0,-10 10-4 0,-6 1 4 16,-2 4 6-16,-9 5 4 0,-4 0-6 0,-5 3-10 15,-2 2-6-15,0 2-13 0,-2-2-16 0,0 2-58 16,-2-3-55-16,-2 4-79 0,-1 1-24 0,0 0-41 15,-25 13-71-15,0-3-115 0,-2 2-229 0,2 0-693 16,3-4 307-16</inkml:trace>
  <inkml:trace contextRef="#ctx0" brushRef="#br0" timeOffset="189728.84">19530 11407 114 0,'0'-4'201'0,"0"4"-9"0,0 0-11 0,-4-5-13 0,4 5-11 16,0 0-14-16,0-2-19 0,0 2-12 0,0 0-12 0,-1-4-11 15,1 4-9-15,0 0-13 0,0 0-8 0,0 0-11 0,0 0 0 16,0 0-6-16,0 0-4 0,0 0-4 0,0 0 0 16,0 0-7-16,0 0-1 0,0 0-3 0,0 0 0 15,-8 10-4-15,8-10-4 0,0 3-1 0,0-3-5 16,0 0 3-16,0 0-3 0,5 5-1 0,-5-5 0 15,4 2 3-15,-4-2 0 0,10-2-2 0,-3 0-1 0,-1-1-2 16,-1-1-3-16,-1 0 5 0,5-1 14 16,-3-2-2-1,-1 2 3-15,3 0-1 0,-3-3 0 0,3 2 4 0,-4-1 6 0,1 3 2 0,-1 0 1 16,0-2 0-16,-2 1 2 0,1 0-1 0,-3 4 0 16,2-5-7-16,1 2-1 0,-3 4-4 0,0 0-8 15,-7-5 0-15,7 5-2 0,-13 0-6 16,4 1 1-16,-4 3-2 0,-4 2 0 0,-5 4 1 15,-6 1-4-15,1 2-2 0,3-1 2 0,-5 7 0 16,2 1-6-16,2 0-1 0,0 3 4 0,2-1 1 16,1 3 2-16,4-2-3 0,3 5 3 0,2-3-6 0,4 0 1 15,8-5-2-15,-1 5-6 0,9-4-2 16,6 0-1-16,3 1 1 0,9-5-3 0,8-2-8 16,21-1-4-16,3-5 7 0,7-3-4 0,32-4-11 0,-4-6-4 0,-3-1-2 15,-22-3-4-15,26-8 3 0,-34 6-12 0,-3-3-5 16,-1-4 0-16,-1 1-2 0,-20 1 13 0,-1-3 2 15,-2 0 5-15,-5-1 5 0,-5-2 18 0,-4 1 21 16,-6 5 19-16,-2 0 12 0,-2-2 15 0,-6 5 9 0,-2 1 1 16,-2 0-5-16,-3 2 2 0,-2 0-9 15,-2 3-6-15,-3 0-6 16,-3 1-2-16,0 4-8 0,-5 3-5 0,0 2-3 16,3 2 2-16,-2 2-5 0,-4 6-4 0,7-4 2 15,0 4-3-15,3 1 0 0,2-1-5 0,1 1 1 16,2-1-3-16,1 0 4 0,6-2-5 0,0-1 3 15,0 1-4-15,2-3 1 0,4 0 3 0,0-4-1 0,2 2 3 16,3-1-1-16,0-3 0 0,5 1 1 0,-1-1 4 16,0-3-4-16,-2-3 0 0,7 3 5 0,-4-2 6 0,-1-2 1 15,6 0-1-15,-8 2 4 0,0-3-2 0,-3 4 5 16,-1-2-4-16,1 0 3 0,-2 2-5 0,1-1-4 16,-2 1-3-16,1 0 1 0,-6 1-3 0,6-3-3 15,-2 1 1-15,-4 2-6 0,9 3-2 0,-9-3-1 16,8 3 1-16,-2 2 0 0,-2-2 5 0,1 3-9 15,0-1 3-15,2 4 2 16,-1-4-2-16,-1 1 1 0,0 0 1 0,3 1-1 16,-3-3 1-16,-1 1 2 0,4 0 3 0,-6-2-2 15,5 0 0-15,-4-1 6 0,0 0 12 0,-3-2 15 16,12-2 9-16,-4 0 10 0,-1-1-2 0,2-4 6 16,2-1 4-16,3-2-6 0,0-1 0 0,-1-3 1 15,6-4-17-15,-6 4-1 0,7-8 0 0,1 2-6 16,-6-1-1-16,6-1-3 0,-5 4-6 0,-3 3 4 0,-4 7 7 0,-1-2 4 15,-2 3-2-15,-1 2-4 0,2-1-12 0,-4 2-7 16,1 3 2-16,-1-2-24 0,1 2-6 0,-4 1-4 16,8 4 4-16,-6 0-3 0,4 3 2 0,-1 3-13 15,1 2-2-15,1 2-8 0,-3-4-19 0,4 7-18 16,-2 0-18-16,1-3-25 0,0 3-27 0,2-2-27 16,-3-1-36-16,2-4-25 0,-3 0-243 0,4-3-512 0,-1-2 227 0</inkml:trace>
  <inkml:trace contextRef="#ctx0" brushRef="#br0" timeOffset="190113.28">20946 11625 81 0,'0'0'308'0,"0"0"-13"0,4-2-14 0,-2 0-21 15,-2 2-16-15,0 0-25 16,0 0-16-16,0 0-24 0,0 0-14 0,7-3-20 16,-7 3-15-16,6 0-15 0,0-3-11 0,1 1-11 15,4 0-12-15,-1-2-6 0,3 0-11 0,9-1-12 16,-3-4-9-16,-1 1-3 0,2-1-6 0,6 1-3 15,-2-5-4-15,1-2 2 0,-6 5-7 0,4-2 0 16,-3-5-6-16,-2 5 0 0,-4-1 1 0,0-3-6 16,-2 0-6-16,0 1 0 0,-5 0 2 0,-1 1-5 0,-3 2 6 0,-2 0 1 15,-1 2-2-15,-3 1-2 0,0 3 2 0,-5-1-4 16,-2 2-3-16,-2 0-1 0,-7 5-4 0,0 5-1 16,-8 1-1-16,0 4 4 0,-1 3-5 15,3 2-3-15,0 2 4 0,5-1-3 0,3 6 3 0,3-1 4 16,4 4-5-16,5 0 2 0,5 1-1 0,5-2 3 15,8 2 2 1,6-1 4-16,4-5 1 0,9-2-3 0,7-2 5 16,11 0 2-16,9-5 2 0,0-2-5 0,2-2 2 0,3-5-1 15,-3-2-2-15,-3-2 2 0,-20 2 2 16,-6-2-3-16,-4-1-2 0,-6 2 0 0,-7 0 1 0,-3 1-4 0,-2 0-10 0,-2-3-17 16,-2 2-31-16,-3-1-48 0,-3 2-41 0,0 0-50 15,0 0-282-15,-14-5-520 0,7 5 230 16</inkml:trace>
  <inkml:trace contextRef="#ctx0" brushRef="#br0" timeOffset="190877.24">23271 11329 180 0,'-5'-3'198'16,"1"1"-23"-16,-2 1-16 0,6 1-21 0,-15 1-12 16,1 4-13-16,-3 1-16 0,-1 0-9 0,-7 7-8 15,2 1-11-15,7 1-5 0,-2-2-7 0,4 1-3 16,0 1-11-16,3 0-2 0,-1 0-7 0,3 2-3 16,2-2-2-16,3 1-3 0,4-1 3 0,0-3-2 0,1 0 4 0,7-4 11 15,2 2 16-15,4-2 8 0,4-1 4 0,1-5 1 16,9 0-1-16,0-5 2 0,-6-1 7 0,6-3-5 31,-1-3 6-31,-9 1-2 0,0-2 3 0,-3-2-5 16,2 0-7-16,-6 1-3 0,1-5-4 0,-5 5-8 0,-2-5-5 15,-1 2-4-15,-4-3-3 0,-2 2-7 0,-3-1-5 16,-3 1-7-16,-3 2-10 0,-2 3-16 0,-3 2-8 0,1-1-12 16,-3 3-10-16,-1 2-15 0,-3 3-11 0,3 1-17 15,1 2-13-15,0 1-25 0,0 3-23 0,4-2-27 16,3 0-39-16,-1 3-186 0,6-4-422 0,3 3 186 15</inkml:trace>
  <inkml:trace contextRef="#ctx0" brushRef="#br0" timeOffset="191277.83">23624 11076 231 0,'5'-9'317'0,"0"-1"-20"16,-1 3-28-16,-3 1-29 0,3 1-29 0,-1-1-28 15,-2 5-47-15,-1 1-16 16,0 0-12-16,4 12-10 0,-7 1-13 0,3 6-8 16,-6 8-6-16,-2 5-9 0,-6 1-8 0,0 16-3 15,-6-2-8-15,3-1-2 0,-2 3-10 16,2-1 3-16,3-4-8 0,5-9 0 0,2-3-2 0,-1 1-2 0,3-4-3 0,4-2-2 16,-1-1-1-16,2-8 1 0,2 0-2 0,-2-6-3 15,2-1 3-15,-1-1 0 0,1-2 1 16,-1-1 14-16,0-2 15 0,2-2 23 0,-1-1 25 0,-2-2 0 15,7 0-8-15,-7 0 1 0,12-8-13 16,-4 2-7-16,1-2-7 0,-1-4-3 0,-1-2-5 16,0-3-9-16,1-9-18 0,-5 1-19 0,0-2-8 15,-6-2 1-15,0 0-8 0,-4 0 2 0,-2 1-1 0,-3 2 6 16,-1 5 2-16,-3-1 13 0,4 7 1 0,1 1 1 16,2 5 2-16,2 0-3 0,3 3 2 0,-1 0-10 0,2 2-20 31,1-1-10-31,2 5 2 0,10-2-1 0,12 2-22 0,13 0-27 0,20 0-44 0,8 5-69 0,2-5-86 0,0-3-253 15,26-5-568-15,-27-1 252 0</inkml:trace>
  <inkml:trace contextRef="#ctx0" brushRef="#br0" timeOffset="192333.17">24723 11468 97 0,'0'0'177'0,"0"0"-15"0,0 0-10 0,0 4-14 0,0-4-15 0,0 0-3 15,0 0-3-15,0 0-3 0,0 0-4 0,0 0-4 0,0 0-1 16,0 0 0-16,18-10 1 0,-12 6-7 16,4-3-4-16,1 0-3 0,3-3 1 0,1-5 2 15,5-2-1-15,-2-1-4 0,2-2-5 0,0 0-7 16,-1-2-7-16,4-2-12 0,-5-1-6 0,1-1-4 0,3-4-5 15,-3-2-2 1,-1 2-8-16,-1-3 0 0,-3 0 3 0,-1 2-8 16,-2 1 6-16,-5-1 3 0,0 6 7 0,-3 4 8 15,1 4 3-15,-4 1 1 0,3-1-4 0,-3 10-3 0,-3-4-1 16,3 6-13-16,0-2-4 16,-4 1-9-16,1 4-5 0,3 2-1 0,-13 5-4 0,0 4-1 0,-1 3-4 0,-8 9-3 15,1 4 2-15,1 4-4 0,-5 12-1 0,-1 1-3 16,5 4 3-16,2-4 2 0,6-8-4 0,4-1 1 15,0 3-3-15,3-5 4 0,6 4 0 0,0-4-2 16,4 1 1-16,1-6-2 0,3 0 2 0,2-2 2 0,3-9 3 16,3 5 0-16,1-7 2 0,1-3 0 15,0-3 1-15,4-3 4 0,-2 1-1 0,-1-5-4 16,1-3 4-16,-4 0-3 0,1-5-1 0,-2 2 6 16,-5-1-4-16,1-3-1 15,-4 3-2-15,2-2-2 0,-4-2-3 0,-3 0-13 16,-4-6-25-16,-2 5-23 0,-1-4-10 0,-7 3-10 15,-3 0-10-15,0 3-1 0,-5 0 1 0,1 5 5 16,-8-2-1-16,4 3-4 0,1 1 2 0,4 1-5 16,-1 4-9-16,2 2-10 0,3-3-17 0,5 3-12 15,4 1-6-15,3-4-4 0,2 3-42 0,0-4-116 16,11 9-334-16,3-5 147 0</inkml:trace>
  <inkml:trace contextRef="#ctx0" brushRef="#br0" timeOffset="192549.03">25364 11329 124 0,'8'-8'334'0,"1"-1"2"16,-1 2-7-16,-1-1 3 0,-3 0-12 0,0 1-11 16,0 1-14-16,-3-1-23 0,3 3-22 0,-1 1-25 0,-2 1-24 0,0-3-23 15,-1 5-26-15,4-3-16 0,-4 3-18 0,0-4-21 16,0 4-31-16,0 0-52 0,0 0-13 0,0 0-3 16,0 0-6-16,0 0 3 0,6 14-4 0,-6-8 4 15,-1 5 0-15,1-1 4 0,-3 2-1 0,1 5-13 16,1-5-10-16,-3 5-15 0,1-2-19 0,2 2-16 15,-3-4-16-15,4-2-16 16,-4 0-22-16,2 1-23 0,-1-2-23 0,-1-3-22 16,3-2-28-16,-4-2-236 0,1 0-498 0,4-3 220 15</inkml:trace>
  <inkml:trace contextRef="#ctx0" brushRef="#br0" timeOffset="192696.43">25396 11097 177 0,'0'-12'298'15,"4"2"-27"-15,-4 2-23 0,0 0-30 0,3-1-22 16,-3 6-39-16,1-1-57 0,-1 4-20 0,3-2-21 16,-3 2-35-16,0 0-28 0,0 0-35 0,1 18-35 15,-1-10-62-15,-1 1-127 0,2 0-284 0,-1 2 126 16</inkml:trace>
  <inkml:trace contextRef="#ctx0" brushRef="#br0" timeOffset="193365.57">25722 11214 99 0,'0'0'365'0,"8"0"-30"0,-8 0-31 16,6-2-36-16,-6 2-29 0,0 0-31 0,0 0-26 0,0 0-20 0,7 5-15 16,-7-4-15-16,-2 6-16 0,1-1-10 0,-1 5-11 15,-2-1-8-15,0 3-8 0,-2 3-8 0,2-2-7 16,0 3-10-16,1-5-3 0,-2 0-4 0,3-1-5 15,-1-1-4-15,2-3-4 0,1-2-3 0,0 2-3 16,-2-3-2-16,2 0 5 0,-1-2 3 0,1-2 26 16,-1 7 5-16,1-7-5 15,0 0-12-15,0 0 0 0,18-10-7 0,-9 3-6 16,2-2 0-16,0-3-5 0,2 1-3 16,3-3 1-16,-3 2-7 0,7-5-4 0,-7 2-5 0,-3 4-5 15,-1 1 1-15,1 2 5 0,-3 1-4 0,-2 3-3 16,0 0-12-16,-1 0-10 0,-2 0-23 0,3 1-30 15,-5 3-7-15,0 0 7 0,0 0 7 0,5 7-3 0,-5-2 6 16,0-1 8-16,3 4 8 0,0 1 2 0,-1 0 4 0,2 3 4 16,4-3 4-16,3 4 3 0,5 1 2 0,3-5-2 15,7 7-13-15,5-7-19 0,2 3-7 16,2-3-14-16,1-4-11 0,-2-1-1 0,6 0 0 0,12-4 7 16,-12-4 8-16,-1 3 9 15,12-7 9-15,-15-1-3 0,-4-1 13 0,-4 0 1 0,-1-1 13 0,-10 1 17 0,-1-2 14 16,-1 1 13-16,-4-3 25 0,-2 1 13 0,-4 2 14 0,-1 1 6 15,0 1-1-15,-4-2-2 0,0 2-5 0,-3 0-8 16,-1 1-9-16,-3-1-5 0,0 6-3 0,-4 0-9 16,-1 1-2-16,0 2-4 0,-5 1 0 0,-2 3-6 31,3 1 3-31,0 5-4 0,-4-3-4 0,5 5 3 0,-1 0-8 0,0 0 12 0,3 0-16 0,6-2-1 16,2 2-7-1,0 2 1-15,3-3 2 0,5 0 3 0,1 0-1 16,4-1 1-16,3-3 2 0,4 2-6 0,3-4-3 0,1 0 3 15,3-1-2-15,-3-4-1 0,0 0 0 16,1-1 2-16,-3-6 2 0,-4 6 3 0,0-5 1 16,-4 0 1-16,0 1 3 0,-1-3-1 0,-3-2-8 15,-2 1 11-15,-1-2-9 0,-2 0-2 0,-2 0-2 0,-1 1-3 16,-4-1-3-16,5 2-15 0,-6-3-5 0,-1 3-3 0,-1 0-29 16,-2 2-8-16,2 1-17 0,-3 1-21 0,2 3-14 15,-1-2-27-15,2 2-210 0,1-1-392 0,5 2 174 16</inkml:trace>
  <inkml:trace contextRef="#ctx0" brushRef="#br0" timeOffset="194167.81">26840 11158 92 0,'4'-5'367'0,"0"0"-16"0,-3 2-24 0,4-2-35 16,-3 4-26-16,0-2-28 0,-2 3-26 0,5-5-23 0,-5 5-34 0,0 0-26 16,0 0-16-16,0 0-15 0,9 8-13 0,-6-2-6 15,-2 2-9-15,1 2-8 0,1 2-9 0,-2 0-3 16,-2 2-4-16,-2 3-4 0,1 0-5 0,-2 3-4 16,3-3-9-16,-3-3-3 0,2-2-6 0,-1 0-4 15,0-4-2-15,2-1-7 0,1-2 6 0,-2 2-3 16,0-3 6-16,2 1 10 0,0-5 30 0,0 4 19 0,0-4-7 0,0 0-5 15,0 0-4-15,18-9-5 0,-9 3-15 0,1-3 15 16,3-2-15-16,4 0 0 0,-4 0-8 0,1-2-1 16,1-2-1-16,0 2-6 0,-1 0 8 0,2 3-11 15,-7-1 0-15,-2 5 20 0,0-2-18 0,0 4-2 16,-3 1-8-16,1-1-5 0,-3 0-8 0,1 2-7 16,-3 2 1-1,0 0-4-15,11 5-1 0,-8 0 5 0,-1 2 1 0,4 3 1 16,-5-2 1-16,3 4 0 0,0 0 2 0,0-1 0 15,0 4 4-15,-3-2-2 0,1-3-21 0,2 0 1 16,-1-1 1-16,-2-2 4 0,-1-2 6 0,3-1-1 16,-2 1 6-16,-1-1 8 0,0-1 41 0,0-3 17 15,5 2-6-15,-5-2 0 0,9-5-11 0,-4 1 1 16,4-2-3-16,0-1-3 0,-1-2-10 0,2 1 2 0,4-5-4 16,-1-2 0-16,-2 3-1 0,2-1 0 0,0 1-10 0,-1-2 3 15,0 2-4-15,-3 4 3 0,-2-1-5 0,0 2-1 16,-2 2-1-16,0 0-5 0,-1 3 1 0,0-3-6 15,0 3 2-15,1 0-18 0,-5 2-4 0,10-1-15 16,-5 1-5-16,4 3-8 0,-1 0-6 0,2 2-5 16,2-1-5-1,-1 2-9-15,7 1-8 0,-5-3-5 0,4 2 0 16,0-1-2-16,1 1 5 0,-1-4 8 0,-6 2 4 16,5-2 6-16,-3-2 7 0,-1-2 10 0,2 1 5 0,-1-3 8 15,0 3 16-15,-3-5 29 0,3 1 7 0,-3-1 20 16,-1 2 14-16,0-2 16 0,0-2 3 0,-3 1 6 15,1 0 17-15,-2 1 8 0,1-1-8 0,-2 0 4 16,-1 3-1-16,0 0-7 0,0 0 0 0,0 2-22 0,-1-1-20 16,-2 3-2-16,5-3-7 0,-5 3-14 0,2-2-21 15,-2 2-17-15,0 0-5 0,0 0 8 0,0 0-10 16,3 10 3-16,-3-3 1 0,0 1 0 0,0-1 22 0,-1 4-12 16,1 0 1-16,0 1-2 0,-1-3-18 0,1 4-5 15,0-1-13-15,0-3-12 16,-1 2-11-16,1-2-24 0,0-1-16 0,-2-2-16 0,2-2-20 0,-2 2-3 0,0-3-3 0,0 0-20 15,2-3-40-15,0 0-58 0,0 0-153 0,-13-8-458 16,10 3 203-16</inkml:trace>
  <inkml:trace contextRef="#ctx0" brushRef="#br0" timeOffset="194299.33">27606 11022 119 0,'1'-19'289'15,"4"2"9"-15,-4 6 18 0,-1-1-29 0,2 0-11 16,0 4-21-16,1 0-15 0,-2 2-28 0,0 0-24 0,-1 0-16 15,2 3-20-15,-1-2-42 0,-1 1-43 16,0 4-54-16,1-6-34 0,-1 6-7 0,0 0-36 16,0 0-30-16,0 0-28 0,5 15-40 0,-5-8-256 15,0-2-451-15,3 2 200 0</inkml:trace>
  <inkml:trace contextRef="#ctx0" brushRef="#br0" timeOffset="195117.81">28260 11135 235 0,'1'-5'293'0,"1"0"-21"0,-1 2-22 0,-1-1-27 16,0 4-24-16,-4-8-24 0,0 8-15 0,-2-3-20 15,-6 3-12-15,1 3-16 0,-7 2-11 0,0 3-14 16,-9 4-7-16,2 0-7 0,2 3-8 0,2 1-6 16,-2 0-3-16,3 1-11 0,1 1-5 0,3-4-4 0,5 0-3 15,-2-2-5-15,4 3-6 0,1-6-3 0,3 1-1 16,1-3-2-16,3-2 3 0,-3 2 1 0,4-4-1 0,5 1-1 15,-5-4 9-15,14 0 2 0,-3-3 5 0,3 0-2 16,1-5 6-16,3 3 3 0,-4-4 3 0,4 1-2 16,-4 0-2-16,1-4 2 0,-1 2 7 0,0-1 0 15,0 2-1-15,0-3-1 0,-5 4-2 0,3 2 2 16,-6-2 6-16,3-1 0 0,-4 6-4 0,2-1-6 16,-3-2-2-16,-2 4-8 15,2-1-5-15,0 1-9 0,-4 2-27 0,6-1-3 16,-6 1-1-16,9 1 4 0,-2-1-20 0,0 5-8 15,-2-1-2-15,2 0-8 0,-1 0 0 0,2 1-1 16,1 1 1-16,-2-3 1 0,1 0 3 0,-1 0 5 0,1-3 2 16,3 1 5-16,-4-2-1 0,1 1 6 15,2-3 3-15,-3-1 0 0,2-4 7 0,1 2-1 16,-3-5 1-16,1 0 4 0,2-2 6 0,-5-2 6 0,3 0 3 0,0-3 18 16,-2-2 9-16,3 3-2 0,-1-9 7 0,1 3 9 15,1-3 5-15,-1 1 4 0,-1 0-9 0,3-3-2 16,-1 2-6-16,-2 3-3 0,1-2 6 0,-2 8 9 15,-1-1 3-15,-1 6-2 0,-1 3 6 0,-2-1 0 16,3 0-8-16,-3 4-13 0,1 0-2 0,-1 0-2 16,1 0-9-1,-3 4-6-15,2-3-28 0,-2 5-22 0,0 0 2 16,0 0 2-16,-2 14 2 0,-1-2 5 0,1 5 2 0,-7 8 5 16,2 1-4-16,-2 2 4 0,-3 5-4 0,2-2 7 15,-2 2-2-15,1 0 2 0,1 0 8 16,-1-3-1-16,3-1-3 0,0-2 2 0,0-4 2 0,3-3-5 15,4-3 3-15,-3-4 1 0,0-2 0 0,3 1 1 16,-3-4 0-16,4-2 14 0,-1 0-14 0,-2-1 3 0,3-1 7 16,0 1 1-16,0-5 16 0,-1 5 14 0,1-5 20 15,0 5 3-15,0-5 14 0,0 4 10 0,0-4-3 0,8 0-12 16,6 0-10-16,6-2 1 0,12-1-19 0,9-2-54 16,15-4-69-16,3-3-99 0,4 0-130 0,29-16-346 15,-31 4-714 1,26-16 316-16</inkml:trace>
  <inkml:trace contextRef="#ctx0" brushRef="#br0" timeOffset="205804.08">3106 13401 83 0,'0'-2'205'0,"0"2"-16"0,0-7-16 16,-4 4-22-16,0 1-16 0,-2-1-11 0,-3 3-19 0,-5 3-8 15,-6-1-13-15,-10 5-6 0,3 2-10 0,-6 4-9 0,-1-1-3 16,-2 5-5-16,-9 5-7 0,-1 0-9 0,2 3-4 16,12-7-5-16,-1 2-1 0,3 2-6 0,-1-1-3 0,4-4 0 15,3 1-3 1,1 0 0-16,10-5-3 0,-1 1-5 0,3-2 1 0,4-2-1 0,0-1-2 15,3-1 0-15,4-1 2 0,0 0 1 0,4-4 4 16,4-1 11-16,5 0 8 0,6-4 5 0,8 0 4 16,5-5 5-16,0-3-1 0,1-5-2 0,-2-2 3 15,0-2 4-15,-2-2 5 0,0 0 3 0,-2-5-2 16,-1-3 3-16,2-10 6 0,-2 0-16 0,-3-1 4 16,1-6-7-16,-7 0-4 0,-1 0 2 0,-3 0-1 15,-2 1 10-15,-3 11 13 16,-3 3 12-16,0 0 18 0,-1 0-6 0,-4 12 5 0,4 2 12 15,-4 5-3-15,0-1-12 0,0 6-13 0,1 0-19 16,-1 0-6-16,0 2-40 0,0 5-36 0,-1-2 3 16,1 2-1-16,-8 11-2 0,6 5 4 0,-2 3 6 0,-3 12 2 0,2 0-3 0,1 4 0 15,3 10 3-15,-4-9 3 0,5 1 0 0,1-1 3 16,7 11-4-16,-3-14-9 0,4-2 4 16,5 1 1-16,-1-3-8 0,2-4 3 0,1-3-3 15,-4-6 7-15,2-2 1 0,4-3 4 0,-1-2-1 0,2-4 5 16,2-1 1-16,0-5 2 0,7-5 3 0,-6 1 1 15,4-1 0 1,-2-7 8-16,-2-2 3 0,-5 3 7 0,1-5 9 16,-2 2-2-16,-5 1 0 0,3-1 4 0,-3 1 0 15,-2-3 10-15,-3 8 8 0,1 0 13 0,0 1 4 16,-3 1-6-16,-2 2-5 0,1 2-6 0,-2-2-20 16,3 4-6-16,-4-3-15 0,0 4-26 0,0 0 1 15,0 0 4-15,0 10 3 0,0 1 0 0,-4 1 1 16,3-2-1-16,-4 7 2 0,1-1 2 0,0 1 0 0,0 0-1 0,4-1 1 15,-1 0-6-15,-4 0-17 0,5 1-6 0,-3-5-19 16,3-2-15-16,-1-1-21 0,1 3-26 0,0-7-37 16,-2 4-32-16,0-4-19 0,2-2-13 0,-1 1-218 15,1-4-474-15,0 0 211 0</inkml:trace>
  <inkml:trace contextRef="#ctx0" brushRef="#br0" timeOffset="205957.8">3382 13278 252 0,'0'-10'299'0,"0"5"-24"16,0 0-20-16,0-2-28 0,1 3-23 0,2 0-24 15,-3 0-33-15,0 4-47 0,1-5-51 16,-1 5-31-16,5 0-42 0,-5 0-47 0,0 0-47 0,13 8-182 0,-10-5-323 0,0-1 144 16</inkml:trace>
  <inkml:trace contextRef="#ctx0" brushRef="#br0" timeOffset="206316.91">3850 13268 31 0,'-20'0'183'0,"17"3"-19"0,0-1-13 0,-5 2-21 16,3 2-13-16,-6 0-10 0,3 2-13 0,-1 1-10 15,-1 0-5-15,2 2-9 16,-2 2-10-16,0-2-4 0,3 0-5 0,2 0-7 16,1 1-8-16,1 1-1 0,0-1-3 0,3 0 6 0,0-3-10 15,4 5-6 1,2-2 8-16,5-1-8 0,-3 1-4 0,5-1 0 0,2 0-5 16,1 0 1-16,0-2-1 0,1 0 0 0,1 0-1 0,-3-1-6 15,-2-1 3-15,-1 1 1 0,-3-2-5 0,-2-1 2 16,-3 2-4-16,2-3-4 0,-3 4 2 0,0-3 1 0,-6-1-2 15,0 4 3-15,-4-1-3 0,-6 0 3 0,-5-1-8 16,-1 3-18-16,-4-4-14 0,-2 2-20 16,-3 0-27-16,0-3-37 15,2 0-127-15,-3-4-269 0,9 1 120 0</inkml:trace>
  <inkml:trace contextRef="#ctx0" brushRef="#br0" timeOffset="206620.94">4187 13111 95 0,'0'0'233'0,"-3"-5"-28"0,3 5-20 0,0 0-22 0,0 0-14 16,0 0-20-16,-9 16-14 0,4-5-13 15,2 6-6-15,-4 9-17 0,2 2-1 0,0 2-14 16,0 4-9-16,-2 2-5 0,1-2-5 0,2 0-5 16,-1-2-1-16,1-1-10 0,3 1 2 0,-3-3-5 0,2-3-2 0,2-1-1 15,0-6-1-15,0-5-2 0,2 3-2 0,-2-5 1 16,0-3-3-16,0-1-24 0,0-2-17 0,0 2-22 16,0-4-14-16,0 1 0 0,0-1-2 0,0-4-23 15,0 0-86-15,0 0-100 0,0 0-294 0,0 0 131 16</inkml:trace>
  <inkml:trace contextRef="#ctx0" brushRef="#br0" timeOffset="206858.78">3953 13474 217 0,'-8'2'215'16,"8"-2"-15"-16,0 0-16 0,-6 0-18 0,6 0-19 0,0 0-9 15,0 0-7 1,0 0-1-16,32 0-3 0,-13-2-5 0,12-3 1 16,3 0-11-16,3 0-14 0,3-4-10 0,-4 4-9 0,-2-1-7 0,-2 0-10 15,0 3-4-15,-10-1-7 0,-3-1-12 0,-6 5-16 16,-2-3-20-16,1 3-19 0,-7-2-21 0,-1 2-34 16,-4 0-32-16,0 0-31 0,0 0-21 15,-17 2-42-15,3 1-115 0,-1-3-338 0,2 1 149 16</inkml:trace>
  <inkml:trace contextRef="#ctx0" brushRef="#br0" timeOffset="207375.55">4637 13358 6 0,'4'-1'262'0,"-1"-2"-29"15,-3 3-26-15,8-1-23 0,-8 1-21 16,9 2-18-16,-3 1-14 0,0 1-15 0,1 2-9 16,0 3-14-16,0 1-12 15,0 2-3-15,0 2-12 0,-2 3-7 0,3-2-4 16,-8 2-7-16,1 0-5 0,2 2-6 0,-6-1 1 16,2 0-8-16,-4-1 3 0,0 0-7 0,1-2 2 15,-2-1-6-15,0-4-2 0,5 0-4 0,-5-1 0 16,5-4 0-16,-2 2 0 0,1-4 8 0,0 2 20 15,1-2 21-15,0-1 18 0,1-2 15 0,-2 4 17 16,2-4 7-16,0 0-13 0,0 0-13 0,16-9-14 0,-7 3-4 0,6-5-5 16,-1 0-6-16,5-3-11 0,3-5-10 0,1 2-4 15,-4-1-17-15,2-3 8 0,-1 3-8 0,-5 5-3 16,1-2 2-16,-3 5-1 0,-5 1 0 0,3 2 1 16,-4 0 8-16,-2 1 5 0,0 2-5 15,3-1-6-15,-7 3-5 0,3-1-7 0,0 1-6 0,-4 2 0 16,4-2 1-16,-4 2-6 0,0 0-9 0,0 0-1 0,5 7 0 15,-1-1 2-15,-8 2 0 0,8 0 2 0,-8 1 1 16,4 3 0-16,0-4-2 0,0 4 2 0,0 0-2 16,0 0 3-16,-1-2-1 0,2 1 4 15,-1-2 1-15,0 0-9 16,0 0-8-16,0-4 3 0,0 2-24 0,0-2-13 0,0 2-12 0,0-4-8 16,0-3-10-16,0 5-8 0,0-5-1 15,0 6-2-15,0-6-1 0,-1 3-2 0,1-3-44 16,0 0-63-16,0 0-65 0,0 0-162 0,-8-15-462 15,7 6 204-15</inkml:trace>
  <inkml:trace contextRef="#ctx0" brushRef="#br0" timeOffset="207544.64">4934 13179 338 0,'0'-5'367'15,"0"-2"-19"-15,-2 4-28 0,2 3-27 0,-3-9-30 0,3 9-24 16,3-8-26-16,-3 8-35 0,-3-4-30 0,3 4-52 15,0 0-52-15,0 0-41 0,0 0-30 0,0 0-44 16,0 0-55-16,17 7-62 0,-16-1-219 0,3-1-440 16,0 0 195-1</inkml:trace>
  <inkml:trace contextRef="#ctx0" brushRef="#br0" timeOffset="208161.17">5110 13660 87 0,'0'0'205'0,"0"0"2"0,0 0 8 0,0 0-12 0,0 0-11 16,0 0-3-16,0 0-15 0,16-5-5 0,-9 0-15 15,0 1-7-15,3-1-3 0,-1-2-7 0,0-1-7 32,5-6-10-32,-2 2-4 0,3-4 1 0,-2 0-5 15,3-5-13-15,0-3-4 0,0-1-13 0,-1-1-10 0,0-4-6 0,-1-3-4 16,6-11-9-16,-8 10-5 0,1 1-6 0,-3-1-6 15,-1-1 0-15,0 2-3 0,-3 3 6 16,-2 6-1-16,0 4 8 0,-3 3-5 0,2 4 4 16,-2 3-7-16,-1 3-7 0,1-1-8 0,-1 3-2 15,0-2-10-15,0 6-31 0,0 1 1 0,0 0 7 0,0 0-8 16,-14 18 0-16,8 1 1 0,-7 6 4 0,4 4 2 0,-1 0 2 16,1 2-2-16,5 3 1 0,-2 2 2 0,3-2 0 15,0 0 5-15,5-2-3 0,-1-2 3 0,3-2 2 16,2-2-3-16,2-3 2 0,2-5 4 0,-1-2-3 15,4-3 4-15,1 0 3 0,0-4-4 0,4-1 6 16,-1-1 2-16,-3-5 3 0,2 1 2 0,2-3 10 16,-5-3 20-16,5-1 10 15,-5 2-16-15,-2-6 5 0,-1 1 0 0,3-1 3 16,-7 1-8-16,2-3-1 0,-4 0 0 0,1-1 10 16,-1 1-17-16,1 1 5 0,-5 0-19 0,-5-2-26 15,5 6-5-15,-5-2-15 0,1 2-23 0,-4 0-9 16,-2 0-20-16,-3 4-16 0,0 1-23 0,-2 0-29 15,-1 5-22-15,0-1-37 0,3-2-42 0,0 3-239 16,1 0-531-16,4-1 235 0</inkml:trace>
  <inkml:trace contextRef="#ctx0" brushRef="#br0" timeOffset="209048.09">5802 13396 5 0,'4'-2'329'16,"-4"-1"-35"-16,0 3-34 0,4-2-30 0,-4 2-27 16,0 0-22-16,0 0-22 0,0 0-16 15,2 10-15-15,2-4-11 16,-8 3-11-16,4 4-11 0,0-1-8 0,0 4-9 0,4 2-7 0,-4-1-7 16,0 1-3-16,0-3-7 0,4 1-4 15,-4-4-5-15,0-1-4 0,4-5-4 0,-3 2-3 16,0-4-1-16,2 1-2 0,1-1 1 0,0-1-3 15,-4-3 3-15,14-7-2 0,-8 2 7 0,6-2 6 16,-1-2 11-16,2-4 2 0,0 1-4 0,-1-4-5 16,-1 1-3-16,6-5-4 0,-5 4-4 0,1 0-6 15,-3 2-4-15,0 0 5 0,0 0 5 0,-2 5 6 16,-4 3-7-16,1-1-7 0,-1 2-2 0,1 2-7 0,-4-1-24 0,3 2-15 16,0 1 1-16,-4 1 1 0,6 5 1 0,-3 0 4 15,5 0-1-15,-2 4 2 0,2 0 3 0,1-1-4 16,0 2-6-16,2 2-10 0,4 0-5 0,-1-2-8 15,1 1-8 1,-3-5 4-16,1-2-10 0,0 2 3 0,0-5-9 16,-1 0 2-16,1-3 4 0,0-3 4 0,-2 2 5 15,1-5 7-15,-3-1 5 0,5-5 7 0,-5-1 15 0,-1 1 20 16,-2-6 15-16,4-3 4 0,-2 5 10 16,0-6 12-16,-1-1 5 0,-1-3 4 0,0 0-2 0,0 2-2 15,1-2 9-15,0 5 5 0,-3 4-2 0,-2 2 0 16,1 5 4-16,0 0-5 0,-1 7-15 0,-2-2-7 15,1 2-15-15,1 0-33 0,-2 5-12 0,1-2-2 16,-1 2 1-16,0 0 3 0,-1 22-1 0,1-6 4 0,-2 4-1 0,-1 6-1 16,-1 1 5-16,0 2 3 0,-1 1 0 0,-1 3 1 15,-1-4 3-15,5-2-2 0,-4-1 1 16,2-1-3-16,2-4-12 0,-2-4-9 0,-1-7-3 16,3 2 0-16,-1-2 0 0,2-2 6 0,-2 0 6 0,2-4 2 15,-3 1 4-15,3-3 1 0,-4 0 4 0,-3-2-2 16,-1-4 2-1,-1-1 1-15,-4 0-1 0,1-2 1 0,4 1 3 16,-5-3 2-16,5 4-1 0,0-2 3 0,0 2-6 0,3-2-1 16,3 1-1-16,-3 2-6 0,2 1-4 0,4-1-16 15,0-1-14-15,5 2-5 0,3-2-1 0,2 4-4 16,9-5-2-16,0 4 1 0,8-2 8 0,5 3 0 16,0-3 2-16,1 1 2 0,2 0 5 0,-2 1 3 15,4-2 6-15,-5 0 5 0,6 0 2 0,-6-3 9 0,0 0 9 16,-4 1 21-16,-1-1 16 0,-5 2 17 0,-6 0 22 15,4-1 24-15,-9 2 25 0,1 0 22 0,-2-1 3 16,-3 2 3-16,0-1-3 0,-2 3-16 0,-1-1-22 16,0 0-10-16,-4 2-7 0,9-2-10 0,-9 2-18 15,0 0-18-15,0 0-5 0,7 4-9 0,-5-2 3 16,-1 3-13-16,0 2-1 0,0 2 3 0,-1 3-2 0,-1-1 0 0,1 1-6 16,0 4-5-16,0 0 7 0,0-3 1 0,0-3-10 15,0 1-28-15,0 1-13 0,0-2-24 0,-1-3-13 16,2 0-15-16,-2 0-13 0,1-4-6 0,0 1 1 15,-1-1 5-15,1-3-7 0,0 0-60 0,0 0-65 16,0 0-59-16,-2-13-159 0,2 2-487 0,0-1 215 16</inkml:trace>
  <inkml:trace contextRef="#ctx0" brushRef="#br0" timeOffset="209195.28">6799 13106 168 0,'-1'-13'325'0,"1"7"-1"16,-2-5-15-16,2 6-19 0,-1-1-20 0,1 2-34 15,0-2-21-15,0 2-26 0,0 4-21 0,0 0-21 16,0-5-43-16,0 5-25 0,0 0-25 0,8 0-29 0,-8 0-37 16,11 4-41-16,-5 1-43 0,1-2-45 0,2 5-56 15,-3-2-204-15,4 2-435 0,-2-1 193 0</inkml:trace>
  <inkml:trace contextRef="#ctx0" brushRef="#br0" timeOffset="209549.3">7181 13227 10 0,'-9'5'186'0,"-1"0"-11"0,-4 4-10 0,2-1-15 16,-2 2-14-16,-2 3-11 0,1 0-15 0,1 2-9 0,2-3-14 0,-1 4-9 15,4-3-9-15,1 1-4 0,3-3-9 0,0 1-1 16,3-3 2-16,2 0 2 0,1-1-6 0,4-1 14 15,2-1 12-15,2 2-2 0,5-8-3 0,4 3-5 16,4-3-7-16,6-3-9 0,0 0 9 0,-1-3-12 16,-8-2 4-16,8-4 0 0,-8 2 3 0,-2-1 7 15,-2-1 2-15,-1-1-5 0,0 1-5 0,-2-3-5 16,-2-1-2-16,-1 1-5 0,-1-2-2 0,-7 3-4 0,0 2-8 16,-1 0-3-16,-2 3-8 0,-2-2 2 0,-4 2-7 0,-2 1-7 15,-3 3-9-15,-1 1-5 0,-2 1-13 0,-5 0-14 16,3 3-13-16,-1 3-21 0,0 0-23 15,1 2-27 1,0 2-34-16,4-2-36 0,3 3-206 0,0-1-425 16,6-1 189-16</inkml:trace>
  <inkml:trace contextRef="#ctx0" brushRef="#br0" timeOffset="209865.3">7411 13255 209 0,'0'0'275'0,"0"0"-33"0,0 0-25 16,0 0-29-16,0 0-19 0,0 0-18 0,9 6-16 15,-10-3-13-15,2 4-14 0,-1-1-6 0,-1 2-13 0,-2 4-8 16,3 0-6-16,-2 0-6 0,-1-2-9 0,3 2-6 16,-1-2 0-16,-1-2-8 0,1-2-3 15,0-1-4-15,0 1 0 0,-2-2 22 0,3 1 36 16,0-5 16-16,0 0 2 15,9 0-10-15,-9 0-1 0,18-8-4 0,-4-1-21 16,1 0 15-16,1-1-7 0,1 2-5 0,0-3-10 16,2 1-12-16,-1 0-7 0,0 5 0 0,0-2 3 15,-8 4-19-15,4 1-2 0,-1 1-13 0,0 2-9 16,1 2-11-16,-3 3-9 0,7 2-15 16,-2 6-7-16,0-1-29 0,3 6-34 0,-5-5-54 0,-1 3-60 15,5 6-80-15,-9-9-242 0,0 0-570 0,-3-4 253 0</inkml:trace>
  <inkml:trace contextRef="#ctx0" brushRef="#br0" timeOffset="210567.73">10402 13140 69 0,'0'-7'341'0,"-1"1"-16"0,1 1-24 0,0 1-32 0,-3 0-27 16,3 4-27-16,0-6-28 0,0 6-25 15,0 0-21-15,0 0-9 0,0 0-19 0,-2 15-11 16,1-1-12-16,1 4-8 16,-3 6-17-16,-1 2-7 0,3 2-10 0,1 0 1 15,0 0-10-15,0-1-1 0,0-7-6 0,0 1 3 16,0 2-11-16,0-6 1 0,0-1 0 0,0-3-5 15,0-4 0-15,-1 3 0 0,-2-7-2 0,6 4-3 16,-6-5 4-16,3 2-1 0,0-3 3 0,0 0-3 16,0-3-9-16,0 0-54 0,0 0-44 0,0 0-36 15,0 0-40-15,-1-15-36 0,2 5-260 0,-1 0-498 0,4-6 220 0</inkml:trace>
  <inkml:trace contextRef="#ctx0" brushRef="#br0" timeOffset="210715.47">10438 13026 290 0,'-1'-12'280'16,"-1"2"-17"-16,1 0-21 0,1 1-17 0,0 2-16 0,0 1-25 0,-1-1-17 16,0 3-15-16,1 4-26 0,0-5-45 0,-3 0-51 15,3 5-50-15,0 0-41 0,0 0-41 0,0 0-39 16,0 0-181-16,0 0-347 0,0 0 154 0</inkml:trace>
  <inkml:trace contextRef="#ctx0" brushRef="#br0" timeOffset="211168.09">10355 12739 169 0,'-8'-2'184'0,"3"-1"-19"15,-5 2-13-15,2 2-18 0,-2 2-19 0,-1 1-6 16,-1 1-11-16,-2 4-3 0,-1 3-20 0,-1 1-11 16,-3 8 5-16,0 4-11 0,4-1-5 0,-7 4-5 15,4 2 6-15,-2 13 4 0,-5 3-4 0,11-2 2 16,-4 2-3-16,2-3-5 16,6-7-5-16,-1 11 2 0,4-11-9 0,-1 10 0 15,7-13-4-15,0 0-1 0,2 0-4 0,3-1-4 16,4-2 1-16,3 0 0 0,0-4-3 0,6-1 16 15,-2 1 2-15,8-4 2 0,4-1-2 0,1-1 2 16,4-5 5-16,4-1-3 0,15-1 0 0,0-6-1 16,4 1-4-16,1-7-3 0,-1-1-1 0,1-7 2 15,-2 0-11-15,-1-5 2 0,-4-5 6 0,1-2 3 0,-8-3 4 0,2-5 15 16,-2-1-10-16,-5-6 0 0,-2-3-1 16,0-4 0-16,-3-3-18 0,-2-2-7 0,-7-4-3 0,-7-1 2 15,-5-2-22-15,-8 1-2 0,-6 2-2 0,-9 1 1 16,-8 5-3-16,-7 4 0 0,-8 3 1 0,-8 4-10 15,-8 8-4-15,-7 4-15 0,-4 5-19 0,-29 4-19 16,0 11-23-16,2 3-31 0,23 5-35 0,1 2-52 0,1 2-177 0,7 3-426 16,5 1 188-16</inkml:trace>
  <inkml:trace contextRef="#ctx0" brushRef="#br0" timeOffset="212170.7">12107 13084 121 0,'1'-5'256'16,"-1"1"-14"-16,4-1-20 0,-4 1-16 0,0 0-21 15,0 4-21-15,1-4-18 0,-1 4-22 0,0 0-11 16,0 0-13-16,0 0-11 0,9 10-10 0,-5 1-7 16,1 7-9-16,-1 1-7 0,1 8-11 0,-1 2-5 15,-4-1-6-15,0 5-4 0,0 2 0 0,-1 1-3 16,-3-2-5-16,0-1-3 16,-1 0 1-16,-3-4-5 0,7 0 2 0,-4-3-2 15,2-9-2-15,2-6-2 0,-2 0 0 0,2-1 0 16,1-3 1-16,0-1 23 0,-4-2 37 0,4 1 46 15,0-5 17-15,0 0-6 0,0 0-15 0,0 0-11 16,12-20-10-16,-7 8-9 0,5-5-11 0,3-7-4 16,5 0-5-16,-4-1-10 0,5-2-10 0,2 0-6 15,0-3 1-15,2 3-5 0,0 1-9 0,-5 6 3 0,-4 4-2 0,-4 3-2 16,-2 7-8-16,2-2-4 0,-6 3-4 0,1 0-5 16,2 3-6-16,-2 2-4 0,-5 0 0 0,11 7-6 15,-3 0 2-15,0 4-1 0,-1 5 6 0,5 1-5 16,-6 4-5-16,5 4-4 0,-1 0-2 0,-1 0-26 15,0 0-12-15,1-1-32 0,-3-1-34 0,1-3-40 16,-4-3-52 0,5-4-59-16,-5-3-213 0,-1 1-529 0,1-5 234 0</inkml:trace>
  <inkml:trace contextRef="#ctx0" brushRef="#br0" timeOffset="212587.16">13018 13377 90 0,'-8'1'178'0,"1"1"-1"0,-1-2-18 16,3 2-11-16,5-2-15 0,-12 2-13 0,12-2-10 15,-6 0-16-15,6 0-3 0,0 0 8 0,0 0 8 16,0 0 0-16,19 3-5 0,3-3-7 16,9 0-11-16,6-4-7 0,18 0-8 0,2 2-4 15,3-4-8-15,4 0-8 0,28-1-2 0,-27 2-5 16,0-2-3-16,3 4-6 0,-8-1-4 0,-1-2-1 15,-18 4-3-15,-3 0-2 0,-6 2-3 0,-4-1-3 16,-10-1 0-16,-4 2-6 0,-1 0-3 0,-3-2-7 16,-2 0-13-16,-6 1-12 0,-2 1-14 0,0 0-14 15,0 0-14-15,-24-2-11 0,15 2-9 0,-5-2 3 0,1 1-20 0,-1 0-13 16,4 1-24-16,-3-1-153 0,-1-1-316 0,4 2 140 16</inkml:trace>
  <inkml:trace contextRef="#ctx0" brushRef="#br0" timeOffset="212839.49">13873 13092 146 0,'-3'-3'261'0,"2"1"-28"0,1 2-28 16,0 0-20-16,0 0-20 0,0 0-17 0,0 0-22 15,18 9-7-15,0 0-10 0,6 4-4 0,2 4-8 0,2 3-4 16,2 1-7-16,1 1-4 0,-3 1-12 0,-2 1-5 0,-2 3-4 16,-4-2-7-16,-3-1-6 0,-2-1-8 0,-4 0-2 15,-6-6-7-15,-1 0-9 0,-6 0-10 0,-3 0-22 16,-2-1-30-16,-5-2-42 0,-3 0-62 0,-6 0-244 16,2-4-420-16,-4-3 186 0</inkml:trace>
  <inkml:trace contextRef="#ctx0" brushRef="#br0" timeOffset="-209736.13">12428 13457 90 0,'-5'-5'142'16,"-1"0"-8"-16,3 0-8 0,-1-3-7 0,0 4-9 16,0-4-10-16,-1 4-6 15,3-2 1-15,-2 3-5 0,1-2-8 0,2 2-9 16,0-2-8-16,1 5-4 0,-3-5-15 0,-1 3-4 15,4 2-4-15,0 0-5 0,0 0-2 0,0 0-5 16,0 0-4-16,-1 12 2 0,2-7-6 0,3 3-1 16,0-1 2-16,4 2-4 0,3-4-4 0,6 5 0 15,9 0 3-15,5-6-3 0,6-1 2 0,18-3-1 16,-1-3 0-16,1-4-4 0,-3 2 4 0,-2-7-2 0,-13 4-4 0,-5-3 3 16,-3-1-10-16,-2-3 9 0,-4-2-1 0,-10 3-4 15,-3-3 0-15,-5-2-6 0,-3-1-6 0,-8-7-2 16,-5 1-3-16,-6-1-2 0,-7 3 2 15,-5 2-2-15,-16-2-2 0,-5 2 1 0,-1 8 4 16,-5 2 6-16,-1 4 4 0,0 4 17 0,-2 4-3 0,-1 5 5 16,0 2 1-16,1 5 3 0,2 2-7 0,2 3 3 0,3 1-2 15,3 6 3-15,16-8-11 0,3 4 2 0,3 4-3 16,7-1-2-16,3 2 0 0,2 1 3 0,10 0 2 0,4 0-1 16,8-1-1-16,11-3 1 0,13 1 0 0,21-1 2 15,7-1-5-15,38-6 1 0,4-6 1 16,2-6-3-16,2-7 7 0,8-6-4 0,-2-5 0 15,2-4 0-15,-6-1 1 16,-11-2-11-16,-32 3 13 0,-3 0-3 0,-2-5-2 16,-9 2-3-16,-6-3-1 0,-12 6-7 0,-5-1 14 15,-3-2-8-15,-12 6 7 0,-6-1 1 0,-2 0-3 16,-5 3 1-16,-7 2-3 0,-5 4 2 0,-6 1-3 16,-12 4 5-16,-2 4-4 0,-7 3 4 0,-14 9-1 15,-3 4 1-15,5 4-12 0,-1 4 4 0,3 1 2 16,0 4 2-16,6 1-2 0,1 0 2 0,16-8-5 0,4-1 0 0,4 3 1 15,1-4 3-15,9-1-1 0,8-2 2 0,2 0-1 16,8-3 2-16,13 4-3 0,7-5 1 0,21-1-8 16,5-1-3-16,11-12-2 0,1-1-3 0,26-12 2 15,-2-2-7-15,-2-2 0 0,1-4 1 0,-29 4 9 16,27-12 1-16,-29 7 0 0,-4-2 1 0,-3-2-5 16,-5 1-4-1,-16 4 2-15,-9 1-10 0,-3 2 14 0,-6 4 4 16,-8 2 0-16,-6 5 6 0,-3 1-6 0,-9 0 9 0,-7 4-1 15,-11 4 6-15,-10 5-3 0,-11 4-5 0,-2 3 1 16,-1 7 2-16,4 0-3 0,-1 1 5 0,6 3 0 16,1 0-2-16,12-7-4 0,-1 4 1 0,5 0 0 15,5-2-2-15,3-1 2 0,9-5 1 0,0-2 3 16,7 0-4-16,4-1 4 0,6-2-4 0,9 0 2 0,15-4 3 0,11-1-2 16,21-5-13-16,7-7-6 0,29-4-15 15,-5-2 2-15,-28-1-3 0,24-9 1 0,-28 3 5 16,-2 1-1-16,-1-4-9 0,-7-4 5 0,-18 10-4 0,-6-2 7 15,-5-1-7-15,-7 6 8 0,-7-1-5 0,-5 5 7 16,-6 1 11-16,-2 1 10 0,-8 0 0 0,-13-4 6 16,-5 11 4-16,-5 2 1 0,-17 2-1 0,0 3 3 0,-4 4-4 15,4 2 3-15,2 1 2 0,3 2 4 0,15-2-4 0,1 2-5 16,3-3 1-16,3 1 1 0,11-1-8 16,2-1-10-16,7 1 1 0,5-1-7 0,10-2-12 15,7 2-37-15,14 0-60 0,3-4-64 0,23 0-208 16,-1 1 93-16</inkml:trace>
  <inkml:trace contextRef="#ctx0" brushRef="#br0" timeOffset="-209250.07">15008 13126 219 0,'1'-5'245'15,"-1"0"-17"-15,0-1-14 0,0 2-30 0,4 2-24 16,-4 2-14-16,0 0-21 0,1-5-11 0,-1 5-17 16,0 0-9-1,0 0-10-15,1 12-6 0,-1-2-12 0,0-1-7 0,-1 9-4 16,-4 1-8-16,5 3 2 0,-4 4-6 0,2 1-5 15,-5 3-6-15,2-2-3 0,1 1 0 0,-1 3-7 16,0-4 1-16,1-1-1 0,2-8 1 0,-1 2-3 16,-1-4-3-16,0-1-2 0,3-6 4 15,1-1 0-15,-1-2-2 0,-2-1 15 0,3-2 36 0,0 1 39 16,0-2 37-16,0-3 22 0,0 0-8 0,0 0-19 0,9-8 0 16,-2-2-22-16,-1-4-13 0,4-1-9 0,2-4-13 15,3-4-4-15,0-3-11 0,2 0-12 0,-3 1 2 16,1 1-2-16,-2 3-8 0,-4 5-2 0,-1 7-5 0,-2-3-5 15,-1 5 5-15,-3 1-20 0,1 0-3 16,1 1-8-16,-2 4-12 0,-2 1-2 0,0 0 3 16,0 0-1-16,13 8-5 0,-10 0 0 0,2 1 4 0,-1 4 7 0,1 4-8 0,0 1 6 15,3 2 1-15,-3-1-8 0,4 4-25 16,5 0 1-16,-9-7-26 0,4 5-20 0,-1-5-29 16,1-3-32-16,1 2-25 0,-1-2-30 0,0-4-37 15,1-1-50-15,-1-3-181 0,2 0-505 0,-2-3 225 31</inkml:trace>
  <inkml:trace contextRef="#ctx0" brushRef="#br0" timeOffset="-208934.7">16279 13242 261 0,'0'-5'291'0,"0"5"-27"0,3-5-28 15,-3 5-30-15,-3-4-17 0,3 4-23 0,0 0-22 16,0 0-15-16,0 0-16 0,0 0-12 0,0 0-10 16,0 17-12-16,-1-8-8 15,-2 3-1-15,3 5-10 0,0-2-9 16,0 3-4-16,-1 0-2 0,1-1-7 0,0 2-3 15,-1-2-5-15,2 0 3 0,-1-3-7 0,1 2-7 16,-1-3-22-16,0-3-20 0,-1 0-19 0,1-3-24 0,-1 0-25 16,-2 1-26-16,2-4-21 0,-3-1-38 0,0-3-181 15,4 0-386-15,-14-2 170 0</inkml:trace>
  <inkml:trace contextRef="#ctx0" brushRef="#br0" timeOffset="-208780.28">16192 13062 217 0,'2'-12'295'0,"1"1"-24"0,-2 1-18 16,1 1-28-16,-1 3-17 0,-1 1-23 0,0 1-24 16,1-1-20-16,-1 2-31 15,0 3-21-15,4-2-30 0,-4 2-27 0,0 0-30 16,11 7-32-16,-8-2-34 0,1 3-31 0,2 3-34 16,-2-3-193-16,0 2-348 0,1 0 153 0</inkml:trace>
  <inkml:trace contextRef="#ctx0" brushRef="#br0" timeOffset="-208449.19">16719 13097 244 0,'1'-3'231'0,"-1"3"-23"15,0 0-24-15,0 0-18 0,0 0-20 0,0 0-12 16,0 0-17-16,0 0-13 0,-13 17-8 0,7-10-9 0,-3 7-10 0,-4 1-5 15,3-1-8-15,-2 1-11 0,0 0-3 0,3-1-5 16,2 3-5-16,-3 0-4 0,6 2-3 0,2-2-2 16,2-2-3-16,4 2-5 0,0-1 2 0,5-1 1 15,3-2-10-15,3-1 1 0,-1 0 3 16,7-3-6-16,-3 2-1 0,6-1-2 0,-4-1-1 0,-4-2 4 16,2 2-5-1,-5-6 0-15,-3 4-4 0,-1 0-7 0,-3-4-4 16,-1 2 1-16,-5-1 6 0,0-1-1 0,-6 4 2 15,-6 0-4-15,-8-2 3 0,-8 3-16 0,-4-3-16 0,-4 0-30 16,0 1-37-16,4-4-47 0,-2-1-205 0,2-1-379 16,4-1 168-16</inkml:trace>
  <inkml:trace contextRef="#ctx0" brushRef="#br0" timeOffset="-207293.75">17722 13363 159 0,'0'0'166'16,"0"0"-26"-16,0 0-3 0,0 0-18 0,0 0-8 0,-5 2-13 0,5-2-4 16,0 0-5-16,0 0-1 0,0 0 3 0,0 0 2 0,0 0 2 15,15-4-11-15,-6 1-5 0,1 0-2 0,3-2-16 16,-2-2 5-16,1 0-4 0,2-3 4 0,3-2-2 15,-5-2-4-15,4-1 6 0,-1-4-3 0,3-2 6 16,-3-2-5-16,2 0-1 0,-1-2-3 0,-1-2 0 16,-3-4-1-1,1 2-2-15,0 0-1 0,-3 3-3 0,-2-1-4 0,-2 0 4 16,1 0-2-16,-5 10 1 0,2 0 7 16,-3 0 2-16,-1 5 0 0,3 0-6 0,-2 2 6 15,-1 3-1-15,0 1-9 0,0 0-8 0,1 3-7 16,-2-1-8-16,1 4-20 0,0 0-8 0,-4-2-2 0,4 2 1 15,-14 12 4-15,5 2-4 0,-1 1-3 0,-2 2-1 16,2 9 6-16,-4 3-6 0,1 7 2 0,4-4 6 0,1 3-5 16,1-2 3-16,3-2 8 0,0 3-10 0,4-3-1 15,2-1-1-15,2-1-2 0,2-3-4 0,5 1 1 16,2-6-5-16,5-1-2 0,1-2-3 0,8-2-4 16,3-6-7-16,5-1-11 0,15-3-19 0,2-1-10 15,1-4-10-15,2-6-2 0,0 0 3 0,-3-3 2 16,-2-3 6-16,-10 2 9 0,-3-3 1 0,-2 1 8 0,13-8 7 0,-15 3 8 15,-4 0 1-15,2-1 7 0,-9-1-3 0,1 1 11 16,-3 0 15-16,-8 2 22 0,0 3 3 0,-3-2 15 16,-3 4 9-16,-3 0 4 0,0 1 6 0,-2 3-6 15,-2-1-8-15,0 0-3 0,-2 3-5 0,-5-1-2 16,-1 0-3-16,-5 3-8 0,-2 4 0 0,-5-2-4 16,-7 5 4-16,7 1-6 15,-6 4-2-15,1 0-4 0,1 5 2 0,0-1-7 16,1 3 1-16,9-5 4 0,-1 3-1 0,2-2-1 15,2 1-2-15,3 0-5 0,1 2-1 0,-1-5-1 16,8-1 0-16,-2 1-2 0,2-1 5 0,2-3 1 16,2-2 1-16,1 0 3 0,4-1-2 0,3-3 1 15,3-1-1-15,-1-2 1 0,4-4 1 0,0 2 1 16,1-6-2-16,-1 2 1 0,0-3 0 0,0 4-3 0,1-6 3 0,-4 4 0 16,4-1 7-16,-8 0 10 0,0 2 4 0,-1 2 18 15,-1 1-1-15,-3 0 2 0,1 0-4 0,-2 3-5 16,0-1-3-16,0 1-12 0,0-1-2 0,-4 3 8 15,8 0-13-15,-8 0 0 0,11 5-2 0,-2 0-2 16,-3 2-16-16,4 1-14 0,-1 0-20 0,0 1-34 16,7 1-30-1,-5 3-36-15,3-2-44 0,-5-2-48 0,3-4-192 16,-2 2-461-16,-4-1 205 0</inkml:trace>
  <inkml:trace contextRef="#ctx0" brushRef="#br0" timeOffset="-206501.64">19085 13072 117 0,'5'-9'310'0,"-1"4"-31"0,1 1-29 0,-1 0-29 16,-1 0-23-16,2 2-23 0,-5 2-22 0,9 5-12 16,-4 0-17-16,1 3-12 0,1 2-7 0,-1 2-13 15,0 5-9-15,1 0-12 0,-3 8-8 0,-2-4 0 0,1-3-8 16,-3 8-9-1,-2-1-3-15,1-7-4 0,-3 2-4 0,0-2-3 16,-2-2-4-16,1-2-1 0,-1-4-3 0,1 0-3 16,-2-5 1-16,6 1 3 0,0-1 17 0,-2-2 23 15,-1-3-14-15,4 0-4 0,0 0 1 0,-6-8-1 16,2 2-4-16,4-4-4 0,4 2-2 0,-2-9-10 16,6 1-1-16,0-1-8 0,11-8 4 0,-4 3-20 15,6-2-11-15,1 1-10 0,5 2 1 0,-1 0 1 0,2 3 4 0,4 1-2 16,4 4 0-16,-4 1 3 0,0 4-2 0,2 2 3 15,2 1-2-15,-3 2-7 0,0 3 0 16,-2 2-11-16,-3-1-11 0,-6 4-8 16,-2 0-5-16,-7 0-5 0,-3 2 0 0,0-1 3 0,-3-1 0 15,-4 2 10-15,-1-2 1 0,-1 0 7 0,-2 2 5 16,1-2 0-16,-4 0 8 0,-1-1 3 0,1 1 1 0,-2-2 3 0,2 0 8 0,-2-2-3 16,-1 0 11-16,7-1 3 0,-6 2 8 15,6-2 0-15,0 0 0 0,-9-5-7 0,9 5 2 16,8-12-8-16,-1 8-1 0,2-6 1 0,0 3-1 15,7-5 3-15,-1 2-8 0,3 1 5 0,-2 1 1 0,2-2 6 16,-1 3-5-16,-6 0 3 0,0 4-1 16,0-4 5-16,-3 3 2 15,0 1 1-15,-3 2-3 0,1-1-2 0,-1 0 0 16,-1 0-4-16,-4 2 0 0,0 0-4 0,9 4 6 16,-7-1-1-16,0 1-1 0,-1 6 4 0,0 1-1 15,-1 2 3-15,-1 4-1 0,-2 3 3 0,1 6 6 16,-3 1-5-16,0 2 3 0,-2 0 0 0,0 2-2 15,2 0-2-15,-2-2 4 0,1 3-4 0,0-3-3 16,-1-4 3-16,2 1-1 0,1-7 2 0,0 0-1 0,0-1 2 0,-1-2-4 16,4-3 1-16,-3-1 0 0,-1-2 2 0,1-1-3 15,-1-1 2-15,1 0 1 0,2-3-1 0,-2 2 5 16,1-3 6-16,-1 1 5 0,-2-3 6 0,2 2 7 16,-1-1 2-16,0-3 2 0,5 0 6 0,-13 0 1 0,6-1-1 15,-4-6 3-15,2 1-1 0,-3-1 0 0,1-3 5 16,-3-2 15-1,4-3-5-15,2-2 0 0,-2 0-2 0,5-10 1 16,1-4-9-16,4 1 5 0,3-3-6 0,6-1-7 0,3-10-3 16,6-2-3-16,-5 16-10 0,6 0 1 0,-1 4-2 15,1-1-5-15,4 8-3 0,-3 0-7 0,1 3-5 16,-5 6-26-16,1-1-30 0,1 4-22 0,0 2-26 16,3-1-29-16,-1 3-31 0,-5 2-38 0,6 1-44 15,-8 0-247-15,1 3-527 0,-4 0 233 0</inkml:trace>
  <inkml:trace contextRef="#ctx0" brushRef="#br0" timeOffset="-206091.33">20054 13167 241 0,'0'0'280'0,"0"0"-19"0,0 0-28 0,0 0-29 0,0 0-16 16,18-10-21-16,-2 5-8 0,4 0-23 0,9-4-13 15,0 1-14-15,1-4-10 0,3 5-11 16,-4-4-7 0,3-2-10-16,-2 2-3 0,-4 0-7 0,1-4-8 15,-4 2-1-15,-4 2-8 0,-3-1-4 0,0-2-5 0,-4 1-5 0,-1-1-4 0,-4 2 1 16,-4 2-6-16,1 0 0 0,-2-1 0 0,-5 3-4 16,-2 3-6-16,-5 0 0 0,-6 1-4 0,-5 4-1 15,-10 3-4-15,3 3 0 0,-4 2-6 0,-1 6 6 16,1 1-8-16,4 2 3 0,1 4 1 0,0-1-4 15,8 4 3-15,-2-2 1 0,6 3-2 0,6-2 10 16,4 1-9-16,5 2 3 0,3-6-2 0,13 2 7 16,2 0-5-16,8-5 4 0,2 0 2 0,4-3-3 15,4-4 3-15,1-4 0 0,2 0 1 0,14-4 6 16,-1-4 14-16,-14 1 14 0,16-3 11 0,-17 2 5 16,-5-1 5-16,-1 0 0 0,-11 2 26 0,-6-2-14 15,-2 2 1-15,-2-3-3 0,-3 4-3 0,0 0-5 16,-1-2-5-1,-2 2-19-15,-4 0-44 0,7-2-38 0,-7 2-44 0,0 0-58 16,0 0-57-16,0 0-63 0,-16 4-257 0,5 1-562 16,3-2 249-16</inkml:trace>
  <inkml:trace contextRef="#ctx0" brushRef="#br0" timeOffset="-204274.05">22008 12591 41 0,'0'-8'196'0,"0"4"-17"0,0-3-20 0,-2 4-20 16,-2 0-14-16,4 3-13 0,-15 4-13 0,1 7-11 15,-11 7-10-15,-10 13-10 0,-5 10-12 0,2 0-8 16,-19 26-5-16,20-18-6 0,-16 19-9 0,7 4 7 16,14-20 10-16,9 0 4 0,6 6 0 0,7-4-10 15,10 1 9-15,7 0-2 0,12-6-4 0,10-3 2 0,12-5-12 16,14-2 5-16,27 0-20 0,-19-18-31 0,41 1-50 16,1-14-66-16,-5-5-166 0,3-3-320 0,-4-6 142 0</inkml:trace>
  <inkml:trace contextRef="#ctx0" brushRef="#br0" timeOffset="-203741.36">22552 12908 252 0,'1'-8'257'0,"4"-3"-4"0,-1 1-10 0,0 0-12 16,1 2-9-16,-4 2-10 0,3 1-16 15,0 0-21-15,-3 0-19 0,2 2-18 0,-3-1-18 0,1 1-19 16,-1 3-34-16,0 0-7 0,0 0-9 0,0 0-6 16,4 14-4-16,-5-6-6 15,-2 4-2-15,1 5 0 0,-2 2-9 16,-3 6 0-16,1-6-5 0,-3 10-1 0,4 0 0 16,-3-2 7-16,2-2-8 0,2-4-7 0,4-4 0 15,-1 0 3-15,-2-8 1 0,3 3-2 0,-1-3-3 0,-2-3 2 16,3-3 2-16,0 4 9 0,3-6 16 15,-3-1-11-15,11-1-1 0,-2-6 2 0,3-1 5 16,2-4 2-16,1 0 4 0,4-5-2 0,1 0-9 16,0-3 4-16,-5 7-4 0,5-5-4 0,-5 4-9 0,-2 3 5 15,-2 3-7-15,-2 2-1 0,-2 1-1 0,-1-2-5 0,-1 5 0 16,1 0-18-16,-2 2-3 0,-4 0-1 0,13 4-1 16,-3 1-5-16,-2 2-6 0,1 1-6 0,1 6-17 15,-1-5-24-15,3 2-22 0,-1 6-29 0,6 4-26 16,2-2-57-16,-6-5-255 0,3-3-503 0,0 3 222 15</inkml:trace>
  <inkml:trace contextRef="#ctx0" brushRef="#br0" timeOffset="-203436.56">23304 13014 83 0,'-3'-2'271'0,"3"2"-24"0,-8-1-18 0,8 1-22 15,-5-2-20-15,5 2-20 0,0 0-21 0,13-4-13 16,0 4-14-16,7-5-11 0,9 0-15 0,3 2-10 16,3-1-9-16,2 0-12 0,1 0-5 0,0 0-9 15,-2-1-5-15,-4-1-5 0,-4 2-2 0,-8 2-4 0,-1-1-4 0,-8 1-2 16,2-1-1-16,-5 3-1 0,-2-1-4 0,-1 0-4 15,0-2-17-15,-5 3-22 0,0 0-16 0,0 0-17 16,0 0-17-16,-19-3-18 0,7 4-13 0,0-1-14 16,0 2-26-1,0-4-182-15,1 2-353 0,-2 2 157 0</inkml:trace>
  <inkml:trace contextRef="#ctx0" brushRef="#br0" timeOffset="-203187.42">23710 12793 152 0,'-2'-2'293'0,"1"-2"-20"16,0 0-29-16,1 4-21 0,0 0-27 0,-3-6-24 0,3 6-14 16,0 0-25-16,0 0-12 0,0 0-11 0,14 15-15 15,-4-9-10-15,3 6-10 0,3-1-6 0,0 2-10 16,5 5-9-16,-1 1 2 0,-6-3-10 0,0 0-2 0,0-2-2 15,-5 2-9-15,3 0-1 0,-6 0-9 16,-2 3-1-16,-1-3-19 0,-5 0-10 16,0-3-15-16,-5 2-20 0,-3-1-24 0,-3 0-31 15,-4 1-31-15,2-3-36 0,-4-2-203 0,1-1-399 16,4-4 176-16</inkml:trace>
  <inkml:trace contextRef="#ctx0" brushRef="#br0" timeOffset="-202354.63">24745 13036 86 0,'0'0'216'0,"0"0"-17"0,0 0-18 16,0 0-8-16,0 0-11 0,0 0-11 0,0 0-20 16,0-8-12-16,0 8-10 0,4-5-13 0,-2 2-9 15,1-2-8-15,-1 2-8 0,1-3-3 0,-2 0-3 0,3-1-6 0,-3-4-3 16,4 2-1-16,-1-3-6 0,0 2-6 0,0-7-5 16,1 4-10-16,-1 0-3 0,1-2 1 0,0 0-5 15,-1 1-1-15,0 0-4 0,-2 2 1 0,2 0 0 16,2-1 14-16,-3 1-3 0,-1 3 4 0,-2-1 1 15,4 0 0-15,-4 4-2 0,2-1 1 0,-1 2-8 16,-1 1 2 0,0 0-11-16,-3-1-3 0,-4 5-7 0,-3 0 0 15,-7 0-2-15,-2 5-5 0,-9 2 1 0,-3-1-1 0,0 7 4 16,-3-1-5-16,-1 1 5 0,-16 8-3 0,6 0 0 16,8-4-1-16,-9 1-1 0,12-1 1 0,-1 1 0 15,3-2 2-15,0 0 1 0,4-3-1 0,0-2-1 16,10-1-2-16,2-1 2 0,4-4 0 0,1-1 2 15,4 0 1-15,1-1 6 0,0 1 24 0,0-2 26 0,3-1 19 16,3-1-3-16,0 0-10 0,-6-10-5 0,8 5-11 16,-1-2 0-16,4-1-8 0,2-3-2 0,0 1-3 0,5-3-3 15,-1 2-4-15,4-1 7 0,-4 3-13 16,0 1-9-16,-2 1 5 0,-2 0-8 0,3 2-1 0,-3 2-1 16,0 1-2-16,-1-1-3 0,3 5-2 0,1-1-1 15,2 1-3-15,1 3-1 0,1 2 0 0,0 1 2 0,2 3 0 16,-3 2-2-16,4 1 0 0,-2-2 0 0,6 8 0 15,-2-1 3 1,0 0 1-16,0-2 1 0,0 3 1 0,-6-11-1 16,1 3 1-16,1-1 2 0,-4-5-1 15,0 1 3-15,-1-5 0 0,1 4-1 0,-1-4 3 0,-4-2 0 16,4-1-1-16,-1 0-3 0,-2-4 2 0,4 3-2 16,-4-6 3-16,1 2 2 0,0-1 5 0,1-1-11 0,0 0 1 15,-3 1 1-15,1 0-14 0,-2 0-11 0,-1-1-19 16,1 1-26-16,1 2-34 0,-2 0-38 0,1 1-38 15,2-1-56-15,-2 0-240 0,2 2-510 0,0-1 226 16</inkml:trace>
  <inkml:trace contextRef="#ctx0" brushRef="#br0" timeOffset="-201352.11">25074 12327 189 0,'6'-2'177'0,"1"2"-19"0,5 1-12 16,-1 5-20-16,8 4-13 0,9 12-14 0,-1 2-7 15,10 18-5-15,-1 4 0 0,11 28-3 16,-20-19-14-16,10 20-6 0,-15-17-6 0,-7 0-6 16,1 25-3-16,-11-23-5 0,-5 23 1 0,-5-27 1 0,-7-2-7 0,-7 0-6 15,-7-1 1-15,-25 15-4 0,5-24-1 0,-29 11-16 16,-7-4-46-16,-1-9-50 0,1-8-68 0,-3-9-133 15,22-10-305-15,-1-5 135 0</inkml:trace>
  <inkml:trace contextRef="#ctx0" brushRef="#br0" timeOffset="-199318.29">10456 14751 183 0,'-2'-9'201'0,"-1"0"-24"16,2-1-7-16,-2 2-11 0,2-3-7 0,0 0-7 31,-1 1-8-31,1 1-6 0,1 2-10 0,-1 2-2 0,1 0-10 0,0-1-6 16,0 2-9-16,0-1-12 0,1 1-10 15,-1 4-12-15,-1-5-8 0,1 5-16 0,0 0-2 0,0 0-8 16,1 14-1-16,-2-2-3 0,-2 4-5 0,3 2 1 16,-3 2-3-16,0 8-3 0,-1 0-1 0,-1 0 15 15,1-1-2-15,0-1-5 0,3-1 2 0,-2-6-1 16,2-2-3-16,1 0-2 0,-1-4-5 0,-2-2 1 0,3-1 1 15,0-4-1-15,0 1 1 0,0-2-2 0,3 0 2 0,-2-2-1 16,0 2 3-16,7-4 8 0,-8-1-13 16,19-6 3-16,0 0-3 0,2-1 1 0,2-6-4 15,2-2 1-15,-3-2-3 0,-2 2 1 0,3-6-1 0,-1 2 3 16,-4-1-2-16,4-1-3 0,-7 1 3 16,2 1 0-16,-4 4 1 0,-3 1 11 0,-1 0 14 15,-3 3 11-15,-1 2 13 16,1 0 6-16,0 3 1 0,-4 0-4 0,1 0-7 15,-1 3-8-15,2-2-2 0,-2 1-6 0,-1 2-7 0,-1 2-8 16,0 0-8-16,4-4 0 0,-4 4 4 16,0 0-8-16,5 13-4 0,-3-8 0 0,1 2 1 15,-1 4-2-15,2-1-1 0,0 2 2 0,-4 1-3 16,1-2 1-16,3 0 1 0,-4 6-1 0,1-5 1 16,2 5 1-16,-2-7 0 0,3 2 0 0,-3-1 0 0,0 2-21 0,-1-6-5 15,3 1-11-15,-3-3-15 0,0 2-4 0,1-2-8 16,-1-1-1-16,0 0 3 0,3-1 3 0,-3-3 7 15,0 4-1-15,0-4-2 0,0 0-67 0,0 0-76 16,0 0-244-16,-14-12-473 0,6 4 211 0</inkml:trace>
  <inkml:trace contextRef="#ctx0" brushRef="#br0" timeOffset="-199145.48">10630 14565 149 0,'-4'-7'357'0,"4"4"-19"16,-1 1-34-16,-2-1-24 0,3-2-26 0,0 5-33 0,0-5-22 15,0 5-24-15,0 0-35 0,0 0-43 0,0 0-46 16,3-4-31-16,-3 4-32 0,0 0-41 0,0 0-36 0,16 7-42 16,-8-7-39-16,-6 5-185 0,1-2-386 15,2 1 171-15</inkml:trace>
  <inkml:trace contextRef="#ctx0" brushRef="#br0" timeOffset="-198819.51">10429 14497 201 0,'-1'-4'248'16,"-3"1"-30"-16,4 3-20 0,0-7-24 0,0 7-41 15,0-3-50 1,0 3-59-16,0 0-12 0,0 0-24 0,0 0-40 0,0 0-48 0,0 0-89 0,14 4-203 16,-9-1 91-16</inkml:trace>
  <inkml:trace contextRef="#ctx0" brushRef="#br0" timeOffset="-198310.6">10470 14312 103 0,'-13'-1'110'0,"-1"1"-14"15,-1 2-8-15,-4 1-10 0,-2 2-4 0,3 3-9 0,-1-2-10 16,-4 9-4-16,-1 1-8 0,0 1-5 0,-1 3 1 16,5 0-4-16,-3 3 2 0,1 2-3 0,3 4 5 15,-6 11 2-15,5 7 2 0,-4-4 3 0,6 3-3 16,0-2-2-16,3 2-6 0,5 2 1 0,1-3-4 0,6-8-3 16,2 10 5-16,2-11-13 0,4-3-2 15,4 1 6-15,5-1-7 16,5-3 6-16,12 8 1 0,1-3 2 0,-1-10 5 15,15 1 5-15,0-2 3 0,5-10 2 0,1-2 15 16,2-4 3-16,5-8 3 0,0 0 4 0,2-3-4 16,3-1-4-16,0-1-2 0,2-12 0 0,18-8 0 15,-23 8-9-15,1-2 6 0,-4-5 5 0,-2 0 2 16,0-3 5-16,-5-2 1 0,-6-3 4 0,-1-3-1 16,-8-2 10-16,-4-3-11 0,-4-2-1 0,-6-1-8 0,-4-8-2 0,-12 4-10 15,-6-3-3-15,-6-1-3 0,-12 1-5 0,-8 1-5 16,-8 1-5-16,-5 6-1 0,-10 4-2 0,-5 4-7 15,-26-6-2-15,17 17-16 0,-24 3-21 0,-6 9-18 16,-3 10-26-16,-5 6-26 0,-9 11-35 0,-1 9-38 16,5 1-43-16,4 4-232 0,12 0-477 0,34-9 212 15</inkml:trace>
  <inkml:trace contextRef="#ctx0" brushRef="#br0" timeOffset="-195659.18">14324 14257 94 0,'0'-5'219'15,"0"-3"-4"1,0 2-8-16,0 2-9 0,0-1-14 0,1-1-15 16,-1 2-23-16,0 4-15 0,-1-3-17 0,1 3-27 0,0 0-30 15,0 0-5-15,0 0-14 0,0 18 3 16,-1-1-4-16,-2 7-11 0,-1 5 2 0,3 2-5 16,-3 5-3-16,3 0-6 0,1 11 1 0,-1-1 1 0,-2 2-2 0,3-13-2 15,0 0-1-15,0-2-2 0,-1 2 0 0,2-2-2 0,-1-3 4 16,0-3-4-16,0-2-2 0,0 0 3 0,3-8 0 15,-3-1 2-15,0 0 1 0,0-4-5 16,1 0 4-16,-1-3-17 0,0-1-17 0,0-1-18 16,0-1-6-16,0-2-11 0,0 1 0 0,0-2-7 0,0 1 8 15,0-4-2-15,0 0-63 0,0 0-165 0,0 0-311 16,-13-8 139-16</inkml:trace>
  <inkml:trace contextRef="#ctx0" brushRef="#br0" timeOffset="-195343.47">14311 14411 61 0,'0'0'182'0,"-1"-6"-23"0,6 5-12 15,-5 1-15-15,8 0-7 0,-8 0-14 0,18 1-9 16,-4 2-9-16,1 3-7 0,5 0-6 0,1 2-3 0,4 1-8 15,1 3-9-15,-2 0-4 0,-1 3-6 0,-4-4-12 0,-2-1 12 16,1 2-12-16,-5 1-5 0,-2 0-9 16,-4-3-2-16,-2-1-7 0,-3 1 4 0,-2-1 4 15,-4 1-9-15,-3-1 1 0,-6 3 1 0,-5 0-1 16,-5-2 0-16,-5 2 2 0,1-3-5 16,-5-1 1-16,2-5 3 0,-1 5-2 15,0-3 3-15,2 0-3 0,7-2-1 0,3 0-1 16,1-2-6-16,5 2 2 0,1-3-4 0,3 0-18 15,3 0-19-15,1 0-20 0,5 0-30 0,0 0-33 16,0 0-34-16,0 0-121 0,22-7-293 0,-3 2 129 16</inkml:trace>
  <inkml:trace contextRef="#ctx0" brushRef="#br0" timeOffset="-194069.91">15647 14492 213 0,'-3'-5'285'0,"3"1"1"0,3 0-31 15,-6-1-16-15,3 5-14 0,0-6-21 0,3 4-22 16,-3 2-16-16,0-5-15 0,0 5-24 0,0 0-20 16,0 0-13-16,0 0-27 0,0 0-11 0,0 0-6 0,0 0-9 15,-3 12-1-15,2-2-7 0,-2 2-2 0,2 0-2 0,-3 6-3 16,4 0-2-16,-1 2-2 0,-2-2-2 16,3 0-4-16,-2-1-3 0,-1 0 0 0,3 0-2 15,-1-5 1-15,-2 0 2 0,3-1-3 0,0-1-17 16,0-2-10-16,-1-3-16 0,-3 2-16 0,4-2-4 15,-1-2 3-15,1 4 4 16,0-7-2-16,0 6 7 0,0-6-5 0,-4 1-58 16,4-1-78-16,0 0-220 0,-13-14-432 0,8 6 192 0</inkml:trace>
  <inkml:trace contextRef="#ctx0" brushRef="#br0" timeOffset="-193925.18">15575 14316 55 0,'0'-5'242'0,"0"-2"-19"0,1 2-17 16,-1-2-22-16,3 4-20 0,-2 0-16 0,-1-1-24 16,0 4-37-16,4-7-35 0,1 5-28 0,-5 2-50 15,9 0-32-15,-3 0-40 0,2 2-124 0,-3 0-239 16,4 1 106-16</inkml:trace>
  <inkml:trace contextRef="#ctx0" brushRef="#br0" timeOffset="-193570.69">16117 14368 214 0,'0'0'261'0,"0"0"-32"0,0 0-18 0,0 0-27 0,0 0-20 0,0 0-20 0,0 0-12 16,0 0-17-16,0 0-11 0,-19 1-10 0,14 3-10 15,-2 2-10-15,1 1-7 0,2-3-10 0,-2 3-4 16,-1 1-6-16,5-2-6 0,-1 2-8 0,2-2 0 16,-2 5-5-1,3-2-4-15,4 3-3 0,0-3-1 0,1 1-2 16,5 4-3-16,-1 0-1 0,3-2-1 0,0 1-3 16,1 1 3-16,1-2-5 0,-1 2 6 0,-1-2-8 15,0 1 0-15,-3 0-1 0,0-4-5 0,0 5 2 16,-4-6-1-16,0 1 1 0,-1 1-5 0,-4-3 4 15,-4 3-1-15,0-2 0 0,-5 0 4 0,-2 2-2 16,-4-3-20-16,-6 3-13 0,-6-4-30 0,6 2-33 0,2-2-54 0,-8-1-222 16,5-2-399-16,1-1 177 0</inkml:trace>
  <inkml:trace contextRef="#ctx0" brushRef="#br0" timeOffset="-192514.05">17452 14284 94 0,'0'-6'217'0,"0"6"-16"0,1-5-17 0,-1 5-10 16,0-3-15-16,0 3-17 0,0 0-10 16,-2-3-2-16,2 3-19 0,0 0-8 0,0 0-11 15,-14 2-14-15,5 1-6 0,-4 2-4 0,-4 2-10 0,-3 3-7 0,2 0-4 0,-5 2-9 0,-1 2-1 16,1-1-5-16,6-2-6 0,-2-1-2 0,2 0 0 31,2 2-7-31,4 0 1 0,-2-3-3 0,4 1-2 16,2-4-3-16,4 5 2 0,-1-1-4 0,5-3 1 15,2 0-1-15,3 1-3 0,3-1 9 0,9 0-10 0,4 3 1 16,4-5 0-16,1 4-1 0,5-4-1 0,-5 0-1 16,4 0 0-16,-4 2-1 0,-1-3-1 0,-5 2-12 15,-6-1 0-15,-1 0-3 0,-2 1-6 0,-1-3-1 16,-2 3 0-16,-4 2 1 0,-1-4 3 0,-3 4-2 15,-2-2 9-15,-3 3 1 0,-1-1 1 0,-6 1 3 16,-6 2 0-16,-3-2 3 0,-6 3 0 0,0-5-1 0,-2 5-1 16,0-5 3-16,1 1 2 0,1-2 0 0,5-2 0 0,1-2 1 0,1 2-2 15,-1 1 1-15,4-3-1 0,2-1-10 0,2 0-11 16,4-1-13 0,2 1-27-16,0 1-25 0,6-2-24 0,0 0-206 0,-4-4-342 0,4 4 151 15</inkml:trace>
  <inkml:trace contextRef="#ctx0" brushRef="#br0" timeOffset="-191020.78">17852 14374 253 0,'0'0'296'0,"-1"-5"-27"0,1 5-23 0,0-3-29 15,0 3-26-15,0 0-19 0,0 0-20 0,-3-4-20 16,3 4-9-16,0 0-20 0,0 0-13 0,0 0-7 0,8 14-7 16,-5-5-10-16,-2-1-8 0,0 4-7 0,-1 2-4 15,1 1-6-15,2 3-7 0,-3 0 0 0,0-1-7 16,0 1-3-16,0-1-2 0,0-1-1 0,0 1-3 0,0-2-1 15,-3-5 0-15,3-1-4 0,-1-1-1 0,0-1 3 16,2 0-1-16,-1-2-1 0,0-2 1 0,-1 1 10 16,2-1 35-1,-1-3 29-15,0 4 23 0,0-4 26 0,0 0 8 16,0 0-10-16,0 0-17 0,0 0-11 0,9-9-3 0,-4 0-34 16,3 1 10-16,-2-2-10 0,3 0-5 15,1-1-3-15,-2 5-9 0,0-4-3 0,0 3-9 16,0-2-5-16,-4 4-5 0,1 4-6 0,-1-5-11 15,1 3-1-15,0 0 1 0,-1 2-6 0,1 0-11 0,-5 1-3 16,9 1-6-16,-3 2-7 0,1 1-12 0,-3 1 2 0,1 0-5 16,0 4 11-16,0-2-10 0,3 5 11 0,-3-4 1 15,0 4-6-15,0 0 2 0,2 0-13 0,-1-3 6 16,0 1 13-16,-2-2-8 0,1-1 13 0,-2-1-11 16,1-2 8-16,-2 0 1 0,1 1 7 0,2-3 3 15,-1-1 10-15,-4-1 12 0,10-3 0 0,-4 1 8 16,4-5 6-16,-2 2 27 15,1-4-29-15,0-2 1 0,5 1 4 0,-4-3-6 16,4 0-3-16,-1-1-2 0,1 1-4 0,-5-1 3 16,4 0-6-16,-3 4 4 0,-1 2-11 0,-2 1-1 15,-1 1 0-15,0 0 2 0,-2 4-18 0,0-3 9 16,-2 2-10-16,1 1-28 0,0-1-27 0,-3 3-19 16,5-3 9-16,-5 3 4 0,9 6 11 0,-4-1-8 15,4 0-3-15,1 2-3 0,5 0-14 0,9 5-7 0,3 0-15 0,-1 1-4 16,8-3-3-16,0-2-4 0,3-2-3 0,1 0-10 15,14 4-8-15,-12-6-8 0,0-3-9 0,12 0 4 16,-16-2 13-16,2 0 10 0,-5-3 17 0,-1 0 12 16,-5-2 14-16,-9-2 38 0,-1 4 42 0,-6-2 69 15,1-2 52-15,-6 3 10 0,-1-2 0 0,-1 0-7 16,-3 0-3-16,-1 0-10 0,-1-1-11 0,-3 1-13 0,-1-3-9 16,-4 4-9-16,0-1-6 0,-4 3-8 0,-4-1-4 15,-2 3-5 1,-1 3-7-16,1-1-5 0,-2 4-3 0,1 1-4 0,0 0-2 0,0 2-4 0,1 0-1 0,2 3-3 15,2 1-1-15,0-1 0 0,6-3-4 16,1 4 0-16,1-4-9 0,1 3-5 0,-1-3 0 16,3 2-3-16,2-3 2 15,-1-1 4-15,-1-1 1 0,4 1 3 0,0-2 4 16,0-3 3-16,4 2 20 0,-4-2 14 0,8 0 4 16,-8 0-3-16,15-5 6 0,-6 0 1 0,1-2 3 15,2 2 3-15,3-4-6 0,-1 1-9 0,0-4 0 16,1 6-5-16,-2-5-3 0,-2 5 0 0,-1-3-6 15,1 6-1-15,-6-1-5 0,4 1-6 0,-5-1-1 16,1 1-7-16,-1 3 0 0,-4 0-3 0,9-1-5 0,-9 1-6 0,10 4 1 16,-2 2-3-16,0-2 3 0,-2 3 2 0,4 0-4 15,-1 0-2-15,4 4 3 0,-2-2-5 0,2 1-4 16,-1-1-2-16,0 0 0 0,-1-4 5 0,0 1 2 16,1-1-2-16,2 0 3 0,-2-3 6 0,0-2-5 15,3-1 6-15,2-4-1 0,1-1 2 0,-4-1 2 16,1-2 8-1,-2-4 17-15,0 3 18 0,-2-3 0 0,1-2 7 16,-2-2 12-16,2 0 21 0,-2-1 3 0,1-4-15 0,-2-2 19 16,1-2 5-16,-1-1-22 0,-1-2-4 15,1 0-13-15,1 3 13 0,-2-1-21 0,-3 8-3 16,-1 1 5-16,0 3 14 0,-2 6-14 0,2-1-2 16,-3 5-11-16,-1 0 0 0,4-2-1 0,-1 5-36 0,-2-2-40 15,-1 4-24-15,0 0 0 0,0 0 14 0,0 0 4 0,0 21-2 16,-1-9 10-16,-2 5 3 0,2 1 7 0,-2 5 5 15,-1-2-3-15,3 4 0 0,1 0 8 0,-5 0 1 16,8-6 1-16,-1-1 1 0,-2-1 2 0,4-1 7 16,-3-1-1-16,3-4 0 0,0 0 7 0,0-4 4 15,-3 1 1-15,4-3 3 16,3-1 13-16,-2-1 14 0,1-3 18 0,3-3 12 0,-1 3 16 0,0-5-14 0,2-2 2 0,2 2-3 16,0-6 8-16,2-1-19 0,-1-3-3 0,5-4-7 15,-2-1 0-15,2-4 3 0,-5 1-17 0,3-3 1 16,-3 3-7-16,1 0 2 0,-3-3-10 0,-1 4 13 15,-3 4-3-15,-3 2-2 0,1 2 4 0,0 4 4 16,-3 0 4-16,1 1 1 0,-1 4 0 0,-2-2-9 16,1 2 0-16,0 2-7 15,-2 1-7-15,0 2-14 0,2-5-26 0,-2 5-27 16,0 0-10-16,0 0-3 0,0 0 17 0,2 13 3 16,-5-4 6-16,0 8 4 0,0 0 6 0,-3 2-8 15,-1 7 9-15,2-1 5 0,-2 1 2 0,1-1 2 16,2 0 2-16,-1-5 4 0,3 0 4 0,-1-1-7 15,3 2 8-15,-3-5-2 0,6 1 8 0,-3-1-2 16,3-4 4-16,2-3-4 0,-3 2 6 0,3-2 9 0,3-1-3 16,1-1 0-16,2 0 7 0,7 3 6 0,4-6-6 0,7 2-41 15,2-2-45-15,2-2-70 0,3-2-88 0,4-1-122 16,10-9-226-16,-10 4-629 0,9-11 278 0</inkml:trace>
  <inkml:trace contextRef="#ctx0" brushRef="#br0" timeOffset="-188833.08">21820 13893 86 0,'0'-5'184'0,"2"0"-8"0,-2 0-14 0,0-1-12 15,0 2-13-15,0 4-24 0,-2-4-6 0,2 4-12 16,0 0-13-16,-21 16-21 0,1 4 13 0,-3 6-18 16,-15 17-6-16,2 4-6 0,-18 22-7 0,17-20-4 15,-9 21-5-15,17-21 0 0,-1-2-4 0,10 0-1 0,3 2-1 0,1-4-7 16,9 1 2-16,5-10 0 0,5-1 0 0,6 11 5 15,8-13-7-15,12 6 7 0,8-3-10 0,11-7 0 16,9-4-58-16,34-5-78 0,-25-11-169 0,30-7-315 16,-29-4 140-16</inkml:trace>
  <inkml:trace contextRef="#ctx0" brushRef="#br0" timeOffset="-188178.25">22584 14051 136 0,'0'-11'189'15,"1"1"0"-15,-1 1-3 0,0 4-16 0,0-2-13 16,3 2-14 0,-2 2-21-16,-1 1-15 0,0 2-11 0,0 0-9 15,0 0-11-15,0 12-12 0,-4 3-8 0,3 4-4 16,-3 8-4-16,0 3-8 0,0 0-5 0,1 2-3 15,0 4-6-15,-1-5 1 0,0 3-5 0,2-3 2 16,-1 1-5-16,2-1 0 0,-2 0-3 0,3-2 0 0,-1-4-2 16,-2-5-15-16,3-1-17 0,-1-2-18 15,0-1-19-15,1 1-16 0,-3-7-36 0,3 1-23 0,0 2-162 0,0-7-316 16,-2 2 140-16</inkml:trace>
  <inkml:trace contextRef="#ctx0" brushRef="#br0" timeOffset="-187893.58">22654 14200 92 0,'-1'-3'200'0,"1"3"-20"0,0 0-22 0,0 0-9 15,0 0-21-15,20 8-11 0,-11-4-13 0,5 5-13 16,4 2-6-16,5 0-12 0,-4 2-7 0,3 2-4 15,-4-3-10-15,-3-1 1 0,2 2-18 0,-5-1-11 0,-2-2-2 16,-5-2-4-16,1 3-11 0,-3-5-9 0,-3 2 5 0,-4 1-3 16,-3 2-3-16,-6-2 0 0,-3 1-2 0,-3 0-5 15,0-1 3-15,-3-4-4 0,-1 1 2 0,5-2 1 0,-5 0-16 16,3-3 0-16,2 2-15 0,5-1-7 0,1-2-13 16,2 0-8-16,4 0-40 0,1-2-110 0,5 2-233 15,0 0 104-15</inkml:trace>
  <inkml:trace contextRef="#ctx0" brushRef="#br0" timeOffset="-187546.18">23342 14355 115 0,'0'0'169'15,"-7"0"-12"-15,7 0-13 0,0 0-12 0,0 0-10 0,-6-1-15 0,6 1-10 0,0 0-6 16,0 0-12-16,20-3-7 0,-6 2 0 0,6-4-11 16,10 3-3-16,0-4-6 0,3 2-5 0,0-3-1 15,3 1 5-15,0-2-4 0,-5 0-2 0,5 4-3 16,-5-2-7-1,-4 1-1-15,-8 2-3 0,-6 1-3 0,-3-2-2 16,1 4 2-16,-4-1-4 0,1 0 0 0,-3-2-2 16,-1 3-14-16,-4 0-12 0,4-2-16 0,-4 2-11 15,0 0-12-15,0 0-18 0,-20 4-30 0,14-3-9 16,-1 1-20-16,0 0-26 0,0 0-96 0,0 0-262 16,1-1 116-16</inkml:trace>
  <inkml:trace contextRef="#ctx0" brushRef="#br0" timeOffset="-187314.53">23812 14146 121 0,'-3'-4'257'0,"3"4"-25"0,0-5-26 0,0 5-21 16,0 0-22-16,0-4-18 0,0 4-13 0,0 0-16 15,10 11-10-15,2-5-12 0,3 3-7 0,7 5-11 0,4 1-7 0,-1 1-6 16,2-1-8-16,1 2-10 0,0 0 2 0,-5-2-9 15,0 1-9-15,-5-4-16 0,-5 1-21 0,0-1-21 16,-7 0-22-16,-2-2-23 0,-3 3-27 0,-2-2 5 16,-4-2-22-16,-8 1-37 0,-4 2-120 0,1-3-297 15,-5 1 132-15</inkml:trace>
  <inkml:trace contextRef="#ctx0" brushRef="#br0" timeOffset="-186189.84">25092 14125 132 0,'-2'-3'225'0,"-1"-1"-19"0,1 1-14 15,-1-1-21-15,1 1-17 0,-2 0-18 0,0 1-14 0,4 2-16 16,-14 0-13-16,4 2-11 0,-3 1-9 0,-6 7-8 16,2 0-6-16,-7 6-9 0,1-2-5 15,1 4-7-15,1-1-4 16,8-3-7-16,0 1 4 0,1-1-4 0,1 4-7 15,4-3 1-15,3-4-2 0,-1 1-3 0,4 3 0 0,2-2-3 16,4 0 3-16,3-4 2 0,1 0 17 0,8-1 0 16,2 0 7-16,1-4 7 0,-1-1 5 15,5-1 1-15,1-2 9 0,4-4 8 0,-8 0 4 16,-3-2 25-16,2-1 6 0,-6-1 1 0,0 1 4 16,-5 0-5-16,4-6-9 0,-4 0-8 0,-4 2-12 0,0-6-14 0,-5 6-25 15,0-7-22-15,-4 1-12 0,-1 0-16 0,-4 1-9 16,-3 1-14-16,0 1-11 0,-6 4-9 0,-4-5-10 15,2 6-12-15,1 4-18 0,1 0-21 0,-1 1-23 16,6 1-33-16,0 3-21 0,4-1-46 0,3 0-157 16,-1 1-425-16,7 0 188 0</inkml:trace>
  <inkml:trace contextRef="#ctx0" brushRef="#br0" timeOffset="-185957.8">25251 13866 228 0,'1'-4'291'15,"3"0"-31"-15,0 0-29 0,2 4-28 0,5 0-20 0,2 4-20 16,6 4-20-16,12 6-12 0,0 8-5 0,11 11-10 16,-1 3-12-16,-4 6-10 0,-4 4-8 0,-4 3-7 15,-8 5-8-15,-2-2-6 0,-6 2-11 16,-12-1-2-16,-6 0-7 0,-4 0-3 0,-10-1-13 0,-8-1-15 15,-14-1-14-15,-19 11-27 0,-9-7-34 0,16-17-41 0,-29 6-64 16,-3-4-243-16,4-3-444 0,22-14 197 0</inkml:trace>
  <inkml:trace contextRef="#ctx0" brushRef="#br0" timeOffset="-181437.51">10755 16131 95 0,'-1'-12'186'16,"1"0"0"-16,-1 0-9 0,1 1-8 0,1 2-8 15,0-3-10-15,0 5-9 16,1 1-13-16,-1-1-11 0,3 2-16 0,-1-1-14 16,1 3-7-16,1 1-13 0,3 2-7 15,6 4-7-15,-1 2-4 0,6 2-13 0,7 12 1 0,-2 2-12 16,12 12 6-16,-3 5-4 0,-2-1-4 0,-1 4-3 15,1 1 0-15,-2 1-7 16,-4-4 3-16,-5-8-4 0,6 10 4 0,-9-12 20 0,-1 0-1 0,0-1-5 16,-3-2-4-16,-2-3-1 0,-1-6-2 0,-4-1-5 0,-1-2 0 15,-1-6-5-15,0 1 3 0,0-4-2 0,-2 0-2 16,-1-1-1-16,2 0 4 0,-2-2 4 0,2 1 12 16,-2-1 8-16,-1-3 1 0,0 5 4 0,0-5-6 15,0 0-3-15,0 3-3 0,0-3-4 0,0 0-3 16,0 0-6-16,0 0-14 0,-8 0-24 0,8 0-22 15,0 0-34-15,-15-2-23 16,15 2-29-16,-13-1-29 0,3-3-27 0,0 3-20 16,0-3-146-16,-4-1-376 0,2 2 166 15</inkml:trace>
  <inkml:trace contextRef="#ctx0" brushRef="#br0" timeOffset="-181119.12">11053 16362 173 0,'-3'-6'218'15,"3"6"-24"-15,0 0-21 0,0-5-20 0,0 5-16 16,0 0-14-16,-18 11-13 0,4 0-11 0,-5 6-11 16,-1 4-11-16,-5 1-2 0,0 3-9 0,-2 1-8 0,1 1-8 0,1-3-2 15,-2 0-5-15,1 0-4 0,2-2-4 0,1-3-3 16,5 2-5-16,-2-3-1 0,5-7-3 0,2 0-1 15,4-3-3-15,0 0-3 0,1-3-1 16,2 0 2-16,2 0-5 0,0-2 3 0,0 0 14 16,1 1 6-16,0-3 4 0,-1 1 0 0,4-2-1 15,0 0-3-15,-1 5-2 16,1-5-6-16,-4 2-4 0,4-2-2 0,0 0-12 16,0 0-14-16,0 0-16 0,-4 3-16 0,4-3-21 15,0 0-20-15,0 0-10 0,0 0-9 0,0 0-30 16,0 0-26-16,13 0-156 0,-13 0-333 0,0 0 149 15</inkml:trace>
  <inkml:trace contextRef="#ctx0" brushRef="#br0" timeOffset="-180749.01">11777 16394 221 0,'-5'-2'255'16,"5"2"-19"-16,0 0-18 0,0 0-19 0,0 0-19 15,0 0-19-15,-5-2-11 0,5 2-20 0,0 0-14 16,13-5-11-16,-3 2-10 0,8-3-10 0,2 0-9 16,10 1-17-16,4-6-26 15,1 7-22-15,1-1-33 0,1 1-32 0,-4 0-46 16,5 3-41-16,-6-2-51 0,-13 1-112 0,3 0-329 15,-3 2 146-15</inkml:trace>
  <inkml:trace contextRef="#ctx0" brushRef="#br0" timeOffset="-180548.9">11956 16494 188 0,'0'0'186'0,"-2"2"-13"0,2-2-18 0,0 0-18 15,-7 2-15-15,7-2-14 0,0 0-5 0,0 0-6 16,13 6-8-16,-4-4-9 0,10 0-4 16,9-2-8-16,2 3-6 0,2-3-23 0,3 0-38 0,1 1-49 0,0-2-68 0,0-2-138 15,-1 0-274-15,3 1 121 0</inkml:trace>
  <inkml:trace contextRef="#ctx0" brushRef="#br0" timeOffset="-179978.57">12871 16199 193 0,'0'0'268'0,"0"-8"-9"0,0 8-16 0,-1-4-27 16,1 4-21-1,0 0-26-15,0 0-18 0,0 0-21 0,0 0-14 16,0 0-15-16,0 0-12 0,0 0-9 0,0 0-10 15,-1 19-5-15,-1-7-8 0,1 5 1 0,0 0-13 16,-1 2-4-16,0 0-5 0,-2 8 0 0,-1 0-5 16,-1-1-2-16,3-1-7 0,0-6 1 0,1-2-3 15,-2 1-3-15,4-5 0 0,0-4 0 0,-1 2-1 16,-2-5 1-16,3 1-1 0,0-2 3 0,0-1 22 0,0-2 21 0,0-2-1 16,0 0-7-16,10-6-6 0,-1-3-7 0,1 0-3 15,3-4 0-15,0-3-15 0,6-4 9 0,-1-1-4 16,0-1-3-16,1 2-9 0,-2 1 1 15,2 0 2-15,-10 6-6 0,5 0-2 0,-6 7 1 0,-2-4-3 16,2 6-3-16,-6-1-5 0,2 1-11 0,3 1 8 16,-4 2-1-16,-3 1-4 0,11 4-6 0,-4 0 1 0,1 3 1 15,-2 0 1-15,2 3 0 0,2 0 0 0,2 2 4 16,0 0-2-16,0 2 4 0,0-2 0 0,0-1 2 16,1 0 1-16,-3 3-22 0,3-5-10 0,-4 0-17 15,1-1-21-15,-1-2-14 0,0 1-27 0,-2-2-19 16,4-1-28-16,-6-1-41 0,4 0-41 0,-5-3-133 15,5-2-404-15,-9 2 179 16</inkml:trace>
  <inkml:trace contextRef="#ctx0" brushRef="#br0" timeOffset="-179646.72">13487 16054 118 0,'0'-6'281'15,"-2"-1"-22"-15,-1 2-25 0,2 0-25 0,1 5-24 16,-3-7-24-16,3 7-20 0,0 0-15 0,0 0-13 16,0 0-10-16,-1 20-14 15,2-3-11-15,-1 10-7 0,-1 5-9 0,1 2-5 16,-3 15-7-16,2-2-5 0,0 1-7 0,2-12-1 15,-2 13-5-15,3-4-3 0,2-8 0 0,-4-3-6 16,4-1 3-16,0-5-4 0,-2 0 1 0,1-1-4 16,1-9-21-16,-2-2-14 0,2 0-13 0,-4-6-19 15,0 0-14-15,3-3-8 0,-2 0 5 0,-1-1 8 16,0-2 3-16,0 1 13 0,0-5 2 0,0 0-52 0,0 0-65 16,0 0-166-16,-14-12-348 0,9 5 153 0</inkml:trace>
  <inkml:trace contextRef="#ctx0" brushRef="#br0" timeOffset="-179355.61">13510 16305 177 0,'0'0'212'0,"4"-5"-21"16,-4 5-25-16,9 0-12 0,0-2-20 0,2 2-12 15,3 0-11-15,6 2-4 0,1-2-5 0,7 2-7 16,0 3-11-16,2 3-4 0,-5-3-8 0,-7 4-5 15,1-1-7-15,-3-1-8 0,-4 0-4 16,-1 0-9-16,-2 0-7 0,0 0 0 0,-7 1-3 16,-1-1-1-16,-2 1 0 0,-9 1-1 0,-3 2 1 15,-6 0-2-15,-9 3-1 0,-4-2 0 0,0 1-8 16,0-4 0-16,0 1-3 0,-2 0-1 0,2-3 1 16,0 0 0-16,1 0-1 0,11-2-2 0,0-2-5 15,1 0-14-15,9-1-24 0,0-1-37 0,2 0-49 16,8-1-45-16,-2-5-184 0,2 5-377 0,16-13 167 0</inkml:trace>
  <inkml:trace contextRef="#ctx0" brushRef="#br0" timeOffset="-178938.62">14834 16181 118 0,'0'0'292'15,"0"0"-16"-15,1-7-21 0,-1 2-20 16,0 5-22-16,0 0-24 0,0 0-22 0,0 0-19 0,0 0-19 16,0 0-14-1,0 0-16-15,0 0-13 0,0 0-9 0,4 12-7 16,-3-7 0-16,-1 2-11 0,0 1-5 0,0 2-8 16,1-1-2-16,1 4-5 0,-1-3-3 0,-1 3-1 15,3-3-7-15,-5 3-1 0,2-3-3 0,0 1 1 16,0 0-6-16,0-3 0 0,0 0 0 0,0-1-1 15,0 0 0-15,-1-2-3 0,0 2-2 0,1-2-19 16,-2 2-12-16,1-2-14 0,0-2-13 0,-2 0-20 0,1 0-17 0,0 1-13 16,2-4-13-16,-7 4-25 0,2-4-44 0,5 0-209 15,-12-2-419-15,7-1 186 0</inkml:trace>
  <inkml:trace contextRef="#ctx0" brushRef="#br0" timeOffset="-178760.32">14824 16041 172 0,'0'-12'374'0,"-2"2"-17"0,2 3-16 0,3-5-34 16,-3 7-23-16,0 0-28 0,1-2-22 0,-1 5-25 15,2-3-18-15,0 0-25 0,-2 5-26 0,0-5-44 16,0 5-56-16,4-4-40 0,-4 4-25 0,6 0-34 0,-6 0-31 16,11 4-31-1,-6 1-43-15,2 0-45 0,-2-2-208 0,0-1-451 16,1 3 199-16</inkml:trace>
  <inkml:trace contextRef="#ctx0" brushRef="#br0" timeOffset="-178297.26">15319 16087 50 0,'0'0'240'0,"0"0"-22"0,0 0-17 0,0 0-18 15,0 0-22-15,0 0-14 0,0 0-18 0,0 0-13 16,0 0-12-16,-16 5-9 0,9-2-12 0,-2 6-11 0,-1-4-2 16,0 2-9-16,1 4-4 0,-4 1-8 0,0-1-6 15,6 0-4-15,-6 0-6 0,4 0 0 0,4 0-7 16,-1 0 0-16,2-1-3 0,1 1 0 16,6 0-7-16,-2 2 0 0,4-2 0 0,7 2 1 15,1 1 0-15,0-2-2 0,10 3-1 0,1-3 0 16,0-2-6-16,1 3 6 0,2-2-3 0,-9-2-4 0,1-2 1 0,-2 1-3 15,-7-3-1-15,-1 0 1 0,0 0-7 0,-4-1 6 16,-1-2-4-16,-2 3 5 0,-4 0 0 0,-6 0 4 16,-6 0-5-16,-5 2-15 0,-9 0-17 0,-3-2-39 15,-2-1-69-15,-4 3-240 0,1-3-406 0,2-2 179 16</inkml:trace>
  <inkml:trace contextRef="#ctx0" brushRef="#br0" timeOffset="-176573.32">16697 15829 132 0,'1'-17'208'0,"2"-2"-2"0,-2 2-20 0,2 0-6 16,-1 5-14-16,-2 1-14 0,0 0-10 0,3 3-10 15,-3 0-13-15,0 2-12 0,0 1-15 0,2 1-10 16,-2-2-16-16,0 6-12 0,0 0-10 0,0 0-4 16,-6 24-11-16,-2 0-1 0,2 4-4 0,-2 5-3 15,-6 14-3-15,5 0-4 0,0 2 2 0,0 1-11 0,4 6 8 0,0 2-5 16,2-2 2-16,3-1 2 15,0-4-4-15,2-2 1 0,2-1 24 0,-2-12-2 16,-1-4-4-16,2 2-3 0,-6-5 0 0,2-10 0 0,2 0-8 0,-2-2 1 16,-3-6-1-16,3-1 2 0,-2-3 2 0,2-1 31 15,1-1 14-15,-4-2 10 0,-3 0-10 16,0-2-3-16,-2-2-11 0,-5 0 2 0,4-3-9 0,-3 1 2 0,1-4-9 16,0 4-4-16,2-3 0 0,-3 0-2 0,4-1-6 15,0 2-2-15,0-1-4 0,-1 0-11 0,2 3-18 16,1-1-17-16,-1-1-20 0,4 0-27 0,0 2-24 15,0-1-46-15,3-1-64 0,1-1-240 0,4 0-485 16,-3-2 215-16</inkml:trace>
  <inkml:trace contextRef="#ctx0" brushRef="#br0" timeOffset="-176256.99">16416 16234 153 0,'0'0'166'0,"0"0"-21"0,-10 0-11 0,10 0-18 15,0 0-8-15,0 0-10 0,0 0-7 0,0 0-9 16,0 0-7-1,0 0-4-15,44 1-8 0,-13-1-7 0,0-2 0 16,1-1-12-16,3-2 0 0,1 2-3 0,-3-1-5 16,4-1 1-16,-3 1-1 0,-4 1-4 0,-9 2-6 0,-2 0-3 15,0 0-2-15,-7 2-2 0,-3-2 2 0,-9 1 7 16,16-3-10-16,-11 2-4 0,-5 1 3 0,9-3-5 0,-9 3 0 16,0 0-9-16,0 0-21 0,0 0-22 0,0 0-25 15,0 0-27-15,-23 9-42 0,23-9-125 0,-18 4-279 16,12-1 124-16</inkml:trace>
  <inkml:trace contextRef="#ctx0" brushRef="#br0" timeOffset="-175940.25">17102 16169 222 0,'-2'-4'341'15,"2"4"-12"-15,-2-11-30 0,2 11-27 0,-1-9-24 32,1 9-30-32,-4-7-23 0,4 7-23 0,0-5-21 15,0 5-12-15,0 0-23 0,0 0-22 0,0 0-2 0,0 0-7 0,0 0-12 16,0 0-9-16,5 20-6 0,-5-8-6 0,2-2-2 16,0 3-6-16,-2 3-5 0,0 0-4 15,1-1-5-15,3 1 0 0,-4-3-3 0,1-1-9 16,-1 3-24-16,0-3-6 0,-1 0-16 0,1-2-12 0,0-1-14 15,-4 1-16-15,8-4-15 0,-8 2-11 0,3-4-17 16,-3 0-13-16,3 0-29 0,1-4-50 0,-12 0-213 0,12 0-451 16,-11-5 200-16</inkml:trace>
  <inkml:trace contextRef="#ctx0" brushRef="#br0" timeOffset="-175777.55">17057 15966 273 0,'2'-6'318'0,"0"-2"-26"0,-2 1-32 16,1 2-26-16,1 2-28 0,-2 3-25 0,2-7-39 16,-2 7-35-16,0 0-12 0,0 0-9 0,0 0-34 15,0 0-20-15,12 11-30 0,-10-4-27 0,2 2-31 16,1 0-34-16,0 2-41 0,1-2-58 0,-3 3-110 16,5-2-323-16,-3-1 144 0</inkml:trace>
  <inkml:trace contextRef="#ctx0" brushRef="#br0" timeOffset="-175176.23">17448 16148 216 0,'0'0'288'16,"0"0"-31"-16,0 0-27 0,0 0-27 0,0 0-20 15,-11 5-21-15,8 2-17 0,2-2-15 0,-2 2-11 0,0 2-14 16,-1 3-8-16,1-2-12 0,3 2-8 0,-1-2-8 16,0 0-6-16,-1 0-10 0,1-1 0 15,0-2-7-15,-1-2 0 0,2 1-7 0,2-1 0 0,-2-1-5 0,0 1 6 16,0-5 8-16,0 0 26 16,1 5 16-16,-1-5 0 0,0 0-9 0,0 0-3 0,14-10-13 0,-9 1-1 15,5 1-7-15,-2-2-6 0,2-4-6 0,3-1-5 16,-1 3-4-16,-1-3-2 0,-1 1-3 0,-2 7-3 0,1-1-3 15,-2 1-7-15,0 0-1 0,-3 2 1 16,-2 3-14-16,2-1 4 0,-4 3-5 0,9-2-3 0,-9 2 1 0,0 0-4 16,18 7-10-16,-10-3 16 0,1 4-2 15,0 2-1-15,2 2-2 0,1 2-3 0,-1-3-6 16,3 3-5-16,-1-3-10 0,1 2 1 0,1-1-7 16,-6-5-6-16,5 6-3 0,-3-9 6 0,0 2-4 0,0 0 4 15,-1-3 0-15,1-1 9 0,-1-2 2 16,2 0 5-16,-12 0 5 15,19-7 7-15,-10 0 17 0,0 2 21 0,-4-3 6 16,5 0 2-16,-2-2 7 0,1 0-1 0,-2 0 12 16,-2 0-1-16,2 1 6 0,-1 1 11 0,0-2 4 15,-4 3-2-15,3 2-1 0,-2-2 0 0,0 5-12 16,-3 2-3-16,6-8-30 0,-6 8 13 0,2-4-9 16,-2 4-2-16,0 0-8 0,0 0-22 0,0 0-8 15,0 0-1-15,0 0 2 0,0 0 7 0,9 14-20 0,-9-9 14 0,0 5 0 16,1 0 5-16,3 2-19 0,-4-2 12 15,1 1-7-15,3-3 3 0,-4 3-16 0,4-1-22 16,-4 0-15-16,1-3-21 0,-1 0-29 0,0 1-23 16,2-4-23-16,-4 4-39 0,2-8-38 0,2 7-22 15,0-5 8-15,-2-2-199 0,0 0-487 0,0 0 216 16</inkml:trace>
  <inkml:trace contextRef="#ctx0" brushRef="#br0" timeOffset="-175023.04">17881 15952 106 0,'2'-8'336'0,"-1"2"-26"0,-1 0-35 15,0 1-27-15,0 5-33 0,1-5-50 0,-1 5-21 0,0 0-27 16,0 0-29-16,0 0-40 0,0 0-30 0,18 16-43 0,-13-10-54 16,0 4-50-16,-1-2-178 0,0 1-331 0,1 1 147 15</inkml:trace>
  <inkml:trace contextRef="#ctx0" brushRef="#br0" timeOffset="-174736.38">18298 15833 2207 0,'3'-17'215'0,"-2"1"-68"15,0 4 9-15,-1 1-24 0,1 4-8 0,-2 1-35 16,2 0-19-1,-1 1-23-15,0 5-15 0,0-7-11 0,0 7 1 16,0 0-7-16,0 0-4 0,-5 24 1 0,1-7-4 16,2 9 0-16,-3 5-2 0,-2-1-3 0,2 4 0 15,0 1 1-15,-1 12-2 0,2-12-1 0,3 12 3 16,-2-15 1-16,1 0-2 0,2-3 0 0,1-3 3 16,-5-1-3-16,4-6-3 0,-1-2 2 0,1-4-20 15,1-2-21-15,-2-1-20 0,0-1-17 0,-1-4-10 0,2 1-5 0,-1 0-10 16,1-6-6-16,-4 7 1 0,4-7-131 0,0 0-171 15,-15-3-440-15,15 3 196 0</inkml:trace>
  <inkml:trace contextRef="#ctx0" brushRef="#br0" timeOffset="-174489.34">18026 16158 236 0,'0'0'320'15,"0"0"-16"-15,-8-4-19 0,8 4-17 0,0 0-27 16,0 0-28-16,0 0-19 0,12-6-20 0,4 1-15 16,13-2-19-16,6 2-15 0,3-4-13 0,21 2-9 15,1-2-10-15,-5 2-15 0,-1 1-3 0,-13 4-10 0,-3-2-4 0,-5 0-26 16,-3-1-11-16,-9 3-12 0,-1 1-14 16,-8-2-11-16,-1 3-15 15,-1-2-5-15,-10 2-8 0,14-2-20 0,-14 2-18 0,0 0-22 0,0 0-20 0,0 0-20 16,0 0-28-16,-33 5-24 0,21-2-197 0,-1-3-421 15,2 1 186-15</inkml:trace>
  <inkml:trace contextRef="#ctx0" brushRef="#br0" timeOffset="-174067.63">18671 16237 164 0,'-5'3'207'0,"5"-3"-13"0,0 0-20 16,0 0-16-16,0 0-14 0,19-5-15 0,-9 3-14 15,2-1-14-15,6-2-4 0,0 0-15 0,3-2-5 0,0 2-8 0,4-8-7 16,2 1-8-16,-5-2-3 0,-3 6-4 0,-2-3-2 15,1-3-5-15,-3 2-1 0,-4 1 7 0,-1-2 8 16,-3 4 10-16,-1-2 18 0,0 3 0 0,-3-2-4 16,-1-1-6-16,-4 3-12 0,-1 2-8 0,-3-2-8 15,-5 1-6-15,1 4-8 0,-5 0-4 0,-3 3-2 16,-12 1-6-16,3 3-2 16,3 4-5-16,-7 1-3 0,3 3 4 0,4 1-9 15,3 4-3-15,0 0-2 0,4 2 1 0,2 3-2 16,1 2 3-16,1-2 1 0,9-2 1 0,8-2 6 15,1 1-2-15,8 6 5 0,6-5-1 16,8-1 1-16,5-5-1 0,15 3 4 0,5-4-14 16,4-6-32-16,5-4-51 0,0-1-62 0,4-4-96 0,-6-3-166 15,-9-1-438-15,-15-1 193 0</inkml:trace>
  <inkml:trace contextRef="#ctx0" brushRef="#br0" timeOffset="-173735.5">19434 16293 190 0,'10'-4'426'15,"-10"4"-44"-15,0 0-35 0,5-3-36 0,-5 3-45 0,0 0-70 0,0 0-105 16,0 0-121-16,2-3-334 0,-2 3-393 0,7-7 174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16:05.58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2840 1898 5 0,'0'0'213'0,"-1"-4"-13"16,-3 0-7-16,4 4-15 0,0 0-12 0,0-5-9 15,0 5-5-15,0-4-15 0,0 4-12 0,0 0-8 16,0 0-15-16,0-4-9 0,0 4-9 16,0 0-12-16,0 0-9 0,0 0-6 0,0 0-19 15,0 0-39-15,0 0-16 0,0 0-14 0,0 0 3 16,-2 19-1-16,2-5 8 15,-4 12 10-15,0 4-4 0,-4 2 5 0,2 1-3 16,-3 16 8-16,-3-5 3 0,7 4-2 0,-4-14 3 16,5-1 6-16,2-1 13 0,-1 0-3 0,2-1 0 15,-2-5 1-15,1-1 6 0,3-6 4 0,-2-3-7 16,1 1-2-16,0-5 0 0,0-3-3 0,0 2 0 16,1-1 1-16,-2-5-2 0,2 2-1 0,-1-2 2 15,0-3 5-15,1 3 10 0,-1-5 9 0,-1 7 11 0,1-7 0 16,0 0 3-16,0 4 2 0,0-4-3 0,0 0-2 0,0 0-2 0,0 0-4 31,0 0-23-31,0 0-42 0,0 0-28 0,0 0-40 16,0-21-32-16,0 12-34 0,0-4-40 0,0-3-151 0,0-1-376 0,1-2 167 0</inkml:trace>
  <inkml:trace contextRef="#ctx0" brushRef="#br0" timeOffset="547.22">2890 1764 180 0,'0'-4'214'0,"0"0"-26"0,0 4-19 0,0-5-21 16,1 2-25-16,-1 3-15 0,0 0-19 0,0 0-8 16,7 9-18-16,-4-2 1 0,1 7-11 0,1 2-3 15,1 1 1-15,-1 1-11 0,0 3 0 0,2 1-5 16,0 2-3-16,-2-3-3 0,1-3-1 0,2 1-2 15,-3 0-5-15,0-1 2 0,2-1 0 0,-1-3-4 16,-1-5-7-16,1 3 4 0,-2-3-5 0,1-1 6 0,-2-3 0 16,2-1 0-16,-2-1 16 0,-3-3 15 0,6 3 5 15,-6-3-2-15,17-6-1 0,-8-3-6 0,7 0-3 16,0-3-5-16,-1-2-5 0,2-6 0 0,6-1-5 16,-1-4 1-16,0 2-7 0,-3 0-4 0,2-1 3 15,-2 2-7-15,-2 1 2 0,-3 5-2 0,-4 2 11 16,-2 2 4-16,-1 2 4 15,1 1 0-15,-4 5 2 0,0-3-5 16,-1 3 1-16,0-1-11 0,0 3-6 0,-2-1-2 0,-1 3-5 0,5 0 0 16,-5 0-7-16,6 8 5 15,-3 4-8-15,-2 3 4 0,2 10 1 0,-3 1-2 0,-2 4 0 16,1 2 4-16,0 13-4 0,-4 4 5 16,1-5-4-16,0-8 5 0,2 12 0 0,-1 1 0 15,2-18 2-15,-2 1-4 0,2-1 3 0,2-2-3 0,-1-1 3 0,0-10-2 16,-1-1 3-16,2-5-5 0,-1 0 1 15,0-3 1-15,0-1 5 0,1-3 17 16,-1 3 21-16,-1-6 18 0,1-2 14 0,0 5 13 0,0-5 9 16,0 0 4-16,0 0-9 0,0 0-3 0,3 9 3 15,-3-9-13-15,0 0-3 0,0 0-13 0,0 0-6 16,0 0-8-16,0 0-19 16,0 0-44-16,0 0-49 0,0 0-50 0,0 0-41 0,0 0-42 15,0 0-63-15,4-15-65 0,-4 15-165 0,6-13-525 16,-2 9 232-16</inkml:trace>
  <inkml:trace contextRef="#ctx0" brushRef="#br0" timeOffset="1735.31">3442 2353 129 0,'0'0'183'0,"0"0"-8"16,0 0-15-16,-4 5-2 0,4-5-14 0,0 0-9 0,0 0-12 0,0 0-11 16,0 0-15-16,0 0-4 0,0 0-12 0,27-12-11 15,-14 9-4-15,2-6-8 0,3 2-7 0,5-6-3 16,1 4-5-16,1-8-7 0,0 5-5 0,-2-5-2 16,-9 7-1-16,9-7-6 0,-7 3 6 0,4-6 3 15,-7 6 3-15,1 0 14 0,-7 4 9 0,5-3 6 16,-7 4 16-1,0 0 12-15,-1 0 16 0,-1 2-9 0,-1 0 12 16,1 3-2-16,-1 0-8 0,0-2-6 0,-2 6-7 16,2-5-11-16,-2 5-14 0,0 0-8 0,-8-3-18 15,8 3-8-15,-16 1-3 0,3 3-2 0,-5-1-1 0,3 7-5 16,-7-3-7-16,8 7 4 0,-5-2-1 0,-2 4 1 16,1 3-5-16,2 2 0 0,0 1 0 15,2-4 0-15,5 2-11 0,2-2-5 0,-1 0-11 0,5-2-3 0,0 1-6 16,4-6 3-16,1 4 0 0,1-6 4 0,3 0 0 15,2 3 5-15,7-6 2 0,-2 1-1 0,9-2 3 0,10-2-9 16,3-3-5-16,2-3-9 0,5-2-8 0,-1-2-7 16,12-2-7-16,-1-1 3 0,1-7 0 0,-15 7 7 15,0-4-2-15,-2 1 11 0,-2-1 1 16,-4-5 2 0,-1 4 3-16,-9 5 13 0,0-2 21 0,-9 3 27 15,4 2 20-15,-6 1 15 0,-1 2 10 0,-1 0 4 16,0 0-6-16,-5 4-4 0,2-7-14 0,-2 7-14 15,0 0-11-15,-16-5 2 0,3 5-7 0,-5 3-4 16,3 2-5-16,-6 3 0 0,-3 1-2 0,-2 3-2 16,3-3-1-16,5 3-3 0,2-4 1 0,2 4-1 15,1 2-3-15,3-8-10 0,2 6-8 0,0-5-7 0,1 2-3 0,3-1-3 16,2-1 5-16,-1 0 2 0,3-2 1 16,0 0 4-16,0 0 2 0,0-5 3 0,8 4-1 0,-8-4 8 15,14 0 0-15,-14 0 2 0,20-7 1 0,-10 2 4 16,4-1-2-16,2-2-2 0,-5 1 5 0,3-6 0 15,-1 4 1-15,-3 0-1 0,3 1 1 16,-7-1 8-16,2 0-6 0,-3 4 20 0,0-3-9 0,-1 4-2 0,-4 4 3 16,8-7-3-16,-8 7-5 0,5-5-3 0,-5 5-3 15,5-5-6-15,-5 5-21 0,0 0-25 0,0 0-2 16,0 0 9-16,0 0 0 0,0 0 4 0,14 13-5 16,-10-8-6-16,1 0-7 0,-1 4-7 0,1-1-2 15,0-2-7-15,3 0 5 0,-1 2 2 0,1-1 8 16,2-1 1-1,1-2 6-15,-1 0 8 0,2-2-3 0,1-2 5 0,0 1 6 16,1-1 1-16,1-3 3 0,2-2 3 0,1-2 10 16,-4-2 14-16,1 0 20 0,1-2 18 0,-6 3 14 15,1-4 13-15,-2 2 15 0,-1-1 10 0,1 0 7 16,-4 2 17-16,0 3 0 0,-1-1 7 16,0 3-4-16,0-1-12 0,-4 5-4 0,5-8-19 15,-5 8-19-15,4-4-4 0,-4 4-3 0,0 0-9 0,0 0-22 0,5-2-25 16,-5 2-19-16,0 0 4 0,0 0 1 0,0 0 7 15,0 0-6-15,0 23 0 16,0-12 5-16,-2-2 1 0,4 3 0 16,-5 0 0-16,3 1-3 0,-1-2 8 0,0 2-1 0,2-1 1 0,-1-4-3 15,0-1 6-15,0 0-4 0,0-3 6 0,1 1-4 16,-1-5 4-16,-1 5 12 0,1-5 19 16,0 0 36-16,1 5 13 0,-1-5 4 15,0 0-7-15,0 0-8 0,0 0-8 0,19-19-9 16,-8 12-6-16,-4-2-3 0,1-2-10 0,2 1-2 15,-5 0-2-15,4-1-12 0,-1 4 6 0,-1 2-15 16,-3 0 6-16,0 2-11 0,-4 3-10 0,9-7 1 16,-9 7-12-16,0 0-1 0,0 0-7 0,17 10 2 15,-12-1 2-15,-1 4 4 0,1-1-3 0,0 5-2 0,-2 2-2 0,-2 0 9 16,1 1 4-16,-2-3-9 0,3 0 11 0,-3-1-2 16,1 2-1-16,-1-9-5 0,0 1 6 0,0-1 11 15,0-3-3-15,3-2 9 0,-3-4 0 0,1 7-2 16,1-4 8-16,-2-3-2 0,15 0 3 0,-15 0 7 15,33-10-17-15,-6 0-30 0,3-2-45 0,2-2-49 16,4-1-54 0,0-2-65-16,9-4-100 0,-12 1-272 0,0 6-658 15,-5-1 291-15</inkml:trace>
  <inkml:trace contextRef="#ctx0" brushRef="#br0" timeOffset="2936.18">2709 2801 17 0,'-4'3'121'0,"4"-3"-12"0,0 0-2 16,0 0-19-16,0 0 8 0,0 0-11 0,0 0-10 15,0 0-9-15,0 0-2 0,0 0-12 0,0 0-3 0,0 0 0 0,0 0-4 16,0 0-2-16,0 0-11 0,0 0 7 0,0 0-18 16,-4 2 9-16,4-2-14 0,0 0 1 0,0 0-7 15,0 0 6-15,0 0-5 0,0 0 0 16,0 0-2-16,0 0-1 0,0 0 4 0,8 7-6 15,-5-6 3-15,5 2 7 0,0 1 0 0,3-2 15 16,11 2-2-16,7 0 7 16,10 0-2-16,16 0 8 0,8-1 2 0,39 1-3 15,2-6 7-15,-3 0 5 0,9 4-2 0,4-4 0 16,-2-1-7-16,-2 0-5 0,-9 2-2 0,1-2-6 16,-35 2 0-16,22-5-5 0,-29 6 3 0,1-3 7 15,-7 2 8-15,0-2-4 0,-12 3 3 0,-5-3 1 16,-2 2 2-16,-2 0-5 0,-2 1 4 0,-2 0-6 15,-10 0-5-15,-5 0-2 0,0 0-1 0,-5 0-6 0,0 0 0 16,-2 0-4-16,0 0-2 0,-7 0-1 0,9 0-5 16,-5 0-1-16,-4 0-1 0,0 0 2 0,6 1-6 15,-6-1 0-15,0 0-1 0,0 0-7 0,0 0-1 0,10-1-6 16,-10 1-10-16,0 0-12 0,0 0-8 16,0 0-24-16,0 0-24 0,0 0-32 0,0 0-34 15,0 0-30-15,0 0-152 0,0 0-360 0,8-7 160 0</inkml:trace>
  <inkml:trace contextRef="#ctx0" brushRef="#br0" timeOffset="3356.93">5345 2121 281 0,'0'0'324'0,"0"-6"-20"0,0 0-15 0,0 3-18 15,0-1-20-15,1 1-23 0,-1 3-21 0,0-7-25 16,0 7-14-16,0-3-21 0,0 3-23 0,0 0-40 15,1-4-50-15,-1 4-65 0,0 0-54 0,0 0-31 0,0 0-37 0,8 7-39 16,-2 2-28-16,-6-1-130 0,0 4-379 0,0 5 168 0</inkml:trace>
  <inkml:trace contextRef="#ctx0" brushRef="#br0" timeOffset="3509.3">5330 2548 130 0,'0'4'167'0,"0"-4"-7"0,0 4-1 16,0-4-4-16,0 0-5 0,0 0-11 0,0 7-12 16,0-7-12-16,0 0-13 0,0 0-20 0,0 0-40 15,0 0-44-15,0 0-71 0,0 0-170 0,0 0-262 0,0 0 117 0</inkml:trace>
  <inkml:trace contextRef="#ctx0" brushRef="#br0" timeOffset="7778.96">5383 2598 7 0,'0'0'133'15,"0"0"-14"-15,0 0-21 0,0 0-8 0,0 0 2 16,0 0-19-16,0 0-13 0,0 0-9 0,0 0-2 16,0 0-12-16,0 0 1 0,0 0-5 0,0 0 0 15,0 0-14-15,0 0 11 0,0 5-10 0,0-5-5 16,0 0-2-16,-1 4 5 0,1-4-10 0,0 0 12 16,0 0 1-16,0 0 14 0,0 0 7 15,0 0 14-15,0 0 9 0,0 3 17 0,0-3 16 0,0 0 2 0,0 0-16 16,0 0-10-16,0 0-6 0,0 0-5 0,0 0 4 15,-4-11-5-15,4 11 3 0,0-7-7 0,0 7-2 16,0 0-10-16,0-4-4 0,0 4-6 0,0 0-5 0,0 0-11 16,1-1-13-16,-1 1-10 0,0 0-3 15,0 0 6-15,0 0-5 16,0 0 2-16,-9 11-3 0,8-9 8 0,-2 0-6 16,-1 1 5-16,4-3-5 0,-1 3 3 0,1-3-2 15,-2 5 2-15,2-5 0 0,-4 3 3 0,4-3 6 16,0 0 11-16,0 0 23 0,-3 1 23 0,3-1 24 15,0 0 1-15,0 0-5 0,0 0-9 0,-1-12-10 16,1 6-5-16,0-3-15 0,0 4 3 0,0-2-7 16,1 0-2-16,-1 5-6 0,3-3-4 0,-3 0-5 0,0 5-1 0,0-6-19 15,0 6-22 1,0-4-43-16,0 4-40 0,0 0-21 0,0 0-21 0,0 0-67 0,-10 14-217 0,7-9-460 16,-1-2 205-16</inkml:trace>
  <inkml:trace contextRef="#ctx0" brushRef="#br0" timeOffset="11180.66">6441 1860 157 0,'0'0'158'0,"0"-5"-12"0,0 5-7 0,0-3-13 0,0 3-10 15,0 0-17-15,0 0-7 0,4-4-24 0,-4 4-8 0,0 0-15 16,-6 14 6-16,-1-4-8 0,-7 12-6 0,-3 4-5 16,-3 5-4-16,-7 13 1 0,-2 2-6 0,2 2 0 15,0 1-4-15,4 1 1 0,4-4 0 0,0-4-8 16,7-8 7-16,5-2-2 0,5-4 0 0,-2-1 8 31,6 0 4-31,0-1-4 0,2-9-5 0,1 0 8 16,3-3 0-16,2-2 0 0,-1 3-1 0,1-5 5 15,0-3-1-15,2 0 2 0,1-1-3 0,-3-1 3 0,2-1 0 16,-1 0 2-16,-2-2-7 0,-1-2-3 0,-2 1-1 16,2-1 4-16,-5 3 4 0,1-1 2 0,-4-2 4 15,6 0 0-15,-6 0 1 0,6 4-4 0,-6-4 0 16,3 1-6-16,-3-1-4 0,0 0-2 0,0 0-3 0,0 0-11 16,6 2-10-16,-6-2-17 0,0 0-21 0,0 0-81 15,0 0-69-15,0 0-166 0,0 0-384 0,-6-15 169 16</inkml:trace>
  <inkml:trace contextRef="#ctx0" brushRef="#br0" timeOffset="12013.72">6787 2386 14 0,'0'0'136'0,"-1"6"-19"15,1-6-4-15,-4 6-15 0,4-6-5 0,-1 5-3 16,1-5-9-16,-3 6-11 0,2-2-4 0,1-4-10 16,-1 6-4-16,1-6-3 15,0 0-9-15,0 0 2 0,0 0 7 0,0 0 19 16,0 5 10-16,0-5 13 0,0 0 21 0,0 0 20 15,0 0 23-15,0 0-21 0,0 0-9 0,13-15-13 16,-7 9-10-16,2-5-4 0,2-4-9 16,1 1-10-16,5-8-6 0,-2-2-11 0,2 0-4 0,4 0-2 0,-3-3 0 0,0 2 0 0,2 1-2 15,-2 1-3-15,-2 1 4 16,-3 7-1-16,-1 1 0 0,-2-1-4 0,-2 5-2 16,-2 3-1-16,0 0-7 0,0 0 0 0,-3 3 4 15,2 0-15-15,-1 2-6 0,-2-1-6 0,-1 3-16 16,3-5-20-16,-3 5-12 0,0 0 10 0,0 0-2 15,6 9 3-15,-5-1-7 0,-1 2 12 0,2 2-2 16,0 7 8-16,-2-2-2 0,3 3 6 0,-2 4-4 16,3-6 1-16,0-1 2 15,-1-1 5-15,1 1-3 0,0-5 1 0,-3 0 4 16,5-4 1-16,-4 1-3 0,-1-4 2 0,3-2 3 16,-3 4 3-16,-1-4 10 0,2 1 22 0,-2-4 3 15,0 0-6-15,16-7 6 0,-8-1-13 0,6 3-6 16,-1-7 2-16,2-2-5 0,-2-1 0 15,1 1-1-15,1-7-11 0,2-2 7 0,-5 9-1 0,0 0 0 16,-2-1 5-16,-1 2 3 0,-1 4 5 0,0 1 1 0,-2 1 3 16,-3 2-9-16,-1 1-8 0,2-1 0 0,-3 2-11 15,2 0-20-15,-3 3-17 0,0 0 1 0,0 0 1 16,10 6 5-16,-13 0-1 0,6 2 8 0,-3 2 0 16,0 0 0-16,0 6 1 0,1 0 5 0,-1 2 2 15,2-1 3-15,-4 0-4 0,4-2 7 0,-2-1-1 16,2 3 2-16,-2-3 0 0,1-4 1 0,2-2 4 0,-3 1 1 0,1-3 0 15,2 0-1-15,-2-1-6 0,1 2 8 0,0-2-15 16,-1-1-13-16,2 0-9 0,-2-3-17 0,-1-1-10 16,5 6-24-16,-5-6-25 0,0 0-32 0,8 3-38 15,-8-3-36-15,0 0-214 0,9 0-467 0,-9 0 207 16</inkml:trace>
  <inkml:trace contextRef="#ctx0" brushRef="#br0" timeOffset="12236.31">7564 2352 22 0,'0'0'271'0,"7"0"-19"15,-7 0-32-15,0 0-23 0,0 0-24 0,1 3-22 16,-1-3-17-16,-1 5-17 0,1-5-9 15,-8 8-9-15,3 0-9 0,-3 1-9 0,-6 3-17 16,5 0-24-16,-2 2-24 0,-7 5-30 0,4-4-45 0,0 2-50 16,-5 0-201-1,4-5-334-15,3-1 148 0</inkml:trace>
  <inkml:trace contextRef="#ctx0" brushRef="#br0" timeOffset="12836.93">8060 2080 267 0,'0'0'256'0,"2"-6"-2"0,-2 6-14 0,2-5-17 16,-2 5-23-16,0 0-17 0,1-5-23 0,-1 5-15 16,0 0-17-16,0 0-16 15,0 0-25-15,0 0-9 0,0 0-12 0,0 0-7 16,0 0-9-16,4 20-2 0,-5-10-10 0,-1 3-1 15,1 4-2-15,-3 1-4 0,-2 7-4 0,5-7-1 16,-2 2-6-16,-2 5 2 0,1-8 0 0,2 4-4 16,-1-4 2-16,-1-1-5 0,2 0 1 15,-2-4-2-15,3-2-3 0,-2-1-1 0,3-1 1 0,-1-1-1 0,1-2-1 16,-3-1 2-16,3 1 0 0,-1-2 24 0,1 1 26 16,0-4 32-16,0 0 33 0,-1 3 37 0,1-3 18 0,0 0-21 15,0 0-19-15,-4-20-20 0,1 4-19 0,6-4-12 16,-3-6-8-16,0-3-9 0,1 2-11 0,4-3-10 15,2 0-8-15,0 1-2 0,1 4-15 16,0-1 11-16,-3 6-8 0,1 4-14 0,-2 0 4 16,-2 5 2-16,1 0 2 15,1 5-4-15,-3-1-2 0,2 2-5 0,-2 0-1 16,2 1-6-16,-2 1 1 0,-1-1-29 0,0 4-19 16,6-1-11-16,-6 1-8 0,17 2-27 0,-7 1-17 15,3 1-24-15,5 1-28 0,-2 5-16 0,8 1-16 16,-7 0-15-16,1 0-15 0,9 4-21 0,-9-5-42 15,-3 0-203-15,3 1-523 0,-3-5 231 0</inkml:trace>
  <inkml:trace contextRef="#ctx0" brushRef="#br0" timeOffset="13076.97">8100 2451 184 0,'0'0'282'15,"0"0"-14"-15,-3 2-13 0,3-2-20 0,0 0-15 0,-4 2-21 16,4-2-17-16,0 0-17 0,0 0-18 0,0 0-10 16,0 0-19-16,0 0-20 0,0 0-1 0,26-3-14 15,-12 1-11-15,-1-1-23 0,7 2-26 0,3-3-33 16,5 2-35-16,-1 0-41 0,-5 2-55 0,7-5-70 0,-8-2-177 0,-2 2-418 0,-4 3 185 15</inkml:trace>
  <inkml:trace contextRef="#ctx0" brushRef="#br0" timeOffset="13352.78">8037 2252 131 0,'0'0'271'0,"-1"4"-25"15,1-4-22-15,0 0-27 0,0 0-19 0,0 0-21 16,0 0-16-16,25-4-12 0,-9 3-16 0,4-3-17 15,-1-1-27-15,11 2-40 0,-1 0-41 0,-1-3-53 16,4 1-58-16,-2 2-175 0,-2-4-321 0,-2 2 143 0</inkml:trace>
  <inkml:trace contextRef="#ctx0" brushRef="#br0" timeOffset="13800.6">8801 1993 222 0,'0'0'204'0,"1"-3"-17"15,-1 3-23-15,0 0-11 0,0 0-23 0,0 0-19 16,0 0-10-16,-7 10-12 0,2-5-7 0,-8 9-8 0,1 2-9 16,-7 6-9-16,-1 2 0 0,3 2-6 0,-3 2-7 15,2 1-6-15,0 3-1 16,5-4-4-16,-1 2 0 0,9-1-2 0,-1-3-7 16,3-1 1-16,0-4 0 0,6-3-2 0,2-2 2 15,0 1 13-15,4-2 5 0,4-1 3 0,1-3 5 16,3-2-2-16,1 0-2 0,1-1-3 0,2 0-1 15,0-4-7-15,1-1-5 0,-3-1 6 0,-4 2-10 16,-1-4-1-16,-1 1 10 0,-7-1 3 0,2 2 2 16,-3-2 2-16,-5 0-3 0,9 0 1 0,-9 0-4 15,5 0-2-15,-5 0-6 0,0 0-2 0,8 0-7 0,-8 0-35 16,0 0-44-16,0 0-36 0,-4-9-22 0,4 9-28 16,-9-6-23-16,5 1-54 0,-1 3-132 0,1-3-383 15,-2 0 170-15</inkml:trace>
  <inkml:trace contextRef="#ctx0" brushRef="#br0" timeOffset="14054.55">9192 2181 50 0,'0'0'235'0,"0"0"-14"0,0 0-29 16,0 0-15-16,0 0-28 0,0 0-22 0,0 0-20 0,0 0-11 0,0 0-8 0,-10 15-8 16,0-2-11-16,-3 0-4 0,-1 1-8 0,-1 6-5 15,1-5 0-15,-2 7-15 0,1-6-22 0,-2 4-19 0,-2-1-9 16,10-7-23-16,-5 3 0 0,5-3-33 16,1-1-16-16,1-3-25 0,-1 2-39 15,-1-5-80-15,4 0-246 0,1-3 109 0</inkml:trace>
  <inkml:trace contextRef="#ctx0" brushRef="#br0" timeOffset="14254.59">8998 2203 172 0,'0'-5'225'0,"0"5"-28"0,0 0-24 0,0 0-19 15,0 0-20-15,0 0-14 0,0 0-12 0,0 0-9 16,8 15-3-16,-3-9-6 0,1 5-5 0,1-2-9 15,5 3-9-15,1 3-5 0,2 1-1 0,6 0-9 16,-7 0-6-16,0-1-26 0,0-1-19 0,0-2-26 16,0 0-32-16,0-2-38 15,-1-1-16-15,-2-1-181 0,-4-1-316 16,-2-5 140-16</inkml:trace>
  <inkml:trace contextRef="#ctx0" brushRef="#br0" timeOffset="14720.59">9297 1962 198 0,'0'0'218'0,"0"0"-30"0,1-5-10 0,-1 5-26 0,0 0-12 16,0 0-14-16,0 0-8 0,18 11-12 0,-9-3-5 0,1 1-9 16,3 4-4-16,6 6-11 0,-2 5-2 0,-2-1-9 15,1 5-5-15,3 17-7 0,-9-11-3 0,0 10-2 0,0-8-7 16,-5-2 0-16,-2-2-6 0,-6 2-2 0,2-5-10 15,-4 2 8-15,1-4-6 0,-8 2 1 16,5-9-7-16,-3 6 1 0,0-9-3 0,1 0 2 16,-2-3-4-16,1 1 1 0,1-4-5 0,2 0-1 0,0-4 0 15,0 2-4-15,3-4 0 0,0 0 2 0,0-2-1 16,2 1-1-16,-1-1 4 16,-1 1-1-16,4-4 1 0,-4 4 0 0,2-2 5 15,2-2-8-15,-4 2 3 0,4-2-5 0,0 0 3 16,0 0 2-16,0 0-9 0,-1 5-11 0,1-5-43 15,0 0-51-15,0 0-48 0,11-9-60 16,-11 9-151-16,9-8-390 0,-5 1 173 0</inkml:trace>
  <inkml:trace contextRef="#ctx0" brushRef="#br0" timeOffset="15303.44">9834 1983 71 0,'21'44'123'16,"3"3"-11"-16,-7 0 3 0,1 8-11 0,-4 0-6 15,-1-3-6-15,-3 0-10 0,-1-1-7 0,-6-16-8 0,-6 13-6 16,3-16-3-16,-5-1-1 0,-4 0-15 0,-7-1-1 16,-4-2-20-16,-3-1-22 0,-15 2-33 0,-4-2-66 15,-3-3-81-15,-5-5-196 0,13-9 87 0</inkml:trace>
  <inkml:trace contextRef="#ctx0" brushRef="#br0" timeOffset="16891.29">3295 4158 140 0,'2'-7'197'15,"-2"1"-6"-15,2 1-7 0,-1-1-3 0,-1 2-20 16,1-1-17-16,1 3-13 0,-2 2-14 0,0 0-15 15,1-6-9-15,-1 6-17 0,0 0-7 0,0 0-8 16,0 0-9-16,1 20 5 0,-1-8-16 0,-1 6-4 16,-3 10-5-16,3 1-2 0,-1 2-3 0,0 0 0 15,-2 0 0-15,0 3-7 0,1-2 2 0,0-4-2 0,3 0 0 0,0 1-4 16,-1 0-2-16,1-5-2 0,-2-3 1 0,4-5-1 16,-4-3-5-16,2 0 3 0,-1-4 0 0,0 0-1 15,1-2 2-15,-1-3 0 0,1 0 0 0,0 0 1 16,-3 0 17-16,3-4 14 0,0 5 12 0,0-2 7 15,0-3 7-15,0 0-9 0,0 0 2 0,-4 4-30 16,4-4-42 0,0 0-33-16,-6-13-28 0,2 2-32 0,0 2-36 0,2-2-40 15,-2 0-200-15,0-4-412 0,0 0 183 0</inkml:trace>
  <inkml:trace contextRef="#ctx0" brushRef="#br0" timeOffset="17182.96">3305 4140 34 0,'0'0'231'0,"-4"-3"-10"0,4 3-8 16,0 0-9-16,0 0-11 0,0 0-15 16,0 0-16-16,0 0-16 0,0 0-14 0,0 0-14 15,0 0-10-15,11-3-12 0,0 1-10 0,11-1-7 0,9-1-11 0,3 1-9 16,8-1-4-16,11-2-4 0,-1 0-5 0,-15 5-2 15,0-2-8 1,-1 0 0-16,-4 0-11 0,-11 3 3 0,0-1-3 16,-1 0-5-16,-8 0 5 0,1 1-8 0,-4 0-8 15,-3 0-10-15,1 0-12 0,-7 0-16 0,10 1-7 16,-10-1 5-16,-2 6 1 0,2-6-11 0,-17 10-17 16,6-3-19-16,-7 0-25 0,3 3-20 0,-2-1-28 15,2 1-47-15,-1 0-113 0,4-3-335 16,2 1 147-16</inkml:trace>
  <inkml:trace contextRef="#ctx0" brushRef="#br0" timeOffset="17576.78">3411 4729 51 0,'-3'2'193'16,"3"-2"-10"-16,-3 3-4 0,0-1-8 0,3-2-7 16,-1 3-10-16,1-3-12 0,0 0-12 0,0 0-8 15,-6 3-10-15,6-3-4 0,0 0-20 0,0 0-6 16,0 0-9-16,0 0-7 0,0 0-3 0,-3 3-6 15,3-3-6-15,0 0-6 0,0 0-4 0,0 0-2 0,0 0 4 16,18-3-11-16,-8 1 0 0,3-1-2 0,6 1-4 0,3 1-2 16,11-5-4-16,-2 1 0 0,-1 0-2 0,0 4-2 15,-2-3-3-15,-8 2-4 0,2 1 4 0,-4-2-2 16,-1 2-3-16,-4 0 1 0,0-1-4 0,-4-1 0 16,3 3-2-16,-7 0-12 0,0 0-14 15,-5 0-15-15,8-2-21 0,-8 2-9 0,0 0-23 0,0 0-28 0,0 0-33 16,0 0-52-16,0 0-111 0,-37 0-341 0,23 2 151 0</inkml:trace>
  <inkml:trace contextRef="#ctx0" brushRef="#br0" timeOffset="17962.27">3378 4488 205 0,'0'0'225'0,"0"0"-19"0,-5 1-22 16,5-1-5-16,0 0-24 0,0 0-15 0,0 0-14 0,-4 3-13 15,4-3-13-15,0 0-11 0,0 0-4 0,0 0-7 16,14 0-8-16,0 0-1 0,5 0-13 15,12 3-1-15,0-6-7 0,3 3-2 0,3-4-1 16,-2 3-2-16,2-2-5 16,-4 3 1-16,-1-2-9 0,-2-2-5 0,-10 1 3 15,3 2-2-15,-5 0-4 0,-4 1-3 0,-1-3-4 16,-2 3 1-16,-5 0 0 0,2-2-6 0,-3 2-1 16,-5 0 1-16,10-1-1 0,-6 0-4 0,-4 1-15 15,0 0 1-15,0 0-2 0,5 4-8 0,-5-4-15 16,0 0-22-16,-12 5-19 0,5-2-17 0,1 1-36 15,2-3-31-15,-4 1-182 0,8-2-368 0,-8 4 163 0</inkml:trace>
  <inkml:trace contextRef="#ctx0" brushRef="#br0" timeOffset="18362.95">4802 4271 155 0,'0'0'267'0,"0"0"-28"15,0 0-25-15,0 0-22 0,0 0-23 0,0 0-17 0,0 0-17 16,0 0-19-16,0 0-15 0,0 0-11 0,-3 9-7 16,-2 0-9-16,0-2-10 0,-4 4 1 0,-1 2-11 15,-3 0-4-15,-4 4-4 0,3 1-6 0,-5 3-4 16,-1-3-3-16,3 3-1 0,0-3-10 0,-1 2-16 15,2-1-15 1,2-3-13-16,1-1-18 0,-1-3-27 0,0 1-25 16,4-1-35-16,1-7-51 0,-4 1-139 0,5-3-344 15,3-2 153-15</inkml:trace>
  <inkml:trace contextRef="#ctx0" brushRef="#br0" timeOffset="18695.3">4536 4350 106 0,'0'-4'327'0,"0"4"-20"0,-3-5-21 0,3 5-27 16,0-6-25-16,0 6-28 0,-1-2-22 0,1 2-21 15,0 0-24-15,0 0-12 0,0 0-17 0,0 0-12 16,14 9-6-16,-5 0-11 0,4 2-6 0,3 1-9 16,3 6-3-16,2-3-10 0,-1 3-1 0,2-2-9 15,-8-1-4-15,9 3-1 16,-5 0-2-16,-4-3-5 0,-1-1 8 0,6 7-16 15,-7-8-5-15,-1 0 5 0,-2-4-1 0,-1-1-2 16,1-1-5-16,-4 0 7 0,-1-3-7 0,-1 0-10 16,1 0 1-16,-2-2 0 0,0 2 3 0,-2-4-1 15,3 7 0-15,-3-7 0 0,5 4-2 0,-5-4 1 16,0 0 0-16,4 2 0 0,-4-2-2 0,0 0-11 16,0 0-3-16,0 0-11 0,0 0-19 0,0 0-14 0,0 0-14 15,0 0-15-15,0 0-69 0,0 0-95 0,2-11-225 16,-2 11-509-16,4-12 226 0</inkml:trace>
  <inkml:trace contextRef="#ctx0" brushRef="#br0" timeOffset="18949.66">5063 4221 211 0,'0'0'208'0,"8"6"-11"16,-3-2-13-16,1 3-8 16,4-1-18-16,-1 7-3 0,2 3-7 15,6 4-10-15,-2 3-5 0,-1-1-15 0,-1 3-12 16,1 0-7-16,-5 4-10 0,-4-1-5 0,-1 2-10 16,2 1-4-16,-6-2-7 0,-6-2-6 0,-3 2-18 0,0-4-15 15,-9 1-19-15,0-2-27 0,-10-2-39 0,-1 0-69 16,-16 2-85-16,8-9-137 0,-13-1-380 0,-5-4 168 15</inkml:trace>
  <inkml:trace contextRef="#ctx0" brushRef="#br0" timeOffset="19513.07">4595 4025 179 0,'0'0'184'0,"-12"0"-14"16,12 0-16-16,-16 3-15 0,4 1-15 0,2 1-14 15,-7 7-12-15,0-1-14 0,-3 7-2 16,-3 3-8-16,-2 3-10 0,1 2-5 0,1 5-1 31,-3 7 0-31,-1 1-3 0,13-7 0 0,-4-4 0 0,6 6-3 0,1-4-9 16,2 1 6-16,5 2 5 0,-1-4 3 0,4-4-5 15,3-1 1-15,6-4-3 0,-3-3 1 0,5 0-3 16,4-2 6-16,-1 0 5 0,10-1-3 0,7-1 9 16,-5-2-10-16,2-2-9 0,-9-4-1 0,4 2-7 15,-3-2 0-15,0-3-4 0,-5 0-4 0,-4 2-3 16,4-3-5-16,-6 0 2 0,-3 2-3 0,3-4-6 15,-3 2 4-15,0 1-5 0,-1 0-1 0,-4-2 0 0,0 0 0 0,9 0-2 16,-9 0-4-16,4 0-16 0,-4 0-26 0,0 0-30 16,0 0-16-16,0 0-34 0,0 0-25 0,0 0-31 15,0 0-55-15,0 0-139 0,0 0-396 0,0 0 176 16</inkml:trace>
  <inkml:trace contextRef="#ctx0" brushRef="#br0" timeOffset="20166.27">5691 4478 161 0,'0'0'153'0,"0"0"-5"15,0 0-6-15,0 0-6 0,0 0-11 0,0 0-11 16,0 0-5-16,0 0-8 0,0 0-7 0,0 0-10 16,0 0-8-16,0 0 4 0,0 0-1 0,0 0-8 15,27-3-4 1,-14 2-4-16,3 2-5 0,5-2-2 0,0 1-2 0,10-3-7 15,-3 3-2-15,0-1-5 0,-2 1-2 0,-3-2-3 16,-2 1 1-16,-1 1 0 0,-1-1 2 0,0-2-5 16,-7 6-1-16,0-6-6 0,-3 6-2 0,-1-6-1 15,-3 3-4-15,-5 0 0 0,10 0-3 0,-10 0-10 16,7 0-24-16,-7 0-27 0,0 0-6 0,2 3-25 16,-2-3-28-16,0 0-36 0,-16 4-52 0,8-3-118 0,-1 3-335 15,1-4 147-15</inkml:trace>
  <inkml:trace contextRef="#ctx0" brushRef="#br0" timeOffset="20513.03">5769 4663 122 0,'0'0'170'0,"-4"1"1"0,4-1-4 15,0 0-11-15,0 0-2 0,0 0-3 0,0 0 11 0,0 0 1 16,13 2-3-16,0-2-10 0,6-2-12 0,8 1-14 16,1-1-11-16,2 0-6 0,2-2-6 0,2 1-5 15,-4 2-7-15,1 1-6 0,-3-4-6 16,-6 2-6-16,-2 2-6 0,-2-3-6 0,-5 3-5 15,-2 0-3-15,-4 0-5 0,2 0-2 0,-4-1-7 0,-5 1-5 0,7 0-1 16,-7 0-5-16,8-1-23 0,-8 1-30 0,0 0-40 16,0 0-42-16,0 0-24 0,5 2-41 0,-5-2-79 15,0 0-149-15,0 0-435 0,0 0 192 0</inkml:trace>
  <inkml:trace contextRef="#ctx0" brushRef="#br0" timeOffset="24720.15">7190 4042 108 0,'0'0'148'16,"-4"-3"-8"-16,4 3-5 0,0 0-7 0,0 0-8 15,0 0-7-15,0 0-9 0,-4-2-11 0,4 2 0 16,0 0-14-16,0 0-10 0,0 0-11 0,0 0-8 16,0 0-2-16,0 0-9 0,0 0-6 0,0 0-1 15,0 0 2-15,17 5-5 0,-3-2 4 0,4-3-9 16,2 0 4-16,10-3-4 0,0 3-1 0,2-4-1 16,3 1-2-16,14 1 0 0,-14-1-5 0,0 3-5 0,-4-2-3 0,1-1-7 15,-1-1-21-15,-11 3-13 0,0-1-12 0,-4 1-39 31,-3 0-35-31,-4 1-143 0,-5-3-284 0,-3 3 126 16</inkml:trace>
  <inkml:trace contextRef="#ctx0" brushRef="#br0" timeOffset="25355.76">7123 4120 4 0,'0'0'169'15,"0"0"-18"-15,0 0-11 0,13-6-16 0,-6 6-7 16,4 3-6-16,-2-2-16 0,4 3-5 0,3 4-18 16,1 2-1-16,2-1-3 0,4 5-6 0,3 5-6 15,-4 1-6-15,1 3-8 0,-2 0-2 0,1 4-2 16,-8 1-11-16,0 2 7 0,-2 5-4 0,0 9-7 15,-3-10 4 1,-5 12 3-16,-5-9-8 0,-3 8-3 0,-2-11 3 0,1 0-7 0,-11 12-7 0,2-13 9 0,0-3 0 16,-1-1-4-16,-1 0-4 0,1-3 2 0,-3-4-1 31,4 3-2-31,1-8-1 0,2 0 0 0,1-3-1 16,1-2 3-16,1-1-2 0,-1-5-7 0,4 4 6 15,1-5 3-15,-1-1-4 0,2 2 0 0,1-2-3 16,-2-1 7-16,2-2 0 0,2-1 4 0,-3 8-1 0,0-8-5 0,3 0 4 15,0 0 0-15,-2 4 2 0,2-4 1 0,0 0-9 16,-1 3 3-16,1-3 2 0,0 0-4 0,0 0 1 16,0 0-14-16,0 0 11 0,0 0 1 0,0 0-1 15,-3 6 1-15,3-6-4 0,0 0 2 0,0 0 0 16,0 0 3-16,0 0-7 0,0 0 2 0,0 0 1 16,0 0-5-16,0 0 7 0,0 0-5 0,0 0 3 0,0 0 9 0,0 0 2 15,0 0 9-15,0 0 8 0,-1 4 0 0,1-4 8 16,0 0 5-16,0 0-3 0,25-10-1 15,-9 6-3-15,4-1-4 0,8-2-5 0,8 0-1 0,15-6-3 16,0 1-5-16,0 2 3 0,-1 1-6 0,0-3 3 16,-11 4-3-16,-3 1-1 0,0 3 0 0,-4-2-3 15,0 3-1 1,-12 1 2-16,1-1 1 0,-11 3 0 0,2-1-10 16,-1-1 1-16,-5 1-2 0,0 0 0 0,-1 1 1 15,-5 0-11-15,5-1-2 0,-5 1-4 0,0 0 0 16,0 0-19-16,0 0-27 0,0 0-32 0,0 0-12 15,-22 0-23-15,12-3-36 0,-3 1-178 0,4 0-368 16,3 0 163-16</inkml:trace>
  <inkml:trace contextRef="#ctx0" brushRef="#br0" timeOffset="26234.07">8239 4226 25 0,'5'-3'173'0,"3"1"-19"0,1-3-11 15,1 3-20-15,1 0-6 0,2 2-17 0,1 1-11 16,-1 2-8-16,6 2-6 0,-1 1-6 0,-1 2-4 16,-2 2-8-16,3 3-3 0,-4 1-8 0,0 0-5 15,-5 1 1-15,1 9-6 0,-2-4-2 0,-4 3-1 16,-4-3-7-16,-3-1 0 0,-6 8-2 0,3-8 4 15,-7 3-3-15,4 3 3 16,-8-7 1-16,5-1 8 0,-2-4 6 0,1 0-5 16,-4-1 1-16,4-1 2 0,3-4 11 0,1 1-5 15,0 0 7-15,2-4 13 0,0 1 15 16,4-4 20-16,0 1 26 0,3-2 20 0,-4 1 8 16,4-1-14-16,0 0-21 0,0 0-12 0,7-19-18 0,4 4-5 15,-1 2-3-15,4-3-18 0,5-3-6 0,3-1-4 16,-3-2-10-16,4 1-5 0,-1 0 2 0,1 3-9 0,-5 0-1 15,0 5-5-15,-4 1-5 0,1 0-1 0,-6 2-3 16,0 3 3-16,0 0-9 0,-4 2 6 0,0 2-9 16,0 0-3-16,-1-1 1 0,-1 1 6 0,0 1-9 15,-3 2-10-15,4-3-7 0,-4 3 1 0,0 0-1 16,0 0 3-16,-7 16 0 0,0-5-1 0,-3 3 1 16,1 2 4-16,-4 5 7 0,2 3-9 0,1-1-3 0,3 3 11 0,4-7-3 15,0 0-1-15,4 3 3 0,2-3 1 0,2 1 2 16,6-5 6-16,6 3 11 0,6-2-14 0,2-4-9 15,7 0-53-15,4-3-58 0,3-7-71 0,14 1-93 16,-13-3-260-16,-1-5-585 0,0-4 259 0</inkml:trace>
  <inkml:trace contextRef="#ctx0" brushRef="#br0" timeOffset="26803.94">9248 4248 153 0,'-1'-5'265'0,"1"5"-16"15,0 0-19-15,0 0-21 0,0-5-23 0,0 5-17 16,0 0-26-16,0 0-19 0,0 0-8 0,0 0-18 15,0 0-7-15,-7 14-7 0,5-6-14 0,1 5-6 16,-3 4-4-16,0 2-9 0,-1 7-4 0,-4 2-7 0,3-2 1 16,3 5-5-16,-3-2 1 0,2 0-6 15,0-1-1-15,-1-3-2 0,2-4-4 0,-3 2 5 16,6-6-4-16,-1 0-6 0,0-5-1 0,-2 0-8 0,2-3-19 0,-2 1-20 16,1-3-23-16,0 1-24 0,0-4-17 0,-1 0-18 15,2 2-24-15,1-6-31 0,-9 7-185 0,9-7-381 16,0 0 168-16</inkml:trace>
  <inkml:trace contextRef="#ctx0" brushRef="#br0" timeOffset="27173.44">9167 4157 101 0,'-3'-7'304'0,"2"3"-18"16,-1-2-17-16,1 4-26 0,1 2-25 15,-1-6-20-15,-2 2-24 16,3 4-16-16,-1-4-23 0,1 4-11 0,0 0-14 0,0 0-11 16,14 5-12-16,-2 0-7 0,4 4-9 15,2 2-9-15,7 1-5 0,0 4-4 0,3 2-4 16,-1-1-5-16,-1 1-3 0,-4 2-3 0,-1-2-3 16,-1 1-7-16,-5-4-2 0,-3 1-3 0,-4-4-1 15,-3 2-7-15,-2-4-6 0,-3 2 0 0,-3-3-1 16,-2 2 3-16,-5 1 3 0,-4-1-4 0,-4-1 3 0,-9 2-5 0,-1-2 3 15,0 2-1-15,-2-4-3 0,2 0 2 0,0-2-4 16,9-2 1-16,1 1 2 0,0 1-1 0,3-1-2 16,2-1-3-16,3-2-15 0,1 3-28 0,1-3-32 15,2 1-28-15,6-3-2 0,-9 2-13 0,9-2-39 16,0 0-54-16,0 0-207 0,0 0-450 0,43-6 200 16</inkml:trace>
  <inkml:trace contextRef="#ctx0" brushRef="#br0" timeOffset="27436.05">10075 4296 172 0,'0'0'303'0,"0"-1"-29"0,0 1-24 0,0 0-31 16,0 0-20-16,0 0-27 0,0 0-20 0,0 0-21 16,0 0-13-16,0 0-14 0,-4 12-11 0,0-3-9 0,-3 0-7 0,-3 4-7 15,-2 3-6-15,-1 1-4 0,-6 3-6 0,0 2-4 16,0 1-18-16,1 0-19 0,-2 0-25 0,-1-3-24 16,3 4-14-16,-2-4-15 0,6-6-5 0,-2-1-35 15,2-2-27-15,2-2-36 0,-3 1-175 0,4-6-370 16,2 0 164-16</inkml:trace>
  <inkml:trace contextRef="#ctx0" brushRef="#br0" timeOffset="27658.23">9809 4324 160 0,'0'-6'311'0,"0"1"-37"15,2 3-26-15,-2 2-31 0,2-5-25 0,-2 5-19 16,2-3-21-16,-2 3-14 0,0 0-11 0,7 10-12 0,0-2-6 15,-2 3-8-15,0 2-10 0,4-1-7 0,2 7-6 16,3 3-7-16,2 2-6 0,-1 0-5 0,-1-2-2 0,1 2-21 16,3 2-27-16,-5-2-25 0,0-2-32 15,-4-7-39-15,0-1-38 0,1 0-42 0,-2-4-55 16,-2 1-148-16,2-5-400 0,-1-2 177 0</inkml:trace>
  <inkml:trace contextRef="#ctx0" brushRef="#br0" timeOffset="27889.54">10296 4471 239 0,'0'0'462'15,"0"0"-32"-15,0 0-45 0,0 0-46 0,0 0-37 0,2-8-29 16,-2 8-39-16,6-9-46 16,0 5-47-16,3 0-40 0,4-1-47 0,1 1-36 0,0-1-53 0,5 2-47 0,0-2-53 15,1 2-57-15,-1 2-262 0,-8-2-491 0,2 0 216 16</inkml:trace>
  <inkml:trace contextRef="#ctx0" brushRef="#br0" timeOffset="28052.69">10402 4584 89 0,'-1'1'261'0,"-2"3"-6"15,3-4-10-15,-2 3-11 0,2-3-12 0,0 0-24 16,0 0-22-16,15-1-16 0,-2-3-28 0,6 1-43 16,2-2-43-16,-1 1-53 0,7-4-69 0,1-1-66 15,-8 1-172-15,6-4-340 0,-8 3 150 0</inkml:trace>
  <inkml:trace contextRef="#ctx0" brushRef="#br0" timeOffset="28438.09">10768 4342 143 0,'0'0'169'0,"0"0"-8"0,15 5-11 0,-11-2-6 0,6-1-14 16,-5 2-9-16,3 3-13 0,1 1-4 15,-3 1-9-15,3-1-9 0,-1 1-11 0,-3 4-3 16,3-2-9-16,-3 0-3 0,0-1-9 0,-1 2 0 16,-4 0-6-16,0 0-2 0,-3-1 3 0,1 1 5 0,-2 0 0 15,-1-4 5-15,0 2 1 0,-2 0-1 16,2-5 0-16,1-1 4 0,4 1 6 0,-1-4 10 0,-3 4 20 0,4-1 26 16,0-4 38-16,0 0 34 0,-4 6 13 0,4-6-11 15,0 0-28-15,0 0-19 0,9-19-19 0,-2 9-8 16,-1 1-13-16,7-6-13 0,-3 3-13 0,4-2-8 15,-1 4-11-15,-2-4-10 0,-1 5 0 0,-2 0-9 16,1 2-2-16,0 3-11 0,-3-1-3 0,1 1 2 16,-2 1-18-16,0 0-20 15,0 2-10-15,0 0-7 0,-5 1-9 0,11 1-12 16,-5 1-9-16,-1 2-1 0,1 1-8 0,-2 0-13 16,1-1-17-16,-1 2-18 0,0 1-26 0,0 3-25 15,-3-2-24-15,2 0-29 0,-1-2-41 0,2 1-275 16,-4-3-575-16,0-4 254 0</inkml:trace>
  <inkml:trace contextRef="#ctx0" brushRef="#br0" timeOffset="28660.15">11215 4228 81 0,'0'-2'237'0,"0"2"-26"0,5-2-25 16,-5 2-17-16,0 0-19 0,5 10-13 0,-1-5-12 0,-3 6-11 15,3 6-11-15,0 0-7 0,-3 3-4 0,2 8-12 16,-6 2-3-16,0 1-8 0,-4 1-3 0,-2 4-4 16,-7 8-5-16,-5 1-4 0,4-13-4 0,-4-3-7 0,-5 1-17 15,1-3-14-15,-2-7-14 0,-4 3-20 16,-15 0-52-16,12-8-65 0,-19-1-203 0,1-6-369 16,-1-4 164-16</inkml:trace>
  <inkml:trace contextRef="#ctx0" brushRef="#br0" timeOffset="29076.32">9807 4047 28 0,'-13'3'195'0,"6"-1"-17"0,-3 6-22 0,-2 3-7 16,-6 9-8-16,-3 2-10 0,0 5-3 0,1 4-4 15,-5 12-9-15,2 1-6 0,4 2-2 0,1 1-7 16,5 0-9-16,4 1-4 0,13-2-1 0,1-10-1 16,12 8-6-16,-1-13-5 0,16 8-6 0,4-3-5 15,6-4-7-15,5-6-5 0,5-3-44 0,-2-2-84 16,4-5-135-16,0-5-142 0,-2-7-382 0,-13-6 169 0</inkml:trace>
  <inkml:trace contextRef="#ctx0" brushRef="#br0" timeOffset="30110.27">7029 5150 30 0,'0'0'181'0,"0"0"-20"0,0 0-18 0,0 0-18 16,6-7-8-16,-2 6-17 0,-4 1-7 0,10-1-14 0,-10 1-6 0,14 4-4 16,-3-2-10-16,-2 4-6 0,1-1-1 0,0 1-9 15,-1 2-5-15,1 1 1 0,0 4-11 0,1 0-1 16,-4 3 3-16,-3 1-8 0,-3 0 1 0,2 1 1 15,-6 0-4-15,1-2-2 0,-6 2 4 0,3 1 1 0,-4-4 1 16,0-1 7-16,-5 3 4 0,1-5 2 16,-2 3 4-1,2-4-1-15,-1 0 1 0,1-4 5 0,2 0 5 16,3-2 9-16,1-1 4 0,1 2 6 0,1-2 14 0,1-2 13 0,-1-1 17 0,2 1 21 16,3-2-21-16,0 0-18 0,-3-9-14 0,7 3-11 15,0-3-6-15,6-5-10 0,3 1-5 0,1-3-8 0,5-6-4 16,3 0 1-16,-1 0-7 0,1 2-6 0,1 2-1 15,-8 5-1-15,2 3-5 16,-3-1-5-16,-1 6 0 0,-3-5-2 0,0 5-2 16,-3 1-3-16,-2 0 1 0,-1 3-5 0,0-3-2 15,0 1-2-15,0 2-19 0,-4 1 0 0,5-1 2 0,-5 1 3 16,2 6 2-16,-2-1 1 0,-3 2 0 0,2 5 3 16,-3 3 2-16,1 2 1 0,-3 2-3 0,4-2 6 15,0-2-1-15,1 2 0 0,2-1 2 16,-2-3-2-16,2-1 2 15,-1 0 4-15,3-2-2 0,2 2-2 0,1-6-10 0,3 1-20 16,2-2-29-16,8-1-39 0,1-2-46 16,2 0-53-16,6-5-268 0,3-2-505 0,-3 1 223 15</inkml:trace>
  <inkml:trace contextRef="#ctx0" brushRef="#br0" timeOffset="30295.67">7701 5293 7 0,'0'0'333'16,"0"0"-17"-16,0 0-21 0,0 0-16 0,0 0-18 16,0 0-35-16,0 0-23 0,0 0-3 0,0 0-32 15,0 0-12-15,0 0-17 0,0 0-14 0,0 0-28 16,0 0-41-16,0 0-38 0,4-5-40 0,2 5-50 0,7-3-47 0,-3 3-56 16,3-4-241-16,-2 3-450 0,1-1 200 0</inkml:trace>
  <inkml:trace contextRef="#ctx0" brushRef="#br0" timeOffset="30442.32">7751 5386 90 0,'-3'2'157'0,"3"-2"-13"0,-4 4-7 0,4-4-2 0,0 0-7 16,-1 3-7-16,1-3 8 0,0 0-16 15,0 0-6-15,19-3-13 0,-7 3-10 0,2-1-26 0,1-2-39 16,7 1-51-16,-4-3-60 0,1-1-140 0,1 2-252 15,1-1 112-15</inkml:trace>
  <inkml:trace contextRef="#ctx0" brushRef="#br0" timeOffset="30742.9">8238 5223 138 0,'0'0'201'0,"0"0"-9"0,0 0-11 0,0 0-12 16,-12 6-13-16,3 1-8 0,0-1-15 0,3 2-11 16,-3 1-9-16,1 6-11 0,-1-4-6 0,2-3-11 15,2 6-8-15,1-4-7 0,1 2-6 0,1-1-5 16,0 1 1-16,2-1-2 0,4-1-1 0,-1-1-1 16,4 0 0-16,5-4-3 0,-2-1 1 0,8-1-8 15,1-3-3-15,0 0-4 0,2-5-3 0,-2-2 0 0,1-1-4 0,-4-1-6 16,-6 1-1-16,3-4-5 0,-3 1 0 0,-5-1-3 15,-4-5-6-15,-2 5-5 0,-4-2-11 0,-5-3-4 16,-3 5-13-16,-5 0-20 0,-6 2-23 0,-4 1-29 16,-3 2-59-16,-3 2-50 0,0 0-175 0,0 0-409 15,4-2 181-15</inkml:trace>
  <inkml:trace contextRef="#ctx0" brushRef="#br0" timeOffset="34471.18">7649 3687 51 0,'-2'-5'146'0,"2"5"-11"0,0 0-6 0,0 0-5 15,2-5 8-15,-2 5-24 0,1-4-6 0,-1 4-10 16,0-6-9-16,0 6-3 0,0 0-2 0,0 0-14 16,-1-6-8-16,1 2-5 0,0 4-4 0,1-7-8 15,0 3 4-15,-1 0-9 0,1 0-19 0,-1-2 7 16,3-3-9-16,-2-1 1 0,1-1-6 0,-2 1-3 16,1 0 7-16,0-2 5 0,0 1 0 0,2-2 0 15,1-1-1-15,-3 3 1 0,-1-1 2 0,0 1 0 16,0 0-6-16,0 1-1 0,0 0 8 0,-1 3 4 15,1 2-3-15,0-1 3 0,-2 0-1 0,2 2-6 0,-3 0-2 0,-1 3-13 16,-1-1-6-16,5 2-3 0,-18 3 0 0,1 4 3 16,-3 0-2-16,-6 9 5 0,-6 0-1 0,-1 2 10 15,-12 9-9-15,-1-4 0 0,3 5 4 0,-3 1-5 16,2-3 4-16,1-1 0 0,-3 0-1 16,4 3-1-16,6-8-1 0,4-5 5 0,-1 2 2 0,1-4-10 15,3-3 4-15,1-2 3 0,2-1 2 0,5-2 1 0,5-1-2 16,3-3 9-16,-1 0 8 0,2-5 5 0,2-3 5 15,-1 2 4-15,2-1 4 0,2-5 2 0,3 0-2 16,2-5-3-16,2-2-4 0,2 1-6 0,2-3-1 16,4-5 2-16,4 3-8 0,0-2-3 0,-1 8-3 15,0-1-2-15,1 2 2 0,-1 1-3 0,3-1-2 16,-5 6-3-16,-1 0 4 16,2 0-4-16,-5 4-5 0,4-1 0 0,-1 3-5 15,2 1 5-15,1 3 0 0,2 3-11 0,-1-1 7 16,3 5 5-16,3 2-4 0,0 4 1 0,4 1 0 15,-1 2-1-15,1 2 3 0,-3 0-4 0,3 1 5 16,-3 1-3-16,4 2 4 0,-4-1 3 0,2 0 0 16,-3 0-2-16,-4-8 2 0,0 2 0 0,2-6-1 15,-3 3 8-15,-3-6-8 0,3 2 4 0,-3-3-4 0,3-1 1 16,-4-1 1-16,6-3 1 0,-3-1-1 0,-2-2-2 16,3-3 1-16,-3-1-2 0,0-1-1 0,2-3 4 15,1-2-4-15,-3 2-4 0,-3 0-16 0,0 1-5 0,1-1-21 16,2 0-23-16,1 4-31 0,-3 0-38 15,6 1-35-15,-5 0-161 0,1 4-360 0,4-2 160 16</inkml:trace>
  <inkml:trace contextRef="#ctx0" brushRef="#br0" timeOffset="35504.94">12028 4386 159 0,'0'0'169'0,"-3"-3"-6"0,3 3-7 0,0 0-4 0,0 0-3 16,0 0-7-16,0 0-8 0,0 0-11 0,0 0-6 15,0 0-9-15,0 0-8 0,0 0-10 0,0 0-8 16,0 0-4-16,0 0-4 0,0 0-11 0,0 0-4 16,0 0-1-16,0 0-4 0,0 0-4 15,0 0-5-15,0 0-5 0,15-4 0 0,-3 3-7 0,7-1-4 0,0-3 0 0,12 5-4 16,1-4-2-16,0 0-2 0,2 2-2 16,0-3-3-16,-1 3-3 0,0-1-2 0,-1 3-3 15,-4-1 0-15,-6 1 0 0,-3-1 1 0,-5 2 0 16,-1-2-3-16,-4 1-4 0,0 0-9 0,-3 0-5 0,-6 0-16 15,10 1-15-15,-10-1-7 0,4 0-1 16,-4 0-6-16,0 0-18 16,-13 4-38-16,3-3-23 0,-3 0-31 0,-3 2-156 15,2 0-349-15,1-1 155 0</inkml:trace>
  <inkml:trace contextRef="#ctx0" brushRef="#br0" timeOffset="35789.94">12076 4595 69 0,'-4'1'263'0,"4"-1"-24"16,0 0-28-16,0 0-19 0,0 0-21 0,22-3-18 15,0 2-13-15,10-1-15 0,1-2-15 0,2 0-10 16,2 1-12-16,-2-1-9 0,2 3-7 0,2-1-9 16,-5 0-6-16,1 2-3 0,-2 0-10 0,0 0 1 15,-15 0-6-15,0 2-8 0,-4-2-17 0,-5 0-20 16,-3 0-12-16,-6 0-11 0,16 0-12 0,-10 1-9 16,-6-1-5-16,0 0-19 0,0 0-30 0,0 0-48 0,0 0-153 0,0 0-331 15,-27 4 146-15</inkml:trace>
  <inkml:trace contextRef="#ctx0" brushRef="#br0" timeOffset="38493.82">13505 3918 40 0,'0'0'176'0,"0"0"-8"15,-4-1-15-15,4 1-5 0,0 0-5 0,0 0-17 16,0 0-13-16,0 0-12 0,0 0-9 0,0 0-7 16,0 0-12-16,0 0-7 0,0 0-2 0,0 0-8 15,0 0-7-15,0 0-2 16,0 0-5-16,0 0-5 0,0 0-3 0,0 0 1 16,0 0-9-16,0 0-3 0,13-1 0 15,-1 1-1-15,1-3-3 0,8 0-2 0,9 2-4 16,1-3-3-16,1 0 4 0,-4 2-6 0,4 0 1 15,0-3-2-15,-3 5 3 0,-2 0 4 0,-7 0-8 0,1-3-10 16,-3 3-14-16,-9 0-29 0,3 0-41 0,-6 3-6 16,-1-3-21-16,-5 0-26 0,0 0-120 0,-15 7-282 0,-1-5 125 15</inkml:trace>
  <inkml:trace contextRef="#ctx0" brushRef="#br0" timeOffset="38959.98">13366 3974 121 0,'0'0'191'0,"0"0"-7"0,-11 3-22 0,11-3-17 15,0 0-17-15,0 0-13 0,-1 2-10 0,1-2-12 16,0 0-13-16,0 0-6 0,1 8-9 0,3-5-7 16,0 2-5-16,0 3-4 0,3 2-3 0,1-2-6 15,5 6-1-15,-2 1-5 0,6-1 0 0,2 7-4 16,1-1-4-16,-4-2-1 0,4 1-3 0,0 1-1 0,0-4-1 0,2 1-7 15,-5-5-5-15,8 2 0 0,-6-2-1 0,-1-4-5 16,4-3 1-16,-2 4-5 0,-3-6 4 0,1 0-5 16,-5 0 2-16,0-1 2 0,-2 0 0 15,-3 0-2-15,0-1 2 0,-1 0 1 0,-3-1-2 0,-4 0 0 16,7 1-3-16,-7-1-2 0,7 2 3 0,-6 1-4 16,-1 1 4-16,-1 5 0 0,-6 1 2 0,0 7 5 0,-11 10-2 15,-4-1 1-15,-7 15-4 0,-2 1 2 0,0 6 7 16,-1 3-2-16,-3 0 0 0,1-3 6 0,2 5 3 15,2-5 4-15,2 0-4 0,7-7-4 0,3-10 5 0,5-3 8 16,7-1-1-16,-7-4-1 0,8-3-3 16,-4-5 4-16,2-1 0 0,4-4 1 0,-1 0 2 15,0-1-1-15,4-4 1 16,-1 1 5-16,0-1 1 0,1-1 2 0,-1-1 3 16,1-3 5-16,-4 6-1 0,4-6-3 0,-2 3-3 15,2-3 0-15,-6 5-5 0,6-5-4 0,0 0-1 16,0 0-5-16,0 3-16 0,0-3-22 0,0 0-24 15,0 0-23-15,-1 4-28 0,1-4-49 0,0 0-44 16,0 0-193-16,0 0-408 0,15-9 182 0</inkml:trace>
  <inkml:trace contextRef="#ctx0" brushRef="#br0" timeOffset="39279.96">13465 5092 71 0,'-1'0'231'16,"1"0"-15"-16,-9 3-9 0,9-3-15 0,0 0-18 0,0 0-18 16,0 0-16-16,22-5-11 0,-3 1-13 0,8-3-9 15,5 2-14-15,6-1-8 0,18-4-6 0,3 3-9 16,1 0-2-16,0-1-7 0,-1 3-7 0,-5 1-3 0,-15 0-9 15,-4 1-1-15,-3 0-6 0,-12 3-4 0,-1 0 1 0,-1-2-5 16,-6 1-5-16,-2 0-8 0,-3 1-11 0,0 0-8 16,-2-3-9-16,-5 3-6 0,0 0-12 15,0 0-23-15,0 0-31 0,0 0-28 0,0 0-26 16,-23 0-60-16,13-3-114 0,2 3-340 0,8 0 151 16</inkml:trace>
  <inkml:trace contextRef="#ctx0" brushRef="#br0" timeOffset="40020.42">14648 4207 80 0,'6'-6'179'0,"1"4"-12"0,0-2-17 0,4 1-19 16,2 0-13-16,-3 2-14 0,4 2-11 0,4 2-3 0,0 2-4 15,4 3-6-15,-6 3-4 0,7 4-13 0,-2 2-7 0,-6 2-2 16,-1 4-6-16,-4 0-4 0,-2 1-2 0,-4 2-8 16,-4 2-5-16,0-2 4 0,-4-1-7 15,-4 3 1-15,-3-2 1 0,-3-1 3 0,0-3 1 16,-3-1 4-16,4-5 5 0,-2-1 8 0,1-2 4 16,0-1 5-16,4-4 3 0,2-2 4 0,-2 2 7 0,6-3 10 0,0-1 17 15,-1-1 16-15,1 0 20 0,3-1 15 0,1-2 2 16,0 0-16-16,0 0-17 0,3-21-13 0,4 11-12 15,2-7-8-15,5 1-6 0,8-8-14 0,-2 0-9 16,3-2-7-16,0-3-9 0,3 3-11 0,7-10-3 0,-10 11-1 16,3-1-10-16,-3-2-5 0,-3 5-1 15,-3-1-1-15,-1 4-4 16,-4 6 5-16,-2 1 0 0,-2 4 7 0,-3 0-2 16,-1 4-1-16,0 1-5 0,-1 0-2 0,-1 1-19 15,0 1-24-15,-2 2 1 0,0 0 3 0,-7 9 0 16,0 2 1-16,-4 3 5 0,-5 9 2 0,1-1 0 15,-3 6 5-15,5-1 5 0,3 2 1 0,4-2 1 16,3 1 1-16,3-1 5 0,8-1 1 0,2 0 1 16,4-1 6-16,9-4-1 0,6-3-22 0,16 3-37 0,-11-8-49 0,5-5-65 15,12-2-76 1,-11-1-283-16,-1-2-574 0,-1-4 255 0</inkml:trace>
  <inkml:trace contextRef="#ctx0" brushRef="#br0" timeOffset="44167.59">16269 4446 177 0,'0'0'162'0,"0"0"-11"0,0 0-13 15,-8 3-6-15,8-3-9 0,0 0-7 0,0 0-6 16,0 0-9-16,0 0-1 0,0 0-5 0,0 0-5 0,0 0-12 16,0 0-7-16,0 0-8 0,9-10-5 0,-1 6-5 15,2-1 7-15,1-1-7 0,7-1-6 0,0-2-5 16,3 1-4-16,3-4-6 0,2-1-1 0,-1-1-1 15,3 3-7-15,-2-5-1 0,-3 2-3 0,1 0-4 0,-3-3 3 16,-4 5-4-16,-1-2 4 0,-1-1 10 16,7-2 9-16,-11 4 0 15,0-1 6-15,-4 5-13 0,-2-4 6 0,0 2 2 16,-1 2 3-16,0-3-3 0,-4 5-6 0,-1 1-5 16,-2-1-3-16,-2 1-3 0,-4 3-5 0,-5 2-4 15,-5 1-2-15,-2 2-2 0,-7 8-1 16,-2 3 4-16,-1 5-3 0,-1-1 1 0,-9 12-3 0,14-5-8 15,-1-2 2-15,4 5 7 0,1-1-11 0,4 0 2 16,6 2 2-16,3-1 0 0,1-2 3 0,9 1 0 0,5-8 3 16,0-1 2-16,8 0-1 0,11 2 1 0,6-9 1 15,21 3-4-15,1-9-24 0,6 0-28 0,2-4-38 0,-2-6-46 16,1-2-62-16,-1-2-203 0,-3-4-428 0,-7 1 190 16</inkml:trace>
  <inkml:trace contextRef="#ctx0" brushRef="#br0" timeOffset="44853.07">16609 3901 137 0,'-9'0'144'16,"9"0"-6"-16,0 0-27 0,0 0 2 0,-8 0-8 16,8 0-8-16,0 0-2 0,0 0-2 0,0 0-2 15,0 0-11-15,-6 0-6 0,6 0 0 0,0 0-14 16,0 0-1-16,0 0-10 0,0 0-2 0,0 0-3 0,0 0-8 16,0 0-7-16,0 0 1 0,0 0-2 0,0 0-5 15,-5 3-7-15,5-3 2 0,0 0-5 16,0 0 13-1,0 0 8-15,0 0-1 0,30-3 1 0,-9 2 1 16,9-3-6-16,6 1 0 0,4-1-9 0,1 0-2 16,14 1 5-16,1-1-1 0,3-6-5 0,-3 5-2 0,0 4-1 15,-19-2 1-15,3-1-6 0,-6 2 1 16,-3-2-4-16,-3 4 4 0,-11-3-3 0,-3 6 1 16,-3-6-8-16,-2 3 6 0,-1 0-8 0,-2 0 1 15,-6 0-2-15,9 0-5 0,-9 0-11 0,0 0-9 0,0 0-7 0,0 0-13 16,0 0-11-16,-21 3-4 0,14-3-13 0,-2 0-21 15,3 0-17-15,-3 0-20 0,4 1-123 0,-3-1-277 16,3 1 123-16</inkml:trace>
  <inkml:trace contextRef="#ctx0" brushRef="#br0" timeOffset="45222.87">17466 3592 149 0,'8'-5'171'0,"-2"2"-18"0,4-1-16 0,3 4-10 16,-4-3-8-16,4 6-10 0,2 0-12 0,2 3 1 15,2 2-8-15,7 4-9 0,-3 2-7 0,1 2-8 16,0 2-3-16,-1 3-9 0,0 0-4 15,-1 2-1-15,-7 4-3 0,3-3-2 0,-4-1-7 0,-1 1 0 0,0-1-11 16,-7-6 2-16,4-2-5 0,-2-1 0 0,-4-2-1 0,0-1-3 16,-2-5-2-16,1 4-3 0,-2-3-2 0,0-1 4 15,1-1-1-15,0 1-4 0,0-3 1 0,-2 2-1 16,0-5-2-16,1 6 4 0,-1-6-4 0,1 4 2 16,0-2 1-16,-1-2 0 0,0 0 4 0,0 0-9 15,3 3-1-15,-3-3 6 0,0 0-10 0,2 3-1 16,-2-3-1-16,0 0-6 15,0 0-5-15,0 0-23 0,0 0-48 0,0 0-27 16,0 0-21-16,0 0-36 0,-19-6-113 0,15 4-302 16,-2-1 134-16</inkml:trace>
  <inkml:trace contextRef="#ctx0" brushRef="#br0" timeOffset="45507.63">17820 3706 64 0,'0'0'214'0,"0"0"-18"0,-5-3-28 15,5 3-9-15,-14 3-20 0,5 1-15 0,-4 2-12 16,-6 3-14-16,-8 5-11 0,0 1-7 0,-1 2-10 15,0 3-5-15,-1 0-6 0,1 3-6 0,-2-3-7 16,3 4 1-16,1-2-3 0,1 1-6 0,1-3 0 16,3 0-2-16,2 1-8 0,4-6-18 0,4-1-23 15,-1 3-26-15,5-8-46 0,0 2-48 0,3-2-152 0,3-2-307 0,2-2 136 16</inkml:trace>
  <inkml:trace contextRef="#ctx0" brushRef="#br0" timeOffset="47659.55">18266 3933 149 0,'1'-6'165'0,"1"4"-17"16,-1-2-2-16,1 0-7 0,1 0-2 0,-2 1-11 15,2-1-7-15,-2 2-9 0,-1 2-16 0,4-4-6 16,-4 4-11-16,0 0-9 0,13 1-9 0,-7 4-4 16,3 2-8-16,4 4-4 0,-2 3 1 0,2 3-12 15,2 8-1-15,3-1-2 0,-1 5-7 0,-2 1 6 0,-1 0-1 16,0 1-9-16,-1 1 2 0,-1-1 0 0,-1 0 0 0,-3-4-3 16,1 0 2-16,-3-3 0 0,3 3-5 0,-2-11 0 15,-1 2-1-15,-2-1 1 0,-2-5-3 16,3 2-3-16,-2-4 3 0,-2 0-3 0,0-3 1 15,-1-2-1-15,3 0 3 0,-3-1-4 0,1 0 4 16,1 0-4-16,-2-4 2 16,0 4-2-16,0 0 1 0,0-4 1 0,1 4-1 15,-1-4-3-15,0 0 5 0,0 0-22 0,0 0-20 16,0 0-26-16,0 0-30 0,-17-4-27 0,12 1-21 16,1-1-16-16,-2 3-136 0,0-5-311 0,-1 0 137 15</inkml:trace>
  <inkml:trace contextRef="#ctx0" brushRef="#br0" timeOffset="47913.16">18466 4197 87 0,'0'0'178'0,"-8"-2"-17"0,8 2-15 15,-16 1-12-15,6 4-13 0,-4 1-8 0,-1 3-4 0,-2 2-4 16,-6 4-10-16,0 1-5 0,-4 3-7 0,2 0-10 31,2 1 0-31,-3-2-6 0,3 2-7 0,0 0-8 16,5-2-6-16,1-4-6 0,1 0 2 0,2 0-6 15,1-2 0-15,1 1-1 0,4-5-4 0,1 0-25 0,1-1-7 16,0-4-21-16,1 4-18 0,1-3-10 0,0 0-22 16,1-2-14-16,3-2-9 0,-4 3-53 0,4-3-104 0,0 0-271 15,0 0 121-15</inkml:trace>
  <inkml:trace contextRef="#ctx0" brushRef="#br0" timeOffset="48630.46">18584 3609 61 0,'8'-3'143'0,"6"6"-13"0,-4-3-2 0,3 5-13 15,-3-1-3-15,3 6-16 0,1 3-9 0,-2 1-1 16,-2 1-14-16,-5 3-2 0,0 7-6 0,-2 1-7 16,-5 2-4-16,0-2-5 0,-2 1-3 15,-4-2-1-15,-2-2-5 0,1-3-2 0,1-2-7 0,-8 1 14 16,4-5 3-16,1 2 5 0,1-8 1 0,3 1 2 16,-3-2 6-16,2-2 2 0,4 2 11 0,-1-2 5 0,3-2 15 15,-1-1 17-15,1 0 18 0,2-2-5 0,0 0-16 16,0 0-7-16,0 0-11 0,1-19-10 0,5 9-6 15,3-3-9-15,5-4-12 0,-1-3-2 0,5-4-8 16,-3 2-2-16,7-6-8 0,-3 6-5 0,0-4 3 16,-1 4-7-16,0 1-1 0,-1 1-2 0,-7 6-7 15,1 2 3-15,-3 0-6 0,-3 6 6 0,0-2 1 0,-1 2 0 0,0 2-2 16,1 0-2-16,-4-2-8 0,3 5-7 0,-4 1-21 16,2-3-12-16,-2 3 3 0,0 0 4 0,-4 14 2 15,1-7 1-15,-6 8 5 0,4 2 1 0,-1 4 6 16,-3 4-1-16,1 1 2 0,3-1 0 0,5 3 3 15,1-2 7-15,7 0-4 0,2-1 0 0,3-1 4 16,10-2 3 0,1-2-23-16,8-4-33 0,3 1-50 0,13 0-71 0,2-4-90 15,-17-8-172-15,7-1-471 0,-7-4 209 0</inkml:trace>
  <inkml:trace contextRef="#ctx0" brushRef="#br0" timeOffset="49516.51">16099 4824 93 0,'0'0'184'0,"-3"-3"0"16,3 3-9-16,0 0-12 0,0 0-14 0,-2-2-6 15,2 2-13-15,0 0-11 0,0 0-9 0,0 0-18 16,0 0-5-16,0 0-8 0,0 0-12 0,0 0-4 16,0 0-9-16,0 0-4 0,0 0-8 0,0 0-2 15,0 0-6-15,0 0-3 0,0 0-7 0,0 0-1 16,0 0-1-16,0 0-1 0,0 0-2 0,0 0-5 0,0 0 1 15,0 0 2-15,16-1-3 0,-4 2-2 0,7-2 2 16,9-1-1-16,7-2 0 0,18-1 2 0,9-1 16 16,32 0 0-16,6-1-1 0,6-1 11 0,9-1-5 15,10 4 1-15,12-4-3 0,7 2-1 16,3-2-4-16,3 2-2 0,-7 4-7 0,-1 0 4 0,-2-3-2 0,-2 1-4 16,-7 1-1-16,-7-1-2 0,-12 4-3 0,-6-1 0 15,-13 2 1-15,-30 1-3 0,-2 1-1 0,-2-2 1 16,-4 2-3-16,-17-2 2 0,-6 1-9 0,2-1 1 15,-14 0-3-15,-1 2 0 0,-7-4 4 0,-2 4-1 16,-4-2 0-16,1 0 12 0,-2 0 0 0,-5 0-21 16,0 0-28-16,0 0-23 0,0 0-31 0,-27-6-37 0,8 4-48 15,0 2-223 1,-2-3-430-16,-2 1 190 0</inkml:trace>
  <inkml:trace contextRef="#ctx0" brushRef="#br0" timeOffset="50433.55">16979 5242 30 0,'3'-4'181'15,"1"-1"-15"-15,-1 0-16 0,3 1-15 0,1-1-18 0,4 2-5 16,1 0-11-16,1 1-4 0,1 2-10 0,0 2-8 15,4-1-5-15,0 5-4 0,0 2-8 0,0 0-6 16,-4 3-11-16,1 3 4 0,-1 0 0 0,0 9-6 16,-5-4-6-16,0 5-4 0,-4 3-1 0,-5-3-1 0,-1 3-5 0,-3-3-2 15,-5 3-1-15,-3-1 3 16,0-2-5-16,-6 1-3 0,3-4 7 0,-3 1 3 0,2-6 5 0,1-3 7 16,1-1 0-16,0-2 7 0,1 0 3 0,-1-3-3 0,5-2 8 15,2 0 6-15,0-2 8 0,2 1 15 16,0-3 21-16,3 3 18 0,-2-4 18 0,4 0 23 15,0 0-15-15,0 0-15 0,-3-8-18 0,7-1-14 0,2-3-8 16,7-2-8-16,4-7-17 0,3-1-21 0,3-3-10 0,4-1-12 16,6-8 0-16,-5 6-11 0,8-8-8 0,-9 13 3 15,-2 1 1-15,1-1 7 0,-7 4-13 16,-4 4-2-16,-2 1 1 0,0 4 3 0,-3 1-4 16,-1 1-2-16,-5 0-3 0,1 4 3 0,-1 1-8 0,1-2-14 15,-2 3-17 1,-3 2-19-16,3-2 2 0,-3 2 4 0,0 0 6 15,-12 20 6-15,0-4 3 0,-1 6 3 0,1 1 2 16,-4 0 16-16,1 1-10 0,3 0 6 0,2 3 1 16,1-5 1-16,4-1 6 0,1-3-3 0,0-1 3 15,3 3 5-15,4-4 0 0,1-6 2 0,2 2-4 16,1 0-7-16,5-6-20 0,5 2-32 0,3 0-35 0,10-6-51 16,-1-2-62-16,2 0-50 0,-1-5-175 0,0-3-477 0,-1 1 212 15</inkml:trace>
  <inkml:trace contextRef="#ctx0" brushRef="#br0" timeOffset="50680.2">17788 5225 2 0,'0'-6'319'0,"-4"3"8"0,4-2-18 0,-1 1-17 15,1 0-12-15,0 4-39 0,-1-5-15 0,1 5-37 0,0-4-23 16,0 4-20-16,0 0-22 0,0 0-20 0,0 0-14 16,0 0-6-16,-4 14-11 0,4-3-5 0,-3 2-9 0,2 2-7 15,-3 12-5-15,3-3 10 0,1 4-21 0,0-2-19 16,-4 2-10-16,3-1-25 0,-3-1-18 0,0 1-19 16,3 0-26-16,-2 2-23 0,-2-4-35 0,-1 3-25 15,2-9-42-15,0 0-213 0,3-1-454 0,1-2 202 16</inkml:trace>
  <inkml:trace contextRef="#ctx0" brushRef="#br0" timeOffset="50833.78">17795 5892 201 0,'1'4'342'0,"-1"0"-1"0,0-1-4 16,1 2-3-16,-1-5-21 0,3 1-18 0,-3-1-32 15,0 0-29-15,0 0-17 16,0 5-14-16,0-5-50 0,0 0-54 0,0 0-59 15,0 0-136-15,0 0-162 0,0 0-245 0,6-14-546 16,-6 14 242-16</inkml:trace>
  <inkml:trace contextRef="#ctx0" brushRef="#br0" timeOffset="52082.34">13069 5374 106 0,'0'0'192'0,"1"-4"-17"0,2 0-17 0,1 2-17 16,1-1-13-16,0 0-10 0,5-2-19 0,-2 3-3 0,2 0-11 15,3 1-17 1,0-1 0-16,-2 2-6 0,3 5-10 0,-1-3-10 16,1 4 3-16,3 3-11 0,-8-2 1 0,5 5-8 15,-4 1 2-15,0 3-5 0,-1 1-2 0,-4 0-7 16,-1 3 6-16,-1 0-2 0,-3 6-3 0,-3-6-5 16,-2 6 11-16,-4-2-10 0,-5-1 0 0,5-5 4 15,-4 3 0-15,-1-3 4 0,1-3 4 0,-1-1 9 16,4-2 6-16,-4-2 4 0,3-2 8 0,2-1-3 0,-2-1 6 0,4-1 6 15,2-1 3-15,-1-1 9 0,3 0 11 0,-1 1 14 16,0-3 14-16,4-1 11 0,-4 2 2 0,4-2-3 16,0 0-10-16,0 0-15 0,9-18-16 0,-1 8-7 15,3-5-2-15,8-5-11 0,3-3-8 0,0-2-6 16,1 2-11-16,0 0-1 0,0 0-8 0,-1 2-2 16,-2 4-6-16,0-2-1 0,-5 6-6 0,-2-1 3 0,0 2 15 0,-2 4-21 15,-3 0 3-15,0 3-2 0,-4 0-5 0,-1 1 1 16,0 0-3-16,0 2-5 0,2-1-6 15,0 0-29-15,-5 3-2 0,0 0 3 0,0 0 7 0,0 16 13 16,0-7-10-16,-5 1 3 0,1 9 4 0,-1-2 3 16,0 0 0-16,1 3 4 0,-1 0 1 0,1-2 2 15,4 2 2 1,0-2 2-16,-3-1 2 0,6-3-2 0,-3-2 1 16,3 1-2-16,1-3 3 0,2 0-22 0,3-3-14 0,1 1-24 15,4-1-24-15,5-3-38 0,2 0-40 16,2-3-49-16,5-1-68 0,-6-4-152 0,6-1-470 15,-9 1 209-15</inkml:trace>
  <inkml:trace contextRef="#ctx0" brushRef="#br0" timeOffset="52267.28">13767 5586 148 0,'0'0'305'0,"0"0"-22"0,0 0-22 15,0 0-23-15,0 0-17 16,-5-3-22-16,5 3-21 0,0 0-22 0,0 0-17 16,12-5-29-16,-5 1-28 0,3 1-26 0,2 2-41 15,0-2-47-15,5 1-49 0,-2-2-49 0,3 0-80 16,-5 1-113-16,1 1-351 0,-2-1 156 0</inkml:trace>
  <inkml:trace contextRef="#ctx0" brushRef="#br0" timeOffset="52436.27">13870 5741 50 0,'-1'1'194'0,"1"-1"-7"0,-1 5-5 0,1-5-7 0,0 0-12 16,0 0-20-16,0 0-15 0,15-1-7 0,-3-2-14 16,7-2-26-16,0 3-38 0,3-2-45 0,4-2-50 0,0 0-65 15,-7-2-118-15,-1 0-252 0,0 2 112 0</inkml:trace>
  <inkml:trace contextRef="#ctx0" brushRef="#br0" timeOffset="52784.23">14396 5493 39 0,'0'0'263'15,"0"0"-24"-15,0 0-25 0,0 0-22 0,0 0-21 16,0 0-20-16,0 0-18 0,0 0-10 0,-13 11-14 0,5-2-10 16,-3 2-11-16,-2 2-10 0,3 2-9 0,-2 0-7 0,3 2-9 15,-1 2-3-15,2-1-1 0,3 0-7 0,-3-1-7 16,6 0 1-16,-1-2 0 0,3-3-4 0,0-1 7 16,3-1 3-16,2-2 10 0,0-1 3 0,7-1 0 15,2-3 2-15,5-3-4 0,3-3-6 0,6-1-6 16,-3-4-4-16,-2 2-2 0,-1-6-3 0,-3 3-2 15,-4-4-7-15,1-2 1 16,-6 1-2-16,0-1 1 0,-1-2-3 0,-5 1 4 16,-1-1-15-16,-6-3-10 0,-1 3-12 0,-2 0-11 15,-7 0-14-15,-1 5-27 0,-9-5-28 0,-4 5-40 16,-3 5-35-16,0 0-72 0,-3 1-145 0,5 1-417 16,0 0 185-16</inkml:trace>
  <inkml:trace contextRef="#ctx0" brushRef="#br0" timeOffset="54310.78">13878 3562 86 0,'0'0'193'16,"0"0"-3"-16,0 0-5 0,0 0 0 0,0 0-16 0,0 0-17 15,0-7-19-15,3 3-11 0,-3 4-11 0,1-5-13 16,0 2-11-16,2-3-8 0,-2 1-8 0,4 0-9 16,-4-2-2-16,2 1-9 0,-2 1-4 0,3-5-5 15,-1 0-5-15,-1 1-4 0,-2-4-5 0,3 5 0 16,-2-4-1-16,-1 2 1 0,0 0 1 0,3-4 6 16,-6 5-10-16,3 0 5 15,0 1-6-15,-1-2 4 0,1 3 11 0,-3 1-8 16,2 3-8-16,-3-1-11 0,0-3-5 0,-6 6-5 15,5 0 1-15,-8 2-4 0,-1 0-1 0,0 6-2 16,-8 0 3-16,-3 7-2 0,-2 0 2 0,-3 3 1 16,0 1-2-16,-3 3 3 0,2-1-4 0,-13 11 4 15,12-10-1-15,-9 7 2 0,11-9-2 0,-1 3 2 16,3-2-1-16,1-1 4 0,3-2 1 0,1-3 2 0,5-3-2 0,0-2-3 16,1 0 0-16,1-1 0 0,2-1 7 0,4-2-6 15,-1-3 14-15,0 0 10 0,2-4 3 0,3-2 8 16,-3-2 12-1,0 1 7-15,1 2-2 0,3-8 0 0,0 0-5 0,1-3-6 0,0 2 0 16,3-5-15-16,1-1-2 0,1 1 0 0,3 0-5 16,1 1-5-16,-1 2-1 15,0-2 0-15,0 4-3 0,-2 5 3 0,2 0-6 16,-4 0-6-16,5 4-2 0,-2-1-3 0,-1 2-3 16,2 0-3-16,-4 2 2 0,9 6 1 0,0-1 2 15,4 1-2-15,-3 3 1 0,4 4-1 0,3-3 2 16,-2 4-1-16,3 4 4 0,-1-2 5 0,4 2-5 0,1 0 1 0,-7-6 0 0,8 2 2 15,-6-3-2-15,-2-3 1 0,3-1-1 16,-1 1 6-16,-3-2-5 0,0-3-4 0,-1 2 1 16,1-4 6-16,4-3-6 0,-1-2 4 0,1-4-4 15,3 3 4-15,-6-5-5 0,3 1 0 0,0-1 0 16,-4-2-6-16,5 0 0 0,-5 0-8 0,0 3-9 16,-1-2-13-16,-4 5-6 0,-1 0-20 0,-1 0-19 15,-3 1-48-15,1 2-66 0,-1 2-50 0,-1-2-175 16,-3 3-454-16,0 0 200 0</inkml:trace>
  <inkml:trace contextRef="#ctx0" brushRef="#br0" timeOffset="67934.14">19941 4546 25 0,'0'0'232'0,"0"0"-12"0,0 0-20 16,0 0-10-16,0 0-17 0,0-5-11 15,0 5-14-15,0 0-9 0,0 0-9 0,0 0-7 16,0 0-17-16,0 0-7 0,0 0-13 0,0 0-5 0,0 0-10 16,0 0-8-16,0 0-8 0,0 0-2 0,0 0-6 0,0 0-6 31,0 0-1-31,0 0-4 0,0 0-3 0,0 0 2 0,0 0-1 0,0 0-1 0,7-3-4 0,-7 3 0 31,16 0-6-31,2-4-1 0,3 1-4 0,8 0-1 0,2-2-2 0,3 0 1 0,-1 4-5 0,3-4 0 16,-2 2 0-16,-1-1-5 0,-5 1 4 0,1 2-2 31,-6 0 1-31,-4 1-2 0,-6-1-3 0,-3-1-1 0,-1 2 3 0,-4-1 1 16,3 1-7-16,-3-1 4 0,-5 1-14 0,9-3-7 15,-9 3-3-15,0 0-5 0,0 0-9 0,-19 5-16 16,6-1-18-16,-5-3-20 0,-1 2-16 0,1 1-22 16,-1-1-16-16,4 2-36 0,-1-4-166 0,4 2-372 15,-1-1 165-15</inkml:trace>
  <inkml:trace contextRef="#ctx0" brushRef="#br0" timeOffset="68265.72">20063 4731 165 0,'-5'0'234'0,"1"3"-20"0,4-3-26 16,-6 0-17-16,6 0-14 0,0 0-14 15,0 0-14-15,0 0-13 0,-4 2-3 0,4-2 2 16,16 3-2-16,1-3-8 0,7 0-8 0,8-2-9 0,1 2-10 0,21 0-1 16,-16-2-10-16,15 3 0 0,-14-1-9 0,2 1-4 15,-1-2-8-15,-7 2-6 0,-2-1 0 0,-3 3-7 16,-10-3-2-16,-7 1-3 0,-2 0 0 0,0-1-4 15,-4 1-2-15,0-1-6 0,-5 0 21 0,9 0-2 16,-9 0-5-16,9 0-4 0,-9 0-6 0,0 0-13 16,0 0-16-16,5 0-10 0,-5 0-22 0,0 0-28 0,0 0-41 0,0 0-54 15,0 0-56-15,-23 0-177 0,23 0-430 0,0 0 191 16</inkml:trace>
  <inkml:trace contextRef="#ctx0" brushRef="#br0" timeOffset="69152">21709 3817 109 0,'0'0'182'0,"0"0"-6"31,0 0-11-31,0 0-10 0,-7-1-9 0,7 1-7 16,0 0-8-16,0 0-11 0,0 0-8 0,0 0-11 0,0 0-7 15,0 0-11-15,0 0-6 0,0 0-9 0,0 0-6 16,0 0-9-16,0 0-6 0,0 0-4 0,0 0-2 16,0 0-6-16,0 0-2 0,0 0-1 15,0 0-4-15,0 0-1 0,0 0-4 0,0 0 6 0,17 0 11 0,-3 1-9 16,7-1-3-16,10 0-1 0,6 0-5 0,0-3 2 15,16 3-7-15,-15 2-1 0,2-5-1 0,1 3 2 16,-2 0-3-16,-3-1 0 0,-3 1-3 16,-3-1-2-16,-9 0 2 0,-3 1-3 0,-6 1-7 15,-2 0-20-15,1-1-19 0,-4 0-21 0,-3 0-3 0,-4 0 1 16,0 0-15-16,0 0-23 0,-21 8-35 0,3-6-25 0,-3 0-160 16,-6-1-344-16,-1 2 152 0</inkml:trace>
  <inkml:trace contextRef="#ctx0" brushRef="#br0" timeOffset="69715.72">21718 3882 149 0,'0'0'231'0,"0"0"-26"16,0 0-24-16,0 0-14 0,-3 1-18 0,3-1-21 15,0 0-14-15,0 0-6 0,0 0-20 0,-1 6-7 16,1-6-9-16,0 7-8 0,1-2-7 0,-1 6-4 16,3-2-7-16,0 3-1 0,0 3-7 0,2 0-2 0,0 2-4 15,4-1-1-15,6 6 9 0,-2 2-14 0,5-3-5 16,-1 0 2-16,1 0-3 0,3-2-2 16,1-1 2-16,1-2-3 0,0 1 0 0,1-4-5 15,-6-2 4-15,1-1 1 0,2-3-5 16,-2 0 0-16,-1-3-2 0,-1 2-3 0,0-1 3 0,-4-4-2 0,-3 2-1 0,2-2 1 15,-2 0 7-15,-5-1 21 0,3 1 8 0,-3-1 8 16,-5 0 8-16,9 1 0 0,-5 1-5 0,-4-2 0 16,7 2-13-16,-7-2-5 0,0 0-6 0,7 0-6 15,-7 0-20-15,1 5-7 0,-1-5 2 0,-4 8-3 16,2 4 2-16,-10 5 2 0,-2 8-1 0,-5 5-1 16,-8 11-1-16,-1 1 2 15,-3 10 4-15,1 0 0 0,-11 18 1 0,13-19-3 16,-3 2 2-16,6 0 3 0,-4-5-4 0,6 0 5 15,0-1-2-15,2-5 3 0,8-9 1 0,-1-3 3 16,1 0-6-16,2-3 2 0,-1-1-2 0,4-4-2 16,-2-2 2-16,5-4 0 0,1 1 2 0,-1-5-4 15,1-2 2-15,0 0 0 0,3-1 3 0,-3-4-1 16,4 2-3-16,-1-2 4 0,-3-2-4 0,4-3-1 0,0 8-1 16,0-8 2-16,-4 5-1 0,4-5 4 0,-1 4-3 15,1-4 1-15,0 0 2 0,0 0-3 0,0 0-1 0,0 0-16 16,0 0-14-16,0 0-14 0,0 0-45 0,0 0-81 15,0 0-71-15,0 0-197 0,0 0-467 0,0 0 207 16</inkml:trace>
  <inkml:trace contextRef="#ctx0" brushRef="#br0" timeOffset="70685.98">21732 5154 121 0,'0'0'182'0,"0"0"-18"0,-8 3-18 0,8-3-16 15,-5 1-11-15,5-1-13 0,-4 1-7 0,4-1-5 16,0 0-11-16,0 0-7 0,-4 3-6 0,4-3-5 0,0 0-6 15,0 0-5-15,0 0-6 0,0 0 2 0,0 0 0 16,0 0 2-16,0 0 6 0,0 0 1 0,0 0 4 16,0 0 0-16,0 0 1 0,0 0 0 0,0 0-2 0,0 0-5 15,0 0-7-15,0 0-5 0,0 0 0 0,0 0-8 16,0 0-3-16,0 0-3 0,0 0 4 16,0 0 3-16,0 0 2 15,0 0-2-15,0 0 4 0,0 0-2 0,0 0 2 16,0 0-2-16,0 0 5 0,0 0-1 0,0 0-1 15,0 0 3-15,0 0-4 0,0 0 2 0,0 0 0 16,0 0 0-16,0 0 0 0,0 0 1 0,0 0-3 0,0 0-3 0,0 0-3 16,0 0-2-16,0 0-3 0,0 0-4 0,0 0-1 15,0 0-2-15,0 0-1 0,0 0 0 0,0 0-6 16,0 0 0-16,0 0 2 16,0 0-4-16,0 0-4 15,0 0-1-15,0 0 2 0,0 0-4 0,0 0 2 0,0 0 6 16,0 0-6-16,0 0 14 0,0 0-19 0,0 0-1 15,0 0 0-15,0 0-4 0,0 0 4 0,0 0-2 16,0 0-1-16,0 0 10 0,0 0-8 0,0 0-6 16,0 0 2-16,0 0 2 0,0 0-1 0,0 0 3 0,0 0-6 15,0 0 6-15,0 0-6 0,0 0 6 0,0 0 3 16,0 0 2-16,0 0-4 0,0 0 1 0,0 0 0 16,0 0 5-16,0 0-8 0,0 0 4 15,0 0-2-15,0 0-3 0,0 0 3 0,0 0 1 16,0 0-6-16,0 0 3 0,0 0 2 0,0 0-1 0,0 0 5 15,0 0-5-15,0 0 1 0,0 0 0 0,0 0-1 16,0 0 2-16,0 0-2 0,0 0-2 0,0 0-3 0,0 0 10 16,0 0-8-16,0 0-1 0,0 0-2 0,0 0 1 15,0 0 3-15,0 0-2 0,0 0-2 0,0 0 3 16,0 0 1-16,0 0 1 0,0 0-5 0,0 0 2 16,0 0-2-16,0 0 4 0,0 0-4 0,0 0 4 15,0 0 5-15,0 0-2 0,22-4-4 0,-22 4 1 16,13 0-2-16,-6 0 2 15,1 0-2-15,0 1-1 0,2-1 2 0,1 0 9 0,0 0-10 0,0 1 1 0,-1-1 0 16,3 2 3-16,-3 0 4 0,3-1-7 0,1-1-1 16,-1 2 0-16,-3-2 0 0,4 0 0 0,0 0-1 15,-1 0 1-15,0 1 0 0,1-1-1 0,4 2 0 16,2-2 2-16,-2 0 5 0,3 0-3 0,1 2-7 16,9-4 2-16,1 2 1 15,0-2 0-15,5 1 0 0,3-1 3 0,16-1-3 0,0-1-3 16,6 1 3-16,0 0-1 0,-3-2 1 0,0 0-2 15,-3 4 2-15,-4 1 2 0,-15-3-5 0,-1-1 11 16,-1 4-9-16,-3-3 5 0,-4 2-1 0,-7 0 5 16,0 0-1-16,-4-1-7 0,-5 0-1 15,-3 2 4-15,-2 0-2 0,-7 0 1 0,14-3 1 0,-14 3-3 16,7 0 1-16,-7 0 0 0,0 0 8 0,13 0-10 0,-13 0-13 16,0 0-23-16,0 0-32 0,0 0-33 0,8 0-66 15,-8 0-75-15,0 0-290 0,0 0-579 0,0 0 257 16</inkml:trace>
  <inkml:trace contextRef="#ctx0" brushRef="#br0" timeOffset="72289.39">21583 5554 90 0,'-1'-2'169'16,"1"2"-1"-16,0 0-2 0,0-5-4 0,0 5-7 0,0 0-13 0,0 0-20 16,5-5-10-16,-2 4-10 0,1-2-15 0,1 1-6 15,2-2-11-15,4 0-2 0,0 4-10 0,-1-3-5 16,3 2-7-16,2 2-5 0,-2-1-2 0,5 3-8 16,-5 0-8-16,5 4-1 0,-3 2 1 0,2-2-4 15,-4 5 1-15,-1 0-7 0,-3 2-6 0,0 2 9 16,-2 1-7-16,-2 1 4 15,-4 0-4-15,-2-1-3 0,-4 2-3 0,1 0 6 16,-8 3-1-16,2-6-1 0,-7 6 1 0,-2-2-1 16,5-6 4-16,-10 3 1 0,7-6 6 0,-2 0-2 15,0-1 5-15,0 0 0 0,2-4 2 0,2 3 4 16,2-5 0-16,3 1 1 0,1 1 7 0,-1-2 4 16,3-3 5-16,2 0 6 0,0 2 15 0,1-2 14 15,4-1 4-15,0 0 10 0,-9 1 10 0,9-1-11 0,0 0-18 16,0 0-12-16,13-17-6 0,-4 10-9 0,4-5-1 0,3-1-6 15,7-3-12-15,-1-4-5 0,5 3-2 16,-3-3-8-16,3-1 0 0,-3 4-5 0,2-1-2 16,-4 1 16-16,-1-3-16 0,2 5 1 0,-7 1-2 15,0 2 1-15,-3 4 10 0,-2-1-13 0,-3 3 2 0,-3 2-1 16,3 1-2 0,-2 0 3-16,-2-1 0 0,0 2 5 0,0 0-12 15,-3-1-6-15,-1 3-14 0,0 0-8 0,0 0 5 16,0 0 3-16,-4 17-1 0,2-7 7 0,-5 4-1 15,-3 1 3-15,2 4-1 0,-2 3 14 0,-2 0-8 16,3 2-2-16,2 0 4 0,-2-5-1 0,4-2 2 16,1-2 1-16,0 2 1 0,3-1 0 0,2-3 3 15,3-1 0-15,1-2 4 0,4-1-5 0,5 3-13 0,4-3-19 0,3-3-32 16,-1 1-43-16,12-3-57 0,-1-1-50 0,-3-3-242 16,1 0-497-16,-1-3 220 0</inkml:trace>
  <inkml:trace contextRef="#ctx0" brushRef="#br0" timeOffset="74424.28">22378 5707 207 0,'-4'2'211'0,"4"-2"-10"0,0 0-7 16,0 0-9-16,0 0-4 0,0 0-3 0,0 0-7 0,0 0-7 15,0 0-11-15,0 0-8 0,0 0-10 0,0 0-11 16,0 0-7 0,0 0-12-16,0 0-9 0,0 0-14 0,16-5 4 15,-6 1-17-15,7 1-7 0,3 1-10 0,0-1-10 16,3 1-21-16,-5-1-24 0,1 1-19 0,2 0-24 0,-3 1-29 16,-2 0-21-16,-3 1-33 0,0 0-29 15,1 0-36-15,-5 0-183 0,-1 0-407 0,-1 1 180 16</inkml:trace>
  <inkml:trace contextRef="#ctx0" brushRef="#br0" timeOffset="74610.27">22445 5836 157 0,'-4'2'244'0,"4"-2"-12"0,-3 4-7 0,3-4-17 0,0 0-12 15,0 0-14-15,0 0-15 0,19 0-12 0,-6 0-12 16,6-2-18-16,4 0-12 0,8 1-8 0,-2 0-13 15,1 2-22-15,-3-2-27 0,0 1-37 0,1 0-38 16,-7 0-40-16,2 0-41 0,-5 0-45 0,1-1-190 31,2-1-377-31,-6 2 166 0</inkml:trace>
  <inkml:trace contextRef="#ctx0" brushRef="#br0" timeOffset="74847.09">23024 5682 201 0,'2'-4'341'0,"-2"4"6"0,1-4-26 0,-1 0-22 16,0 4-24-16,3-4-29 0,-3 4-30 0,0 0-24 16,0 0-29-16,0-3-26 0,0 3-27 0,0 0-9 15,-4 11-12-15,0-2-5 0,2 3-8 0,-1 7-8 0,2 0-8 16,-3 6-23-16,0-2-46 0,4 4-33 15,0-3-46-15,3 1-58 0,1 1-66 0,-3-9-266 16,0 0-517-16,3-7 228 16</inkml:trace>
  <inkml:trace contextRef="#ctx0" brushRef="#br0" timeOffset="76095.14">22295 3510 158 0,'0'0'151'0,"-2"-4"-7"16,2 4-15-16,2-6-13 0,-2 6-4 0,0 0-7 0,0-5-7 15,0 2-13-15,3-1-9 0,-3 4-3 16,2-6-14-16,-2 2-4 0,0-1-5 0,1 0-7 16,2-1-5-16,-2 0-6 0,3-3 1 0,-3 0 6 15,3-2-7-15,0-3 4 0,0 5 0 0,0-3 3 0,-2-2 4 0,3-1-5 16,-1 2 0-16,0 2 1 0,0-1 4 0,0 0-7 16,-3 2 8-16,2-1-3 0,-3 1-3 0,1-1-4 15,-1 5 1-15,0-2-1 0,0 2-1 0,0-1-5 16,-1 2-6-16,-2 1-16 0,-1-1-3 0,-1 3-8 15,-8 0 2-15,-1 3 4 0,-9 1 2 0,-5 5-2 16,-5 1-3 0,0 5 0-16,-4 0 1 0,-16 9 1 0,1-2-6 0,-3 1 4 15,-1 3 5-15,2-3-1 0,-1 2 4 0,4-3-6 16,1-1 5-16,3-2-5 0,9-5 5 16,6-2 2-16,3-3-5 0,1 1 0 0,8-2 3 15,1-2-2-15,6 0 3 0,0-2 12 0,3-2 17 16,0 1 12-16,2-3 8 0,0 0 3 0,3-2-2 15,1-3-3-15,3-2-7 0,-3 0 6 0,8-3-15 0,-3 0-3 0,7-2-3 16,0-3-5-16,2 1-3 0,7-5 0 0,-6 5-5 16,3 3-1-16,-4 2-3 0,2 2-4 0,-4 2-1 15,1 1-2-15,1 1-3 0,-1 4-3 0,0 1-1 16,5 3-1-16,-2 1-1 0,5 3 1 0,6 7 2 16,1 1-3-16,3 2 2 0,-1 1 5 0,2 2 5 15,1 0-6-15,3-2 0 16,-3 2-3-16,2-2-25 0,-3-1-25 0,4-1-38 15,-2 0-42-15,0-1-63 0,-5-6-231 0,2 1-458 16,-6-2 203-16</inkml:trace>
  <inkml:trace contextRef="#ctx0" brushRef="#br0" timeOffset="77080.16">23804 4052 131 0,'8'-2'153'0,"3"-1"-19"0,2 1-18 0,6 2-6 0,-1 0-3 16,3 2-6-16,-2 2-8 0,1 4-11 0,1 0-10 0,-2 1-11 16,1 7-2-16,2 1-9 0,-3 2-5 0,-5 2-4 15,-4 2-1-15,-2 2-2 0,-4 1-6 16,-4-3 0-16,-4 3-3 0,0-7-1 0,-5 6 1 15,0 0-5-15,-3-3 2 0,-5-1 10 0,0-2 4 16,0-5 9-16,1-1 8 16,1-2 6-16,0 1 12 0,0-2 4 0,5-6 7 15,0 3 8-15,1-3 15 0,4 0 16 0,0-2 18 16,1 1 27-16,4-3 16 0,0 0 17 0,0 0-37 16,-10-12-22-16,11 5-5 0,7-2-16 0,2-5-15 15,8-4-13-15,2-2-12 0,5-1-9 0,0-2-8 16,13-10-17-16,3-1-1 0,0 1-26 0,3 0-10 15,-7-1-1-15,-8 9 0 0,-5 3-5 0,2 2 2 0,-12 5-1 0,-1 4 12 16,-4 2 5-16,-3 0-3 0,2 5-5 0,-3-2-2 16,-1 2-21-16,-2 1-19 0,0 2-12 0,-2 1-2 15,-11 7 8-15,0 4 1 0,-2 2 2 0,-10 7 5 16,2 2 5-16,2 1-3 0,0 3 3 0,6 3 8 16,1-1-2-16,7-1 6 0,3-1 2 0,4 0-15 15,9 0-11 1,6-1-27-16,8-1-40 0,3-4-61 0,17 3-92 15,2-5-328-15,6-4-628 0,-1-6 278 0</inkml:trace>
  <inkml:trace contextRef="#ctx0" brushRef="#br0" timeOffset="78328.39">25322 4359 15 0,'0'0'216'0,"0"0"-23"0,0 0-22 0,0 0-15 0,0 0-12 16,0 0-20-16,18-8-15 0,-9 4-6 0,6 2-11 16,3-6-9-16,3 3-11 0,4-4-9 0,5-1-2 15,-1 0-8-15,2 0-6 0,3-1 16 0,-1 0 3 16,3-4-8-16,0 0-2 0,-3-1 0 0,-1 0-2 16,-5-1-3-16,1-1-2 0,0 0 0 0,-2 1 0 0,-6-1 6 0,-6 4 2 15,0 1 9-15,-3-2-5 0,-6 7 3 0,-1-3 1 16,-1 1 2-16,-4 2-10 0,-1 0-6 0,-4 4-9 15,-3-1-7-15,-6 1-2 0,-4 3-7 16,-9 1-2-16,-5 10-5 0,-2-5 1 0,-1 11-4 16,2 1-5-16,-11 9-1 0,13-4-1 0,5 1-1 0,-3 1-5 15,7 1 2 1,6 3-2-16,0-3 5 0,5 2-5 0,3 0 4 16,9-1 1-16,4 2 1 0,7-6 2 0,8-2 5 15,4-1-2-15,9-4 0 0,19 2-12 0,5-5-35 16,2-3-50-16,5-4-65 0,29-6-64 0,-35-5-234 15,3 1-484-15,-5-6 215 0</inkml:trace>
  <inkml:trace contextRef="#ctx0" brushRef="#br0" timeOffset="79029.98">25860 3621 78 0,'0'0'185'0,"0"0"-21"0,-9-3-9 0,9 3-12 16,0 0-10-16,0 0-10 0,-6 0-10 0,6 0-16 16,0 0-2-16,0 0-5 0,0 0-11 0,0 0-8 0,0 0-7 0,0 0-10 15,0 0 4-15,32 0-3 0,-10-2-8 0,11-1-3 16,6 0-6-16,11 2-2 0,8-2-6 0,2 1 0 16,1-1-6-16,3-1 2 0,0 4-8 0,-5-2 3 15,1 2-2-15,-8-3-2 0,-15 4-6 0,-3 1 4 16,-4-2-7-16,-7 0 4 0,-4 0-9 0,-5-2-3 15,-1 4-6-15,-7-2-11 0,2 0-6 0,0 1-4 0,-4-1-4 0,-4 0 0 16,0 0-19-16,0 0 2 0,0 0-10 0,0 0-11 16,-25-4-7-16,15 4-6 0,2 0 1 0,-2 0-16 15,1 0-10-15,-1 0-24 0,4 0-73 0,-1-3-221 16,7 3 98-16</inkml:trace>
  <inkml:trace contextRef="#ctx0" brushRef="#br0" timeOffset="79428.98">26748 3379 12 0,'9'-4'154'0,"3"-1"-9"0,-1 2-22 0,3 2 3 16,4-1-19-16,1 4-7 0,-1 2-15 0,1 1 0 0,2 1-11 16,-3 5-1-16,5 3-7 0,-2 3-3 0,0 2 1 31,-2 3-6-31,0-1 1 0,-3 4-9 0,1-1-1 0,-2 5-1 0,1-3-7 0,-7 1-2 0,2 1-4 16,-3 1-2-16,1-3-4 0,-5 0 4 0,1-1-6 15,0-4-3-15,-1-4 7 0,-1 0-16 0,-2-2-2 16,0-5 2-16,-1 0 0 0,3-1 0 0,-6-3-4 15,6 1 3-15,-2-3-4 0,-1-2 5 0,0 3-10 16,0-5 7-16,-1 5 5 16,1-5-2-16,0 0 9 0,0 5 0 0,0-5-2 15,2 2 4-15,-2-2-2 0,0 0-4 0,-2 4-23 16,2-4-27-16,0 0-29 0,0 0-37 0,-13-9-32 16,8 4-26-16,-3-2-126 0,2 2-302 0,-1-5 134 15</inkml:trace>
  <inkml:trace contextRef="#ctx0" brushRef="#br0" timeOffset="79642.25">27081 3601 234 0,'0'0'239'16,"-2"-5"-24"-16,2 5-22 0,0-4-23 0,0 4-17 15,0 0-17-15,-19 9-12 0,1-4-16 0,-6 7-11 16,-2 4-10-16,-3 0-10 0,-3 4-7 0,-8 9-4 16,3 4-4-16,-2-2-7 0,9-6-16 0,-7 7-24 0,12-7-32 15,-3-3-31-15,3 3-40 0,1-4-63 16,-3-3-155-16,4-1-332 0,10-5 147 0</inkml:trace>
  <inkml:trace contextRef="#ctx0" brushRef="#br0" timeOffset="81555">28022 3612 210 0,'3'-3'192'0,"-2"0"-23"0,-1 3-12 0,4-2-27 15,-4 2-9-15,11 2-14 0,-3 2-4 16,2 4-16 0,2 4-12-16,1 3 1 0,3 7 0 0,-2 6-3 0,4-1 1 15,-4 6-4-15,4-3-5 0,6 14-6 0,-6-2-4 16,-5-9-5-16,-1 1-4 0,-2-2-3 0,0-2-3 15,-1 3-4-15,-3-2-3 0,2-3-1 0,-2-3-7 16,-2-5 1-16,-1-6-1 0,-1 2-5 0,1-3 2 16,-2-4-3-16,1 2-4 0,-2-6 2 0,0 2 1 15,1-2-5-15,-1-1 1 0,0 0-3 0,0-1-4 0,0-3 3 16,-5 5-4-16,5-5-14 0,-12 0-22 0,5-2-20 16,0-1-30-16,-3-1-30 0,2-2-30 0,1 4-48 15,-1-7-116-15,0-1-329 0,-2 1 146 0</inkml:trace>
  <inkml:trace contextRef="#ctx0" brushRef="#br0" timeOffset="81855.8">28192 3868 224 0,'0'0'265'0,"3"-5"-20"0,-3 5-22 15,0-4-28-15,0 4-23 0,-3-5-23 0,3 5-21 16,0 0-16-16,0 0-12 0,-14 13-6 0,0 2-15 16,-4 3-6-16,-5 0-2 0,1 6-13 0,-6 0-2 15,2 1-7-15,-4 0-6 0,-8 10 0 16,11-11-8-16,0 0 0 0,4-1-4 0,-2-2-3 0,5-1-4 0,0 0 0 16,6-6-1-16,0 0-4 0,5-4 1 0,1-1-3 15,-2-1-3-15,4-1 3 0,-1 0-2 0,3-3 3 0,2 0-4 0,-3 0-1 16,2-1-2-16,-2 0 1 0,4-1-5 0,1-2 2 15,-4 2-9-15,4-2-41 0,0 0-44 0,0 0-38 0,0 0-34 16,6-12-47-16,-2 6-156 0,4-2-389 16,-2-2 173-16</inkml:trace>
  <inkml:trace contextRef="#ctx0" brushRef="#br0" timeOffset="82719.92">28381 3319 129 0,'3'-3'161'15,"-3"3"-13"-15,5-2-18 0,-5 2-18 0,10 0-9 0,-10 0-10 16,8 2-9-16,-4 2-11 0,1-1-11 16,-1 2 5-16,1 4-22 0,-4 1 3 0,3 0-2 0,-4 7-1 0,0-2-7 15,-4 1-8-15,0 2 2 0,-1-2-5 0,-1 1 0 16,-1 0-6-16,0 1-2 0,-1-3 2 0,0 0-7 16,1-2 4-16,-1-1-2 0,0-2-3 0,3-3 2 15,0 2-6-15,1-4 3 0,2 2-7 0,-2-3 27 16,2 0 16-16,0-1 20 0,2-3 23 0,-4 4 20 15,4-4 15-15,-2 3 12 16,2-3-4-16,0 0-14 0,0 0-5 16,12-10-21-16,-4 3-10 0,4-1-9 0,4-3-7 15,1 1-7-15,6-7-11 0,1-1 0 0,-1 2-13 16,0-2-2-16,0-2-6 0,-1 5 0 0,-7 2-5 16,1-1 2-16,-2 2-7 0,-2 2-2 0,-3 2-1 0,0 0-2 15,-1 2 11-15,-3 2 5 0,-1-1-4 16,-2 0 0-16,2 2-2 0,-1 1-4 0,-2 0-5 0,-1 2-4 0,5-3-8 15,-1-1-18-15,-4 4-14 16,0 0-22-16,0 0 0 0,0 0 10 16,0 0-1-16,-9 14 1 0,0-2 0 0,0 4 6 0,-3-3 5 15,1 2 2-15,0 1 4 0,-1 1 3 0,3 0-1 16,-3-2 5-16,3 0 2 0,2-2-1 0,2-1 5 16,1-1-3-16,2 0 5 0,-1-1 4 0,2 1 4 15,5-2 3-15,1 0 5 0,4 1 3 0,7 0 5 16,9 2-1-16,5-1 3 0,6 0-16 15,0-2-47-15,1-2-63 0,3-4-77 0,-6-1-268 16,3 1-491-16,-1-3 218 0</inkml:trace>
  <inkml:trace contextRef="#ctx0" brushRef="#br0" timeOffset="84522.71">24909 4865 146 0,'0'0'172'0,"0"0"0"0,0 0-10 15,0 0-12-15,0 0-6 0,0 0-15 0,0 0-16 16,0 0-6-16,0 0-14 0,0 0-7 0,0 0-12 0,0 0-6 16,0 0-10-16,0 0-5 0,0 0-2 0,0 0-8 15,0 0 2-15,0 0-13 0,0 0 3 0,0 0-9 16,0 0-3-16,0 0 2 0,0 0 0 0,0 0-7 0,0 0-1 0,0 0-6 16,0 0 3-16,0 0 0 0,13-1-4 0,-5 0 0 15,2 1 0-15,2 0-4 0,3 1-3 16,8-1-4-16,6 1 8 0,7-1 1 0,2 2-5 15,20-2 3-15,1-3-3 0,30 2-1 0,2 0 1 0,5-4 3 16,1 4-3-16,1 0 4 0,7-1-2 0,4 2-3 16,-1-3 0-1,0 3-2-15,2 0 0 0,-2 0 8 0,3 0-2 16,4 2-2-16,3 1-3 0,-4-5 0 0,1 4-3 16,-4-2-5-16,-5 2-8 0,-5 3 4 0,0-3-7 0,-5 1 3 15,-3-2 4-15,-2 4 1 0,-27-4-2 16,3-1 5-16,24 3 0 0,-30-2-7 0,-1 2 8 15,-3 0 10-15,-4-3-2 0,-16 0 9 0,0 0-1 16,-5 0 14-16,-14-2 14 0,4 1 22 0,-9 0 42 0,-2 1 21 0,1-2 13 16,-4 2-7-16,-1-3-12 0,-1 1-12 0,1 0-42 15,-2-1-28-15,-1 0-37 0,-2 1-57 0,2-4-64 16,-1 4-71-16,-3 2-251 0,3-7-482 0,0 4 214 16</inkml:trace>
  <inkml:trace contextRef="#ctx0" brushRef="#br0" timeOffset="-201928.43">24851 5519 214 0,'0'0'242'0,"-2"-5"-23"0,2 5-8 0,2-4-5 16,-2 4-19-16,0 0-18 0,0-4 0 0,0 4-22 0,0 0-17 15,0 0-13-15,0 0-12 0,0 0-11 0,1-5-8 16,3 3-14-16,-4 2-7 0,9-3-9 0,-3 3-6 0,2 0-7 15,3 0-3-15,1 0 1 0,-1 3-11 16,2-1-3-16,6 3 1 0,-2 2-6 0,1-1-4 0,-1 0 4 16,2 5-5-16,-2 1-5 0,4 3 1 0,-6-3-4 15,3 4 4-15,-4-2-5 0,-4 3-2 0,3 0 4 16,-6 0-4-16,0 2-1 0,-3 1 2 0,-3-1-4 16,-1 8 2-16,-2-10-1 0,-6 7 1 0,-1-9 0 0,-5 8 2 0,-3-2-6 15,4-8 3-15,-4 7-4 0,0-8 6 0,1 2 0 16,-1-5-3-16,3 2 3 0,-1-4 4 15,4 0 4-15,3 1 3 0,1-4 12 0,2-3 12 0,1 1 14 16,-1 2 29 0,1-2 26-16,4-2 32 0,0 0-5 0,0 0-19 0,-1-9-20 0,7-5-16 0,7 2-11 0,6-9-8 31,5-4 5-31,5 1-24 0,10-8-22 0,-2-4 0 0,4 4-9 16,-1 2 0-16,-11 5-4 0,0 0 9 0,1 1-7 15,-4 0-2-15,0-1-5 0,1 2 3 16,-4 3-3-16,0 2 3 0,-4 0 4 0,-6 6 9 15,-1 0 3-15,-5 3 15 0,1 1-6 0,-2 5 2 16,0-3 10-16,-3 1-22 0,3 1 5 0,-5 3-9 0,-1 1-13 16,7-4-1-16,-7 4-31 0,0 0-18 0,0 0 3 0,0 0 7 15,-12 20 2-15,3-7 1 0,-4 3 5 0,-4 9 12 16,-2 0-12-16,4 1 5 0,-2 2 2 0,3-3 15 0,-1 4-15 16,3-3 5-16,3-1 4 0,3-1 1 0,2-3 0 15,0-3 4-15,6-1 4 0,0 0 2 16,3-2 21-16,4-1-15 0,1 0 7 0,8-1 7 15,4-2 6-15,9 1-8 0,2-4 2 0,0-1 2 0,2-1-9 0,0-2 6 16,1-3-3-16,-4 5-6 0,1-5 11 0,-11 2-9 16,1-3-2-16,-4 0-5 0,-5 0-7 0,-3 0-3 15,-2 1-7-15,-1-1-8 0,0 0 11 0,-3 0-6 32,-5 0-12-32,8-1-8 0,-8 1-14 0,4-4-34 0,-4 4-27 15,0 0-25-15,0 0-30 0,-13-7-37 0,9 3-49 16,-2 0-300-16,3-1-594 0,-1 1 262 0</inkml:trace>
  <inkml:trace contextRef="#ctx0" brushRef="#br0" timeOffset="-201390.91">26568 5293 260 0,'0'-2'303'0,"0"2"-22"0,2-5-25 16,-2 5-27-16,0 0-27 0,-2-6-23 0,2 6-24 0,0 0-20 15,0 0-16-15,-15 12-9 0,1 1-14 0,-7 8-10 16,-3 4-11-16,-12 11-6 0,1 5-7 0,1 1-5 16,-1 4-9-16,1-1-3 0,4 2-1 0,3-2 5 15,1-3 2-15,12-8 1 0,5-1 1 0,0 1 5 0,4-2 4 16,5-3-12-16,1 2 2 0,7-2 1 0,4 0 1 15,3-5 0 1,9 1 7-16,2 0 7 0,4-4-10 0,1-2-1 16,2-2-5-16,-1-2-4 0,0-2-4 0,0-4-2 15,-5 2-5-15,0-3-6 0,-7-1-3 0,-2-4 1 16,-5-1-11-16,-3 1 8 0,-2-1-4 0,-2 0-5 16,2-1 9-16,-2 0-4 0,-2-1 6 0,-4 0 6 15,7 3 8-15,-7-3-9 0,0 0-17 0,0 0-34 16,3-7-25-16,-3 7-28 0,-5-7-33 0,0 4-35 0,-1-4-39 0,-1 2-52 15,-3-1-66-15,4-5-231 0,-1 3-570 0,3-1 252 0</inkml:trace>
  <inkml:trace contextRef="#ctx0" brushRef="#br0" timeOffset="-200857.25">26812 5571 135 0,'4'-4'239'0,"2"2"-23"0,5 0-20 16,-2 2-23-16,3 3-16 0,1 0-15 0,5 2-15 15,-4 1-16-15,1 5-9 0,1 3-14 0,-6 2-6 16,3 0-9-16,-2 8-8 0,2 1-6 0,-5 0-2 16,-4-4-9-16,-2 5-7 0,-2 2-2 0,-4 0-3 0,-2-4-5 15,-3 0 0-15,-1 2-2 0,-2-11-3 0,-4 6-4 16,-1-2 6-16,3-7 1 0,-3-1 4 0,2 1 7 0,2-2 6 16,-1-6 6-16,5 1 10 0,0 0 15 15,0-3 21-15,4 1 26 0,-1-1 32 0,1-1 17 16,5-1-25-16,0 0-17 0,-5-10-4 0,8 2-29 15,3-2-5-15,4-6 5 16,8-4-31-16,2-1-7 0,2-1-6 0,2-3-13 16,4 0 0-16,-1 0-6 0,10-7-3 0,-10 10 4 15,-3-2-5-15,0 2-11 0,-6 3 9 0,-1 7 6 0,-7-2 7 16,-1 8 16-16,-4-1-7 0,4 1-7 0,-4 2-6 16,-1 1-6-16,-1-1-23 0,-2 2-23 0,-1 2-28 15,0 0-2-15,0 0-2 0,5 10 0 0,-6 0 10 16,-4 2 6-16,0 4 4 0,-2 4 3 0,-2 3-2 0,2 2 3 15,-1 0 7-15,4-7 1 0,3 2-2 0,1-1 14 16,1 1-3-16,3-3-4 0,1 1-9 0,4-2-15 16,1 0-19-16,6-3-31 0,5 2-37 0,6-2-60 15,2-5-56-15,2-5-63 16,1 0-245-16,1-4-587 0,1 1 260 0</inkml:trace>
  <inkml:trace contextRef="#ctx0" brushRef="#br0" timeOffset="-200267.62">27693 5874 197 0,'0'0'191'0,"0"0"-19"0,-5 0-12 16,5 0-14-16,0 0-13 0,-8 0-4 0,8 0-10 16,0 0-11-16,-7-3-5 0,7 3-10 0,0 0-3 0,0 0-11 0,-8 0-4 15,8 0-1-15,0 0-3 0,0 0 7 0,0 0-2 16,-7-1 3-16,7 1 6 0,0 0 8 0,0 0-3 16,0 0 5-16,0 0 0 0,0 0 3 0,0 0-3 0,0 0-6 15,0 0 5-15,0 0-13 0,0 0-7 0,0 0-4 16,0 0-1-16,0 0-9 0,0 0-4 15,0 0-7 1,0 0 1-16,0 0-10 0,0 0 5 0,0 0-9 16,0 0-6-16,0 0 0 0,0 0-4 0,0 0 3 15,0 0 0-15,0 0-1 0,0 0 2 0,0 0 2 16,0 0-4-16,0 0 9 0,0 0-6 0,0 0 3 16,0 0 5-16,0 0-3 0,0 0-4 0,0 0 5 0,0 0-1 15,0 0-2-15,0 0 16 0,0 0-24 16,0 0-1-16,-4-3 9 0,4 3-12 0,0 0-5 0,0 0 8 0,0 0-3 15,0 0 1-15,0 0 3 0,0 0 1 0,0 0-4 16,0 0 5-16,0 0-1 0,0 0-2 0,0 0 11 16,0 0-21-16,0 0 10 15,21-3-3-15,-8 1-5 0,4-1 3 0,1 1-3 16,5-1-6-16,4 1 0 0,3-2 0 0,-2 1-2 16,-7 0 2-16,0-1-1 0,8-1-10 0,-12 4 7 0,3-3 4 15,-6 4-8-15,-1 0 0 0,0-1-1 0,-7-1-7 0,2 2 7 0,-3-1-12 16,-5 1-4-16,10-1-27 0,-6-1-25 0,-4 2-12 15,8 0-33-15,-8 0-19 0,0 0-26 0,4-2-46 16,-4 2-37-16,0 0-40 0,0-5-310 0,0 5-636 16,0 0 282-16</inkml:trace>
  <inkml:trace contextRef="#ctx0" brushRef="#br0" timeOffset="-199877.59">28336 5692 301 0,'0'-5'406'0,"-2"-1"-5"0,2 2-31 0,0-2-10 16,0 1-27-16,0 5-31 0,0-5-31 0,0 5-25 16,0-4-30-16,0 4-28 0,0 0-21 0,0-5-27 15,0 5-35-15,0 0-14 0,0 0-10 0,-2 17-13 16,2-8-6-16,-2 5-3 0,2 1-9 0,-2 4 9 15,-2 8-18 1,1-3-5-16,-1 1-3 0,-1 1-7 0,4-2 3 0,-2-5-5 16,1 1-4-16,1-3 0 0,-2 2-3 0,2-3 8 15,1-6-11-15,-1 3-3 0,1-2-7 0,-2-5 9 16,1 1-2-16,1-2-2 0,0 2 1 0,0-2 0 16,-1-2 1-16,1-3-1 0,-1 6 6 0,1-6-1 0,-2 5 3 15,2-5-8-15,2 3 2 0,-2-3 2 0,0 0-5 16,0 4-5-16,0-4-10 0,0 0-15 0,0 0-19 15,0 0-24-15,0 0-55 0,0 0-52 0,0 0-40 0,0 0-40 16,-3-17-52-16,2 13-291 0,1-4-643 0,1-1 284 16</inkml:trace>
  <inkml:trace contextRef="#ctx0" brushRef="#br0" timeOffset="-199508.37">28443 5442 148 0,'-3'-1'319'0,"3"-4"-28"0,0 5-31 0,0 0-32 16,0 0-21-16,0 0-20 0,0 0-21 0,0 0-19 15,20 12-7-15,0 5-20 0,3 2-9 0,1 5-3 16,3 3-12-16,3 9-9 0,1 2-5 0,-9-8-9 15,-3 1-8-15,3 10-5 0,-11-10-4 0,-3 2-8 16,-2-2-6-16,-2 1-3 0,-4 1 0 0,-4-4-2 0,-3 3-6 16,-3-3-6-16,-6 0 6 0,-2-3-2 0,-2-1 5 0,-1-1 2 15,-7-5-6-15,1 3-1 0,-1-8 4 0,1-1-1 16,2-1-1-16,5-3-4 0,0-2 0 0,1-1-3 16,1 1-4-16,4-3 2 0,5 0-2 0,-5 0-5 15,9-2 1-15,-3 1-2 0,5-2-7 0,-3 2-13 16,0-2-3-16,6-1-8 0,0 0-2 0,0 0-18 15,0 0-21-15,0 0-39 16,0 0-33-16,17-8-52 0,-6 4-49 16,-1 1-254-16,2-4-523 0,-2-1 232 0</inkml:trace>
  <inkml:trace contextRef="#ctx0" brushRef="#br0" timeOffset="-199207.22">29149 5586 340 0,'0'-6'416'0,"0"2"-12"0,2-1-29 0,-2 3-30 0,0 2-42 0,-2-7-25 16,2 7-38-16,0 0-24 0,0-5-22 0,0 5-36 15,0 0-18-15,0 0-18 0,2 19-15 0,-4-4-7 16,2 2-9-16,-1 7-12 0,-1 4 0 0,2 2-17 16,-3 1-23-16,2-2-22 0,-1 3-14 0,-1-1-25 15,-1 1-21-15,0-2-25 0,-4 3-27 16,4 3-34-16,-3-2-38 0,-2 0-52 0,1-1-38 16,-3-2-261-16,0-1-562 0,1-4 249 0</inkml:trace>
  <inkml:trace contextRef="#ctx0" brushRef="#br0" timeOffset="-199044.68">28963 6494 176 0,'-1'5'449'0,"-1"-4"-1"15,2 3 12-15,0-4 6 0,-1 5-2 0,1-5-11 16,-3 4-33-16,3-4-35 0,0 0-45 0,-2 4-40 16,2-4-48-16,0 0-73 0,0 0-121 0,0 0-124 15,5-12-120-15,-2 7-152 0,-1-1-372 0,2-2-770 16,2-4 341-16</inkml:trace>
  <inkml:trace contextRef="#ctx0" brushRef="#br0" timeOffset="-190075.19">25959 5264 28 0,'0'0'171'0,"-2"-5"-8"0,2 5-13 0,-1-6-14 16,1 6-13-16,0 0-4 0,0 0-15 0,-2-3-14 0,2 3-6 15,-12 3-12-15,1 3-6 0,-6 4-8 16,-10 12-3-16,-14 9-4 0,-5 8 7 0,-22 24-7 16,0-3 3-16,2 1 0 0,1 2-3 0,0-3 1 0,4 0 9 0,18-18-2 15,1 1 7-15,3-2-4 0,1 0-3 0,2-4 4 16,11-9-8-16,2-3 3 0,0 0-3 0,5-2-5 15,0-2-6-15,8-4-3 0,-4-4-1 0,6-1-6 16,-1-5-2-16,1 1-3 0,1-1 0 0,3 0-4 16,2-2 0-16,-2-2 1 0,1 1-3 0,2-3 1 15,1-1-3-15,-5 5-2 0,4-3-1 0,1-2 1 0,-4 5-3 0,4-5-16 16,0 0-53-16,0 0-47 0,0 0-39 0,-14-8-41 16,9 6-216-16,-1-5-428 0,-1 4 190 0</inkml:trace>
  <inkml:trace contextRef="#ctx0" brushRef="#br0" timeOffset="-188271.41">24673 3657 57 0,'0'0'153'0,"1"-4"-9"0,-1 4-13 0,0 0-15 15,0-4-11-15,0 4-19 0,0 0-13 0,0 0-6 16,0 0-7-16,-21 17-12 0,-2-1-3 0,-14 19 3 15,-26 24 5-15,-7 3-3 0,-2 6 26 0,-6 5 7 0,-4 2 9 16,0 3 6-16,1-3-1 0,4-4 6 0,11-4-5 0,2-9-5 16,22-18-3-16,2 0-4 0,6-2-4 0,7-11-3 15,6 0-8-15,-2-3 0 0,4-3-9 16,6-7-1-16,3 1-10 0,1-7-4 0,4 2-6 16,0-3-2-16,1-2-2 0,-1 0-3 0,1-1-4 15,0-1 1-15,3 1 3 16,1-4-5-16,-4 2-1 0,4-2-6 0,-4 3-11 15,4-3-30-15,0 0-49 0,0 0-47 0,0 0-39 16,0 0-35-16,0 0-223 0,0 0-445 0,0 0 197 0</inkml:trace>
  <inkml:trace contextRef="#ctx0" brushRef="#br0" timeOffset="-185852.55">3680 7840 168 0,'1'-7'246'0,"2"1"-10"0,-2 1-16 15,0 1-21-15,-1 0-18 0,0 4-24 0,4-4-17 16,-4 4-16-16,0 0-13 0,0 0-15 0,1 14-12 16,-2 2-8-16,-3 12-5 0,-1 4-8 0,1 3-6 0,-2 19-7 15,-2-6-5-15,-2 3-1 0,2-3-7 0,0 1-5 16,2-3 1-16,-1-13-2 0,4 1 4 0,0-1-1 16,0-3-7-16,1-3 3 0,-2-3-2 0,3-4 1 0,1-1 1 15,-4-7-3-15,3-1-3 0,0-3-4 0,-1 0 7 16,1-1 14-16,0-5 26 0,1 3 8 0,0-1 7 15,0-4 8 1,-3 5 0-16,3-5 1 0,0 0 14 0,-1 2-25 16,1-2-18-16,0 0-31 0,0 0-39 0,-5-11-30 0,2 6-37 15,0-2-41-15,-3-3-38 0,3-2-60 16,0-2-81-16,-2-3-160 0,2-2-492 0,3-6 218 16</inkml:trace>
  <inkml:trace contextRef="#ctx0" brushRef="#br0" timeOffset="-185583.15">3671 7874 291 0,'0'0'282'16,"-3"-4"-19"-16,3 4-24 0,0 0-19 0,0 0-23 16,0 0-20-16,0 0-17 15,0 0-16-15,17-2-14 0,-3 2-10 0,5 0-12 16,14 2-6-16,4 0-10 0,0-1-5 0,3 0-13 15,11-1-7-15,-15 1-4 0,-3 1-12 16,0-1-1-16,-5-1-4 0,2 1-5 0,-11-1-5 0,-2 3-10 0,-3-3-9 0,-4 0-10 16,-5 0-11-16,5 0-3 0,-6 0-8 0,-4 0-6 15,9 0-5-15,-9 0 4 0,1 3-7 16,-1-3-9-16,-10 7-13 0,1-3-24 0,-2 2-19 16,-1 0-23-16,1 1-29 0,-1-1-27 0,2 5-206 0,-3-3-410 15,4 1 181-15</inkml:trace>
  <inkml:trace contextRef="#ctx0" brushRef="#br0" timeOffset="-185235.4">3773 8520 108 0,'-9'4'260'0,"3"-2"-17"0,-1 0-20 0,0 1-15 16,3 1-13-16,0-2-14 0,4-2-11 0,-7 3-18 15,5-1-12-15,2-2-13 0,0 0 3 0,0 0 5 16,11 5-3-16,2-5-5 0,9-2-15 0,7 2-8 16,6-5-14-16,2 1 5 0,0-1-20 0,14-1-6 15,-15 4-11-15,-2-6-1 0,-3 6-10 0,-3-3-2 16,-5 4-4-16,-5 0-4 0,-1-3-3 0,-5 3-8 0,-4 1 4 0,2-2-5 15,-3 2-5-15,-2-2-8 0,0 2-9 0,-5 0-8 16,0 0-13-16,0 0-12 0,0 0-10 0,0 0-17 16,0 0-16-16,-18 4-21 0,5-3-20 0,3 1-30 15,0 0-27-15,-3-1-35 0,3-2-221 0,-3-4-462 16,4 3 204-16</inkml:trace>
  <inkml:trace contextRef="#ctx0" brushRef="#br0" timeOffset="-184950.36">3791 8258 191 0,'0'0'304'0,"-9"0"-22"15,4 2-12-15,5-2-18 0,0 0-8 0,0 0-16 16,-9 1-9-16,9-1-15 0,0 0-24 0,0 0-12 0,0 0-12 16,0 0-19-16,0 0 2 0,0 0-30 0,0 0-5 0,23-4-11 15,-3 4-7-15,10-5-9 0,0 3-6 0,6-3-36 16,-4 0-42-16,5 0-46 0,-4 1-63 0,1-1-80 0,0 0-84 16,-2-2-204-16,-1 1-522 0,-2 0 231 15</inkml:trace>
  <inkml:trace contextRef="#ctx0" brushRef="#br0" timeOffset="-183626.48">5029 8025 137 0,'3'-5'276'0,"-3"5"-10"0,2-5-6 16,-1 2-11-16,-1 3-18 0,0 0-17 0,0 0-23 0,0-4-11 15,0 4-27-15,0 0-17 0,0 0-22 16,0 0-11-16,0 0-15 0,-2 12-6 0,-3-4-11 16,-4 3-6-16,0 3-5 15,-4 2-5-15,-2 5-3 0,-2 1-11 0,2-1 0 16,-1 3-1-16,-3-3-12 0,4 3-24 0,-2-2-16 15,2-1-20-15,0 1-25 0,3-7-25 0,1 1-27 16,-1 1-31-16,2-4-27 0,5-6-38 0,-4 3-185 16,4-6-421-16,2 1 188 0</inkml:trace>
  <inkml:trace contextRef="#ctx0" brushRef="#br0" timeOffset="-183348.79">4799 8120 173 0,'0'-7'330'0,"0"1"4"0,0 1-19 0,-1 0-23 15,1 3-30-15,-2-3-22 0,2 5-27 0,0-5-32 16,0 5-18-16,0 0-14 0,0 0-20 0,0 0-16 16,7 10-9-16,-1-3-10 15,3 4-8-15,0 2-11 0,3 1-6 16,3 3-7-16,4 3-6 0,0 0-5 0,3 1 3 0,-4-2-14 16,1 1-4-16,0-3-5 0,-6-2-2 0,1-1 0 15,-1-2-1-15,-2 1-2 0,0-4-8 0,-4 0 4 16,-2-4-16-16,3 2-10 0,-3-1 0 0,-1-1-6 15,0 0 5-15,-2-1-4 0,1-1 4 0,-2-1 1 16,-1-2 2-16,4 2-4 0,-4-2 2 0,0 0-11 0,0 0-5 16,4 2-21-16,-4-2-30 0,0 0-25 0,0 0-23 15,0 0-38-15,-9-12-43 0,9 6-38 0,-4 1-229 0,1-2-506 16,2-1 225-16</inkml:trace>
  <inkml:trace contextRef="#ctx0" brushRef="#br0" timeOffset="-183110.31">5249 8011 184 0,'4'-3'276'0,"0"3"-27"0,1-2-29 16,-5 2-9-16,14 2-14 0,-5 1-7 0,1 1-14 0,4 8-7 16,0-3-10-1,1 6-8-15,2 3-2 0,2 3-24 0,-6 3-8 16,2 2-12-16,-6 2-11 0,-5 1-3 0,1 2-12 15,0 3 4-15,-6 1-14 0,-8 14-9 0,-1-17-17 0,-6 1-22 16,-3-2-20-16,-5-1-21 0,-9 5-30 16,3-11-37-16,-12 6-53 0,9-11-61 0,-19-1-253 15,3-3-492-15,15-8 219 0</inkml:trace>
  <inkml:trace contextRef="#ctx0" brushRef="#br0" timeOffset="-182762.91">4846 7836 92 0,'-5'-6'306'16,"3"0"-19"-16,-1 1-14 0,1 3-21 0,-1-3-20 0,3 5-22 0,-1-6-21 16,1 6-26-16,-3-3-19 0,3 3-1 0,0 0-30 15,-14 11-13-15,8 4-9 0,-11 12-7 0,2 2-8 16,-7 11-7-16,-1 7-12 0,0 3-4 0,0-1-6 16,4 4-5-16,4-3-5 0,2 2-2 0,4-4-1 15,4 3-1-15,5-2 7 0,7-4-10 0,1-13 0 16,4 2-6-16,4-4-3 0,5 0-8 0,8-4-24 0,2-6-38 15,18 4-52-15,4-8-88 0,-2-6-306 0,8-4-537 0,-3-6 237 16</inkml:trace>
  <inkml:trace contextRef="#ctx0" brushRef="#br0" timeOffset="-182094.08">6216 8263 75 0,'-10'1'250'0,"4"-2"-13"0,0 2-8 16,6-1-10-16,-9 0-6 0,9 0-13 0,0 0-10 15,-10 0-16-15,10 0-10 0,0 0-15 0,-6-1-11 16,6 1-8-16,0 0-16 0,0 0-9 0,0 0-10 16,0 0-5-16,0 0-10 0,-7 1-5 0,7-1 3 15,0 0-15-15,0 0-5 0,0 0-5 0,0 0-3 16,0 0-4-16,0 0-5 0,0 0-1 0,0 0-4 0,0 0-5 15,0 0-1-15,0 0-4 0,0 0-5 0,0 0 0 0,0 0 1 16,0 0-6-16,0 0-2 0,0 0-5 0,0 0 0 31,0 0 3-31,0 0-4 0,0 0 14 0,0 0-13 16,0 0 1-16,0 0-2 0,27 1 5 0,-10-2-6 16,3 0-1-16,10 1 0 0,-7-2 3 0,6 1-4 0,2-1-2 15,1 1 1-15,0 1 0 0,-3-4 3 0,0 3-2 16,1 0-1-16,-11 0-1 0,2-1 0 0,-1 1 5 15,-6 0-8-15,-1 1 8 0,-3 1-5 0,-2-1-2 16,-1-1 4-16,0 1-3 0,-7 0-3 0,9-1-10 0,-5 1-22 16,-4 0-27-16,6-2-28 0,-6 2-15 0,0 0-18 15,0 0-29-15,0 0-36 0,-13 9-40 16,7-4-239-16,-3-2-503 0,2 0 222 0</inkml:trace>
  <inkml:trace contextRef="#ctx0" brushRef="#br0" timeOffset="-181747.06">6214 8398 100 0,'-8'2'246'15,"4"-1"-27"-15,-2 2-19 0,3-2-21 0,3-1-17 16,-9 2-11-16,5-1-13 0,4-1-16 0,-2 3-7 0,2-3 4 0,0 0 1 16,10 7-4-16,0-5-11 0,9 0-12 0,3 0-7 15,5-1-6-15,9 4-2 0,-1-5 2 0,0 2 9 16,2-4 0-16,-4 4-2 0,2-3 5 0,-2 2-11 16,-3-1-7-16,-10 1-3 0,-1-1-3 0,-6 0-3 15,1 0 0-15,-4 0-5 0,0 2 0 0,-1-2 7 16,-5 0-2-16,1 1-7 0,-5-1-2 0,8 0-7 0,-8 0-5 0,0 0-6 15,6 0-26-15,-6 0-24 0,0 0-36 0,0 0-39 16,0 0-56-16,9 3-55 0,-9-3-91 0,0 0-215 16,0 0-546-16,0 0 242 0</inkml:trace>
  <inkml:trace contextRef="#ctx0" brushRef="#br0" timeOffset="-178122.96">7538 7769 118 0,'2'-5'251'0,"-2"-1"-12"16,0 0-14-16,1 0-14 0,-1 4-15 0,4-3-18 15,0 1-16-15,-3-2-17 0,3 5-21 0,1-2-11 16,3 1-13-16,-2 3-13 0,6 3-4 0,-2 0-14 15,6 8-3-15,0 0-4 0,9 7-10 0,-2 7-5 0,0 0-4 0,1 4-1 16,2 10-8-16,2-1 1 0,-2 3-2 0,-1 0-1 16,-9-13-3-16,0 0-3 0,-3 1-1 0,1-2-6 15,0 1-2-15,-1-2 3 0,-3-3-3 0,-3-5 1 16,-1-2-5-16,0-1 2 0,-2-3-2 0,-2-2-2 16,1 0 0-16,0-3 2 0,-2-1-3 0,-1-1 0 15,2-2 1-15,0 0 2 0,-2-1 5 0,0 1 12 0,1-1 1 0,-1-3-1 16,0 0 2-16,0 0-5 0,0 0-5 0,0 0-23 15,-6 3-20-15,6-3-29 0,0 0-15 0,-13-5-28 16,6 2-19-16,0 1-27 0,-1-5-26 16,1 3-47-16,-3-2-183 0,-1-1-429 0,4 2 190 0</inkml:trace>
  <inkml:trace contextRef="#ctx0" brushRef="#br0" timeOffset="-177800.88">7825 8011 30 0,'1'-8'276'0,"-1"1"-7"0,1 0-17 15,1-1-4-15,-2 4-13 0,1-1-11 0,-1 1-18 0,0 4-26 0,0-6-21 16,0 6-20-16,0 0-18 0,0 0-16 0,0 0-8 16,-14 12-10-16,4 3-12 0,-8 7-8 0,-6 4-5 15,-1 1-9-15,-5 11-4 0,-2 0-2 0,-2 0-8 0,1-2-2 16,0-2-3-16,7-7-3 0,6-1 0 0,-2 0-4 15,3-4-3-15,1-2-3 0,2-1 0 16,3-6-2-16,5-2-3 16,0-1-3-16,1-3 3 0,1 0-4 0,2-2 0 15,2-2 12-15,-1 0 8 0,0 1 7 0,3-4 10 0,-4 2-4 16,4-2-2-16,0 3-1 0,0-3-7 16,0 0 0-16,-3 3-5 0,3-3-8 0,0 0-24 15,0 0-25-15,0 0-29 0,10-10-38 0,-8 7-46 0,2 0-46 0,4-4-63 0,-2 4-247 16,4-4-538-16,4 0 238 0</inkml:trace>
  <inkml:trace contextRef="#ctx0" brushRef="#br0" timeOffset="-177220.94">8451 8173 33 0,'0'0'237'15,"-6"2"-24"-15,2 0-20 0,4-2-15 0,0 0-21 0,-8 1-16 0,8-1-15 0,0 0-12 16,0 0-12 0,-4 3-8-16,4-3-10 0,0 0-6 0,0 0-2 15,0 0 9-15,0 0 0 0,0 0-3 0,22-4-8 0,-8 0-3 16,8-4-16-16,1 1-8 0,8-3-4 0,-2 1-4 15,3-2-1-15,0-3-6 0,-3 0-1 16,6-1-5-16,-7-3-4 0,3 0 3 0,-5-2 1 16,1-1 1-16,-4 2 4 0,0-2 9 0,-5 2 8 0,-4 4 12 0,-2 0 14 15,-2 2 12-15,-4-2 2 0,-2 3 2 0,-1 3-7 16,-1-3 0-16,-4 2-17 0,-5 2-7 0,2 4-12 16,-6-1-6-16,-6 3-4 0,-5 3-8 0,-6 4-4 15,-4 4-3-15,-1 5-5 0,0 3 1 0,-1 3 5 16,1 1-13-16,5 3 0 0,0-1-3 0,2 3-2 15,4 0 2-15,1 4-1 0,6-2-6 0,6-1 4 0,0 1 2 16,8-9-4-16,2-1 5 0,10 8 9 0,5-6-4 16,7-3 1-16,3-5-1 0,9-4-15 0,16 2-25 15,2-6-41-15,-1-2-53 0,2-4-58 0,-2-6-60 16,-16 2-290-16,1-2-573 0,-1-1 253 0</inkml:trace>
  <inkml:trace contextRef="#ctx0" brushRef="#br0" timeOffset="-176566.59">9049 7565 139 0,'-5'2'178'0,"1"-2"-11"0,4 0-8 16,-8 3-2-16,8-3-4 0,-6 0-6 15,6 0-11-15,-6 0-6 0,6 0-5 0,-7 2-6 0,7-2-13 16,0 0-6-16,0 0-3 0,-4 2-7 0,4-2-3 15,0 0-2-15,0 0 1 0,0 0-6 0,0 0-1 0,0 0-3 16,0 0-5-16,0 0-4 0,0 0-7 0,0 0-3 0,0 0-6 16,0 0-4-16,0 0-5 0,-7-4 1 0,7 4-6 15,0 0 2-15,0 0-6 0,0 0-2 16,0 0-1-16,0 0-4 0,0 0-2 0,0 0-2 16,0 0-3-16,0 0-3 0,0 0 1 0,0 0-2 0,0 0 3 15,24 2-1 1,-10-4 3-16,5-3-2 0,12 3-1 0,2-3-4 15,5 3 0-15,15-2 1 0,-2 1-4 0,0-1 0 16,-10 0-3-16,-1 3-1 0,-2-3-3 0,-1 3 6 0,-5-6-5 16,-4 6 0-16,-6 1-1 0,-4-3 4 15,-4 3 3-15,-3-2-9 0,-3 2 0 0,0 0-8 16,-2-1-6-16,-1 1-13 0,-5 0-10 0,8 0-15 0,-8 0-21 16,0 0-21-16,0 0-17 0,0 0-22 0,0 0-20 0,0 0-34 15,-23 1-53-15,14-2-150 0,2 1-421 0,7 0 187 16</inkml:trace>
  <inkml:trace contextRef="#ctx0" brushRef="#br0" timeOffset="-176227.58">9844 7273 225 0,'0'-3'298'0,"1"-2"-32"16,2 3-28-16,0-1-24 0,1 1-22 0,1 1-21 15,-5 1-18-15,17 5-21 0,-3 0-12 0,2 2-13 16,1 5-12-16,9 5 0 0,-2 2-5 0,-2 2-6 16,4 5-8-16,-1-2 0 0,-1 5-14 0,-4-2-3 15,0-1-8-15,-1 2 0 0,-5-3-9 0,0 3 0 16,-1-5-5-16,-1-6-3 0,-5-2-3 0,-2-1-3 15,-1-1-1-15,0-2-3 0,-1-3-4 0,-1-1 1 0,-2 0-2 0,3-1-3 16,-2-2-5-16,-1 1-1 0,0-1-1 0,0-1 3 16,0-3-4-16,0 0-8 0,-4 3-14 0,4-3-26 15,-9-1-21 1,9 1-29-16,-9-4-34 0,2 3-37 0,-1-4-38 0,0 0-228 16,-1-1-461-16,3 3 204 0</inkml:trace>
  <inkml:trace contextRef="#ctx0" brushRef="#br0" timeOffset="-176013.47">10180 7423 3 0,'-1'-6'346'16,"-2"4"-8"-16,3-2-21 0,0 4-29 0,-4-5-32 0,2 2-28 0,2 3-15 0,-12 3-31 0,2-1-19 15,-5 10-17-15,-11 1-17 0,-3 7-9 0,-3 2-14 16,-9 10-10-16,-1 4-8 0,2 3-7 0,4-1-24 15,-2-4-31-15,2 3-35 0,2 0-47 0,2-1-67 16,9-7-96-16,1-5-244 0,-2-1-501 0,7-10 221 16</inkml:trace>
  <inkml:trace contextRef="#ctx0" brushRef="#br0" timeOffset="-175132.32">10893 7435 126 0,'-4'-2'201'0,"4"2"-5"16,0 0-9-16,0 0-5 0,0 0-2 0,0 0-8 16,0 0-9-16,0 0-5 0,0 0-9 0,0 0-9 15,0 0-9-15,0 0-9 0,0 0-8 0,0 0-5 16,0 0-7-16,0 0-9 0,0 0-9 0,0 0-7 16,0 0-7-16,0 0-8 0,29-4-6 0,-8 2-3 15,8 0-8-15,8-1-5 16,3-2-11-16,0 1-12 0,12-1-24 0,-14 3-19 15,-2-1-27-15,1 0-22 0,-10 2-24 0,4 0-25 16,-11-1-34-16,-1 2-45 0,-10-2-183 0,-2 2-418 16,-7 0 185-16</inkml:trace>
  <inkml:trace contextRef="#ctx0" brushRef="#br0" timeOffset="-174530.47">10899 7475 3 0,'0'0'322'0,"-6"3"-27"16,6-3-27-16,0 0-28 0,-5 0-28 0,5 0-21 16,0 0-21-16,-1 3-19 0,1-3-16 0,6 4-15 15,3 1-11 1,4 2-11-16,0 3-11 0,3 4-10 0,7 5-7 0,0 6-5 16,0 4-6-16,-5 0-6 0,5 15-3 0,-4 1-6 15,-6 6-4-15,-3 0-2 0,-6 5-6 0,-5-1-2 16,-6 1-5-16,-3 3-1 0,-4-4 0 0,-4-4-3 15,-1 2-3-15,1-1-2 0,-7-2 2 0,0-2-2 16,1-2 1-16,0-5-1 0,6-7-4 0,-1-7 2 16,2 5 12-16,-1-4-3 0,4-3-1 0,0-1 4 0,5-8-3 15,0 1 5-15,0-3 2 0,4-3-11 0,0 0-3 0,1-1-5 16,0-2 4-16,2-3 2 0,-1 2-4 16,3-1 1-16,-5-2 1 0,3 1 2 0,0-1-3 15,2-4 3-15,-1 5 0 0,1-5 2 0,-2 3-2 16,2-3-1-16,0 4-5 0,0-4 0 0,0 0-2 0,1 5 6 15,-1-5-4-15,0 0 0 0,-1 3 1 0,1-3-7 0,0 0 3 16,0 0 0-16,0 0-2 0,0 0-2 0,0 0-1 16,-4 3 17-16,4-3-16 0,0 0-1 0,0 0-4 15,0 0 4-15,0 0 0 0,0 0 1 0,0 0-5 16,0 0 7-16,0 0-2 0,0 0-3 0,0 0-8 16,0 0 11-16,0 0-3 0,0 0 2 0,0 0 0 15,0 0-3-15,0 0 3 16,0 0 1-16,0 0 6 0,0 0 17 0,11 0-11 15,3-1-3-15,4-2-3 0,9-4 2 0,5 0 1 16,7 0-1-16,13-3 0 0,1 2-4 0,6-4-6 16,-1 1 2-16,0 1 7 0,1 3-5 0,-4 2-3 15,-6-5 2-15,-15 8-5 0,-4-3 2 0,-7 4 1 16,-4-3-2-16,-7 3 2 0,1 0-1 0,-8 1-7 16,7 0 15-16,-8 0-7 0,-4 0-2 0,10 0 5 0,-10 0-4 0,4-3-16 15,-4 3-35-15,0 0-41 0,0 0-51 16,-17-4-62-16,9 3-83 0,-2-6-244 0,4 5-573 0,-2-6 254 15</inkml:trace>
  <inkml:trace contextRef="#ctx0" brushRef="#br0" timeOffset="-170909.82">12274 7417 92 0,'-1'-2'227'0,"-1"-5"-15"0,0 2-3 16,1 1-7-16,0-2-7 0,1 3-8 0,0 3-12 15,-2-7-14-15,2 7-17 0,2-6-18 0,0 3-12 16,2 1-14-16,-4 2-11 0,15-1-8 0,-2 4-9 16,1 5-9-16,4 0-6 15,8 10-9-15,-2 2-1 0,0 1-5 0,-1 3-5 16,10 13-3-16,-11-7-3 0,8 12 1 0,-1-2-5 15,-10-10-2-15,4 13 0 0,-5-10-5 0,-4 0 0 16,1-1-3-16,-1-3-2 0,-2 2-1 0,-3-5-3 16,-2 2 2-16,-1-7-2 0,-4-3 0 0,1-1-2 15,-1-6 3-15,0 1-5 0,-1-1 0 0,2-2 0 16,-3-4 0-16,1 2 1 0,-1-2 4 0,1-1-2 0,-2-2 9 16,1-2 2-16,0 6 2 0,0-6-7 0,0 0 2 0,0 0 1 15,0 0-8-15,0 0-13 0,-11-3-12 0,11 3-26 16,-6-4-16-16,0 0-23 0,1 0-33 0,-2-1-28 15,0 0-30-15,-1 1-63 0,-2-4-158 0,-1 0-425 16,4 1 188-16</inkml:trace>
  <inkml:trace contextRef="#ctx0" brushRef="#br0" timeOffset="-170586.83">12526 7689 153 0,'1'-4'288'16,"-1"-4"-23"-16,0 3-16 0,2 3-24 0,-2 2-19 0,0-8-23 16,0 6-18-16,0 2-26 0,0 0-17 0,0 0-14 15,0 0-10-15,-10 11-5 0,3 3-8 16,-3 1-9-16,-8 7-6 0,2 1-8 0,-4 0-6 16,-1 4-5-16,1-1-6 0,-3-2-2 0,0 1-6 0,5 0-4 15,-2-5-4-15,3-4 1 0,3 3-5 0,0-7-3 16,5-2-1-16,0-1-2 0,3 0-4 0,0-3 10 0,0-2-10 15,4 2-1-15,-1-4-1 0,-1 1 1 0,1 0-1 16,3-3-1-16,-3 6-2 0,2-4 2 0,1-2 1 16,-3 2-2-16,3-2-6 0,0 0-2 0,0 0-12 15,-2 4-16-15,2-4-21 0,0 0-39 0,0 0-38 16,0 0-42-16,0 0-75 0,0 0-174 0,0 0-448 16,0 0 199-16</inkml:trace>
  <inkml:trace contextRef="#ctx0" brushRef="#br0" timeOffset="-167616.87">12688 6961 138 0,'3'-4'222'0,"0"0"-22"0,0 0-20 0,1 3-19 15,1-2-17-15,0 1-18 0,-5 2-12 0,13 5-9 16,-4 0-12-16,1 2-5 0,2 4-9 16,-1 4-5-16,2 7-8 0,-1 2-4 0,-2 1-16 15,-4 4-4-15,1-2 0 0,-5 4-2 0,1-4-7 0,-3 4-2 0,-4-4-3 16,-1 0-5-16,-3-4 2 0,3-3-5 0,-8 3 2 16,4-6-2-16,0-3 2 0,3-1 7 0,-3-5 5 15,3 0 10-15,-1-1 10 0,2-3 17 0,0 1 21 16,1-1 19-16,-1-3 21 0,5-1 3 0,-8-1 3 15,8 1-15-15,-2-12-14 0,0 7-9 0,5-6-12 16,2-2-4-16,-1-3-13 0,5-1-7 0,6-8 1 0,-2 0-11 0,6 0-10 16,-2-4-5-16,-2 7-5 0,1-1 2 0,-2 3-4 15,-4 6-4-15,-2 3-5 0,-1 2 3 0,0 1-7 16,-2 3-2-16,-1 1 1 0,-1-1-1 0,0 2-14 16,1 1-21-16,-4 2-10 0,0 0-2 0,0 0-6 15,6 9 2-15,-5 1 2 0,-2 2 2 0,1 5-2 16,-1 3 10-16,1 4-5 15,-3 3 7-15,2-4 7 0,3 4 2 0,0-8 0 16,0-1-19-16,2 0-14 0,1 0-10 0,2-2-20 16,4-1-18-16,1-1-27 0,4-6-43 0,1 2-52 15,3-5-295-15,11 0-549 0,-9-5 244 0</inkml:trace>
  <inkml:trace contextRef="#ctx0" brushRef="#br0" timeOffset="-167132.04">13271 7256 59 0,'0'0'183'0,"-9"1"-3"0,4-1-12 0,5 0-6 16,-9 1-5-16,9-1-8 0,-5 2-14 0,5-2-4 16,-4 2-5-16,4-2-12 0,0 0-6 15,-5 1-4-15,5-1-2 0,0 0-3 0,0 0-1 0,0 0-5 0,0 0-4 0,0 0-4 16,0 0-6-16,0 0-6 0,0 0-4 0,0 0-4 16,0 0-10-16,0 0-3 0,0 0-5 0,0 0-7 15,0 0-3-15,0 0-6 0,0 0-2 0,0 0 2 16,0 0-8-16,0 0 1 0,0 0-5 0,0 0-3 15,0 0 1-15,0 0-3 0,0 0 1 0,0 0-4 16,0 0 2-16,0 0 3 0,0 0 3 0,0 0 4 0,0 0-3 0,0 0 1 16,0 0 2-16,0 0 9 0,0 0-10 0,0 0-6 15,0 0-2-15,0 0 0 0,0 0 0 0,0 0 0 16,0 0-2-16,18-5 2 0,-8 3-3 16,10-1 0-16,1 0-8 0,8-1 3 0,2-2 4 0,1 4-5 15,4-3 5-15,-2 0-4 0,-1-1-4 0,1 3-7 16,-4 1-10-1,-2-1-7-15,-6-1-15 0,-3 1-6 0,-1-2-18 16,-6 5-20-16,-2-1-14 0,-1 1-11 0,-4-1-17 16,0 0-19-16,-1-3-29 0,-4 4-25 0,0-5-195 15,0 5-423-15,-6-3 187 0</inkml:trace>
  <inkml:trace contextRef="#ctx0" brushRef="#br0" timeOffset="-166862.75">13806 6995 306 0,'2'-6'358'16,"-2"1"-5"-16,0 0-11 16,0 0-10-16,0 5-12 0,0-7-30 0,-2 5-29 15,2 2-39-15,2-5-26 0,-2 5-22 0,0 0-40 16,0 0-34-16,0 0-7 0,0 0-15 0,-2 19-8 15,2 1-13-15,0 5-3 0,-1 5-8 0,1 5-2 16,0 0-6-16,0 11 2 0,1-12-4 0,1 1-36 16,2-1-37-16,-2-2-44 0,2-2-39 0,1 4-58 15,-4-9-69-15,3 3-301 0,-8-9-591 0,8-7 261 0</inkml:trace>
  <inkml:trace contextRef="#ctx0" brushRef="#br0" timeOffset="-165745.19">12074 8397 158 0,'-7'-1'250'0,"0"0"-25"16,2 1-17-16,1-3-19 0,4 3-22 0,-5-2-18 15,5 2-12-15,0 0-15 0,0-7-12 0,0 7-11 0,0 0-7 16,3-5-8-16,-3 5-4 0,4-2-12 0,-4 2-8 16,0 0-5-16,0 0-5 0,0 0-4 0,4-2-7 15,-4 2-5-15,0 0-5 0,0 0-5 0,0 0 0 0,0 0 2 16,0 0-10-16,0 0 3 0,1-4-1 0,-1 4-3 0,0 0 2 15,0 0-3-15,0 0 5 0,0 0 0 16,0 0 0-16,0 0 2 0,0 0-3 0,0 0 1 0,0 0-2 16,0 0-4-16,0 0 2 0,0 0-3 0,0 0 0 15,0 0-2-15,0 0-1 0,0 0-2 0,0 0 1 16,0 0-4 0,0 0-2-16,0 0 3 0,0 0-1 0,0 0 4 0,13 5-1 15,-8-4 6-15,8 1 2 0,5-2 7 0,10 0 1 16,7 0-3-16,17 0 3 0,9-5 3 15,31 0-4-15,11-2 1 0,8-1 12 0,13-3 1 0,12 4 9 16,10-1-2-16,2-1 1 0,12 5-2 0,2-3 2 16,7 1-7-16,-2 3-5 0,-10 2 4 0,-8-3-10 15,-9 1 2-15,-11 2-2 0,-11-2-6 0,-12 3 0 0,-9-1-3 0,-33 1 0 16,-5-2-1-16,-3 0-5 0,-5 2 2 0,-14-1 8 16,-7-2-4-16,-9 2 6 0,-3 0 13 0,-4 0 17 15,-2 1 21-15,-5-2 18 0,1 2 2 16,-3-3-6-16,0 1-9 0,-2-1-2 0,-3 3-24 0,8-2-32 15,-5 0-33-15,0 0-41 0,-1-2-42 0,-2 4-56 16,0 0-53 0,-11-3-66-16,5 2-329 0,-1-2-648 0,-4 2 287 15</inkml:trace>
  <inkml:trace contextRef="#ctx0" brushRef="#br0" timeOffset="-163271.4">12649 8764 6 0,'-2'-4'259'0,"1"0"-18"0,1 4-10 0,0-7-25 15,-4 5-20-15,7-3-15 0,-3 5-16 16,2-7-17-16,2 2-17 0,0 0-10 0,3 2-10 16,2 0-12-16,2-1-12 0,2 2-8 0,1 2-9 15,-1 0-4-15,7 4-10 16,-2 3-1-16,0 0-4 0,1 3-8 0,3 7-3 15,-4 3-1-15,-3 1-1 0,-1 0-7 0,-4 3-4 16,-2-1 0-16,-1-4-2 0,-1 6 0 0,-6-4-2 16,0-2 1-16,-3 8-2 0,-1-7-4 0,-6 4 2 0,2-7 3 15,1 0 4-15,-5-4 2 0,5-2-2 0,-2-1 11 16,1-1 0-16,-1-2-1 0,0-2 10 0,4-1 9 16,1 0 17-16,-1-2 14 0,0 1 17 0,5-3 12 0,-8-1 3 15,8 1 6-15,-5-9-14 0,5 1-4 0,0-1-13 16,4-3-6-16,1-5-12 0,5 0-3 0,2-8-11 15,2 2-4-15,2-2-5 0,2-2-6 0,0 6-4 16,1-1 0-16,-2 2-4 0,-3 6-6 0,-5 4 0 0,-3 3-6 16,3 0-1-16,-5 1 10 0,0 2-21 15,-1-1-3-15,0 2-13 0,0 2-22 0,-3 1-2 0,0 0-3 0,9 4-11 32,-7 3-1-32,1-1 5 0,-3 4 5 0,1 3 2 0,-2 4 5 0,1-1-1 0,1 2 7 15,-1-1 1 1,0 1 5-16,0 1-1 0,4-1-13 0,1-2-16 0,-1-1-23 0,4 1-27 0,3-1-24 15,1-6-42-15,3 2-44 0,3-5-93 0,2-3-159 16,8-6-500-16,-1 3 221 0</inkml:trace>
  <inkml:trace contextRef="#ctx0" brushRef="#br0" timeOffset="-162924.06">13465 9002 225 0,'-10'1'236'0,"6"-1"-16"0,-1 0-10 0,-3 0-19 15,8 0-17-15,-7 2-16 0,7-2-15 0,-8 2-10 16,8-2-10-16,0 0-9 0,-5 1-11 0,5-1-7 16,0 0-9-16,0 0-9 0,0 0-6 0,0 0-7 15,0 0-7-15,0 0-7 16,0 0-3-16,0 0-6 0,0 0 3 0,0 0-9 15,0 0 3-15,0 0 1 0,0 0 0 16,0 0-1-16,-4 2-3 0,4-2-3 0,0 0-1 0,0 0-4 16,23-3-2-16,-11 1-4 0,7 0-3 0,8-1-1 15,1-2-1-15,1 0-3 0,8 1-2 0,-4 3-1 16,3-3-5-16,0-2-10 0,-3-1-9 0,-1 4-10 16,-4-4-8-16,-7 3-6 0,-5 1-7 0,-2-1-10 0,-2 4-7 0,-2-4-22 15,-5 1-24-15,-1 0-32 0,0 1-22 0,-4 2-18 16,-4-7-189-16,-1 5-397 0,-4-2 175 15</inkml:trace>
  <inkml:trace contextRef="#ctx0" brushRef="#br0" timeOffset="-162607.96">14054 8797 225 0,'3'-6'377'0,"-2"1"-2"0,-1 1-15 0,0 0-5 0,2-2-12 16,0 2-18-16,-2 1-18 0,0 3-29 0,0-5-28 0,0 5-26 15,0-4-24-15,0 4-24 0,0 0-21 0,0 0-24 16,0 0-38-16,0 0-15 0,0 0-20 0,0 0-16 0,5 12 2 16,-1-2-8-16,-4 2-8 0,1 7 4 0,0-3-6 15,2 2 0-15,-2-1-6 0,2 3 2 16,-2-1 0-16,-1 0-8 0,4-1 5 0,-4-1-6 15,1-2 1-15,2-2-25 0,-2-2-21 0,2 0-15 0,-2-4-16 0,-1 0-9 16,3 0-18-16,-2-2-6 0,-1 0-11 0,1 0-6 16,-1-3 5-16,0-2 5 0,0 0-24 0,0 0-58 15,0 0-60-15,0 0-64 0,0-16-185 0,0 7-534 16,0-4 236-16</inkml:trace>
  <inkml:trace contextRef="#ctx0" brushRef="#br0" timeOffset="-162390.19">14246 8620 79 0,'3'-6'278'0,"-1"2"-19"16,3 0-24-16,-5 1-27 0,4 1-28 0,-4 2-15 15,5-3-19-15,-5 3-14 0,9 8-10 0,0-3-4 16,-4 4-1-16,0 2-4 0,4 5-6 0,0 12 2 16,3 0-4-16,-6 3-3 0,-2 0 0 0,-1 3-17 0,-3 13-5 15,-4-13-11-15,-5 12-1 0,-4-11-4 0,-5 9-6 16,4-13-4-16,-7-2-6 0,1 3-11 0,-13 4-13 15,7-12-20-15,-4 0-26 0,-1-2-42 0,-14 1-49 16,8-7-58-16,-1-6-99 0,-14-2-168 0,13-7-475 16,-16-2 210-16</inkml:trace>
  <inkml:trace contextRef="#ctx0" brushRef="#br0" timeOffset="-161869.53">12851 8632 45 0,'0'0'174'0,"0"0"-8"0,-4-2-4 0,4 2-13 0,0 0-8 16,-4-2-7-16,4 2-15 0,0 0-7 0,0 0-11 16,-10 0-5-16,10 0-3 0,-10 2-11 0,2 0-6 15,0 1-6-15,-2 1-4 0,-3 4 2 0,-5-2-9 16,3 5-6-16,-3 3-7 0,-6 3-4 0,1 3-3 16,-1 6-7-16,-1 1-1 0,-3 13-2 0,10-8 7 0,-6 9 4 15,1 3-8-15,2-1 0 0,6 3-4 0,2-1-2 16,6-10 2-16,3 2-3 0,3-1 1 0,3 0 10 0,3-3 1 15,7 1 6-15,7-1-5 0,13 3-1 0,6-7-2 16,8-8-25-16,8-5-44 0,6-5-68 0,32-7-92 16,-33-4-200-16,6-5-428 0,-5 0 190 0</inkml:trace>
  <inkml:trace contextRef="#ctx0" brushRef="#br0" timeOffset="-161237.05">14819 8673 244 0,'0'-8'336'16,"0"1"-11"-16,0 1-24 0,0 1-22 0,-2 0-10 16,2 0-32-16,0 5-18 0,-1-5-25 0,1 1-21 15,0 4-16-15,0 0-26 0,-1-5-14 0,1 5-21 16,0 0-6-16,0 0-9 0,1 18-8 0,-4-2-6 0,3 3-7 15,0 9-1-15,-1 3-17 16,0-1 4-16,1 4-4 0,0 2-8 0,-1 0-32 0,-1-1-27 0,-2 1-24 16,2 8-32-16,-1-9-35 0,-3-2-44 0,1 0-39 0,1 0-78 15,-2-4-185-15,-1-4-499 0,1-7 221 0</inkml:trace>
  <inkml:trace contextRef="#ctx0" brushRef="#br0" timeOffset="-161074.15">14783 9419 318 0,'1'5'415'0,"-1"-1"-16"0,0-1-23 15,3 1-26-15,-3-4-23 0,1 3-33 0,-1-3-30 0,1 2-22 16,-1-2-26-16,0 0-20 0,0 0-43 0,0 0-68 16,7 0-68-16,-7 0-77 0,0 0-89 0,6-9-125 15,-6 2-255-15,0 2-571 0,0 0 253 0</inkml:trace>
  <inkml:trace contextRef="#ctx0" brushRef="#br0" timeOffset="-154824.51">10338 9201 9 0,'0'0'255'0,"0"-8"-24"0,0 4-21 0,0 1-24 15,0 3-19-15,4-7-18 0,0 3-16 0,-1 3-13 0,3-2-13 16,3 1-10-16,1 2-13 0,2 0-9 0,-2 3-8 0,4 1-7 0,-2 0-5 16,4 5-6-16,0 1-4 0,-3 4-3 0,2 5-7 0,-3 3-1 15,-4-2-2-15,-3 8-2 0,-1-3-7 0,-3 4 3 16,-3 0-8-16,-3 1 2 0,-3-2-3 0,-5 1-2 16,0 0 2-16,-3-2-2 0,-1 0 0 15,-2-6-1-15,1 5 3 0,-1-7 2 0,2-6 5 0,3-1 10 16,0-2 1-1,0-1 7-15,4-1 6 0,0-3 11 0,3 0 15 16,1-1 19-16,2-3 24 0,0 0 23 0,4-1-1 16,0 0-15-16,-10-4-11 0,10-3-11 0,5-3-15 15,0-2-16-15,4-5 1 0,5-7-12 0,7-6-7 16,0 1-10-16,10-9-4 0,2 1-5 0,-6 9 0 16,-1-1-9-16,-3 4-4 0,0 2 1 0,0 1-4 15,-8 9-3-15,0-1 2 0,-2 3 7 0,-3 3-14 0,-2 3 1 0,1-1-4 16,-4-1-2-16,0 4-8 0,-1 2-20 0,-4 1 0 15,5 0 0-15,-2 6 0 0,-2 1 2 0,0 4-2 16,-1 0 5-16,-1 4 5 0,1 5-1 0,0-3 2 16,-1 4 1-16,-2 4-1 0,6-1 4 0,-3-3 0 15,0-2-1-15,1-2 5 0,4 1-5 0,-1-4-6 16,2-2-8 0,6 1-17-16,-2-2-17 0,8-3-25 0,-1-1-36 15,3-3-42-15,7-1-49 0,3-5-46 0,-7 1-259 0,7-3-558 16,-1-3 247-16</inkml:trace>
  <inkml:trace contextRef="#ctx0" brushRef="#br0" timeOffset="-154623.96">11134 9421 41 0,'0'0'364'15,"-11"-2"-26"-15,11 2-30 0,0 0-27 0,-2-4-22 16,2 4-29-16,0 0-26 0,0 0-19 0,2-5-23 15,4 2-14-15,2-1-14 0,2 0-17 0,6 2-34 16,-1-3-34-16,4 1-38 0,-3 1-38 0,4 0-43 0,-4 2-53 0,1-3-63 16,0 3-232-16,-7 0-454 0,2-1 201 0</inkml:trace>
  <inkml:trace contextRef="#ctx0" brushRef="#br0" timeOffset="-154454.58">11242 9530 240 0,'-4'5'227'0,"2"0"-16"0,0-1-20 0,1-1-14 16,-2-1-17-16,3-2-12 0,0 6 4 0,0-6 0 0,9 4-9 16,0-4-10-16,4 1-16 0,0-1-17 0,6 0-13 15,0-1-13-15,-1-2-22 0,2 1-32 0,1 0-35 16,-3-1-42-16,2 1-52 0,-2-5-36 0,0 4-198 16,1-3-373-16,-6 1 165 0</inkml:trace>
  <inkml:trace contextRef="#ctx0" brushRef="#br0" timeOffset="-154222.69">11801 9303 306 0,'0'-4'356'16,"0"0"-12"-16,2-1-12 0,-2 5-24 0,0-5-31 15,0 5-25-15,1-2-28 0,-1 2-33 0,0 0-20 0,0 0-24 0,0 0-3 16,0 0-25-16,-3 14-14 0,2-4-9 0,-1 7-12 16,-5 7-7-16,4 4-6 0,-1 2-5 0,0 0-33 15,3 0-46-15,-1 0-40 0,1-1-48 0,-2 1-64 16,3-4-86-16,-2-3-269 0,-2-6-564 0,-1-6 250 16</inkml:trace>
  <inkml:trace contextRef="#ctx0" brushRef="#br0" timeOffset="-152820.4">11403 6986 74 0,'-2'-4'235'0,"2"4"-17"0,0 0-11 15,-1-5-9-15,1 5-7 0,0 0-9 16,-3-3-9-16,3 3-6 0,0 0-18 15,0-4-13-15,0 4-13 0,0 0-8 16,0 0-7-16,3-5-8 0,-3 5-10 0,0-5-8 16,0 5-11-16,0-7-9 0,3 4 0 0,-3-3-2 15,1 0-5-15,-1 0 3 0,3-5-1 0,-1 1-10 0,-1 0-7 16,2-4 0-16,0-2-5 0,-1-2-3 0,-2 3-4 16,2-1-9-16,-2 5 4 0,2-5 2 15,-2 4-2-15,0 0 1 0,-4 2 0 0,4-1 2 0,-2 4 1 16,-2-2-4-16,1 3-4 0,1 1-7 0,-2-1-4 15,-4 4-10-15,-1-3-12 0,-4 4 8 0,-4 1-7 0,-10 6-1 16,-4 1 5-16,-2 5-7 0,-17 6 7 0,0 1 0 16,-1 5-3-16,0 1 6 0,-3 1-1 0,1-4 1 0,2 5-1 15,3-2 3-15,2-4-1 0,14-6 1 0,2-1-3 16,3-2 4-16,0-2 4 0,8-2-6 0,0-2 1 16,3-1 5-16,2-1 3 0,5-1 15 0,-1-1 28 15,2-2 16-15,3-3 24 0,0 1 13 0,1-3-7 0,0-1-1 16,3-3-11-16,-4-4 0 0,7 1-13 0,2-8-9 15,4 4-9-15,1-8-4 0,0 9-12 0,5 0-10 16,-2 1-2-16,2 4-6 0,1 0-2 0,-1 5 2 16,5 1-7-16,2 4-3 0,5 4-22 0,5 5-5 15,1 7-7-15,13 8-17 0,1 5-19 0,-1 2-38 16,-1 1-52-16,-3 4-64 16,9-1-72-16,-8 0-274 0,2-8-610 0,-10-8 269 15</inkml:trace>
  <inkml:trace contextRef="#ctx0" brushRef="#br0" timeOffset="-152050.44">16197 8235 94 0,'-7'-2'263'0,"7"2"-9"16,0 0-11-16,0 0-9 0,0 0-9 0,0 0-12 0,0 0-16 15,0 0-10-15,0 0-8 0,0 0-20 0,0 0-17 0,0 0-16 16,0 0-14-16,0 0-9 0,0 0-13 16,0 0-14-16,20-5-16 0,-11 2-20 0,5 2-15 15,3-2-35-15,-3 2-31 0,5 0-31 0,3 1-39 0,-3-1-33 16,0-1-45-16,1 2-221 0,-2 0-443 0,0 0 197 15</inkml:trace>
  <inkml:trace contextRef="#ctx0" brushRef="#br0" timeOffset="-151887.72">16353 8387 207 0,'-4'3'208'15,"1"-1"-18"-15,0 1-18 0,3-3-10 0,-4 1-15 0,4-1-12 0,1 5 0 16,-1-5-17-16,13-1-9 0,-1-2-15 0,7 2-6 15,10 0-10-15,4-4-29 0,6 2-39 0,1-1-34 16,13-3-60-16,2 0-92 0,-4-1-94 0,-1 3-292 0,2-4 129 16</inkml:trace>
  <inkml:trace contextRef="#ctx0" brushRef="#br0" timeOffset="-151401.93">17521 8006 70 0,'0'0'273'0,"1"-6"-28"0,-1 6-27 0,3-2-23 0,-3 2-21 15,0 0-20-15,0 0-15 0,15 5-17 0,-6 3-9 16,0 1-16-16,4 6-6 0,0 1-10 0,2 8-7 15,0-1-3-15,1 4-12 0,-2 4 1 0,1-2-10 0,-1 2-2 0,0 3-3 16,-1-1-8-16,4 12-1 0,-8-12-2 0,2-2 1 16,3-4-9-16,-4 2-2 0,-2 0 0 15,2-7-3-15,-5-5-2 0,3 2-2 0,-5-8-1 16,-1 1 0-16,1-1-2 0,-2-3 0 0,-1 0 0 0,0-1-3 16,0-2 0-16,4 1-3 0,-4-3-4 0,-4 1-2 15,4-4-10 1,-4 4-17-16,4-4-19 0,-6 1-28 0,6-1-31 15,-16-5-35-15,10 1-27 0,-3-3-204 0,1 0-398 0,2 0 177 16</inkml:trace>
  <inkml:trace contextRef="#ctx0" brushRef="#br0" timeOffset="-151154.5">17701 8247 56 0,'2'-4'293'15,"0"-1"-15"-15,-2 2-28 0,0 3-28 0,0-6-23 16,0 6-25-16,0 0-16 0,0 0-17 0,-15 6-16 16,3 4-14-16,-4-1-10 0,-6 11-10 0,-4 0-10 15,0 1-9-15,-10 11-6 0,5-6-5 0,-9 9-8 0,3-4-6 0,1 0-2 16,10-4-3-16,0-8-3 0,2 5-5 0,1-6 1 16,1 1-8-16,10-4 1 0,-1-4-4 0,3 1-17 15,2-4-18-15,1 0-17 0,4-3-19 0,-3 1-13 16,3-1-3-16,1-3-9 0,2-2-35 0,0 0-60 15,13-2-218-15,-5 0-415 0,3-2 184 0</inkml:trace>
  <inkml:trace contextRef="#ctx0" brushRef="#br0" timeOffset="-150669.75">18210 8465 205 0,'-8'-1'265'0,"8"1"-23"16,0 0-14-16,-9-1-18 0,9 1-18 0,-1-3-25 16,1 3-15-16,0 0-14 0,9-9-17 0,-4 5-11 15,4-2-9-15,1 0-11 0,8-4-9 0,1 3-13 16,-1-3-3-16,8 0-10 0,-2-2-5 0,-5 2-6 16,6-5 0-16,-6 3-5 0,5-2-8 0,-2-3-1 0,-7 7-2 0,-1-4-3 15,0 0 3-15,-6 4 9 0,1-3 11 0,-2 3 8 16,0 3 4-16,-5-1 2 0,2 2-4 0,-4-1-7 15,0 2-7-15,-1-1-3 0,-4 4-7 0,-2-2-1 16,-2 3-10-16,-3 3-2 0,-6 1-3 0,0 2-16 16,-4 5 0-16,-1 2-1 0,1 3 0 0,-2 1-1 15,6 3-1-15,-3 1-3 0,5 4 1 0,3-4 0 0,6-2 5 0,3 9-1 16,3-4 4-16,3-3-2 0,6 5 4 0,8-4-4 16,5-5-13-16,6-2-25 0,0-1-33 0,8-6-42 15,1 0-60-15,2-5-69 0,0-5-225 0,2 1-502 16,-4-5 223-16</inkml:trace>
  <inkml:trace contextRef="#ctx0" brushRef="#br0" timeOffset="-150284.56">18466 7961 143 0,'-8'-1'202'16,"8"1"-10"-16,-12 0-3 0,6-2-3 0,6 2-8 15,-8-1-9-15,8 1-10 0,-5-1-9 0,5 1-4 16,0 0-11-16,-5-2-14 0,5 2-8 0,0 0-10 16,0 0-12-16,0 0-8 0,0 0-7 0,20-1-7 15,0 0-9-15,1 0-3 0,9-1-7 0,2 2-7 0,2-4-5 16,3 4-3-16,3-3 2 0,-2 1-7 16,-1-3-5-16,-2 3-8 0,3 0-9 0,-8-1-13 0,0 0-2 0,-8 3-12 15,-3-2-8-15,-6 0-3 0,-1 0-14 0,-5 1-9 16,-1 0-29-16,-2-1-25 0,-4 2-28 0,3-4-36 15,-3 4-201-15,-7-5-401 0,2 2 179 0</inkml:trace>
  <inkml:trace contextRef="#ctx0" brushRef="#br0" timeOffset="-149931.02">19155 7636 123 0,'4'-3'213'0,"1"3"-20"0,3-2-18 0,-2-1-15 0,2 4-23 0,1-1-9 16,2 4-15-16,1-1-15 0,1 6-7 0,2-1-7 15,-1 6-6-15,4 5-10 0,1 3 2 0,-1 2-4 16,0 1-8-16,-2 1-7 0,-1 3 1 0,-1-1-3 0,0 4-4 15,-3-4-4-15,-2 0-3 0,1 0-5 0,0-3-2 0,-5 0 1 16,-1-7-10-16,2-2 4 0,-4-4-7 0,2-1-1 16,-4-1 1-16,3 0-1 0,-1-3-1 15,0-2-5-15,-2 0 3 0,0-2-1 0,2 1 0 0,-2 0 1 16,0-1-4-16,0-3 3 0,0 0 4 0,4 6-6 16,-4-6 3-16,0 0-2 0,0 2-4 0,0-2-29 15,0 0-36 1,0 0-40-16,0 0-33 0,0 0-47 0,-6-10-167 0,4 5-369 15,0-1 164-15</inkml:trace>
  <inkml:trace contextRef="#ctx0" brushRef="#br0" timeOffset="-149715.15">19531 7807 248 0,'0'0'241'0,"-1"-5"-21"0,1 5-26 0,-5-1-23 0,5 1-15 16,-20 10-17-16,5 0-15 0,-4 2-15 16,-3 8-7-16,-6 1-13 0,-1 4-4 0,-10 4-12 15,1 4-6-15,0-1-6 16,-1 3-31-16,0-2-47 0,4-1-59 0,9-8-83 16,1-5-151-16,1 1-336 0,9-11 150 0</inkml:trace>
  <inkml:trace contextRef="#ctx0" brushRef="#br0" timeOffset="-144837.52">20608 8202 50 0,'0'-6'256'0,"0"1"-6"16,0-4-3-16,0 5-6 0,0-4-14 0,0 1-10 15,0 0 1-15,0-1-15 0,0 1 0 0,0 5-18 16,0-4-13-16,3 3-17 0,-3-1-20 0,0 4-17 16,0 0-5-16,0-4-41 0,0 4-17 0,0 0-2 15,0 0-8-15,-5 19-5 0,-2-2-4 0,-3 6-5 16,1 3-5-16,0 2 1 0,-3 2-2 0,3-1-4 0,2 5 7 0,-3-4-13 15,2-1 2-15,3 2-1 0,1-2-3 0,-1-2 0 16,3-10-6 0,0 3 2-16,-3-5-12 0,4 1-14 0,0-8-13 0,1 2-14 0,0-3-13 0,-1 0-13 15,-1-2-7-15,2-2-5 0,2 1-22 0,-2-4-48 16,0 0-60-16,0 0-237 0,0 0-486 0,15-12 215 0</inkml:trace>
  <inkml:trace contextRef="#ctx0" brushRef="#br0" timeOffset="-144574.43">20994 8351 71 0,'0'0'291'0,"0"0"-13"15,0 0-17-15,-10-2-14 0,10 2-29 0,0 0-22 16,0 0-20-16,0 0-20 0,15-4-17 0,-2 1-11 16,9 0-14-16,7-1-15 15,4-3-9-15,5 3-6 0,11-6-19 0,-8 7-15 16,9-1-12-16,2 0-21 0,-13 2-30 0,-1 2-18 16,-6 0-35-16,0-2-18 0,-13 2-41 0,3-1-28 15,-9 0-43-15,-4 0-146 0,-3-1-370 0,-1 2 164 16</inkml:trace>
  <inkml:trace contextRef="#ctx0" brushRef="#br0" timeOffset="-144358.44">21242 8221 217 0,'-1'-5'307'0,"-2"0"-6"16,-2 1-13-16,4 0 0 0,1 0-24 0,0 4-15 15,-4-4-23-15,4 4-29 0,0-4 3 0,0 4-45 16,0 0-20-16,0 0-21 0,0 0-17 0,0 0-15 0,-4 13-12 15,0-1-7-15,3 6-6 0,-4 6 6 0,-3 3-13 0,2 3-5 16,4 4 6-16,0-2-15 0,0 0-21 16,-1-2-31-16,3 1-30 0,-3-4-31 0,6 0-39 15,-2-1-51-15,5-11-66 0,-4-3-254 0,4 0-525 0,-2-6 233 16</inkml:trace>
  <inkml:trace contextRef="#ctx0" brushRef="#br0" timeOffset="-143969.96">22332 7974 248 0,'1'-4'253'16,"3"1"-28"-16,-1 0-25 0,-3 3-25 0,5-4-16 15,-1 2-20-15,-4 2-17 0,10 5-6 0,-4-3-10 16,3 5-7-16,-1 2-6 0,5 7-10 0,-2-1-2 15,4 8-9-15,0 0-5 0,1 1-5 0,-3 1-8 16,2 0-5-16,-2 1-1 0,1 3-2 0,0-3-8 0,-1-1 2 0,-4-6-8 0,1 6-3 16,-2-1-15-16,-3-6-12 0,-2-1-15 0,-1-5-19 15,-2 4-22-15,-5-4-13 0,1-3-29 16,-1 1-28-16,1-5-50 0,-5 1-175 0,0-4-378 0,3-1 168 16</inkml:trace>
  <inkml:trace contextRef="#ctx0" brushRef="#br0" timeOffset="-143769.99">22558 8178 240 0,'3'-4'293'0,"-2"-2"-16"15,-1 2-18-15,3 0-22 0,-3 4-23 0,1-4-24 16,-1 4-23-16,0 0-19 0,0 0-17 0,0 0-11 16,-22 12-11-16,7-2-12 15,-7 7-8-15,-3 2-11 0,0 1-10 0,-3 3-4 16,0 0-4-16,3 3-8 0,2 0-8 0,-2-1-14 15,4 0-31-15,0 0-27 0,4-1-32 0,-3-2-27 16,4 0-32-16,4-7-56 0,2-4-242 0,0-1-450 0,7-6 199 16</inkml:trace>
  <inkml:trace contextRef="#ctx0" brushRef="#br0" timeOffset="-143503.01">22866 8221 108 0,'0'0'293'15,"0"0"-22"-15,0 0-25 0,0 0-20 0,0 0-25 16,0 0-20-16,13-1-18 0,-5 1-16 0,5-2-13 0,8 0-14 15,9 0-11-15,3 1-15 0,0-1-8 0,4-1-21 16,1 1-33-16,1 2-36 0,-5-3-40 0,2 1-39 0,-5 0-30 16,-3-1-31-16,-8 1-60 0,-8 0-110 0,-1 0-341 0,-6-1 151 15</inkml:trace>
  <inkml:trace contextRef="#ctx0" brushRef="#br0" timeOffset="-143302.47">23031 8095 292 0,'-4'-3'327'16,"3"1"0"-16,-1-3-4 0,0 2-14 0,2 3-18 0,-1-4-30 16,1 4-23-16,-4-4-30 0,4 4-20 0,0 0-31 15,0 0-22-15,0 0-19 0,0 0-16 16,0 18-6-16,0-3-9 0,-1 4-15 0,1 6-4 16,-1 6-5-16,-2 2-8 0,3-3-18 15,-1 5-36-15,2 0-39 0,-1 1-52 16,0 11-62-16,0-13-78 0,0-3-305 0,0-4-580 15,3-10 256-15</inkml:trace>
  <inkml:trace contextRef="#ctx0" brushRef="#br0" timeOffset="-141869.57">23978 7853 102 0,'3'-8'252'16,"-1"2"-7"-16,-1-1-6 0,3 2-22 0,-2-1-24 0,0 2-15 0,4-1-20 16,1 3-20-1,-1-1-13-15,-1 0-14 0,3 5-11 0,3-1-11 0,-2 5-6 0,8 3-5 0,-3 4-17 16,5 8-4-16,-1 0-6 0,-1 4-6 0,0 1-3 16,-2 2-2-16,-2 2-3 0,0-1-4 0,0 0-3 15,-3-3-3-15,1-1-2 0,-4-1 0 0,-1-3-4 0,1-3-2 16,-4 1-2-1,1-4 0-15,-1-1 0 0,0-4-6 0,-2 2-14 16,1-3-11-16,0-1-20 0,-2-2-15 0,0 0-7 16,-2-1-2-16,0-2-14 0,-3 1-24 0,1-1-29 15,4-3-28-15,0 0-57 0,-12-4-126 0,6 1-363 16,1-1 160-16</inkml:trace>
  <inkml:trace contextRef="#ctx0" brushRef="#br0" timeOffset="-141653.94">24190 8035 255 0,'1'-7'259'16,"1"1"-1"-16,-1 2-4 0,0 0-34 0,-1 0-22 16,0 4-23-16,2-4-23 0,-2 4-17 0,0 0-19 15,0 0-7-15,0 0-13 0,-17 14-12 0,7-6-7 16,-2 6-8-16,-6 5-6 0,0-2-8 0,-2 2-3 0,-2 1-7 16,3-1-5-16,-3 3-1 0,3-3-7 0,1 1 3 0,-1 1-7 15,6-10-3-15,1 3-25 0,1 0-20 0,4-6-20 16,-5 4-25-16,3-3-21 0,1-2-34 0,1-2-47 15,2-2-229-15,1-1-428 0,0 1 189 0</inkml:trace>
  <inkml:trace contextRef="#ctx0" brushRef="#br0" timeOffset="-141315.08">24489 7582 259 0,'8'-8'300'16,"1"1"-23"-16,1 0-20 0,-5 3-26 0,0 1-21 15,3 0-27-15,-2 1-17 0,1-1-19 0,-2 2-17 0,-5 1-12 16,10 5-18-1,-5-2-12-15,-1 1-8 0,3 5-9 0,-1 1-2 16,-2 6-13-16,-2 1-5 0,1 3-1 0,-1-2-8 16,-4 0 0-16,0 0-7 0,1 2-4 0,-1-4-3 0,2 2 0 0,0-5-1 15,1-1-4-15,-1 1 0 0,1-3-4 16,3 1 2-16,2-3-6 0,4 1 2 0,5 0-7 16,4-1-10-16,10-1-27 0,0-3-38 0,7 0-53 0,0 0-44 15,3-4-66-15,-3-1-206 0,0-1-471 0,-3-2 209 16</inkml:trace>
  <inkml:trace contextRef="#ctx0" brushRef="#br0" timeOffset="-140851.96">23779 8492 213 0,'-7'3'272'16,"0"-1"-17"-16,1-2-21 0,6 0-15 0,-8 0-21 16,8 0-14-16,-6 2-21 0,4 0-10 0,2-2-18 15,-4 3-16-15,4-3-9 0,0 0-12 0,-5 2-10 0,5-2-5 16,0 0-10-16,0 0-7 0,0 0-9 15,-7 1-5-15,7-1-3 0,0 0-1 0,0 0 0 16,0 0 2-16,0 0 5 0,0 0-6 0,0 0-2 0,0 0-1 0,0 0-8 16,0 0 2-16,0 0-8 0,0 0-4 0,0 0-2 15,0 0-1 1,0 0 0-16,0 0-2 0,0 0-5 0,30-6 2 0,-4 2-3 0,9 1-2 0,5-5-2 16,20 3 2-16,31-4 2 0,6 1 9 0,4-3 6 15,2 6 8-15,2-2-2 0,0-1 4 0,-9 0-6 16,-3 2 0-16,-33 4-6 15,0 0-2-15,-4-1-3 0,-16-1-10 0,-4 3-10 16,-4 1-8-16,-9-2-23 0,-3 2-14 0,-8-1-21 16,-2-1-7-16,-3 1-22 0,-3 0-28 0,-4 1-37 15,0 0-14-15,-16-5-19 0,3 2-15 0,-8 1-66 16,-5-3-145-16,4 3-447 0,-8 1 198 0</inkml:trace>
  <inkml:trace contextRef="#ctx0" brushRef="#br0" timeOffset="-140450.43">24115 8685 184 0,'-4'3'278'0,"0"-1"-22"15,0 0-20-15,4-2-22 0,0 0-24 0,-6 3-20 16,6-3-16-16,0 0-15 0,9 5-15 0,1-1-7 0,3-1-15 16,4 1-11-16,0 0-6 0,4 3-10 0,-3 0-10 15,7 3-7-15,-6-1-6 0,-1 1-5 0,-1 0-5 0,-4 2-7 16,-3-3-1-16,-4 1-6 0,1 2-2 0,-5 5-4 0,1-5 0 16,-6 5-3-16,-6 0-3 0,0-1 0 0,-11 2-1 15,-1 1-2-15,5-7-1 0,-9 3-2 16,6-4 0-16,1 2 9 0,-1-5-15 0,2 0 3 15,1 1-4-15,6-5 4 0,0 2-2 0,3-3-1 0,2 0 1 16,0 0-1-16,2 0 3 0,2 1 1 0,1-4 7 0,0 0 3 16,17 5-1-16,2-3-3 0,3-2-1 0,11 0-3 15,1-4 2-15,-2 3-8 0,4-1-15 0,-1 0-20 0,-3-1-34 16,1 0-36-16,-4-2-48 0,3-3-69 16,-13 2-209-16,9-2-462 0,-2-1 205 0</inkml:trace>
  <inkml:trace contextRef="#ctx0" brushRef="#br0" timeOffset="-140262.56">24778 8652 92 0,'0'-3'373'0,"0"3"-30"16,1-2-31-16,-1 2-36 0,0 0-33 0,0 0-24 15,0 0-22-15,0 0-22 0,0 0-19 0,-1 17-17 0,0-5-12 16,1 7-9-16,1 6-32 0,-5 3-48 0,4 2-41 15,-1 6-54 1,-4 10-55-16,1-10-51 0,-6 15-90 0,-2-8-132 0,3-8-416 0,-5 11 185 0</inkml:trace>
  <inkml:trace contextRef="#ctx0" brushRef="#br0" timeOffset="-140127.68">24646 9462 371 0,'0'4'399'16,"2"-1"-26"-16,-2-3-24 0,3 2-27 0,-3-2-29 15,0 0-22-15,0 0-30 0,0 0-18 0,0 0-32 0,11-2-3 0,-8-2-39 16,-3 4-47-16,8-7-68 0,-3 6-68 16,0-3-91-16,8-1-111 0,-7-3-283 0,3 3-561 0,2-2 248 15</inkml:trace>
  <inkml:trace contextRef="#ctx0" brushRef="#br0" timeOffset="-138208.55">25929 8330 156 0,'0'0'168'0,"-2"-2"-12"0,2 2-9 0,-3-4-10 0,3 4-9 16,0 0 2-16,0 0-6 0,0 0-8 0,0 0-7 16,-5-2-5-16,5 2-5 0,0 0-3 0,0 0-7 15,0 0-5 1,0 0-2-16,0 0-5 0,0 0-1 0,0 0-3 15,0 0-9-15,0 0-3 0,0 0-5 0,0 0-4 16,0 0-5-16,15-2-3 0,-1 0-6 0,6-1-2 16,9 2-1-16,2-3-9 0,4 4-2 0,1-3 0 0,3-1-4 15,-2 2 5-15,3-1-9 0,1 2-7 0,-5 0-14 16,-4-2-16-16,-4 2-21 0,-7 1-14 16,-5-2-26-16,-2 2-22 0,-3 0-19 0,1-1-19 0,-7 1-218 0,-2-3-388 15,-3 3 173-15</inkml:trace>
  <inkml:trace contextRef="#ctx0" brushRef="#br0" timeOffset="-137950.68">26181 8185 221 0,'0'-7'315'0,"-2"1"-7"0,2-1-17 0,0 2-7 16,-2 2-27-16,4-3-10 0,-2 6-26 0,-2-5-26 15,2 5-27-15,0-6-15 0,0 6-23 0,0 0-24 16,0 0-21-16,0 0-11 0,0 0-3 0,-4 18-13 15,-1-6-6-15,3 8-5 0,-5 6 0 0,1 1-8 16,0 2-2-16,2 2 0 16,-1 1-3-16,1 2-3 0,0 1-7 0,4-3-17 15,-1 0-17-15,2-3-19 0,1 2-21 0,2-5-24 16,-2-6-34-16,1-3-31 0,1-2-37 0,4-3-52 16,-2-3-227-16,3-4-492 0,0 0 218 0</inkml:trace>
  <inkml:trace contextRef="#ctx0" brushRef="#br0" timeOffset="-137775.81">26935 8324 78 0,'4'-4'299'15,"1"-1"-28"-15,-3 1-33 16,3 0-29-16,1 0-35 0,-3 2-43 0,4-2-45 15,3 0-41-15,2 0-33 0,7 0-53 0,1 0-63 16,1 0-129-16,8-1-253 0,-2-2 111 0</inkml:trace>
  <inkml:trace contextRef="#ctx0" brushRef="#br0" timeOffset="-137622.41">27663 8275 309 0,'5'-1'298'0,"2"1"-27"0,-2-4-32 0,1 2-24 0,3-1-34 16,-1 0-45-16,3 1-51 0,1-1-46 0,-1-1-42 16,2 2-47-16,9-2-63 0,-5 2-156 0,4-1-289 15,1-1 129-15</inkml:trace>
  <inkml:trace contextRef="#ctx0" brushRef="#br0" timeOffset="-137491.15">28219 8269 205 0,'0'0'248'0,"8"-1"-23"0,-2 1-34 0,1-1-36 16,4-1-37 0,1 2-41-16,0-2-48 0,9 0-50 0,-1-2-58 15,2 4-113-15,6-6-207 0,0 2 92 0</inkml:trace>
  <inkml:trace contextRef="#ctx0" brushRef="#br0" timeOffset="-137354.75">28715 8243 16 0,'5'0'324'0,"0"0"-16"0,0 2-19 15,-5-2-17-15,0 0-20 16,13-2-16-16,-13 2-16 0,6 0-25 0,-6 0-16 0,0 0-20 16,0 0-17-16,8 0-43 0,-8 0-45 0,9-1-50 15,-9 1-51-15,10 1-63 0,-3-4-69 0,-1 3-224 16,5-2-435-16,1-1 193 0</inkml:trace>
  <inkml:trace contextRef="#ctx0" brushRef="#br0" timeOffset="-136642.18">29902 7567 172 0,'0'0'216'0,"1"-4"-26"0,-1 4-17 16,4-3-20-16,-4 3-17 0,0 0-13 0,15 8-10 16,-7 2-14-16,1 4-10 0,4 10-6 0,-2 7-14 15,6 17 0-15,-7 7-9 0,3 31 2 16,-3 3-1-16,-7 4-2 0,-2-3-2 0,-10 6-6 0,-4 3-4 16,-2 0-3-16,-12-2 1 0,-1-5-4 0,-7-5-2 0,-1-9-6 15,-7-6-1-15,6-28 0 0,-9 2-4 0,-23 14 3 16,-9-7-4-16,-4-7-4 0,-2-4-4 0,-1-1-13 15,-4-9-32-15,7 1-54 0,21-11-81 0,-36 0-209 16,3-6-399-16,0-9 177 0</inkml:trace>
  <inkml:trace contextRef="#ctx0" brushRef="#br0" timeOffset="-135802.59">20031 7432 14 0,'0'0'288'0,"0"-8"-25"0,0 4-20 0,0 4-21 0,0-5-25 16,0 5-20-16,0 0-25 0,-2-3-14 15,2 3-16-15,0 0-15 16,-6 16-11-16,-3 0-2 0,-5 11-8 0,-9 16-8 16,-4 13-1-16,-12 20-9 0,-5 5-1 0,-2 2-11 0,4 3-3 15,1 1 2-15,0 0-13 0,5-1-4 0,8-10-10 16,11 3 7-16,9-21-3 0,4 24 0 16,6-26-1-16,9 4-2 0,8-3 1 0,17 21 6 0,-2-29-19 15,24 14-26-15,10-8-49 0,-15-23-79 0,34 10-116 16,-27-20-172-16,5-4-459 0,-1-7 203 0</inkml:trace>
  <inkml:trace contextRef="#ctx0" brushRef="#br0" timeOffset="-134264.13">6085 10749 236 0,'0'-2'226'15,"0"-2"-22"-15,0 4-24 0,2-4-18 0,-2 4-21 16,0-4-27-16,0 4-15 0,0 0-14 15,0 0-9-15,-6 24-10 0,1-7-9 16,-2 10-6-16,-2 1-2 0,-1 4-8 0,-3 15-4 16,4-11-10-16,-1 11 6 0,-1 1-2 15,2-14-2-15,1-2-3 0,3 1 3 0,-2-1-7 16,2-3 4-16,1-1-2 0,1-4 0 0,-1-8 1 0,1-1-6 16,1-4 1-16,2 0 1 0,-1-2 3 0,-1-2-4 15,0 0-3-15,2-1 1 0,-2-4 11 16,2 3 10-16,-1 0 8 0,1-5 3 0,0 3 0 0,0-3-4 0,0 0-1 15,0 0-27-15,0 0-45 16,0 0-37-16,-8-8-39 0,7 3-45 0,0-6-72 0,-1-1-118 0,2-4-364 0,0-2 162 16</inkml:trace>
  <inkml:trace contextRef="#ctx0" brushRef="#br0" timeOffset="-134015.13">5982 10733 197 0,'0'-4'254'16,"0"2"-16"-16,0-2-13 0,2-1-24 0,-2 5-16 16,1-4-25-16,-1 4-15 0,2-4-16 0,4 4-19 15,2-2-7-15,5 1-9 0,9 0-7 0,11-4-11 16,3 5 0-16,4 2-12 0,12-2-3 0,-10 5-8 0,-5-3-3 0,2-1-7 16,-5 2 1-16,1 1-7 0,-5 2-12 0,-9-3-4 15,-1-1-13-15,-2-2-17 0,-7 1-23 0,1 2-15 16,-7-1-6-16,-1 1 2 0,0-2 3 0,-4 4-2 15,0-5-9-15,-13 10-11 0,4-3-23 0,-5 0-18 16,0-1-37-16,-4 1-172 0,3 2-346 0,2-5 154 16</inkml:trace>
  <inkml:trace contextRef="#ctx0" brushRef="#br0" timeOffset="-133699.03">6121 11504 185 0,'-6'3'180'0,"2"1"-20"0,1-1-1 15,0 0-18-15,3-3-5 0,-5 1-5 0,5-1 10 16,0 0 0-16,10 4-8 0,4-4-11 0,3-5-11 0,3 2-10 15,12-4-8-15,1 0-11 0,2 3-7 0,2-5-10 16,0 5-3-16,-1-1-9 0,-3 0-5 0,-4 0 2 16,-7 2-9-16,-3 2-4 0,-1-3-1 0,-6 1-9 15,-6 3-9-15,6-2-12 0,-6 2-17 0,-2-1-7 16,-4 1-24-16,0 0-22 0,0 0-23 0,0 0-41 0,-22 2-29 16,9-3-182-1,3 1-365-15,-4-1 162 0</inkml:trace>
  <inkml:trace contextRef="#ctx0" brushRef="#br0" timeOffset="-133464.78">6245 11169 29 0,'-2'-1'272'0,"2"1"-23"15,-9 0-20-15,9 0-15 0,-8-3-19 0,8 3-14 16,0 0-11-16,0 0-19 0,-7 0-12 0,7 0-17 16,0 0-11-16,0 0-11 0,21-1-7 0,-3 2-11 0,12-2-9 0,0 0-6 31,4 0-10-31,-1 0-42 0,5 1-44 0,-1-3-36 16,-1 3-40-16,2-2-51 0,-4-1-210 0,-4 3-396 15,2-2 175-15</inkml:trace>
  <inkml:trace contextRef="#ctx0" brushRef="#br0" timeOffset="-133134.94">7551 10943 21 0,'0'0'307'0,"0"0"-18"0,0-5-19 15,0 5-26-15,0 0-24 0,0 0-20 0,0-5-24 16,0 5-17-16,0 0-17 0,0 0-23 0,0 0-11 16,0 0-13-1,-6 10-13-15,-4-2-6 0,0 5-9 0,-4 2-7 0,-3 3-6 16,-2 4-5-16,1 1-5 0,-3-1 1 15,4 3-9-15,-4-2-17 0,2 0-28 0,-3-1-24 16,4 0-28-16,-1 0-27 0,1 2-40 0,4-10-33 0,3 0-240 16,-3-3-433-16,5-3 191 0</inkml:trace>
  <inkml:trace contextRef="#ctx0" brushRef="#br0" timeOffset="-132918.53">7338 10969 115 0,'0'-2'340'0,"1"-4"-31"0,2 5-32 0,-3 1-30 0,1-5-31 16,-1 5-24-16,0 0-22 0,0 0-18 0,0 0-19 0,5 9-17 31,-1-1-6-31,1 4-12 0,8 1-9 0,-1 4-3 0,1 4-12 0,6 4-5 0,0-2-5 0,1 1-4 0,-1 1-5 16,0-2-21-16,-1 0-30 0,1-4-39 0,-1 1-37 15,-5-6-43-15,0-2-42 0,1 0-98 16,-5-7-141-16,1 0-429 0,-4-2 189 0</inkml:trace>
  <inkml:trace contextRef="#ctx0" brushRef="#br0" timeOffset="-132695.99">7888 10864 263 0,'0'0'252'0,"0"0"-24"0,11 3-14 16,-4 1-13-16,1 3-7 0,5 0-7 0,1 5-14 16,4 10-13-16,-3 2-11 0,1 1-14 0,-2 3-25 15,-4 5-8-15,-6 0-9 0,-3 12-9 0,-3 3-9 16,-6-14-14-16,-11 11-32 0,-2-4-30 0,2-10-24 16,-13 9-35-16,-2-6-41 15,8-9-57-15,-6-7-237 0,0 2-427 0,-1-2 190 16</inkml:trace>
  <inkml:trace contextRef="#ctx0" brushRef="#br0" timeOffset="-132310.22">7274 10674 76 0,'0'0'191'0,"-19"7"-12"0,10-3-8 0,-5 6-6 0,0 5-4 16,-5 4-4-16,-3 3-7 0,-1 6-2 0,-9 11-6 0,0 4-4 16,3 5-21-16,1-2-14 0,5 2-8 0,2-1-10 15,7-4-9-15,4-8-7 0,9-1-3 0,2 1-9 0,7-3-3 16,3-1-5-16,9-2-1 0,5 0-7 16,18 3-20-16,7-3-52 0,3-7-73 0,4-10-128 15,4-3-134-15,30 1-396 0,-31-10 176 0</inkml:trace>
  <inkml:trace contextRef="#ctx0" brushRef="#br0" timeOffset="-131752.43">8626 11197 28 0,'-9'-1'200'0,"9"1"-15"0,-5-2-8 0,5 2-5 16,-9-2-12-16,9 2-4 0,0 0-7 0,0 0-5 0,-5-2-11 0,5 2-4 16,0 0-10-16,0 0 0 0,0 0-8 0,0 0-10 15,0 0-11-15,0 0-6 16,0 0-7-16,0 0-1 0,0 0-19 0,23-4-5 16,-10 1-9-16,6 2 2 0,3-1-3 0,7 1 0 0,-1-4-12 15,3 3-1-15,-1 1-1 0,1-2-5 0,-2-1-1 16,1 2-4-16,-9 0 1 0,-2-1-8 15,0 2-11-15,-6 0-15 0,-2 1-20 0,0 0-19 16,-3-2-27-16,-3 2-22 0,-5 0-5 0,7 3-16 16,-7-3-23-16,0 0-43 0,0 0-146 0,-18 4-364 15,6-2 161-15</inkml:trace>
  <inkml:trace contextRef="#ctx0" brushRef="#br0" timeOffset="-131461.68">8684 11314 3 0,'-7'4'201'0,"2"-3"-8"0,1 1-15 0,4-2-15 0,-6 2-8 16,2 0-7-16,4-2-6 0,0 0-3 0,-5 4-4 0,5-4 4 16,0 0-4-16,18 1-12 0,-1-1-4 0,3 0-17 15,8-1-9-15,1 1-10 0,5-4-11 0,4 2-1 16,-1 0-12-16,3-1-6 0,11-1-3 0,-12 2-6 15,1 0 2-15,-7 2-11 0,2 0-4 0,-5-2-4 16,-1 1-4-16,-12 1-1 0,-4 0-3 0,-2 1 1 16,0-1-6-1,-5 0-3-15,-1 0-7 0,-5 0-4 0,10 0-8 0,-7 2-1 16,-3-2-10-16,0 0-24 0,0 0-25 0,-13 8-30 16,7-5-29-16,0-2-64 0,-1 1-191 0,2-1-414 15,5-1 184-15</inkml:trace>
  <inkml:trace contextRef="#ctx0" brushRef="#br0" timeOffset="-130574.75">10526 10817 41 0,'1'-5'206'0,"-1"0"-17"15,3 3-20-15,2-2-11 0,-2 0-20 0,1 1-15 16,2 2-8-16,0-2-16 0,3 6-12 16,3-3-6-16,-2 7-9 0,4 3-6 0,0 2-6 0,4 8 6 15,1 5-5-15,3 4-1 0,-5-1-5 0,6 13-6 0,-9-9-4 16,5 13-3-16,-8-12-6 0,2-3-1 0,-3 4-5 15,-1-4-1-15,1 1-2 0,-4-2-3 0,0-5-1 0,-1 0 1 16,-1-6-3-16,2-1-4 0,-6-5-1 16,0 0-1-16,-1-1 3 0,2-1-3 0,-1-3-1 15,-1 0-1-15,-3-2 3 0,0-1-12 0,2 1-19 0,-5-4-25 16,1 3-40-16,-2-5-48 0,2-3-58 0,-6 3-133 0,3-3-345 16,-1 0 153-16</inkml:trace>
  <inkml:trace contextRef="#ctx0" brushRef="#br0" timeOffset="-130343.01">10774 11043 3 0,'-5'0'210'0,"5"0"-15"15,-22 4-16-15,3 5-10 0,-5 2-10 0,-3 5-7 16,-5 1-4-16,0 2-13 0,0 1-10 0,-1-1-10 15,-7 9-11-15,10-5-6 0,-1-3-7 0,2 1-11 16,-1-2-11-16,2 4-5 0,3-4-5 0,4-1-6 0,5-3-4 0,0-4-5 16,4 1-6-16,1-3-2 0,3-2-27 0,1 0-14 15,2-1-20-15,1-2-1 0,1-1-10 0,5 1-22 16,-2-4-61-16,9 1-91 0,2-4-108 0,2 1-344 16,3-3 153-16</inkml:trace>
  <inkml:trace contextRef="#ctx0" brushRef="#br0" timeOffset="-129804.03">11401 11260 114 0,'0'0'222'0,"0"0"-18"0,0 0-7 15,0 0-6-15,0 0-11 0,0 0-12 0,0 0-14 16,0 0-16-16,0 0-14 0,0 0-9 0,12-8-14 16,-2 6-10-16,3-2-10 0,5-4-8 0,1 0-7 15,7-4-7-15,-1 3-6 0,2-3-7 0,-1-2-5 0,1 0-1 0,-3 0-3 16,0-2-7-16,2-1-3 0,-1-2-2 0,-7 0-1 16,0-1-4-16,-4-1 0 0,-1 6-1 0,-3-1 7 15,-5 1 5-15,0 3 6 0,-2-1 8 0,-4 2-3 16,-1 2 0-16,-3 0-3 0,-1 0-10 0,-3 3-4 15,-7-1-4-15,-4 3-6 0,2 4-1 0,-10 2-3 16,-1 7 0-16,-1 3-4 0,-2 3-1 0,0 2-1 0,3 6-5 0,1 0 1 16,1 2-3-16,4 0-8 0,5 4 1 0,4-1 5 15,2 0-2-15,6-1 3 0,6 4 4 0,6-3 2 16,6-3-2-16,7 0 10 16,4-4-7-16,9-2-8 15,3-4-18-15,2-4-41 0,16 1-74 0,2-4-90 0,3-11-207 16,-4 2-469-16,-3-3 207 0</inkml:trace>
  <inkml:trace contextRef="#ctx0" brushRef="#br0" timeOffset="-129186.88">11779 10678 137 0,'0'0'180'0,"-12"0"-9"0,12 0-7 16,-10 0-2-16,10 0-1 0,-8-1-11 0,8 1-3 16,0 0-5-16,-9 1-5 0,9-1-6 0,0 0 0 15,0 0-2-15,-5-2-13 0,5 2-9 0,0 0-11 0,0 0-7 16,0 0-7-1,0 0-8-15,21-4-7 0,-6 4-2 0,5-3-9 16,12 1-5-16,5-1-5 0,0-1-6 0,16 4-5 16,-2-5 2-16,-10 3-2 0,10 1-6 0,0-3-2 15,-14 1-3-15,-2 1-3 0,-6-1-5 0,-10 3 3 16,1 0-8-16,-3-1-7 0,-5 1-12 0,-1 0-11 16,-6-1-19-16,2-1-17 0,-5 0-43 0,-2 2-34 15,0 0-27-15,0 0-23 0,-13-6-218 0,3 2-433 0,1 4 192 0</inkml:trace>
  <inkml:trace contextRef="#ctx0" brushRef="#br0" timeOffset="-128855.27">12499 10372 63 0,'3'-6'255'0,"1"4"-22"0,-1-2-27 0,3 1-20 16,0 1-16-16,4 2-19 0,-1 0-17 0,4 2-12 15,-3 3-12-15,3 2-3 0,2 3-3 0,2 2-8 0,6 7-4 0,-4 0-7 16,-1 1-5-16,2 3-8 0,-3-2-5 0,-2 1-7 16,3 2-4-16,-8-2-5 0,2 2-6 0,-1 0-4 15,-3-5-2-15,0-4-3 0,-3 2-4 0,1-1-2 16,-2 0 2-16,1-7-10 0,-2 3-1 0,-2 0-3 15,-1-7-16-15,0 6-6 0,3-5-12 0,-2-2-6 16,-1 2-13-16,-1 1-9 16,1-4-1-16,-3-2-8 0,-1 2-22 0,4-3-30 15,-6 1-31-15,6-1-28 0,0 0-190 0,-17-5-382 16,13 0 169-16</inkml:trace>
  <inkml:trace contextRef="#ctx0" brushRef="#br0" timeOffset="-128586.41">12788 10493 179 0,'0'-4'243'0,"0"4"-23"0,-4-4-21 0,4 4-23 0,-9-1-17 16,9 1-21-16,-15 5-11 0,6-1-15 0,-9 6-9 15,0 1-6-15,-5 3-12 0,-1 2-1 0,-3 4-5 0,4-2-8 16,-4 4-1-16,3-3-7 0,-3-2-4 0,-1 3-6 0,4 1-1 15,3-3-8-15,1-2-8 0,3-2 3 0,6-4-5 16,2-2 1-16,1 2-7 0,1-5-3 0,3 1-3 16,-1-1-1-16,1-2-1 0,1 0-2 0,-1-1-4 15,3 1-1-15,1-3-7 0,-5 5-16 0,5-5-32 16,0 0-44 0,0 0-60-16,19-3-80 0,-11 0-143 0,3 0-400 15,-4 1 177-15</inkml:trace>
  <inkml:trace contextRef="#ctx0" brushRef="#br0" timeOffset="-125950.2">13357 11157 95 0,'0'0'163'0,"0"0"-17"0,0 0-6 0,0 0 0 16,0 0-8-16,0 0-5 0,0 0-1 16,0 0-12-16,0 0-5 0,0 0-11 0,0 0-8 0,0 0-6 15,2-10-5 1,5 9-8-16,3-1-5 0,1-2-4 0,7 0-4 15,-4 0-6-15,8-1-4 0,-4-3-6 0,10 1-1 16,-1-2-8-16,0-1-3 0,-1-2-1 0,3-1-5 16,0 2 1-16,-5-3 4 0,3 0 5 0,0-3 0 0,-4 1 4 15,-1 1 7-15,-2-2 2 0,-6 3 2 0,-1 0 6 16,-2 0 0-16,-3-2-2 0,-3 6 0 16,-1-4 3-16,-3 3-4 0,-2 1-6 0,-3 0-7 0,0 2-2 0,-1 4-10 0,-6-4-3 15,-3 4-3-15,-7 1-5 0,1 3 0 16,-7 3-3-16,-2 4-2 0,-2 2-5 0,0 6 2 15,4 2-2-15,-2 4 0 0,0 0 1 0,6 0-4 0,1 5-3 16,3 3 2-16,1-4-5 0,5 1 5 0,4-3 1 16,3 3-1-16,2-6 1 0,8-1-1 15,2 0 2-15,3-2 0 0,4-2 2 0,11 2 4 0,4 0-10 0,3-8-8 0,4 0-27 16,4-2-38-16,-3-3-49 0,15-7-76 16,-13 0-254-16,-1-3-489 0,0-2 217 0</inkml:trace>
  <inkml:trace contextRef="#ctx0" brushRef="#br0" timeOffset="-125616.13">14045 10440 88 0,'5'-2'198'0,"3"-1"-13"0,-3 1-15 16,4 1-10-16,0 1-15 0,0 1-6 0,4 3-14 16,-3 1-4-16,3 2-9 0,2 3-4 0,-1 0-7 15,2 2-10-15,3 7-3 16,1 3-6-16,-2-4-10 0,-4 3-5 0,4-2-8 15,-2 6-2-15,0-4-6 0,-6-4-5 0,-1 0-2 0,4 0-4 16,-5-1-8-16,-2-6-18 0,-2 2-12 0,1 0-24 16,-1-2-19-16,-3 0-21 0,-1 0-23 0,0 0-16 15,-4-4-36-15,2-1-189 0,-6-2-351 0,3 0 156 16</inkml:trace>
  <inkml:trace contextRef="#ctx0" brushRef="#br0" timeOffset="-125395.84">14347 10548 247 0,'-5'-2'276'16,"4"-1"-22"-16,-2 0-26 0,3 3-26 0,-5-5-22 16,5 5-22-16,-8 0-12 0,8 0-19 0,-15 8-14 15,5-2-12-15,-6 6-8 0,-2 1-12 0,-2 5-9 16,-2 0-2-16,-3 3-11 0,-1 1-6 0,-1-1-2 15,2 1-1-15,1 5-6 0,-2-4-3 0,-1-1-18 16,2 0-37-16,3 0-36 0,0 2-48 0,8-11-71 0,-2 1-221 0,4 2-422 16,6-6 187-16</inkml:trace>
  <inkml:trace contextRef="#ctx0" brushRef="#br0" timeOffset="-124948.01">15130 11059 311 0,'0'0'308'0,"-1"-7"-16"0,1 7-17 0,0 0-22 0,0 0-20 15,0 0-17 1,0 0-23-16,0-5-25 0,6 4-18 0,-1-2-20 0,7-1-32 16,2 0-28-16,0-1-39 0,5 4-37 0,-2 0-47 15,2 0-43-15,3-1-56 0,-2 0-65 0,-1 0-151 16,-1 0-397-16,0 4 175 0</inkml:trace>
  <inkml:trace contextRef="#ctx0" brushRef="#br0" timeOffset="-124753.8">15121 11186 112 0,'-10'6'180'0,"4"-1"-16"0,-2-5-6 0,3 3 3 0,1-1-1 15,0 0 2-15,4-2 2 0,-5 4 4 0,5-4-5 16,0 0-14-16,12 2-15 0,5-1-10 15,0-2-14-15,5 0-15 0,6-2-27 16,4 1-32-16,0-1-39 0,1 2-48 0,-1-2-44 0,0-2-47 0,0-1-195 16,1 0-363-16,-1 4 161 0</inkml:trace>
  <inkml:trace contextRef="#ctx0" brushRef="#br0" timeOffset="-124430.74">15824 10636 58 0,'4'-5'221'0,"0"0"-24"16,1 2-20-16,3 1-11 0,1-1-23 16,3 4-16-16,-1 1-5 0,5 0-7 0,1 3-8 0,3 3-9 0,3 4-5 0,0 2-4 31,4 7-7-31,-4-1 1 0,1 5-7 0,-2-1-9 15,-1 3-6-15,0 1-2 0,-3 1 1 0,3-2-3 16,-4 4-1-16,0-2-8 0,-3 0-6 0,-2-3-1 16,-1-1-6-16,-1 0-4 0,-2-7-3 0,-3-3 0 0,-1-3-5 15,0-1 1-15,-2-2-3 0,1-2-1 0,-2-2-3 16,3 2-2-16,-3-4 1 0,-1 1-6 0,4-1-5 16,-4-3-7-16,0 5-8 0,0-5-2 0,-1 4-17 15,1-4-21-15,-8 1-33 0,8-1-42 0,-14-2-38 16,9-2-211-16,0 0-406 0,1 0 180 0</inkml:trace>
  <inkml:trace contextRef="#ctx0" brushRef="#br0" timeOffset="-124234.38">16299 10863 5 0,'0'-3'291'0,"0"-4"-11"0,0 2-25 15,0 5-19-15,-2-6-31 0,-2 4-24 0,4 2-20 16,-10 0-13-16,2 4-18 0,-3 1-14 0,-6 4-14 15,-6 1-5-15,-3 5-12 16,-3 3-4-16,-2 3-11 0,-13 4-6 0,0 3-5 16,2 0-6-16,-1-1 4 0,2 2-13 0,-1 1-30 0,11-12-37 0,-1 3-54 15,1-1-73-15,1-3-264 0,3 0-449 0,3-2 198 0</inkml:trace>
  <inkml:trace contextRef="#ctx0" brushRef="#br0" timeOffset="-123445.95">18474 11105 90 0,'0'0'214'16,"2"-7"-25"-16,1 5-18 0,4-1-19 0,6 0-12 0,5-1-17 16,8-1-23-16,6 2-35 0,0 1-33 0,4-2-56 15,-1 3-63-15,-3-3-108 0,-2 4-210 16,-2 0 94-16</inkml:trace>
  <inkml:trace contextRef="#ctx0" brushRef="#br0" timeOffset="-123276.5">18517 11282 55 0,'-11'7'176'0,"4"-3"-15"0,0 0-16 16,3 0-5-16,1 0 5 0,3-1 11 0,0-3-3 15,6 5-11-15,2-3-17 0,4 1-9 0,8-3-7 16,1-5-26-16,2 4-31 0,8-3-46 0,-3 2-42 15,-1-3-55 1,-6-2-71-16,-5-1-85 0,4 1-265 0,-3-3 118 16</inkml:trace>
  <inkml:trace contextRef="#ctx0" brushRef="#br0" timeOffset="-123045.33">18806 10963 146 0,'0'-10'265'0,"0"3"-9"16,-2 1-17-16,2 1-13 0,0-1-27 0,0 3-23 0,0 3-23 15,0-5-19-15,0 5-12 0,0 0-14 0,0 0-14 16,18 9-8-16,-9 1-7 0,6 3-13 0,7 6-3 0,-3 4-5 16,4 1-13-16,-1 4-5 0,-3 1-2 0,0-2-3 15,-2 2-5-15,-1 1-3 0,-3 0 2 0,1-4-4 16,-10 2-2-16,1-2-3 0,-5-1-12 0,-4-4-5 16,-1-4-6-16,-4 1-7 0,-9 1-18 0,-2-1-21 0,-3-3-25 15,-3 2-30-15,0-4-25 0,-1-4-45 0,-4-2-197 16,13-3-401-16,0-2 177 0</inkml:trace>
  <inkml:trace contextRef="#ctx0" brushRef="#br0" timeOffset="-122374.46">20313 10917 301 0,'2'-8'290'0,"-2"-4"-11"0,3 5-10 15,1-4-12-15,-1 0-15 0,-1 5-8 0,-2-3-12 16,1 2-8-16,1 3-25 0,0-2-22 0,-2 2-16 15,2 0-18-15,-2 4-17 0,2-4-8 0,-2 4-18 16,4-2-21-16,-4 2-21 0,0 0-6 0,5 6-5 16,-5 1-9-16,4 2-1 0,0 3-7 0,-2 3-6 15,0 5 1-15,0 3-1 0,-1 3 7 0,3-6-4 16,-4 6-2-16,0 1-1 0,0-1 3 0,0-5-5 16,0-3 1-16,-1 1-4 0,1-2 4 0,-3-5-3 0,2-2 3 0,-1 0-7 15,0-3-2-15,0 0 3 0,2-3-2 0,-3 1 7 16,3 0 18-16,0-5 12 0,0 5 24 0,0-5 1 15,0 0-9 1,0 0-5-16,-14-11 6 0,10 1 3 0,-1-1 4 16,0-5 0-16,0-3 3 0,1 0 1 0,4-7 1 15,-2 1-7-15,4-5-4 0,-2 2-4 0,2-4-3 16,0 1-3-16,3-5 2 0,3 6-11 0,-1-3-1 0,5 4-4 16,-2 0-2-16,-1 2-3 0,0 8-6 0,4-3-3 15,-4 5 0-15,-3 3-2 0,6 1-10 0,-5 4 1 0,1-1-7 16,4 3-14-16,0-1-20 0,1 4-25 15,5 0-34-15,2 3-15 0,0 1-23 0,1 2-20 0,1 4-27 16,-3 0-24-16,7 6-25 0,-6 4-24 0,-1-6-35 16,-5 5-300-16,3 5-630 0,-2 2 279 0</inkml:trace>
  <inkml:trace contextRef="#ctx0" brushRef="#br0" timeOffset="-122189.81">20496 11273 110 0,'-4'3'281'16,"2"1"-8"-16,-2-2-11 0,2 1-14 0,2-3-22 15,-4 4-21-15,4-4-18 0,0 0-18 0,13 0-17 16,1 0-17-16,2-3-13 0,7 3-14 0,6-2-16 16,2-2-36-16,-12 3-47 0,14-2-63 0,-7-1-69 15,-5 1-92-15,0-2-160 0,-2 1-404 0,-4-1 179 16</inkml:trace>
  <inkml:trace contextRef="#ctx0" brushRef="#br0" timeOffset="-122024.04">20500 11122 249 0,'0'0'280'0,"-5"-3"-29"0,5 3-26 0,0 0-20 16,16-6-24-16,2 3-18 0,10 0-23 0,4 1-45 15,0 0-37-15,3 0-52 0,3 2-56 0,0-4-53 16,-2 3-181-16,0-2-306 0,-3 3 135 0</inkml:trace>
  <inkml:trace contextRef="#ctx0" brushRef="#br0" timeOffset="-121795.68">21489 10880 98 0,'0'-2'271'0,"0"2"-27"0,-3-6-27 16,3 6-20-16,-1-5-22 0,1 5-22 0,0 0-14 0,0 0-18 15,-18 10-12-15,9-2-9 0,-4 4-10 0,-1 3-3 0,-3 4-13 16,-2 3-7-16,-1 2-7 0,1 0-6 0,-2 3-16 16,0-5-24-16,-1 4-16 0,7-1-33 0,-3-3-25 15,-3 0-20-15,7-6-41 0,1 1-67 0,2-6-116 16,2-3-329-16,1 1 146 0</inkml:trace>
  <inkml:trace contextRef="#ctx0" brushRef="#br0" timeOffset="-121593.39">21255 10953 11 0,'1'-10'344'0,"3"1"2"0,-1-1-11 15,0 5-26-15,0 0-33 0,-2 1-31 0,2-1-19 16,-3 1-35-16,0 4-23 0,1-4-33 0,-1 4-13 0,0 0-15 15,4 12-12-15,-3-4-11 0,3 1-12 0,4 8-7 16,-2 0-8-16,2 1-3 0,3 7-3 0,2 2-3 16,0-1-29-16,1-2-21 0,0 1-31 0,1-2-30 15,4 0-43-15,-1-2-47 0,3-3-57 0,-6-4-256 16,-1-4-505-16,5 2 225 0</inkml:trace>
  <inkml:trace contextRef="#ctx0" brushRef="#br0" timeOffset="-120888.42">21279 10694 121 0,'0'-2'177'0,"0"2"-9"0,-2-6-23 0,2 6-24 15,-7-1-5-15,7 1-16 0,0 0-9 0,-11 4-11 0,3 3-5 16,-1 4-2-16,-5 0-11 0,-3 12 2 0,2 0-5 0,-3 6-8 16,-2 0 3-16,-4 12-5 0,2 2 1 0,9-9 2 0,-2-2-9 15,1 2-6-15,7 1-1 0,2-3-5 0,4 0 5 16,2-1-2-16,7-3-1 0,1-2-3 0,6 1-1 15,3-5-1-15,5-1-1 0,0-4-19 0,2-1-33 16,2-4-48-16,0-5-59 0,-4-1-177 0,8-3-334 16,-3-1 148-16</inkml:trace>
  <inkml:trace contextRef="#ctx0" brushRef="#br0" timeOffset="-120587.99">21660 10701 67 0,'1'-3'225'0,"0"-2"-30"16,2 1-17-16,1 1-18 0,1 3-19 0,-5 0-16 0,9 6-14 0,1 1-2 0,4 6-9 15,4 7-4-15,-1 3-4 0,2 5-7 0,-4 3-1 16,2-1-10-1,5 17-3-15,-6-3-5 0,-2 3-7 0,-9-12-8 16,3 0 1-16,-8 13-8 0,0-14-2 0,-4-4-3 16,-4 0-5-16,-2 1-3 0,0-5-5 0,-1-4-6 0,-3 2-17 15,2-9-6-15,-2-2-12 0,0 1-6 16,-1-3-9-16,1-1-15 0,-3-3-22 0,4-5-52 16,3 0-68-16,-3-4-129 0,4 1-342 0,0 0 151 0</inkml:trace>
  <inkml:trace contextRef="#ctx0" brushRef="#br0" timeOffset="-119613.47">22379 10946 126 0,'0'0'242'0,"-5"0"-2"0,5 0-1 0,0 0-14 15,0 0-15-15,-5-3-19 0,5 3-19 16,0 0-16-16,0 0-19 0,16-5-18 0,-4 3-7 16,1 2-10-16,10-1-7 0,8-1-17 15,-1 2-7-15,6 0-2 0,0 1-12 0,0 0-6 0,1 2-5 0,-3-5-6 0,-2 5-8 16,-5-2-16-16,-4 2-13 15,-4-3-9-15,-1 3-8 0,0-1-11 0,-7 0-18 0,-3-2-16 16,-1 1-17-16,-2 0-8 0,1 2-10 0,-5-1-7 16,-1-2-8-16,0 0-13 0,-10 4-32 0,3-2-170 15,-3-2-351-15,-1 1 155 0</inkml:trace>
  <inkml:trace contextRef="#ctx0" brushRef="#br0" timeOffset="-119355.5">22589 11135 156 0,'-4'1'238'0,"0"-1"2"0,4 0-2 16,-5 3-7-16,5-3-8 0,0 0-15 0,-4 3-14 15,4-3-13-15,0 0-6 0,20 2-29 0,0-2-9 16,9 1-16-16,3 0-13 0,4 0-7 0,1-1-14 15,0 1-14-15,3-1-1 0,-2 0-8 0,-3 3-3 16,-1-3-12-16,-3 2-7 0,-11-2-18 0,-2 0-6 16,-4 0-19-16,-1 2-16 15,-4-2-24-15,-1 0-24 0,-3 0-30 0,-1 1-12 16,-4-1-30-16,0 0-53 0,0 0-233 0,0 0-458 16,-18 4 204-16</inkml:trace>
  <inkml:trace contextRef="#ctx0" brushRef="#br0" timeOffset="-116388.52">23891 10478 177 0,'3'-4'207'16,"-2"1"0"-16,0-1-11 0,1 1-11 0,-2 3-17 15,2-7-14-15,-2 7-16 0,0-2-12 0,4-1-18 16,-4 3-10-16,0 0-13 0,0 0-10 0,16 7-11 0,-8-2-5 0,4 5-12 16,-1 4-3-16,6 5-6 0,-1 3-4 0,2 5-3 15,0 2-1-15,5 0-6 0,0 12-2 0,-5-10 4 16,1 0-6-16,2-1 1 0,-5 4-3 0,1-3 1 15,0 0-6-15,-2-6 5 16,0 4-9-16,-3-5 4 0,-5-7 0 0,0-2-4 16,-1-3-1-16,-4 0-1 0,2-3 3 0,0 0-3 0,-2-3 2 0,0-2 9 15,-1-1 2-15,2 1 10 0,-2-1 10 16,-1-3 10-16,2 6 13 0,0-4-3 0,-2-2 5 0,1 5 0 0,-1-5-14 0,0 0 0 16,3 1-8-16,-3-1-1 0,0 0-4 0,0 0-1 15,0 0-4-15,0 0-2 0,0 0-20 0,0 0-7 16,0 0-10-16,0 0-78 0,0 0-74 0,0 0-11 15,-13-10-29-15,7 4-29 0,-2 0-182 0,3 0-441 16,1 0 196-16</inkml:trace>
  <inkml:trace contextRef="#ctx0" brushRef="#br0" timeOffset="-116034.88">24227 10686 9 0,'0'-3'278'0,"0"-2"-20"16,-2 1-10-16,0-1-17 0,2 5-24 0,0-5-19 15,-2 2-21-15,2 3-24 0,0 0-14 0,-21 6-13 16,6 1-10-16,-8 8-14 0,-3 3-9 0,0 0-10 16,-4 4-6-16,1 0-9 0,-13 9-5 0,12-7-5 15,3 0-4-15,-2 0-3 0,2 1-6 0,2-1-4 16,0-5-2-16,2 2-1 15,4-1-8-15,2-7 3 0,4-1-1 16,0-1-3-16,3 0-1 0,4-6-5 0,1 1 4 0,1-2 6 16,2 0 13-16,-2-4 4 0,1 4 10 0,0 1 15 15,3-5 3-15,-5 3 2 0,5-3 7 0,-4 2 4 16,4-2 3-16,0 0-8 0,-3 3 0 0,3-3-11 16,0 0-7-16,0 0 8 0,0 0-24 0,0 0-1 15,0 0 0-15,0 0-18 0,0 0-32 0,0 0-41 0,0 0-35 16,0 0-24-16,9-8-18 0,-4 2-20 0,0 6-28 15,0-3-28-15,2 2-26 0,-1-2-245 0,4-1-513 0,-1 2 227 16</inkml:trace>
  <inkml:trace contextRef="#ctx0" brushRef="#br0" timeOffset="-115703.08">24609 11029 217 0,'0'0'438'0,"1"-4"-21"16,-1 4-41-16,0 0-37 0,2-4-31 0,-2 4-31 15,0 0-35-15,0 0-52 0,1-4-60 0,-1 4-61 16,0 0-79-16,0 0-106 0,0 0-137 0,0 0-185 16,0 0-474-16,0 0 210 0</inkml:trace>
  <inkml:trace contextRef="#ctx0" brushRef="#br0" timeOffset="-96740.58">2951 13243 70 0,'0'0'136'0,"0"0"-3"0,0 0-10 0,0 0 2 16,0 0-5-16,0 0-5 0,0 0-8 0,-1-4 0 0,1 4-12 15,0 0 1-15,0 0-3 0,0 0 0 0,0 0-1 16,1-5-4-16,-1 5-3 0,0 0-6 15,-1-4 1 1,1 4 8-16,0 0-6 0,0-5 8 0,0 1-5 16,0 4 2-16,0-8 1 0,0 3-2 0,0 0 6 0,0-2-2 15,0 2-2-15,1-3-7 0,1 1-1 0,-2 0 1 16,1 0-10-16,-1 1-2 0,1-2-3 16,1 7-5-16,-2-3-6 0,0-1-10 0,0 0-3 15,0 5-2-15,0-5-6 0,0 5-14 0,2-5-12 16,-2 5-25-16,0 0-21 0,0 0 3 0,0 0-2 0,0 16 6 0,0-3 0 15,0 7 3-15,-4 4 0 0,3 7 4 0,-2 1 0 16,3 2 7-16,-1-1-3 0,-2 2 6 0,1-1-2 16,-1 1 1-16,1-3 4 0,-1-3-2 0,3-4 9 15,0-7-4-15,-2 2-1 0,0-3 1 0,1-5 2 16,1-1-1-16,-1-4 3 0,1 1 1 0,0-1-1 16,0-4 5-16,0 4 5 0,0-7 13 0,0 5 7 0,0-1 8 0,0-4 4 31,1 4 8-31,-1-4-4 0,0 0 2 0,0 2 1 15,0-2-5-15,0 0 0 0,0 0-9 0,0 0-34 0,0 0-35 0,-1-12-36 0,1 7-32 0,-3-2-44 32,6-4-73-32,-6-6-249 0,6-1-512 0,-3-2 227 0</inkml:trace>
  <inkml:trace contextRef="#ctx0" brushRef="#br0" timeOffset="-96460.56">2970 13094 32 0,'-5'-1'196'0,"5"1"-17"0,0 0-11 16,0 0-20-16,0 0-13 0,0 0-11 0,0 0-2 16,0 0-4-16,14-4-1 0,0 2-6 0,6 2-7 15,8-5-6-15,1 5-5 0,4-6 0 0,3 5-5 16,2-2-5-16,1-1-3 0,-6 2-4 0,-1-1-12 15,-1 2-6-15,-5-1-6 16,-4 0-4-16,-9 2-6 0,1 0 4 0,-4 0-14 16,-2 0-4-16,-2 0-18 0,2 0-17 0,-8 0-11 15,5 2-3-15,-5-2 0 0,-3 6-7 16,-4-2-22-16,-2 1-27 0,-4 4-23 0,0-1-34 0,-1 1-43 16,-4 1-142-16,3 0-345 0,4-1 152 0</inkml:trace>
  <inkml:trace contextRef="#ctx0" brushRef="#br0" timeOffset="-96109.15">2988 13629 66 0,'-6'3'232'0,"6"-3"-7"0,0 0-10 15,-4 2-13-15,4-2-20 0,0 0-13 0,0 0-6 16,0 0-7-16,19-2-15 0,-6 1-14 0,9-3-11 0,7 0-12 0,3-2-8 16,1 1-12-16,2 0-5 0,2-2-4 0,-5 2-2 15,0 2-6-15,1-4-4 0,-10 5-9 0,-3-1 1 16,-2 3-10-16,-5 0-1 0,-3-1-6 0,-1 1-4 15,-1-2-7-15,-3 2-6 0,-5 0-21 16,9 0-19-16,-9 0-15 0,0 0-1 0,0 0-6 0,0 0-18 16,0 0-26-16,-21 7-34 0,8-4-28 0,0-1-36 0,0 2-190 15,0-2-402-15,-1 0 178 0</inkml:trace>
  <inkml:trace contextRef="#ctx0" brushRef="#br0" timeOffset="-95746.09">3014 13394 247 0,'0'0'246'0,"0"0"-17"16,0 0-13-16,0 0-11 0,0 0-13 0,0 0-11 16,0 0-22-16,0 0-18 0,0 0-13 0,0 0-11 15,0 0-9-15,0 0-8 0,24-2-2 16,-2 1-12-16,6-1-8 0,1 0-3 0,3-2-6 16,-1 0-8-16,1 0-3 15,-3 1-9-15,2 2-3 0,-10 0-4 0,-1-1-4 0,-2 0-6 16,-5 2-2-16,-2-1-3 0,-1-1-4 15,-3 2-1-15,-1-1-5 0,-6 1-1 0,9 0-2 16,-9 0-18-16,6-1-22 0,-6 1-18 0,0 0-4 16,3 4-14-16,-3-4-44 0,-8 6-49 0,-1-5-56 15,2 5-205-15,0-4-451 0,3 1 200 0</inkml:trace>
  <inkml:trace contextRef="#ctx0" brushRef="#br0" timeOffset="-94675.42">4357 13189 47 0,'0'0'212'0,"0"0"-21"0,0 0-18 0,0 0-17 16,0 0-14-16,0-6-24 0,0 6-14 0,0 0-12 15,0 0-7-15,-9 10-9 0,5-4-13 0,-2 3-1 16,-2 3-7-16,-2 1-1 0,1 3-12 0,-4 6-1 16,-3 0-6-16,3 0-6 0,-4 1 1 0,3-3-2 15,1 2 0-15,3-3-5 0,0-4-4 0,0 1-4 16,2-1 4-16,0-1-2 0,1-4-1 0,0 0-4 0,2 0 3 0,0-3 4 16,1 0-2-16,-1 0-22 0,0-2-19 0,0 0-12 15,4 0-23-15,-3-3-22 0,1 0-29 0,-2 1-177 16,5-3-311-16,-9-2 138 0</inkml:trace>
  <inkml:trace contextRef="#ctx0" brushRef="#br0" timeOffset="-94390.53">4096 13229 177 0,'-1'-4'250'0,"1"4"-16"0,0-5-15 0,0 5-25 0,1-4-22 0,-1 4-17 16,0 0-15-16,0 0-18 0,8 0-17 0,-8 0-12 15,10 9-2-15,-5-1-8 0,4 1-2 0,4 7-6 16,-2 1-5-16,7 3-1 0,0 2-6 0,3 1 14 16,-2 0-5-16,1 1-4 0,1-1-9 0,-2 0-3 15,1-4-3-15,-3 1-6 0,0-4-3 0,-2-3-4 16,-2 1-1-16,-3-2-15 0,3-2-21 0,-6-1-28 0,1-4-24 0,-4 0-25 15,0 1-18-15,1-2-10 0,-3-2-7 0,-2-2-68 16,0 0-215 0,0 0-424-16,7-10 188 0</inkml:trace>
  <inkml:trace contextRef="#ctx0" brushRef="#br0" timeOffset="-93720.34">4542 13005 33 0,'0'0'244'0,"9"-5"-17"15,-5 5-17 1,4-3-15-16,0 3-20 0,1-3-14 0,2 4-15 0,3 1-14 16,-3 1-14-16,7 1-10 0,-5-1-10 0,-3 2-8 15,7 3-7-15,-6 3-6 0,-1-1-9 0,-2-1-3 16,0 6-10-16,-6-5-4 0,6 7-3 16,-7-4-3-16,2-2-8 0,-6 0 0 0,-3 5-4 15,1-5 5-15,1-1-8 0,-5 2 0 0,-1-2-1 0,1 0-3 16,0-3 0-16,0 1-5 0,0-1 0 0,3 0 0 0,-1-2-3 15,2-1-2-15,-1 1-1 0,2-1-2 0,1-1 0 16,0-2 2 0,0 3-2-16,3-4-3 0,-5 3 2 0,5-3 8 15,0 0 0-15,-3 4-4 0,3-4 4 0,-1 2-1 16,1-2 7-16,0 0 11 0,9 3 2 0,-3-2 7 0,1-1-4 16,2 2 5-16,2-2-2 0,0 0 3 0,1 0 5 15,1 0 4-15,-2 0 0 0,5 0-3 0,-6-2 6 16,0 1-4-16,2 1 4 0,-7 0 2 0,4-2-1 15,-9 2 1-15,10 0 2 0,-6 0-1 0,-4 0-8 16,5-1-5-16,-5 1-5 0,9 0 13 0,-9 0-36 16,0 0 6-16,0 0-15 0,5-1-23 0,-5 1-30 15,0 0-29-15,0 0-32 0,0 0-32 0,0 0-31 16,0 0-32-16,0 0-22 0,0 0-45 0,0 0-256 0,0 0-563 0,0 0 249 16</inkml:trace>
  <inkml:trace contextRef="#ctx0" brushRef="#br0" timeOffset="-92585.51">3741 13076 114 0,'-28'-10'132'0,"-1"-1"-12"0,-6 5-11 0,-1-4-10 15,-15 2-7-15,-1 3-9 0,-2-2-10 0,-3 3-6 16,3 3-10 0,-1 1-3-16,0 0 4 0,-1 1-6 0,5 3 1 0,12 1-5 15,0 0 8-15,2 9-6 0,0-3 0 0,1 5-7 16,2 1-2-16,-6 12-9 0,13-3-5 0,0 1-3 16,0 12-2-16,9-10-2 0,5 6 8 0,7-1 11 15,2 1-2-15,13-4 7 0,5 3-3 0,8-3 1 16,19 4 2-16,4-6-3 0,2-5-4 0,7-4 0 15,39-1 1-15,-30-10 1 0,34 1 3 0,0-10-10 16,1-3-1-16,0-6 1 0,-5 0 3 0,-27-3 7 0,-2-1-1 0,2-3 1 16,-8 0-2-16,-2-3-1 0,-6-5 3 0,-17 6 1 15,-4-5-2-15,-2 1-7 0,-4-5-3 0,-5 1-5 16,-4-1-5-16,-6-2-8 0,-9 0-8 0,-6 1-3 16,-8 0-2-16,-8 4-2 0,-9 2-1 15,-14-2 1-15,-5 10-2 0,-5 4-2 0,-6 7 5 0,-2 3 3 16,-29 8-3-1,5 9 1-15,27 2-3 0,-30 11 0 0,32-4-1 16,-18 15 2-16,25-10-2 0,5 3 1 0,5 3-3 16,7 1 1-16,6 0 5 0,11-6-1 0,4-2 17 15,6-1-2-15,11 4 0 0,3-4 2 0,13 0 1 0,10-7 4 16,18 4 0-16,10-8-1 0,4-6-1 16,6-7 1-16,36-3-3 0,-3-4-3 0,-2-3 0 15,0-10-1-15,-34 3 0 0,30-9 0 0,-33 1 1 0,-1 1 1 0,-6-4 2 16,0-4-3-16,-8-5-2 0,-4 0 1 0,-6-4-5 15,-12 8 5-15,-4-2-6 0,-7 3 1 0,-4 0 0 16,-6 1-2-16,-7 7-6 0,-5-1 3 0,-8 7-2 16,-6-2-2-16,-7 4-2 0,-4 6-1 0,-3 5 2 15,-16 4-2-15,-1 5-1 0,0 4 2 0,2 5-3 0,2 2 1 16,3 2-2-16,14-5 1 0,6 4 1 0,4-2-1 0,4 1 3 16,5 4 1-16,11-7 6 0,7 1 0 0,12 5-2 15,10-7 4-15,7-1-4 0,22-4-5 0,-1-6-3 16,11-5-2-16,0-4-1 0,-1-5 6 0,25-8 2 15,-30 5-5-15,-1-8 0 0,-7 1 1 0,-5-5 8 16,-17 3 8-16,-2 1 3 0,-9-4 2 0,0 2 6 16,-9 5 14-16,-4-10-1 15,-5 10-3-15,-5 0-4 0,-7 5-7 0,-8-6-5 16,-7 8-12-16,-6 3-22 0,-6 4-24 0,-14 5-57 16,-5 3-46-16,4 3-63 0,3 5-237 0,12 0-480 15,6-4 212-15</inkml:trace>
  <inkml:trace contextRef="#ctx0" brushRef="#br0" timeOffset="-91668.39">5518 12942 264 0,'2'-5'295'0,"-2"1"-4"16,1 1-3-16,2-2-20 0,-3 2-13 0,0 3-19 16,2-5-19-1,1 3-3-15,-3 2-42 0,0 0-17 0,1-4-15 16,-1 4-28-16,0 0-11 0,0 0-12 0,0 0-14 0,9 6-13 15,-3 2-15-15,-1 1-4 0,3 7-9 0,-1 2-6 16,0 11-2-16,-1 0-4 0,2 0-1 0,1 3-3 16,-5 2-1-16,5 0-2 0,-4-2-1 0,3-1-3 15,-6 1 1-15,2-2 0 0,4-3-1 0,-2-5-1 16,-3-5 0-16,-2-3-6 0,2-3 4 0,-2-2-1 16,0 0 1-16,-1-3 0 0,3 0 4 0,-2-2 24 15,-1 1 38-15,3-3 41 0,-3-2 38 0,1 4 51 0,-1-4 28 0,0 0-18 16,0 0-18-16,12-12-20 0,-5 3-15 0,5-7-21 15,3-8-11-15,0 0-14 0,3-3-16 0,1-1-6 16,6-14-10-16,-5 11-12 0,-1 4 0 0,-2-2-7 16,-1 4-10-16,-3-1-1 0,1 9-9 0,-5 1-6 15,-1 2-6-15,-3 4 1 0,1 2-7 0,-1 1-3 16,-2 0-4-16,-1 5-2 0,1-2-12 0,0 0-24 0,-2 2-45 0,-1 2-56 31,5-5-40-31,-5 5-23 0,0 0-28 0,16 6-28 16,-8 2-32-16,-1 2-33 0,1 4-35 0,1 1-68 15,-2 0-275-15,1 1-737 0,0-1 327 0</inkml:trace>
  <inkml:trace contextRef="#ctx0" brushRef="#br0" timeOffset="-91246.83">6474 13204 11 0,'-1'-5'295'0,"0"0"-23"0,-2 2-27 0,-1 1-17 15,3-4-27-15,-4 4-20 0,1 0-19 0,-3 1-19 16,7 1-15-16,-15 0-15 0,5 1-12 16,-3 4-11-16,-3 2-6 0,-1 1-11 0,-1 4-9 15,-4 4-7-15,0 2-5 0,-1-2-8 0,1 6-1 0,0-1-3 16,4 1-4-1,4-2-6-15,-2 1 0 0,5-4-3 0,4-1-4 16,3-4 0-16,-1-2-1 0,4 1 1 0,-1 0-1 16,4-3 9-16,1-1 8 0,5-1 5 0,2 0 6 15,3-4 0-15,6-2-1 0,0 0 7 0,2-4 3 0,-1 0 14 16,2-2-6-16,5-2 9 16,-9 2-1-16,2-4 5 0,-1 1-22 0,-1-1 11 0,-1 0 6 0,-2 4-9 0,0-5-3 15,-3 6 0-15,-2 1-14 0,-1-1 1 0,-1 2-2 16,-2 1-2-16,2-2-8 0,-3 1-5 0,-1 1-3 15,0 1 8-15,-2-1-32 0,-2 2-15 0,8-3-27 0,-8 3-29 16,0 0-22-16,0 0-24 0,9 3-36 0,-4-1-43 16,-1 0-38-16,-1-1-50 0,1 2-255 0,-4-3-576 15,3 4 255-15</inkml:trace>
  <inkml:trace contextRef="#ctx0" brushRef="#br0" timeOffset="-90867.57">6658 13200 281 0,'4'-4'284'0,"1"-1"-26"0,0 1-26 0,-1 0-23 16,4 3-24-16,-3-2-18 0,5 3-16 0,-1 3-15 0,4-1-7 16,1 5-7-16,-2-2-10 0,4 7-12 0,-1 0-7 15,2 0-14-15,-4 3-6 0,1 1-6 0,-3 1-2 16,-2 1-5-16,1-1-9 0,-2 7-1 15,-1-8-8-15,-5 1 0 0,2-2-6 0,-4 2-3 16,0-5-2-16,0-1-4 0,0-3 0 0,-4 1 1 0,4-3 9 0,-4 0-1 16,3-1 12-16,-2-2 20 0,2 2 8 0,-1-3 24 15,2-2 20-15,0 0 21 0,0 0-7 0,0 0 4 16,-7-9 3-16,5 6-9 0,0-6-2 0,4-1-9 16,0-2-8-16,1-7-14 0,3-1-13 0,-1 3-9 0,8-7-13 15,-3 0-7-15,3 2-5 0,0 4-12 16,-3 2-2-16,3 2-8 15,-3-1-12-15,-1 6-16 0,0 1-27 0,1 1-32 16,-1 0-42-16,1 0-19 0,2 2-35 0,-3 0-34 16,0 1-40-16,1 1-39 0,-1 1-50 0,-3 1-321 15,1 1-690-15,-1 0 306 0</inkml:trace>
  <inkml:trace contextRef="#ctx0" brushRef="#br0" timeOffset="-90598.48">7707 13070 143 0,'3'-5'334'0,"-2"0"-21"15,2 0-22-15,-2 4-19 0,-1 1-32 0,1-5-23 16,-1 5-26-16,2-3-27 0,-2 3-17 0,0 0-15 15,0 0-12-15,-16 12-13 0,5-3-12 0,-1 3-9 16,-1 2-8-16,-8 7-10 0,0 2-6 0,2-1-3 16,-4 2-11-16,1-2-35 0,2 3-15 0,-2-4-19 15,2 5-17-15,-3-5-18 0,4 2-23 0,-1-4-30 0,0-1-21 16,9-5-19-16,-1-1-29 0,2-4-44 0,-2 0-144 0,6-3-397 16,1-4 175-16</inkml:trace>
  <inkml:trace contextRef="#ctx0" brushRef="#br0" timeOffset="-90397.82">7436 13145 9 0,'2'-7'334'0,"0"-1"0"0,2 5-15 15,-3-3-31-15,1 1-28 0,-1 0-31 0,-1 5-23 16,3-2-26-16,0-1-22 0,-3 3-15 0,0 0-17 0,9 7-10 16,-4-2-9-16,2 3-9 0,2 1-8 0,2 6-5 15,0 1-12-15,8 7-1 0,1-1-8 0,-2 1-5 16,0 1-21-1,0-2-25-15,0 2-32 0,1-4-43 0,-6-4-54 16,-3-1-68-16,3 0-91 0,-7-6-183 0,2-1-496 0,-3-4 220 16</inkml:trace>
  <inkml:trace contextRef="#ctx0" brushRef="#br0" timeOffset="-90113.35">7983 12947 99 0,'3'-5'282'16,"-2"2"-24"-16,3-2-28 0,1 5-24 0,0-1-20 0,0 0-22 15,3 3-15-15,0 1-12 0,3 2-8 0,5 4-13 16,-3 4-5-16,-1 3-5 0,1 10-5 0,0 2-11 15,-4 4-7-15,-4 3-6 0,-3-1-8 0,-4 12-4 16,-5-12 1-16,-2 1-22 0,-8 8-17 0,2-12-26 16,-6-2-19-16,-5-2-14 0,-2-2-23 0,0 0-36 15,-7-5-49-15,4-3-79 0,-4-5-155 0,2 0-405 0,-2-7 180 0</inkml:trace>
  <inkml:trace contextRef="#ctx0" brushRef="#br0" timeOffset="-89797.38">7479 12818 171 0,'-3'-4'195'0,"-2"3"-24"0,0-1-20 0,5 2-12 16,-10 7-15-16,-2 0-16 0,2 5-2 0,-3 3-10 15,-3 7-7-15,-2 4-3 0,-9 15-5 0,5 5 5 16,0 0-12-16,5 3-5 0,2 1-2 0,6 0-11 16,6-2-3-16,4 0 4 0,9-2-6 0,-1-12-5 15,11 8-3-15,2-12 3 0,0-1-12 0,6-4-56 0,2-1-72 0,0-7-254 16,1-5-376-16,2-3 167 0</inkml:trace>
  <inkml:trace contextRef="#ctx0" brushRef="#br0" timeOffset="-89260.99">5438 13801 113 0,'-4'-2'244'16,"4"2"-17"-16,0 0-2 0,-9-1-5 0,9 1-8 15,-5-2-7-15,5 2-7 0,0 0-6 0,0 0-17 16,0 0-21-16,0 0-6 0,-9 0-18 0,9 0-14 0,0 0-14 0,0 0-7 16,0 0-13-16,0 0 5 0,0 0-22 0,-4-3-9 15,4 3-4-15,0 0-9 0,0 0 0 0,0 0-9 16,0 0-4-16,0 0-7 0,0 0 2 16,0 0-3-16,0 0-4 0,0 0-1 0,0 0-1 0,0 0 0 15,0 0-2-15,14 6 2 0,-1-4-2 0,18 0-5 16,8-3 2-1,24-2 0-15,38 3-3 0,10 0 1 0,21 0-2 16,10 0 0-16,7 2 1 0,11-4 3 0,2 6 2 16,8-4 3-16,1 4-5 0,0 1 1 0,-6 0-2 0,-11-6 5 15,-7-2-1-15,-12 1-5 0,-10-4-1 16,-15 2 5-16,-12-1 11 0,-35 3 18 0,-4-2 0 16,-7 0 6-16,-17 1 5 0,-6-1 12 0,-7 4 5 15,-3-3 11-15,-7 3 13 0,-3-2-2 16,2 0 10-16,-7 1-11 0,4-1-4 0,-3 2-17 15,-5 0-25-15,7 0-28 0,-7 0-39 0,0 0-80 16,0 0-68-16,0 0-83 0,0 0-121 0,-28-1-249 16,16 0-674-16,-4 0 299 0</inkml:trace>
  <inkml:trace contextRef="#ctx0" brushRef="#br0" timeOffset="-86930.55">10312 13493 2 0,'0'0'149'0,"0"0"9"0,-2-3 10 15,2 3-2-15,0 0 6 0,0-6-9 0,0 6-2 16,0-5-12-16,0 2-4 0,0-2 1 0,0 5-4 16,0-9-6-16,2 8-5 0,-2 1-8 0,1-9-14 15,0 7-7-15,-1 2-14 0,0-3-8 0,0 3-10 0,0 0-10 0,0 0-11 16,0 0-32-16,0 0-1 0,0 0-4 0,1 12-7 16,-1 5-2-16,0 1-5 0,0 9 1 0,-2 3-1 15,1 2 2-15,-1 3 0 0,2 2-1 0,-5 9 6 16,5 3-1-16,-1-3 2 0,2-15-5 0,-1 1 3 15,0-1-5-15,3-2 1 0,-1-2 3 0,-2-8 1 16,0 0-3 0,0-2 4-16,0-2-3 0,0-2 4 0,2-3-3 15,-2-2 2-15,0-1 1 0,0-2 3 0,0 2-1 16,-2-5 3-16,2 2 6 0,0-4 4 0,0 5 0 0,0-5-1 16,0 0-31-16,0 0-46 0,-11-10-38 15,7-1-29-15,-1 2-28 0,-2-8-34 0,4-1-190 16,-1-7-406-16,0-4 179 0</inkml:trace>
  <inkml:trace contextRef="#ctx0" brushRef="#br0" timeOffset="-86708.16">10308 13412 104 0,'2'-11'247'16,"-2"4"-7"-16,0 0-15 0,0 2-14 0,2-2-15 0,-1 3-12 15,3-1-16 1,0 0-24-16,1 1-14 0,6 0-12 0,1-1-12 15,4 0-9-15,6 1-11 0,9-2 0 0,-1 4-6 16,4 0-5-16,-1 1-10 0,0 2-6 0,-3 1-11 16,-1 0-9-16,-9 4-8 0,1-2-13 0,-6-1-10 15,3 2-15-15,-7 1-13 0,1-3-14 0,-3 2-13 16,-4 0-6-16,-1 0-8 0,0 0-2 0,-4 2-11 16,0 0-12-16,-4 0-15 0,1-2-29 0,-1 5-28 0,-2-1-165 0,-2-4-347 15,-1 5 153-15</inkml:trace>
  <inkml:trace contextRef="#ctx0" brushRef="#br0" timeOffset="-86348.22">10388 14079 213 0,'-1'2'212'0,"-3"0"-14"0,4-2-9 15,-1 3-2-15,1-3-13 0,0 0-14 0,0 0-10 0,0 0-15 16,0 0-11-16,10 3-8 0,3-4-12 0,4-1-8 16,2 0-10-16,9-1-7 0,1-1-10 0,-1-2-8 15,2 3-6-15,-1 1-5 0,-1-2-1 0,-7 1-7 16,-1 0-5-16,2 1-4 0,-9-1 1 0,2 2 4 15,-5 1 10-15,-3 0-8 0,-1-3-1 0,1 3 1 0,-7 0-1 0,8-2-1 16,-8 2-7 0,4-3-5-16,-4 3-10 0,0 0-14 0,0 0-14 15,0 0-25-15,-24 1-17 0,12 1-34 0,-2 0-32 0,1-2-38 0,1 0-28 16,-2 0-207-16,1-2-425 0,0-1 188 0</inkml:trace>
  <inkml:trace contextRef="#ctx0" brushRef="#br0" timeOffset="-86007.02">10387 13752 152 0,'0'0'219'0,"-9"-2"-10"15,9 2-26-15,0 0-16 0,-8 0-15 0,8 0-8 16,0 0-17-16,0 0-7 0,0 0 0 0,0 0 3 16,0 0-6-16,0 0-2 0,25 5-8 0,-14-5-8 15,11 1-12-15,5-1-2 0,1 0-7 0,1-2-10 0,3 0-5 0,2 0-5 16,-4 2-9-16,1-3 3 0,-11 0-10 0,1-1-7 16,-9 2-5-16,4-1 1 0,-5 2-9 0,-3 1-8 15,-1-1-9-15,0 1-8 0,-7 0-12 0,8 0-8 16,-8 0-11-16,0 0-11 0,0 0-16 0,0 0-17 15,0 0-13-15,0 0-16 0,0 0-23 0,-21 4-11 16,21-4-34-16,-10 1-154 16,10-1-355-16,-8 1 157 0</inkml:trace>
  <inkml:trace contextRef="#ctx0" brushRef="#br0" timeOffset="-85574.44">11758 13631 33 0,'0'0'260'0,"0"0"-15"0,6-2-22 0,-6 2-19 16,0 0-23-16,0 0-18 0,0 0-17 0,6 0-15 15,-6 0-12-15,0 0-20 0,0 0-9 0,-12 12-10 16,4-7-7-16,-3 4-10 0,-2 2-5 0,-2 2-2 16,-3 0-8-16,0 4-5 0,-5 3-4 0,1-2-3 15,2 3-2-15,2 0-2 16,-1-2-6-16,1 1-18 0,-1-1-13 0,6-4-20 16,-2 1-20-16,-1-2-17 0,1-1-22 0,6-2-44 15,1-4-36-15,-2 3-166 0,1-7-357 0,5 2 159 16</inkml:trace>
  <inkml:trace contextRef="#ctx0" brushRef="#br0" timeOffset="-85338.55">11524 13677 181 0,'1'-7'344'0,"-1"2"-9"16,0 0-29-16,2 0-31 0,-1 1-29 0,-1 4-30 15,0-5-11-15,0 5-36 0,3-3-22 0,-3 3-13 16,0 0-15-16,0 0-13 0,10 12-12 0,-5-4-14 15,4 4-6-15,-1 2-8 0,1 2-7 0,1 1-5 0,3 8 2 0,1-3-5 16,0 2-5-16,-3 0-5 0,4-2-5 0,-7-3 3 31,1-5-11-31,1 3-29 0,-6 0-26 0,4-2-31 0,-6-3-24 0,5-2-40 0,-1-1-34 0,-5 0-34 32,3-4-39-32,-4 1-212 0,4-3-477 0,-4-3 211 0</inkml:trace>
  <inkml:trace contextRef="#ctx0" brushRef="#br0" timeOffset="-84825.5">11864 13494 66 0,'4'-3'280'0,"-1"0"-16"0,0-2-16 0,3 3-19 15,-3-2-13-15,2 3-13 16,0-2-24-16,2 2-20 0,-2-2-18 0,0 3-15 16,-5 0-11-16,14 2-14 0,-6-1-10 0,-3 1-8 15,2 1-8-15,0 3-7 0,-3 1-9 0,0-1-8 16,0 3-6-16,-2 1 0 0,1 0-10 0,-3 4-2 15,-3-2 5-15,1 3-9 0,-5 2-7 0,1-3 3 16,-2-2-4-16,-1 1-2 0,0-4 0 0,4 1-4 16,-5-2-1-16,6 1-1 0,-1-4 0 0,1 0-5 0,0 2 3 0,0-4 0 15,3 2-3-15,-4-4 1 0,5-1 2 0,-2 6 1 16,2-6 5-16,-3 4 5 0,3-4 10 0,0 0 6 16,11 3 6-16,-3-3-5 0,2-1-1 0,11 0-9 15,-2-2-1-15,0 2 0 0,2 0-6 0,1-2-5 16,-1 0 0-16,1 3 2 0,7-1-4 0,-10 0 0 15,-1 1-2-15,-5 0-4 0,-3 0 2 0,2-3-3 0,-5 3 2 16,1 0-3-16,-8 0 2 0,9-1-4 0,-9 1 2 0,8 0-3 16,-8 0-6-16,6-1-7 0,-6 1-18 0,4-2-11 15,-4 2-15-15,0 0-11 0,0 0-22 0,0 0-33 16,0 0-37-16,0 0-39 0,0 0-35 0,-22 0-226 16,22 0-494-16,-9-3 219 0</inkml:trace>
  <inkml:trace contextRef="#ctx0" brushRef="#br0" timeOffset="-84586.8">12319 13414 98 0,'0'-2'271'15,"0"2"-25"-15,5-2-28 0,-5 2-21 0,0 0-19 0,0 0-9 16,13 8-18-16,-7 4-7 0,3 5-10 0,-1 1-11 15,1 8-11-15,-3 6-6 0,-2 1-6 16,-4 5-10-16,-4 11-8 0,-2 0-3 0,-4 5-7 16,-6-4-3-16,-3-2-8 0,-6-2-5 0,-3-1-19 0,-4-5-20 15,0-3-30 1,-4-2-31-16,-4-3-46 0,9-10-77 0,-12 2-249 16,10-7-451-16,-2-5 199 0</inkml:trace>
  <inkml:trace contextRef="#ctx0" brushRef="#br0" timeOffset="-84170.54">11302 13309 117 0,'-9'17'177'0,"-9"7"-7"16,-1 3-7-16,-1 6-7 0,-7 13-10 15,1 3-11-15,4 0-7 0,1 1-10 16,2 4-7-16,7 0 1 0,3 1-10 0,5-2-11 0,7-2-4 16,6-5-6-16,1-11-8 0,12 4-8 0,1-9-2 0,14 8-4 0,9-9-3 0,5-2-3 15,2-5-41-15,2-5-63 0,8-5-102 0,-7-4-193 16,2-2-373-16,-4-7 165 0</inkml:trace>
  <inkml:trace contextRef="#ctx0" brushRef="#br0" timeOffset="-83716.95">13081 13675 284 0,'0'0'291'0,"0"0"-3"0,0 0-34 16,0 0-29-16,0 0-24 0,0 0-23 0,10-5-21 16,1 3-9-16,2 0-19 0,8-1-14 0,-1 2-14 15,8-1-31-15,4 0-43 0,-1 4-44 0,-3-1-52 16,5 0-52-16,-3-2-54 0,-7 1-173 0,-2-1-377 16,7 1 167-16</inkml:trace>
  <inkml:trace contextRef="#ctx0" brushRef="#br0" timeOffset="-83574.36">13197 13863 69 0,'-4'5'204'15,"4"-2"-4"1,4 1-12-16,5 1-22 0,4-2-10 0,14 2-16 0,5-3-51 16,4 1-84-16,4-4-124 0,16-2-64 0,-4 2-199 15,-13-3 88-15</inkml:trace>
  <inkml:trace contextRef="#ctx0" brushRef="#br0" timeOffset="-82499.31">14486 13118 23 0,'0'0'222'16,"0"0"-15"-16,-1-2-7 0,1 2-8 0,0 0-10 15,0 0-14-15,-3-5-18 0,3 5-11 0,0 0-18 16,0 0-11-16,8-3-13 0,2 3-10 0,3-2-8 15,10 2-5-15,6-2-10 0,7 2-7 0,5 2-13 16,14-4-14-16,-4 4-26 0,0 0-30 0,-14 0-33 16,-2 1-43-16,-2-3-33 0,-1 3-187 0,-13-1-348 0,-2 1 155 0</inkml:trace>
  <inkml:trace contextRef="#ctx0" brushRef="#br0" timeOffset="-81898.78">14532 13191 145 0,'0'0'223'0,"-5"-2"-23"0,5 2-22 0,0-5-14 0,0 5-19 16,0 0-19-16,0 0-11 0,0 0-14 15,25 7-15-15,-13-2-4 0,5 2-5 0,2 1-9 0,6 6-8 16,2 0-8-16,0 5-5 0,-4 1-8 0,4 2 3 0,-4 4-8 15,-1 5-8-15,-6 1 1 0,-2 1-3 0,1 17-3 16,-9-4-7-16,-3-10 3 0,-5 12-7 0,-3 5 4 16,-4-7-4-16,-1 5-1 0,-4-1 3 0,-3-6-3 15,3-10-4-15,1 0 1 0,-2-2-1 0,4-3-5 16,-2 2 7-16,0-7-4 0,1-2-2 16,0 3 1-16,4-6-3 0,0-3 3 15,0 0 3-15,1-5-7 0,2 1-1 0,0-2 3 0,0-1 1 16,3-1 0-16,0-3 1 0,-1 1 0 0,2 0 0 15,0-1-1-15,0-1 1 0,-1-1 1 0,2 2 3 16,0-5-1-16,-1 4 4 0,1-4 3 0,0 0 1 16,0 3-4-16,0-3 4 0,0 0-1 0,0 0 2 0,-1 4-6 15,1-4 4-15,0 0-2 0,0 0-2 0,0 0-8 16,0 0 9-16,0 0-13 0,0 0 9 0,-2 6 12 16,2-6-3-16,0 0 0 0,0 0 0 0,0 0 0 15,0 0-3-15,0 0-5 0,0 0 2 0,0 0-2 16,2 4 2-16,-2-4-4 0,0 0 2 0,0 0 2 15,0 0 14-15,0 0 21 0,10 0 13 0,-10 0 5 16,22-7 4-16,6 4-4 0,5-3-7 0,5 1-4 16,16-6-5-16,4 2-7 0,0 0-1 0,5-1-6 0,-3 0 8 15,0 1 3-15,0 2-3 0,-6 1-4 0,-16 2-2 0,-3 3-7 16,-3-1-1-16,-4 0 1 0,-7 0-5 0,-3 1-8 16,-8 1 3-16,-2 0-3 0,1 0-1 15,-1 0-3-15,-8 0-1 0,10 0-4 0,-6-1-23 16,-4 1-21-16,0 0-20 0,0 0-28 0,0 0-52 15,0 0-69-15,0 0-268 16,0 0-517-16,-22-1 229 0</inkml:trace>
  <inkml:trace contextRef="#ctx0" brushRef="#br0" timeOffset="-78077.23">16155 13293 65 0,'0'0'216'15,"3"-8"-19"-15,-1 3-18 0,4 3-17 0,0-1-28 16,3-1-1-16,-2 1-17 0,3 1-10 0,2-1-15 15,7 3-9-15,-1 1-7 0,1 1-9 0,2 3-5 16,-2 0-16-16,0 2 6 0,0 3-6 0,4 4-5 0,-6 0-2 0,-2-1-7 16,-1 3-5-16,0 5 0 0,-5-3-3 0,1 5-6 15,-3-2 9-15,-6-3-9 0,-1 8-4 0,0-7 0 16,-4 1 4-16,-3 3-4 0,-1-3 1 16,0 0 0-16,-2-4 2 0,2 0 1 0,-6-1 1 0,4 0 2 15,1-6-1-15,2-1 5 0,-1 0-3 0,3-2-5 16,0-1 1-1,2 0 5-15,-2-3 12 0,1 1 22 0,2-1 23 0,-1 0 20 16,3-2 22-16,0 0 0 0,0 0-11 0,0 0-9 0,10-13-11 16,3 1-12-16,1-3-7 0,7-4-6 0,1-1-8 0,-1-3-5 0,2 0-4 15,1-2-11-15,3 0 4 0,-5 0-8 0,-3 1-5 16,1 2-3-16,-2 2 0 0,-6 7-2 0,-5 2-1 16,1 4 1-16,-2 0 0 15,-2 2 1-15,0 0-7 0,0 0-3 0,-1 3-13 16,-1-2-15-16,-2 4-14 0,0 0-2 0,0 0 4 15,4 9 2-15,-4 0-3 0,-3 3 2 0,2 4 2 16,-3 2 6-16,2 2 1 16,0-3 0-16,2 2 2 0,0 2 5 0,3-3-1 0,2 1 3 0,2-1 4 0,4 0 1 15,-1-3-4-15,3-1-17 0,2-4-26 0,6 0-41 16,-3 0-47-16,2-6-60 0,3-1-53 0,-5-5-220 0,4-1-509 16,-1 1 226-16</inkml:trace>
  <inkml:trace contextRef="#ctx0" brushRef="#br0" timeOffset="-77591.54">16738 12927 285 0,'5'-2'266'0,"-1"-3"-25"0,0 0-16 0,1-1-17 16,0 2-14-16,1 2-25 0,2-2-17 15,3 1-19-15,-2 1-10 0,3 1-13 0,-2 1-13 0,0 1-10 16,2 1-10-1,-1 2-7-15,-2 1-7 0,1 1-8 0,-2 3-3 16,1 0-5-16,-4 3-7 0,4 2 0 0,-5 3-6 16,-3 0-4-16,-1 8 0 0,-5-1-5 0,0-7-2 15,-3 3 0-15,3-2-3 0,-3 0-4 0,2-1 2 0,2-5-6 16,-2-4 2-16,2 1-3 0,2-2 3 16,0-2-3-16,-2 2-2 0,3-4 0 0,1 0 6 15,0-3 11-15,1 8 18 0,3-7 11 0,4 1 5 0,7-4-2 0,3 0 0 16,5-1-6-16,8-4-7 0,-2 4-8 0,1-4-1 15,0 2-5-15,2 0-3 0,2 0 12 0,-4-2-15 16,1 4 1-16,-10-1-6 0,-1 3-1 0,-4 0-2 16,-3-2 10-16,-3 1-18 0,-3-1-3 0,-1 3-13 0,0 0-10 15,-1 0-24-15,-5 0-27 0,8-2-30 16,-8 2-4-16,0 0-11 0,0 5-30 0,0-5-37 0,-8 9-53 0,5-6-229 16,0-1-499-16,-1-1 222 0</inkml:trace>
  <inkml:trace contextRef="#ctx0" brushRef="#br0" timeOffset="-76959.55">18011 13418 100 0,'0'0'182'15,"0"0"-10"-15,0 0-12 0,0 0-9 0,0 0-8 0,16-5-16 0,-7 2-15 16,5-2-9-16,4 0-12 0,2-3-8 0,6-1-7 15,2-2-5-15,0 1-12 0,3-3-2 0,-2 0-3 16,-2-1-2-16,1-2-1 0,-2-5-1 0,-1 4-2 16,0-4-3-16,-7-1-3 15,2 1 1-15,-1 0 0 0,-6-1-2 0,-2-1 8 0,-4 7 8 0,-1-1 7 0,-3 1 2 16,-2 5 1-16,-2-1 1 0,-2 1-8 0,-2 6-10 0,-3-2-7 16,-2 2-3-16,-3 4-4 0,-6-2-11 0,1 8 0 15,-10 6-4-15,1 1-5 0,-1 5 1 0,1 3-4 16,1 2-3-16,0 4-2 0,8-1 1 0,-4 3-1 15,9 1-3-15,2 2 1 0,6-1-1 0,5 2 0 32,3-3 5-32,8-1 1 0,7-3-1 0,2-1 0 15,7-5-4-15,6-2-20 0,2-4-15 0,2-4-34 0,18-2-43 0,-3-7-67 16,1-2-260-16,-2-6-467 0,1 1 207 0</inkml:trace>
  <inkml:trace contextRef="#ctx0" brushRef="#br0" timeOffset="-76524.59">18546 12813 130 0,'0'0'232'16,"0"0"-17"-16,-9 0-22 0,9 0-17 0,0 0-18 15,0 0-12-15,0 0-19 0,0 0-9 0,0 0-6 16,0 0-8-16,0 0-11 0,23 5 1 0,-4-2-8 0,4-3-8 16,6 0-9-16,6-3-5 0,3 3-8 15,0-4-4-15,0 3-7 0,1-1-4 0,1 1-6 16,-5-1-1-16,-3 0-1 16,-3 0-8-16,-9 2 0 0,-2 0-1 0,-6-3-3 15,-1 0-1-15,-5 3-9 0,2-1-7 0,-4 0-9 16,-4 1-14-16,0 0-13 0,0 0-14 0,0 0-13 15,0 0-9-15,-20-2-10 0,11 2-12 0,-2 0-10 16,3 0-28-16,8 0-30 0,-15 0-149 0,10-1-332 0,0 0 148 16</inkml:trace>
  <inkml:trace contextRef="#ctx0" brushRef="#br0" timeOffset="-76173.22">19125 12589 97 0,'4'-5'235'15,"-2"2"-18"-15,2 0-18 0,2 0-19 0,-2 0-24 16,3 2-13-16,-1 1-16 0,2 1-12 0,2 3-10 16,1 1-6-16,0 2-7 0,3 4-8 0,1 2 0 15,4 5-13-15,-1 3-6 0,0 0-5 0,-3 1-3 16,2-1-7-16,-4 3 0 15,-1 0-2-15,2 2-4 0,-3-4-5 0,-2 4-2 16,1-2-5-16,-4-9-3 0,-1 3-3 16,1-4-5-16,-4-1 4 0,1-1-3 0,-2-2-6 15,0-2 2-15,1 1-1 0,-1-4-2 0,0 1-3 0,0-1 2 16,-1-1-4-16,3 0 0 0,-3-4-3 0,0 5-3 16,0-5-4-16,0 5-5 0,0-5-2 0,0 0-4 15,-3 4-7-15,3-4 6 0,0 0-22 0,0 0-35 0,0 0-50 0,-12-5-44 16,8 1-24-16,-1-1-165 0,2-1-380 0,-1 0 168 15</inkml:trace>
  <inkml:trace contextRef="#ctx0" brushRef="#br0" timeOffset="-75988.26">19394 12779 47 0,'2'-3'282'0,"-2"3"-19"0,-2-4-22 16,2 4-25-16,-1-4-24 0,1 4-20 0,0 0-20 15,-16 4-15-15,5 0-13 0,-5 4-16 0,-1 1-13 16,-10 4-6-16,0 3-11 0,-1 1-5 0,0 3-7 16,-6 0-5-16,4 0-5 0,-3 2-38 0,5 1-25 15,-3-2-38-15,5 4-29 0,1-1-48 0,3-4-42 0,2 0-179 0,7-6-373 16,2 0 165-16</inkml:trace>
  <inkml:trace contextRef="#ctx0" brushRef="#br0" timeOffset="-74400.91">19800 12822 59 0,'1'-7'197'0,"-1"7"-5"16,1-5-4-16,-1 5-14 0,0-5-7 0,1 4-11 15,-1 1-14-15,3-6-12 0,-3 6-14 0,6-2-12 16,-1 0-10 0,-5 2-13-16,12 2-8 0,-4 0-5 0,3 4-9 15,1 0-10-15,5 5-2 0,6 2-1 0,-1 3-3 0,1 1-4 16,3 2-3-16,-6 3-3 0,3 2-4 15,0 0 2-15,0 4-2 0,-4 0-4 0,3-3-3 16,-7 0-2-16,2 0 3 0,-3-1-7 0,-1 2-1 0,-7-8-3 16,3-2 1-16,0-3 0 0,-5-1-5 0,1-3 1 15,-1 1-1-15,0-3 2 0,-2-1 0 0,2 0-3 0,-3-3 3 16,1 2-3-16,-1-1 4 0,0-1 0 0,-1-3 0 16,3 5 0-16,-3-5 1 0,0 0-1 0,1 5-4 15,-1-5-5-15,0 0-2 0,0 2-6 0,0-2-6 16,0 0-13-16,0 0-17 0,0 0-13 0,0 0-3 15,0 0-22-15,0 0-13 0,0 0-87 0,0 0-177 16,0 0-385-16,-8-14 172 16</inkml:trace>
  <inkml:trace contextRef="#ctx0" brushRef="#br0" timeOffset="-74076.38">20151 13007 106 0,'0'-3'246'0,"0"3"-20"0,-3-7-22 0,3 7-21 16,0-3-24-16,0 3-16 0,-4-2-13 0,4 2-15 15,-11 5-12-15,2 0-10 0,-5 7-12 0,-4 0-9 16,-6 6-5-16,-3 3-10 0,-1 1 2 0,-3 2-20 16,-7 8 6-16,7-9-7 0,3 2-6 0,-1-4-2 15,1 0-6-15,2 0 3 0,2-2-3 0,1-2-4 0,1-2 1 0,4-3-4 16,5-1-1-16,3-3-1 0,0-1-1 0,2-1-1 15,1-2-2-15,3 0 3 0,-1 0-2 0,0 0-3 16,1-2 10-16,0-1 4 0,4-1-2 16,-3 4 2-16,3-4-1 0,0 0-2 0,0 0-2 0,0 0-2 15,0 0-8-15,0 0-13 0,0 0-21 0,17-9-32 16,-11 6-42 0,5-2-53-16,-2-1-65 0,2 0-129 15,-1-3-373-15,-1 3 165 0</inkml:trace>
  <inkml:trace contextRef="#ctx0" brushRef="#br0" timeOffset="-73361.41">20302 12596 90 0,'7'-3'154'16,"1"6"-13"-16,2-3-17 0,-1 3-13 0,0 3-11 31,1-1-11-31,-1 6-2 0,-1-3-3 0,-3 4-6 16,0 2-7-16,3 3-2 0,-7-1-13 0,0 0 3 15,2 1-7-15,-6 1-7 0,1 1 0 0,-6-2 12 16,3-1-14-16,-4 1 6 0,0-3 8 0,3-3-7 16,-6 3 8-16,7-4-3 0,-4-3 7 0,2 0 7 0,2 0 2 0,1-4 9 15,1 0 4-15,0 1 6 0,2 1 13 0,-1-4 15 16,2-1 13-16,-4 4 10 0,4-4-10 0,0 0-11 15,0 0-16-15,0 0-8 0,11-16-9 0,-3 8-14 16,2-1-7-16,4-4-6 0,0 1-3 0,3-2-6 16,2-3-3-16,-6 1-6 0,2 2-8 0,-2 0-6 15,1 0 6-15,-2 2-8 0,-5 3 1 0,1 0 4 0,-3 3 3 16,0 2-5-16,-1-2-2 0,0 1-7 0,-3 3 1 0,2 1-13 16,-1-3-15-16,-2 4-14 0,0 0-5 0,0 0 5 15,0 0-4-15,0 0 2 0,-9 16 1 0,4-5 5 16,-1 0 0-16,-1 4 3 0,1 1 0 0,2 2-5 15,3 0 8-15,1 2 0 0,2-3 4 0,6 9 4 16,5-4-7-16,4-1-16 16,4-3-31-16,3 2-50 0,4-2-72 15,7-2-89-15,-3-5-253 0,1-1-563 0,0-2 249 16</inkml:trace>
  <inkml:trace contextRef="#ctx0" brushRef="#br0" timeOffset="-72382.39">18091 13862 24 0,'0'0'184'0,"-5"-1"-5"15,5 1-15-15,-5-3-17 0,5 3-16 0,0 0-12 16,-6-3-10-16,6 3-7 0,0 0-17 0,0 0-3 16,0 0-13-16,0 0-7 0,0 0-2 0,0 0-2 15,0 0-8-15,-7-1-3 0,7 1 1 0,0 0-7 16,0 0-6-16,0 0 1 0,0 0-2 0,0 0 1 16,0 0-2-16,0 0-11 0,0 0 7 0,0 0-9 0,0 0 0 0,0 0-4 15,0 0 4-15,0 0 7 0,0 0 20 0,0 0-3 16,24 0 8-16,-10 0-3 0,15-5-3 0,6 1-1 15,19 1-4-15,6-2 2 0,32 1-9 0,6-2 2 16,5 0-1-16,12 3-2 0,9-7-5 0,12 5 5 0,2-2-4 16,7 4-2-16,-1 0-3 0,2-1 0 0,-4 2-2 15,-3 2 0-15,-4-1-3 0,-6-3-2 0,-6 6 0 16,-12-6-5-16,-10 3 1 0,-9-3 4 0,-28 4-6 16,-1-3 0-16,-6 1 1 0,-16 3-4 0,-4-2-1 0,-5 0 1 15,-9-1 4-15,-5 0 24 0,-5-1 21 16,-4 0 18-16,-3 2 12 0,2 1-1 0,-3-3-9 15,-1 1-23-15,-4 2-25 0,1-3-34 0,-1 3-45 16,-13-7-52-16,-1 6-57 16,-5 0-48-16,1 1-284 0,-10-1-532 0,6 1 236 15</inkml:trace>
  <inkml:trace contextRef="#ctx0" brushRef="#br0" timeOffset="-71364.77">18923 14201 48 0,'0'0'214'15,"0"0"-27"-15,-3-4-17 0,3 4-18 0,0 0-14 0,6-5-15 16,-6 5-13-16,10-3-11 0,-3 3-9 0,5 2-4 16,1-1-14-16,5 0-8 0,-1 3-5 0,5-1-8 15,6 3-6-15,-7 0 0 0,6 3-4 0,-2 1-5 16,-3-2-7-16,-4 1-2 0,2 0 1 0,-2 2-4 16,-4-1-4-16,1 3-4 0,-2 0-10 0,-4-1 8 15,1 2 2-15,-6-2-8 16,-3 0 4-16,2 0-5 0,-6-2-4 0,0 3 5 15,0 0-4-15,-6-2 2 0,4-2 5 0,-5 3-2 16,-3-4 2-16,3 1 1 0,-4 1-3 0,2-5-2 16,1 0 9-16,2-1-2 0,-1 0 8 0,3-3 10 15,2 2 12-15,-1-1 12 0,-1 0 16 0,4-1 16 16,3-1 25-16,-7 3 11 0,7-3-15 0,0 0-8 16,0 0-10-16,7-11-12 0,1 1-7 0,3 2-9 0,3-4-3 15,2-1-8-15,7-4-7 0,-1-1-4 0,1 2-6 0,5-3 2 16,-2-1-6-16,-2 3-3 0,1 1-6 0,-5-1 4 15,-2 6-7-15,-3-3-2 0,0 3 3 16,-1 2 1-16,-5-2-4 0,0 6-4 0,-4 2-3 16,-1-1-1-16,0-1-3 0,-1 2-2 0,-1 0-1 0,3 2-7 15,-5 1-13 1,4-5-11-16,-4 5 0 0,0 0 0 0,0 0 1 16,0 0 5-16,-14 11-1 0,6-4 1 0,-1 1 2 15,-1 5 1-15,-1-2 11 0,-1 4-9 0,1-3 3 16,2 3 1-16,1-3 0 0,3 1 0 0,-1 1 5 0,3-2 0 15,2 0 1-15,1 0 1 0,2-2 0 16,3 2 4-16,4-5 1 0,2 4 2 0,5-5-10 16,2 3-17-16,1-2-25 0,9-2-31 0,-1-1-48 0,1-2-53 0,2-2-60 15,-10 0-199-15,10-1-480 0,-4-1 213 0</inkml:trace>
  <inkml:trace contextRef="#ctx0" brushRef="#br0" timeOffset="-71095.54">19985 14164 298 0,'0'-3'348'0,"0"-4"-20"0,0 7-24 16,-1-5-30-16,2 2-33 0,-1 3-18 0,0 0-24 15,-1-6-24-15,1 6-17 16,0 0-23-16,0 0-18 0,0 0-18 0,0 0-8 15,0 0-12-15,0 0-6 0,1 14-12 16,-2-5-1-16,1 3-17 0,-2 4-19 0,0 2 8 16,-1 2-24-16,-1 6-28 0,2 3-26 0,-2-2-37 0,0 2-47 15,-5 0-45-15,5 0-37 0,-1 2-239 0,1-2-488 16,0 1 215-16</inkml:trace>
  <inkml:trace contextRef="#ctx0" brushRef="#br0" timeOffset="-70963.83">19914 14787 110 0,'0'0'357'16,"-1"3"-5"-16,1-3-4 0,0 3 2 0,0-3-16 16,0 0-16-16,0 0-19 0,-2 4-27 0,2-4-25 15,0 0-30 1,0 0-26-16,0 0-44 0,0 0-79 0,0 0-102 16,0 0-126-16,10-11-178 0,-7 5-175 0,0 0-556 15,6-2 246-15</inkml:trace>
  <inkml:trace contextRef="#ctx0" brushRef="#br0" timeOffset="-69778.05">14406 14650 253 0,'0'0'232'0,"4"-7"-27"0,-1 5-17 0,4-3-18 16,2-1-19-16,2 4-15 0,1-2-18 0,4-1-10 16,2 4-11-16,1 1-15 0,2 1-7 0,-2 1-7 15,1 2-14-15,-1 1 0 0,-2 2-7 0,1 3-6 16,-2 2-5-16,0 3-3 0,-4-2-2 0,1 4-5 16,-3 1 14-16,-4 0-3 0,0 8-5 0,-3-9 2 0,-3 9-12 0,-4-1-1 15,-1-5 1-15,-5 3-5 0,-2 1-2 0,1-1 1 16,0-6-3-16,0-1-2 0,-1-2 3 0,0-2-5 15,0 0 2 1,3-3 1-16,-1-2 5 0,1 2 3 0,4-6 2 16,0 1 7-16,0 0 9 0,0-1 14 15,1 0 22-15,0 0 15 0,0-2 15 0,4-1-9 0,0 0-10 16,0 0-7-16,4-12-12 0,1 3-8 0,7-7-2 16,-2-2-7-16,8-5-4 0,1-2-6 0,1-1-5 15,2 0 2-15,-1-2-4 0,0 3 0 0,2 1-14 16,-2 3 11-16,-2-1-13 0,-5 8-2 0,-1-1-2 15,-3 1 8-15,1 6-12 0,-2-2 3 0,-2 1-1 16,-3 4-7-16,2 0 5 0,-2 2-10 0,-2-1-2 0,1 1-2 16,-3 3-13-16,5 0-7 0,-5 0-2 0,0 0 1 0,4 6 5 0,-3-1-8 15,-2 4 2-15,0 3 5 0,-2 0-2 0,-1 5 6 16,2 0 1-16,0 2-2 0,1-1 3 0,0 7 6 0,2 0 0 16,2-7 2-16,0 3 1 0,4 3 2 15,1-7 1-15,2-1 1 0,1-1-13 0,4-4-30 16,2 2-37-16,2-4-50 0,7 1-57 0,2-4-59 15,-11-3-207-15,3-2-495 0,1-1 220 0</inkml:trace>
  <inkml:trace contextRef="#ctx0" brushRef="#br0" timeOffset="-69577.25">15330 14887 22 0,'0'0'330'0,"-3"-3"-15"0,3 3-22 0,0 0-23 16,-4-4-19-16,4 4-26 0,0 0-18 0,1-5-25 15,-1 5-21-15,12-5-12 0,-2 2-26 0,3-2-27 16,0 0-30-16,3 1-45 0,6-2-43 0,-1 2-54 0,-1 2-52 16,7-5-55-16,-10 5-201 0,-4-1-416 0,2 0 184 0</inkml:trace>
  <inkml:trace contextRef="#ctx0" brushRef="#br0" timeOffset="-69394.79">15413 14975 14 0,'-4'1'166'0,"0"2"-16"0,0 1-3 0,4-4 0 16,3 5 11-16,3-5-3 0,-6 0-11 0,16 0-7 15,-3-2-15-15,4 0-14 0,4 0-8 0,5-4-14 16,2 2-13-16,3-1-39 0,-4 1-47 0,0 0-57 15,1-1-71-15,-9 1-113 0,1 1-273 0,-1 1 122 16</inkml:trace>
  <inkml:trace contextRef="#ctx0" brushRef="#br0" timeOffset="-68876.64">16118 14737 166 0,'0'-4'215'0,"0"-2"-11"16,0 2-8-16,0 4-4 0,0-4-8 0,0 4-10 16,1-6-16-16,-1 6-10 0,0-5-17 0,0 5-13 0,0 0-11 0,0 0-9 15,0 0-10-15,0 0-13 0,-7 0-12 0,7 0-5 16,-16 10-6-16,6-6-7 0,1 5-3 0,-2 2-6 15,-2 1-4-15,0 3-6 0,-1 2-4 0,2-3-3 16,1 3-2 0,2 0 0-16,0 2-2 0,0-2-3 0,4 3 0 15,1-3 0-15,4-3-1 0,0 1 7 0,4-6 6 16,0 4 8-16,6-5 8 0,0 1 4 0,7-2 1 0,2-4 0 16,4 0-6-16,7-3 0 0,-2-4-6 0,0-1-1 15,-8-3-3-15,5-4-2 0,-8 5-1 0,0-7-2 16,-3 2-2-16,-5-2-1 0,0-4-1 0,-3 3-5 0,-3-2-6 15,-6-2-14-15,-3 2-8 0,-3 3-18 16,-4-7-19-16,-5 6-26 0,-6 1-38 0,-7 0-47 16,1 3-62-16,-6 4-220 0,0-1-480 0,5 3 213 0</inkml:trace>
  <inkml:trace contextRef="#ctx0" brushRef="#br0" timeOffset="-67558.11">15108 12692 5 0,'3'-3'202'0,"-3"3"-15"0,0 0-9 0,0 0-18 0,0 0-8 0,-3-6-9 16,3 6-13-1,0 0-8-15,0 0-13 0,0 0-5 16,3-3-11-16,-3 3-3 0,0-4-12 0,0 4-6 16,1-4-8-16,-1 4-1 0,2-6 1 0,0 1-2 15,0 0-7-15,0 0-4 0,-2-4-3 0,3 1-8 0,1-4-3 16,-1 2 1-16,4-2-3 0,-1-2-10 0,-1-2 2 15,-1 0-2-15,0-1-4 0,0-1-4 0,-3 3 0 16,5-2-1-16,-3 1 0 0,-2 0 3 0,-1-1 2 16,0 5 7-16,0 2 9 0,0 1-2 0,0 2 4 0,0 0-4 0,-1-1-6 0,-2 3-5 15,-2 0-8-15,0 1 1 0,0 1-13 0,-4 1 1 16,-5 4-3-16,1-1 0 0,-6 5 0 0,-5 4 0 16,-4 2-3-16,-4 3 1 0,-4 4 1 0,-9 5-1 15,-6 5-2-15,1-3 0 0,-1 1 3 0,0 0-3 16,1-2 1-16,2 1 6 0,-3-2-7 0,3 0 2 15,15-7 0-15,-4-3 1 16,0-3 1-16,5-1 1 0,4-1-4 16,0-2 10-16,7-2-4 0,6-2-3 0,2-1 18 15,1 0 19-15,5-2 15 0,-5-2 22 0,4 0 2 16,3-3-7-16,-1 0-2 0,5-4-7 0,-1-2-8 16,4-1-2-16,-2-5-9 0,7-2-4 0,-1 0-7 15,5-3-4-15,-2 2-2 0,5-2-3 0,-5 5 1 0,3 1-4 16,-1 4-1-16,-2 2-4 0,0 3-3 0,-1 0 4 0,6 2-13 15,-4 2 1-15,3 1-1 0,0 2-3 0,7 2 0 16,-1 5 3-16,8 0-5 0,4 4-1 0,-2 1 2 16,5 2 2-16,1 0-1 0,1 3 0 0,10 5-1 0,-9-6 1 15,-1 0-1-15,-2 1 3 0,0-3-3 0,-4-2-15 16,-2 2 0-16,0-5-18 0,-1 2-16 16,-6-6-15-16,-2-2-21 15,-2 3-24-15,-1-5-24 0,-3-2-28 0,2 1-33 0,-3-4-40 16,-2 0-209-16,-1-1-479 0,-4 1 213 15</inkml:trace>
  <inkml:trace contextRef="#ctx0" brushRef="#br0" timeOffset="66140.59">21608 13597 45 0,'0'0'138'0,"0"0"-11"0,0 0-7 16,0 0-7-16,-4-2-37 0,4 2-29 0,0 0 19 16,0 0 12-16,0 0 7 15,0 0-5-15,0 0-5 0,0 0-6 0,0 0-6 0,0 0-4 0,0 0-10 0,0 0 0 0,0 0-1 16,0 0-8-16,0 0 0 0,0 0-7 0,-4-2-9 15,4 2 5-15,0 0 0 0,0 0-4 0,0 0 1 16,0 0-1-16,-12 1-2 0,12-1 7 0,0 0-1 16,0 0 2-16,0 0 0 0,0 0-2 0,0 0 1 15,0 0-2-15,0 0-6 0,0 0-3 0,0 0-7 16,0 0 2-16,0 0 6 16,0 0-5-16,34-1 0 0,-14-4-2 0,8 0 0 15,4 2-4-15,3 0 5 0,-3-2-5 0,0 1 0 16,-2 2 4-16,-3-2-4 0,-7 4 1 0,1-4-7 15,-7 2 6-15,-1 1-1 0,-2 0-4 0,-2 1 1 16,-2-3 1-16,-1 3-1 0,0 0-2 0,-6 0-9 16,8 0-10-16,-8 0-3 0,0 0 0 0,0 0-17 15,0 0-15-15,-14 8-24 0,4-4-25 0,-2-1-33 0,1 2-150 0,-3 0-305 16,1-1 135-16</inkml:trace>
  <inkml:trace contextRef="#ctx0" brushRef="#br0" timeOffset="66557.25">21671 13774 146 0,'0'0'152'0,"0"0"0"0,0 0-14 16,0 0-5-16,0 0-6 0,0 0-4 0,-6 0-16 15,6 0-3-15,0 0-14 16,0 0-10-16,0 0-5 0,0 0-3 0,31-3-8 15,-13 0-4-15,11 2-4 0,2-2-4 0,2-2-5 0,5 1-1 16,-2-1-2-16,-3 2-6 0,3-1-2 16,1-4-5-16,-5 6-1 0,-2-1 5 0,-9 3-10 15,-2 0-2-15,-6-1-1 0,1-2-7 0,-2 0 1 0,-6 3 3 16,-1-1-1-16,3 0 4 0,-3 1-7 0,-5 0 1 16,0 0-5-16,10 0-7 0,-10 0-7 0,0 0-22 0,0 0-37 15,0 0-52-15,-15 4-89 0,15-4-104 0,-17 1-331 16,17-1 147-16</inkml:trace>
  <inkml:trace contextRef="#ctx0" brushRef="#br0" timeOffset="71629.09">23173 12960 14 0,'0'0'63'0,"-6"1"0"0,6-1-5 16,0 0 4-16,0 0-2 0,0 0-1 0,-7-1-1 15,7 1 0-15,0 0-2 0,0 0-8 0,0 0-2 16,0 0 1-16,0 0-3 0,0 0-1 0,0 0-1 16,0 0-7-16,0 0 2 0,0 0-7 0,-4-4-2 15,4 4-5-15,0 0-2 0,0 0 4 0,0 0-4 16,0 0-4-16,0 0 7 0,0 0-3 0,0 0-2 15,0 0 5-15,0 0-2 0,0 0-5 0,0 0 8 0,0 0 5 16,0 0 10-16,0 0-6 0,0 0-3 0,0 0-3 0,0 0 0 16,0 0 3-16,0 0-5 0,0 0-1 0,0 0 0 15,0 0-2-15,0 0 0 0,0 0-6 0,17-1-3 16,-7-3-1-16,8 0 2 0,4-1-1 0,10 2 3 0,-2-2 3 16,5 0-4-16,-2 1 1 0,-3 0-4 15,0 0-1-15,-3 0 3 0,-4 2-3 0,-4 0-1 0,-2 1-6 16,-6-2 3-16,3 3-10 0,-3 0-7 0,-3 0-11 15,-1 0-16-15,-7 0-14 0,9 0-6 0,-9 0 4 0,0 0-21 32,1 3-26-32,-1-3-131 0,0 0-248 0,-20 4 110 15</inkml:trace>
  <inkml:trace contextRef="#ctx0" brushRef="#br0" timeOffset="72211.61">23128 12965 30 0,'0'0'161'15,"0"0"-16"-15,-6-1-8 0,6 1-25 0,0 0-11 16,0 0-10-16,0 0-7 0,0 0-14 0,0 0-2 15,0 0-13-15,13 12-9 0,-7-8 7 0,4 3-13 0,-1 0 0 16,4 1-6 0,5 2-9-16,-3 2 3 0,3-2-1 0,6 5-2 15,-1-1-4-15,-2 2-1 0,3 1-9 0,0-2 8 16,-1 0-2-16,-1 2-3 0,0-3 8 0,-6-2-10 16,0-2-10-16,0 1 7 0,0-2 1 0,-1 0-4 15,-3-2-1-15,-3 0 3 0,2-2-9 0,-2 0 12 0,0 0-5 16,-2-3-3-16,-1 1-2 0,1-3 7 0,-4 3 15 15,1-2 11-15,-4-1 21 0,6 1 4 0,-6-1 1 0,0 0-6 16,10 0-6-16,-10 0-1 0,0 0-4 0,0 0 2 16,7-4-1-16,-7 4-9 0,0 0-3 0,0 0-8 15,4-1-10-15,-4 1-25 16,0 0 2-16,0 9 0 0,-2 1-1 0,-5 6-1 0,-4 9 0 0,-3 4 4 0,-6 12-3 16,-3 5 0-16,-4 0 2 0,0 2-3 0,-1 2 12 15,-3 2-7-15,3 0-3 0,0-2 3 0,0-2 9 16,4 0-3-16,-2-1 2 0,6-4-5 0,2-9 5 0,1-4 1 15,3-1 2-15,-2 0-11 0,0-3 6 0,3-7 6 16,5-2-6-16,1 0 6 0,2-8-6 0,1 2 0 16,0-4 0-16,2 0 6 0,0-3 6 0,0 1 9 15,2-1 2-15,-4-3 1 0,4-1 2 0,0 6-1 16,-2-4-1-16,2-2-1 16,0 0-8-16,-3 5 3 0,3-5 0 0,0 0-6 15,-1 4-4-15,1-4-4 0,0 0-7 16,0 0-17-16,0 0-22 0,0 0-35 0,0 0-29 15,0 0-48-15,0 0-170 0,0 0-350 0,0 0 154 0</inkml:trace>
  <inkml:trace contextRef="#ctx0" brushRef="#br0" timeOffset="72611.53">23110 14168 1 0,'-7'0'144'15,"-1"2"-7"-15,3-2-3 0,5 0-4 0,-9 0-13 16,9 0-12-16,-8 1-1 0,8-1-10 0,0 0-19 15,-7 0-1-15,7 0-10 0,0 0-5 0,0 0-6 0,0 0 1 0,0 0-7 16,0 0-4-16,33-1-7 0,-12-1-1 0,10-2 0 16,6-1-6-16,14 0-1 0,2-4 0 0,3 1-1 15,4 1-3-15,3-1-6 0,-6 3 4 0,3-4-5 16,-6 6-3-16,-4-2 4 0,-12 1-1 0,-1-2-4 16,-4 4-2-16,-1 0-1 0,-5-1 1 0,-5 1 2 15,-5-2-10-15,-4 4 7 0,-4 0-2 0,-1-2 4 0,-3 2 6 0,3-1 7 16,-8 1 1-16,8 0 2 0,-8 0-1 15,0 0-7-15,7-1-20 0,-7 1-31 0,0 0-47 16,0 0-37-16,0 0-184 0,-19-1-325 0,19 1 144 16</inkml:trace>
  <inkml:trace contextRef="#ctx0" brushRef="#br0" timeOffset="73897.61">23054 14473 4 0,'-2'-3'157'0,"2"3"-16"0,0 0-1 0,-2-4-11 15,2 4-19-15,0 0-12 0,0 0-7 0,4-5-9 16,-4 5-11-16,9-4-7 0,-3 1 0 0,1 3-13 16,-1 0 2-16,6 0-11 0,-2 0-4 0,3 3-5 15,-2-1-5-15,2 3-3 0,2 2-2 0,2 1-3 0,-2 0 7 16,1 2-5-16,-2 5 0 0,-3-2-3 0,1 3-2 15,-2 1-3-15,-1 8 0 0,-5-6 5 0,1 2-4 0,-5 6-5 16,-5-2-2-16,0 0 1 0,-2-7 5 0,-2 0-5 16,-5 5 3-16,5-6 13 0,-5 0 10 15,1-2-14-15,1-4 2 0,0 2 3 0,-1-2-2 16,1-2-1-16,1-3 6 16,2 0 0-16,2 0 9 0,0-3 8 0,2-1 18 15,1 3 17-15,1-2 18 0,3-3-5 0,-7-1 0 0,7 1-8 16,-1-7-10-16,2 2-8 0,3-6-8 15,2 0-6-15,5-4-5 0,1-1-6 0,5-4-4 16,2-1-7-16,4 2 0 0,-5-1-6 0,1 1-1 0,2 2-4 16,-6 2-1-16,0 1-1 0,-1 4-4 0,0-2-1 15,-5 7-3-15,0-3 0 0,-2 4-3 0,-2-1-1 0,0 1-2 16,1 3-2-16,-4-2 0 0,0-1-6 0,2 2-2 16,-4 2-12-16,5-2-4 0,-5 2-1 0,0 0 3 15,0 8-5-15,0-3 4 0,-4 3 3 0,2 0-1 16,-1 1 5-16,1 0-2 0,0 3 2 0,0 0 3 15,0 0 3-15,0 0-3 0,2 1 5 0,1 3 2 16,2-4 0-16,-1-1 1 16,3 0-6-16,3-1-16 0,6 2-16 15,-5-4-29-15,9 1-25 0,-4 0-40 0,5-3-41 0,-1-4-222 16,3 1-431-16,-1-3 191 0</inkml:trace>
  <inkml:trace contextRef="#ctx0" brushRef="#br0" timeOffset="74113.56">23719 14671 151 0,'-2'-4'246'0,"2"4"-24"16,-2-3-21-16,2 3-11 0,2-5-29 0,-2 5-17 15,7-5-16-15,-4 1-20 0,5 1-21 0,2 1-39 16,3 0-36-16,1 1-46 0,4-4-55 0,-4 5-174 16,0-3-284-16,0 2 126 0</inkml:trace>
  <inkml:trace contextRef="#ctx0" brushRef="#br0" timeOffset="74267.08">23729 14858 19 0,'-2'3'197'16,"-1"-1"-5"-16,3-2-7 0,0 0-25 0,0 0-16 16,0 0-16-16,20-4-15 0,-1 0-10 0,1-1-18 15,10 2-37-15,1-3-46 0,3-2-49 0,-3 1-83 0,0-1-71 16,-2-1-216-16,0 1 97 0</inkml:trace>
  <inkml:trace contextRef="#ctx0" brushRef="#br0" timeOffset="74571.42">24286 14590 101 0,'-9'0'228'0,"9"0"-22"0,-13 2-18 15,6 2-18-15,-2 2-18 0,2 1-13 0,-4 3-17 16,0 4-12-16,2-2-12 0,-1 2-9 0,5 2-8 15,1-5-6-15,4 6-6 0,2-5-9 0,2 0-3 0,5 1-2 0,3-1-6 16,6-2 1-16,6-1-6 0,6-4-5 0,2-1-2 16,-2-5 0-16,-1-4-7 0,-1-1-1 0,-3-1 7 15,-4-2-18-15,-9-1-2 0,1 0-5 16,-3-5-6-16,-3 0-2 0,-6-1-8 0,-2-3-4 0,-7 3-7 16,-6 3-7-16,-4-6-14 0,-6 2-12 0,-4 2-20 15,-5 1-29 1,-1 4-31-16,-3 0-33 0,0 0-140 0,3 3-326 15,3 0 145-15</inkml:trace>
  <inkml:trace contextRef="#ctx0" brushRef="#br0" timeOffset="76154">23583 12501 123 0,'0'0'144'16,"0"0"-24"-16,0 0-6 0,0 0-14 0,0 0-1 16,0 0-11-16,0 0-6 0,0 0-4 0,0 0-1 15,0 0 1 1,0 0-5-16,0 0-9 0,0 0 0 0,0 0-1 0,0 0 6 16,0 0-5-16,0 0 7 0,0 0 4 0,0 0 2 15,0 0-1-15,3-7-9 0,-3 7-7 0,-2-3-6 16,2 3-4-16,2-7-5 0,-2-1-4 0,2 3-1 15,-2-3-3-15,2 0 0 0,0-1-2 0,-2 1-3 16,0-1 1-16,1-1-1 0,2-1 3 0,-2 1-2 16,1 0 1-16,-2 5 0 0,2-2 2 0,-2-1-2 0,0 3-5 15,0-3-2-15,0 6 1 0,0-4 0 0,0 1-1 0,0 5-7 16,0-5-4-16,0 0-5 0,0 5-1 0,-4-5-9 16,4 5-7-16,-11 4-3 0,2 2 1 0,-5-4-1 15,-2 7 1-15,-11 8 0 16,1 1-1-16,-6 2-1 0,-13 9-2 0,2 2 4 0,0-2 2 0,-5 5-2 0,3-1 3 15,-1-1 0-15,3-2-1 0,1-4 4 0,10-2-6 16,0-6 5-16,0 0 0 0,2-3-2 0,3-1 1 16,9-4 2-16,-2-2-1 0,2-3 0 0,5 1 0 0,0-4 6 15,-2-1 2-15,4-2 3 0,-3 0 3 0,2-5 8 16,1 1 6-16,2-4 14 0,0 1 0 0,1-2 1 16,3-3-1-16,0-2-5 0,5-2-5 15,0-1-6 1,1-1-1-16,3 3-8 0,6 1 4 0,-2 0-5 0,1 6-1 0,5-1-2 0,1 0-1 0,2 3-4 15,1 3-1-15,11-2 0 0,-1 5-1 0,4 5-2 16,3 0 0-16,-1 4 3 0,1 1-5 0,1 1 1 16,-2 2-4-16,3 0-19 0,0 1-26 0,0 3-25 15,-2-3-28-15,-2 1-39 0,1-4-53 0,-7 1-216 16,0-3-444-16,-5-3 196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35:42.71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24593 12787 109 0,'0'0'107'16,"1"-8"-5"-16,-1 4-4 0,0 4 1 0,0-7-6 15,-1 5-8-15,1 2-7 0,1-8 2 0,-1 8-5 16,1-5-3-16,-1 5 1 0,-1-5-2 0,1 1-8 16,1 1-7-16,-1 3 1 0,2-7-10 0,-2 7-5 15,0-4 3-15,1 0-8 0,-1 4-1 0,-3-6-2 0,3 6 3 0,0-5-6 16,0 5-4-16,0-6 1 0,0 6-1 0,0-6-1 15,0 6-5-15,0-3-1 0,0 3 0 0,0-5 0 16,0 5-1-16,0-5 2 0,0 5-5 0,0 0-2 16,0 0-4-16,-1-5 0 0,1 5 0 0,0 0-2 15,0 0-5-15,0 0 4 0,-1 18-4 0,-2-7 2 16,1 6 1-16,-2 3-6 0,0 8 3 0,-5 4-1 0,4 4-1 0,-3 13 1 16,-2 4-3-16,0 0 5 0,2 0 2 0,-2 3-4 15,-3-2 0-15,4-1 4 0,1 1-4 0,-2-3-7 16,-3-3 4-16,3-1 4 0,-3-13-1 0,1 2 0 15,-6 9 0-15,1-15-8 0,-3 1 9 0,-1-2-1 16,-2-4-2-16,4-1 0 0,-4-5-1 0,2 1-1 16,6-9-1-16,-4 0 3 15,4 0 0-15,-2-5-5 0,4-2 4 0,2-4 7 16,-3-2-3-16,4 1 3 0,-3-4-1 0,4-6 3 16,4 2 5-16,2-3 2 0,1-1 1 0,4-1 3 15,5-3-8-15,0 0 0 0,6 2 1 0,5-6 2 16,4 1-3-16,1 3 0 0,2 3-5 0,-2 2-1 15,0-1 3-15,0 6-1 0,-5 3 0 0,3 1-5 16,-1 1 0-16,-1 5-2 0,8 3 1 0,-7 2 0 0,0 4-3 0,1 5-4 16,2 4 4-16,-2 3 1 0,-6 6-1 15,2 1-3-15,-6 14 4 0,1 5-3 0,-3 0 0 0,-5 0 7 16,-4 4-3-16,0-2 0 0,0 0-2 0,-4 1 0 16,-5-6 2-16,0-1-4 0,2-15 3 0,0-2-3 15,3-3 4-15,0-6-5 0,-1 0 3 0,1-4 0 16,3-4 1-16,0 0 4 15,1-3-6-15,1 2 10 0,-1-5 8 16,4 0 0-16,2 2-4 0,3-4-1 0,9 3 2 0,11 1 1 0,12-4-1 16,18 2-12-16,0-3-33 0,6-3-71 0,1-1-243 15,28-4-375-15,-37 1 166 0</inkml:trace>
  <inkml:trace contextRef="#ctx0" brushRef="#br0" timeOffset="1212.58">25197 13266 145 0,'3'-5'145'0,"-1"-1"0"0,2 2-8 0,4-1-15 0,-1-2-18 16,2 5-14-16,9-2-5 0,-1 0-5 0,-1 3-1 15,1 2-10-15,2 2-4 0,2 2-5 0,-1 3-14 16,7 6 4-16,-3 0-7 0,-2 5-2 0,-5 1-7 16,2 1-2-16,-6 4-2 0,-3 0-5 0,-5 1 1 15,-3 0-3-15,0 4-7 0,-6 1-4 0,-4-2 8 16,-2-3-13-16,-3 3 2 15,-3-3 1-15,-1-1-3 0,-2-3-3 16,-3 0 1-16,5-3-3 0,2-8 3 16,2 2 3-16,-2-1-7 0,2-4 6 0,4 0-2 0,-2-4-3 0,0 0 8 0,6 1 9 15,-1-2 24-15,-2-1 32 0,5 1 23 0,3-3-10 16,0 0 0-16,-9-8-6 0,10 1-7 0,0-1-6 16,3-3-9-16,7-6-6 0,3-3-5 0,8-3-7 15,-4-1-3-15,5 1-2 0,4-3-6 0,-3-2 1 0,2 3-6 16,-3 3-2-16,1 2-6 0,0-1-1 15,-5 4-3-15,-6 1 3 0,0 7 0 0,-3 0-6 16,-2 3 0-16,-3 0-3 0,-1 1-3 0,0 1-9 16,-1 1-13-16,0 0-9 0,-3 3 2 0,0 0 2 0,0 0 6 15,-5 19 1-15,1-10 1 0,-1 7-2 0,-4-2 1 16,3 3 6 0,-2 0-6-16,4 1 1 0,-1 0 1 0,1 2-2 15,-1-3 1-15,3 0 6 0,3 1 1 0,5-1 0 16,1 1 2-16,4-4 0 0,3 1 0 0,9-2-6 15,5-1-37-15,2-2-48 0,3-3-57 0,1-3-80 16,2 1-122-16,1-5-384 0,3-3 169 0</inkml:trace>
  <inkml:trace contextRef="#ctx0" brushRef="#br0" timeOffset="5289.04">26126 13046 167 0,'1'-5'176'0,"-1"-2"-9"0,2 1-3 16,-1 2-13-16,0-1-14 0,0 1-17 0,-1 0-9 15,2 0-15-15,-2 4-10 0,0 0-11 0,0 0-8 16,0 0-9-16,-11 13-4 0,1 4-5 0,-5 7-9 16,-3 6-4-16,-5 9-8 0,0 7-3 0,0-1-5 0,1 0 0 15,1 3-3-15,5-2-3 0,2-2 0 0,5-8 1 0,4-2-11 16,3 0 5-16,0-3-5 0,5 3 7 0,1-1-4 15,1-3 2-15,6-4-3 0,1-1-1 0,1-1 2 16,3-2 0-16,-3-5 2 0,2-3 3 0,-3-1-2 16,2-1-3-16,-4-5 3 0,2 0-6 0,-1-2 3 0,-2 2 3 15,0-4-1-15,0 1-2 0,-3-1-2 0,-1-1 1 16,-1 0-3-16,0-2-6 0,-1 4-7 0,-3-4-28 16,0 0-22-16,0 0-29 0,9-5-38 0,-9 5-165 15,0 0-315-15,-11-10 139 0</inkml:trace>
  <inkml:trace contextRef="#ctx0" brushRef="#br0" timeOffset="5905.6">26325 13285 110 0,'4'-2'162'0,"-1"-1"-14"15,0 1-15-15,-3 2-23 0,7-3-6 16,-1 1-5-16,1 2-12 0,-7 0-15 0,14 5 1 0,-5 0-7 16,2 4-5-16,-2-1-6 0,1 6-3 0,-1 3-10 15,1 0-5-15,-3 2 2 0,-1 5-14 0,1 1-3 16,-6-6 3-16,-1 8 1 0,-1-8-6 0,-6 7 2 16,2-8-6-16,0 6 2 0,-2-7-5 0,-2-3 4 0,2 3-5 0,-1-7-3 15,-2 0 4-15,1-1-5 0,2-1 2 0,-1-2 4 16,-1 0 4-16,5-3 19 0,-1 1 23 0,1 0 28 15,0-3 19-15,4-1-3 0,-6 0 1 16,6 0-2-16,-4-7-5 0,4 2-7 0,3-3-8 0,2-4-9 16,1-2-7-16,3-1-7 0,4-2-3 0,4-7-8 15,2 2-7 1,0 3-3-16,1 0-6 0,-7 6-5 0,1 1-1 16,-1 0-4-16,-3 4 0 0,-2 1-3 0,-3 2-3 0,0-1-6 15,-1 3-2-15,1 0-8 0,-1 1-7 0,0-1-12 16,-4 3 4-16,0 0-3 0,6 8 2 15,-5-5 0-15,1 6 0 0,0-1-2 0,0 3 3 16,-1 1 0-16,1-1 2 0,2 4-6 0,2 1 5 16,2-1-5-16,-1-4-5 0,3 4-14 0,1 0-24 0,5-3-38 0,7 5-55 15,2-5-69-15,3-6-176 0,-1 2-431 0,4-5 190 16</inkml:trace>
  <inkml:trace contextRef="#ctx0" brushRef="#br0" timeOffset="6290.9">26918 13511 14 0,'-11'-1'115'16,"11"1"4"-16,-8 0-31 0,8 0 9 0,0 0-10 0,-5 1-19 15,5-1 10-15,0 0-4 0,0 0-6 0,0 0-3 16,-8-1-1-16,8 1-5 0,0 0 9 0,0 0-3 16,0 0-4-16,0 0 5 0,0 0 2 0,0 0 3 15,0 0 1-15,0 0-5 0,0 0-5 0,0 0 0 16,0 0-5-16,0 0 1 0,0 0-6 0,0 0-7 16,0 0-4-16,0 0-1 0,0 0-7 0,32-2-5 0,-14 1-5 15,3 1 1-15,7 0 0 0,0 0-1 0,1-2-8 16,1 2 3-16,0-2-4 0,0 2 2 0,-2-2-3 0,-9 1-2 15,1 1 1-15,-2-1-3 0,-4 0 1 0,0 1-1 16,-5 0-4-16,0-2-2 0,-4 2-12 16,-5 0-16-16,9-2-33 0,-4 1-44 0,-5 1-42 15,2-4-27-15,-2 4-118 16,-7-7-313-16,2 4 139 0</inkml:trace>
  <inkml:trace contextRef="#ctx0" brushRef="#br0" timeOffset="6638.31">27479 13336 56 0,'0'-5'280'15,"0"2"-13"-15,0 3-12 0,-2-7-21 0,2 2-21 16,0 5-21-16,0 0-22 0,2-4-19 0,-2 4-18 15,0 0-21-15,0 0-16 0,0 0-11 0,0 0-8 0,0 0-13 0,7 16-7 16,-4-6-13-16,3 1-3 0,-3 6-1 0,1 1-9 16,0-1-4-16,0 3-2 0,1 6-3 0,0-6 0 15,-4-1-7-15,3 0 3 0,1-1-2 0,-2-2-5 16,-2 0 0-16,2-3 0 0,-2-1 2 16,0 0-5-16,2-4-1 15,-3 1 1-15,1-2-2 0,-1-1-12 0,0-2-2 16,0 1-5-16,0-1-7 0,0 0 3 0,3-2-1 0,-3-2-16 15,0 0-36-15,0 0-57 0,0 0-36 16,0 0-66-16,-7-9-124 0,6 3-381 0,0-3 169 0</inkml:trace>
  <inkml:trace contextRef="#ctx0" brushRef="#br0" timeOffset="6907.62">27602 13101 68 0,'1'-5'216'0,"-1"1"-24"0,0 1-16 0,0 3-18 16,10-2-7-16,-2 4-17 0,6 3-8 0,7 6-4 15,5 2-8 1,2 8-12-16,4 1-8 0,11 10-7 0,-4 0-9 16,-6 4-3-16,-1 1-9 0,-5 3-7 0,-9-10-8 15,0 1-1-15,-8 0-10 0,-1 1-7 0,-1-3 2 16,-6 3-3-16,-4-4-5 0,-1 0-3 0,-6-6 0 15,3 3-2-15,-7-8-5 0,-5 2 2 0,-3-2-4 0,1-1-1 0,3-3-5 16,-1-3 3-16,-3-2-5 0,2 1-5 0,1 0-5 16,-1-3-27-16,1-1-21 0,5-1-36 0,3 1-30 15,-3-3-25-15,8-2-196 0,-3-2-364 0,8 2 162 16</inkml:trace>
  <inkml:trace contextRef="#ctx0" brushRef="#br0" timeOffset="7246.19">28330 13594 22 0,'-9'-2'211'0,"9"2"-14"16,-2-3-15-16,2 3-18 0,0 0-18 15,-4-2-13-15,4 2-8 0,0 0-13 0,0 0-17 0,0 0-4 16,0 0-12-16,0 0-8 0,0 0-7 0,0 0-4 16,0 0-6-16,-5-3-5 0,5 3-2 0,0 0 8 15,0 0-5-15,0 0 6 0,0 0-1 0,0 0 0 16,0 0 1-16,0 0-5 0,0 0 2 16,0 0-4-16,0 0-4 0,0 0-8 0,11-1-1 0,2-2-3 0,4 2-5 15,4-2-5-15,7 0-2 0,7 1-1 0,1-1-4 16,2 1 1-16,-1-1-4 0,1 2-4 0,1-3 1 15,-6 2-6-15,-2 1-7 0,-10 0-16 0,-3-2-17 0,2 1-21 16,-8 0-19-16,0 0-23 0,-6-1-51 0,-1 0-42 16,-3 1-152-16,-2 2-373 0,-7-5 166 15</inkml:trace>
  <inkml:trace contextRef="#ctx0" brushRef="#br0" timeOffset="7493.54">28517 13435 118 0,'-1'-5'231'0,"-1"2"7"0,2-3-1 16,-1 3-1-16,0-1-14 0,1 4-7 0,-1-5-30 0,1 5-18 0,0-5-15 15,0 5-8-15,0 0-30 0,-2-4-18 0,2 4-10 16,0 0-13-16,0 0-14 0,3 14-5 0,-1-3-7 16,1-1-4-16,1 10-4 0,-2-3-5 0,1 1-3 15,2 5-5-15,-3-2 1 0,4 3-1 0,1 1-5 16,-2-8-3-16,0 2-15 0,-1 1-16 0,0-2-30 15,1 0-30-15,-3-2-23 16,0-1-39-16,3-3-64 0,-5 0-199 0,3-7-430 16,-1 3 191-16</inkml:trace>
  <inkml:trace contextRef="#ctx0" brushRef="#br0" timeOffset="7979.42">28988 13302 139 0,'13'2'159'15,"1"-1"-19"-15,4 3-2 0,0 2-14 0,1 5-13 16,-2 2-5-16,3 2-8 0,2 3-13 0,-5 2-5 0,-2 2-5 15,-1-1-10-15,-4 3-12 0,-2-1 1 16,-4-2-9-16,-3-2-3 0,-2 6-8 0,-3-6-5 16,-4 0-2-16,2 0-1 0,-4 0 2 0,0-2 0 15,-3-2-8-15,-2 2-1 16,4-6-8-16,-2 0 2 0,4-5 0 0,-1-1 10 16,4 1 11-16,-1-4 5 0,3 3 24 15,-2-2 19-15,1-2 22 0,5-1 21 0,-4 3 27 16,4-3-2-16,0 0-6 0,0 0-18 0,-1-11-5 0,3 3-9 15,6-2-5-15,2-4-20 0,3-2-12 0,6-6-10 16,4 0-6-16,2 0-4 0,0-6-7 16,3 5-6-16,-4-3-5 0,3 3-8 0,-9 2 3 15,-1 7-5-15,-4 0-4 0,-1 6-1 0,-4-2 0 0,-2 5-5 0,1-1-3 0,-4 2-11 16,1 0-15-16,-1 3-16 0,-3 1 2 0,0 0 1 16,0 0 4-16,-7 17 20 0,1-5 1 0,-1 3 1 15,-5 7-2-15,4-3-11 0,-2 6 4 0,1 3-13 16,5-2-3-16,-1-2-1 0,5 2 2 0,5 0-9 15,2 0-22-15,6-4-44 16,3 0-87-16,8-5-350 0,6-1-579 0,2-5 257 16</inkml:trace>
  <inkml:trace contextRef="#ctx0" brushRef="#br0" timeOffset="9114.84">29439 12780 139 0,'2'-5'175'0,"-2"5"-7"0,2-3-16 0,-2 3-14 16,4-2-19-16,-4 2-10 0,0 0-11 0,0 0-8 15,0 0-16-15,0 0-9 0,0 0-2 0,5 7-10 16,-5 3-4-16,4-1-10 0,1 3-3 0,-4 5-6 16,4 2-2-16,3 6 2 0,-3 2-6 0,-1 2-3 15,6 2-3-15,-2 3-1 0,5 9 2 0,-3-8-5 16,2 1 0-16,7 8-3 0,-5-11-2 0,2-2 2 0,0-1-3 0,0-1-2 16,2-3 0-16,1-2-1 0,0-2 5 0,-1-4-4 15,-1-7 0-15,-3 1 3 0,3-1 0 0,-6-5-9 16,1-1 5-16,0 1 1 0,1-6 1 0,-1 0 2 15,-1-2-3-15,0-4 11 0,-1 1-1 0,0-3 2 16,-2 0 4-16,0-3-2 0,0 2 6 0,-1 0 2 16,-1 1 0-16,-3-4 6 0,2 4-2 0,-3-2-5 0,-1 5-3 0,3-1-5 15,-4-1-4 1,0 2 7-16,2 0-6 0,-2 0-5 0,0 2 0 0,0 3-4 0,0 0 1 16,-2-5-4-16,2 5 0 0,0 0-3 0,-10 8 2 0,8 2-2 15,-1 2-2-15,-3 2 2 0,0 5-2 0,1 4 1 16,-1 3-2-16,0 0-3 0,2 4-6 0,0 0 5 15,1 2 3 1,0 0-8-16,-1-1 2 0,5 5-1 0,-4 0 3 0,5-1-9 16,0 11 11-16,3 4 0 0,-3-14-2 0,2-1 4 15,3 12 0-15,-5-10 2 0,4 8-1 0,0-10-3 16,-1-2 13-16,-1 1 1 0,1 1-1 0,-1-6-3 16,1 4 0-16,0-3 0 0,-5-5-3 15,-1 1 4-15,-3-7-7 0,-1-2-3 0,0 0 3 0,-3-3-2 16,1-2 3-16,-7 1-1 0,-2 0-1 15,-2-1-1-15,-6-1-2 0,-3-1-6 0,-7-1-57 0,-1-4-77 0,-2-5-192 0,-4-1-363 16,1-5 161-16</inkml:trace>
  <inkml:trace contextRef="#ctx0" brushRef="#br0" timeOffset="10833.33">30301 13459 91 0,'0'0'145'0,"0"0"-15"0,0 0-9 0,-3-3-13 15,3 3-13-15,0 0-8 0,0 0-10 0,15-6 3 16,-6 6-19-16,4-3-3 0,0-1-10 0,5 0 1 16,-3-2-15-16,3 0 6 0,0-3-7 15,1 4-3-15,0-4-4 0,2 0-3 0,-2-2 3 0,3-1-4 16,1 0 1-16,1-2-5 0,-6 2-4 0,2-5-3 16,-3 6 11-1,-2-2 3-15,0-2 12 0,-6 1 3 0,1 1 7 16,1-1 4-16,-3 4 4 0,-5-2-5 0,1 2-3 15,0 1 1-15,-3 2-6 0,1-1-4 0,-4 0-3 0,1 2-6 16,-3 1-3-16,-1 2-2 0,-3-1-5 16,-4 1-1-16,-6 3 0 0,0 3-2 0,0 3-7 15,-1 0 3-15,-2 5-3 0,3 1-14 0,-2 3 10 16,-2 5 1-16,6 0-6 0,-2-1 0 0,4 5 2 0,4-6-2 0,2 5 3 16,4-3 5-16,3 6-9 0,2-2-2 0,7-1 7 0,4 2 0 15,5-7 0-15,7 1 1 0,7 0 1 0,2-6-4 16,6 0-5-16,9-3-29 0,3-3-44 0,-12-4-57 15,-4-2-195-15,5-1-354 0,-2-4 157 0</inkml:trace>
  <inkml:trace contextRef="#ctx0" brushRef="#br0" timeOffset="11352.29">30688 12879 4 0,'0'0'125'0,"-8"0"-17"16,8 0-4-16,0 0-12 0,-11-1-10 0,11 1-8 16,-9 0-5-16,9 0-6 0,-5 1-1 0,5-1-5 15,0 0 10-15,0 0 11 0,0 0 2 0,16 2-11 16,-2-4 2-16,7 2-12 0,-1 0 1 0,8-1-8 0,3 1-8 16,2-2-9-16,4 0-1 0,3-2-2 0,-3 3-5 15,1-1 12-15,-3-1-22 0,-6 1-4 0,-7 1 2 0,-2 2-2 16,-7-2 3-16,0 1-11 0,-5-2-7 0,-1 2-21 15,-2 0-16-15,-5 0-18 0,0 0-26 0,0 0-28 16,0 0-115-16,0 0-243 0,0 0 108 0</inkml:trace>
  <inkml:trace contextRef="#ctx0" brushRef="#br0" timeOffset="11704.24">31258 12617 16 0,'1'-2'200'0,"3"-3"-20"0,-3 3-23 0,-1 2-9 15,9 0-19-15,-9 0-19 0,13 5-7 0,-4 3-15 16,0 0-5-16,3 5-8 0,1 4-3 0,-1 0-8 0,6 4-4 0,-2 1-5 15,-2 2-2-15,4 0-7 0,-4 1-4 0,0-3-3 16,-2 3-8-16,-6-5-2 0,8 3 0 0,2 3-5 16,-7-9 2-16,-2-1-5 0,1 1-3 0,-3-4 2 15,0-4-4-15,-1 3-5 0,1 0 5 0,-2-4-1 16,-1-3-2-16,-1 0-4 0,1-1 0 0,0 1-6 16,0-3-3-16,-4 4 3 15,2-6-4-15,2 5-1 0,-1-3-22 0,-1-2-20 16,0 0-19-16,0 0-45 0,-10 0-39 0,0-3-124 15,4-1-293-15,1 1 129 16</inkml:trace>
  <inkml:trace contextRef="#ctx0" brushRef="#br0" timeOffset="11900.38">31564 12755 56 0,'0'-4'151'0,"0"4"-14"0,0 0-14 0,0 0-10 16,-17 14-13-16,2-7 3 0,-6 10-17 16,-2 0-10-16,-3 3-11 15,-1 1 0-15,-1 2-8 0,-1 0-6 0,2 1-1 16,1 1-9-16,1-1-6 0,1 3-13 0,2-1-21 16,0-2-34-16,4 3-61 0,4-5-108 0,0-1-217 15,7-6 97-15</inkml:trace>
  <inkml:trace contextRef="#ctx0" brushRef="#br0" timeOffset="12817.66">31922 12564 90 0,'0'-4'199'0,"0"4"-18"0,0-6-15 0,0 6-19 16,7-1-18-16,-7 1-12 0,0 0-14 0,16 8-11 15,-7-2-10-15,5 7-6 0,1 0-12 0,4 7-3 0,1 4-3 16,0 0-7-16,2 3 2 0,-1 0-5 0,0 2-3 15,0-1-4-15,-1 4-3 0,10 7-3 16,-11-11-3-16,-4 0-6 0,0-2-5 0,-3 3 2 16,-1-3-5-16,3-1 1 0,-8-1-1 0,-1-5-1 15,-1-2 0-15,4 0-6 0,-6-7-3 0,0-1 9 16,-1 3-12-16,2-4 0 0,-3-2-10 0,0 0-4 0,0 1-2 0,-3 0-2 16,3-6-8-16,-1 6 0 0,1-3 7 0,-4-2-16 15,4-2-11-15,-6 3-38 0,6-3-27 0,0 0-57 16,-17-5-104-16,10 0-289 0,2-2 128 0</inkml:trace>
  <inkml:trace contextRef="#ctx0" brushRef="#br0" timeOffset="13033.57">32211 12838 22 0,'0'0'212'0,"-1"-5"-19"15,1 2-20-15,0 3-19 0,0 0-19 0,0 0-16 16,0 0-15-16,0 0-7 0,-14 9-14 0,5-1 0 0,-5 1-9 16,-2 2-13-16,-3 6-3 0,-1 2-5 0,-3-1-8 0,0 3 2 15,2-4-12-15,0 1-4 0,-2 2 13 0,3-1-27 16,1-2-17-16,5-1-23 0,-1-2-19 0,2 1-25 16,-1-4-51-16,0 0-147 0,4-3-288 15,2-3 128-15</inkml:trace>
  <inkml:trace contextRef="#ctx0" brushRef="#br0" timeOffset="14807.17">32256 12363 144 0,'2'-3'182'0,"2"1"-8"16,-3-2-19-16,3 1-14 0,0 0-12 0,-1 1-18 15,3-2-9-15,-6 4-13 0,10 0-8 0,-5 4-11 16,4-2-10-16,-2 3-10 0,0 1-4 0,2 3-3 16,0 5-6-16,3 1-8 0,-3 2-3 0,0 6-1 15,-4-5-4-15,1 11-2 0,-2-2 1 0,-4-1-6 16,-1 2-3-1,1-2 5-15,-4 0-3 0,-1-6-5 0,0-1 2 0,1-2-3 16,-1 0 2-16,-2-5-1 0,6 0 0 0,-3-4 0 16,-1-1-3-16,4 0 2 15,-2-2 1-15,2 0 22 0,0-2 20 0,1 1 31 0,0-4 35 0,0 5 29 0,0-5 24 0,0 0-15 16,0 0-12-16,0 0-16 0,11-12-13 0,-6 5-13 16,3-2-8-16,0-1-6 0,3-5-15 15,-1-1-7-15,7-2-6 0,0-6-5 0,-2 4-6 16,-2 5 2-16,-2 1-13 0,1-1 1 0,-3 2-12 15,-2 4 5-15,2-2-8 0,-4 5-7 0,-3-1 3 16,1 5-4-16,1-3-8 0,-4 1-15 0,4 1-29 0,-4 3-27 16,1-2 7-16,-1 2 2 0,0 0 2 15,0 14 10-15,-1-5 1 0,1 2 3 0,-4 5-14 16,3 2 3-16,1 8 6 16,1 0 1-16,2-1 3 0,3 1 1 0,4-3 2 15,-1 1 6-15,8 0-2 0,1 0-15 0,4-1-24 16,3-3-36-16,5-2-90 0,-7-2-238 0,7-4-473 15,1 0 210-15</inkml:trace>
  <inkml:trace contextRef="#ctx0" brushRef="#br0" timeOffset="16041.71">30416 13682 124 0,'-7'1'135'0,"7"-1"-20"15,0 0-2-15,0 0-17 0,0 0-4 0,0 0-11 16,0 0-4-16,0 0-13 0,0 0-4 0,0 0-4 16,0 0-6-16,0 0-10 0,-6 0 5 0,6 0-2 15,0 0-7-15,0 0 0 0,0 0 0 0,0 0-4 16,0 0 2-16,0 0-4 16,0 0-6-16,0 0-2 0,0 0-2 0,0 0 4 15,0 0-5-15,0 0-5 0,0 0-2 16,0 0 2-16,0 0-3 0,0 0-2 0,0 0-4 0,0 0 2 15,0 0-3-15,0 0-1 0,0 0 2 0,0 0 1 16,0 0-2-16,0 0 0 0,0 0 1 0,0 0 3 16,0 0-5-16,0 0 0 0,0 0 0 0,0 0-3 15,0 0 16-15,0 0 19 0,14 4 3 0,-1-7 4 0,7 3 0 0,10 0 5 16,5 0-5-16,23-1 4 0,3 0 7 0,31-4-1 16,4 1 3-16,11 3 9 0,2-1-4 15,11-1-2-15,5 1-1 0,-3-1 0 0,2 2-4 16,-2 1-1-16,4-1-6 0,-10-1-25 0,-9 5-2 15,2-3 0-15,-13 0-4 0,-32 0 1 0,2-1-2 0,-7-1-2 16,-8-1-1 0,-13 3-3-16,-6-2-1 0,-4-1 1 0,-6 2 3 15,-9 1 11-15,-1-1 25 0,-1-1 0 0,-1 2 6 16,-5 0-6-16,1 0-6 0,-6 0-3 0,8-2-13 16,-8 2-11-16,5-1-49 0,-5 1-47 0,0 0-53 15,0 0-47-15,-23 1-42 0,5 1-172 0,-2 2-429 16,-7-1 189-16</inkml:trace>
  <inkml:trace contextRef="#ctx0" brushRef="#br0" timeOffset="16765.18">31111 13970 244 0,'2'-8'237'0,"2"6"-26"0,0-1-26 0,3-1-15 16,4 2-19-16,0 1-16 0,7 1-15 0,4 0-14 16,6 1-10-16,0 3-6 0,-1 2-11 0,-6 2-9 15,4 3-10-15,1-1-13 0,-10 1-2 0,1 4-11 16,2-1-8-16,-5 6-7 0,-1-1-5 0,-7 1-6 0,-1-1-7 15,-1 1-10-15,-4 1-3 0,-1-2 1 16,-7 6-11-16,-1-6 8 16,0-1-14-16,-3-2 7 0,0-1 3 0,1-3 1 15,-3 1 0-15,5-5 4 0,-2-1 3 0,4-1 1 16,0-2 2-16,1 1 11 0,2-3 0 0,-1 1 15 16,1 0 35-16,-1-1 29 0,5-2 28 0,-4 4 5 15,4-4-3-15,0 0-12 0,0-12-6 0,5 7-14 16,3-4 0-16,1-4-9 0,3-3-12 0,5-5-7 15,1 1-2-15,1 0-5 0,4-1-4 0,0 2-11 0,-2-1 0 0,-1 5-3 16,-7 3-1-16,2 0 1 0,-6 2-8 16,0 3 1-16,0-1-4 0,-4 4 0 0,0 1-7 0,-2-1 1 15,2 0-5-15,-2 1-12 0,-3 3-13 0,6-3-13 16,-6 3-19-16,3-1 7 0,-3 1-1 0,0 0 1 16,0 0 5-16,-8 17 6 0,2-11-1 0,-1 4 4 15,1-1 5 1,-2 1-3-16,-1 4 4 0,4-2-2 0,-3 3 1 0,3-3 4 15,1-1-2-15,4 5 9 0,-2-7-3 16,4 3 1-16,1 1 6 0,3-1 2 0,3-1 3 0,7 2 1 0,7 1-4 16,2-3-12-16,3-2-28 0,4-4-42 0,0 0-55 15,0-3-69-15,-1 0-158 0,-2-2-401 0,1-2 179 0</inkml:trace>
  <inkml:trace contextRef="#ctx0" brushRef="#br0" timeOffset="16980.91">32039 14004 230 0,'0'-5'298'0,"3"2"-18"0,-3 3-22 0,0-5-33 16,0 5-23-16,0 0-19 0,0-4-20 0,0 4-20 15,0 0-29-15,0 0-21 0,0 0-16 0,0 0-4 16,4 13-5-16,-1-4-22 0,3 7-5 0,-2 2-15 15,-1 8-7 1,-1 3-26-16,2 0-17 0,0 1-29 16,-2 2-23-16,2 3-31 0,-3-2-28 0,3 0-78 0,-4 0-108 15,2-2-348-15,-2 0 154 0</inkml:trace>
  <inkml:trace contextRef="#ctx0" brushRef="#br0" timeOffset="17154.09">32074 14739 91 0,'-2'2'398'0,"2"-2"12"16,0 0 8-16,0 0-7 0,0 0-9 0,0 0-26 16,0 0-36-16,0 0-35 0,0 0-33 0,0 0-37 15,0 0-40-15,11-10-71 0,-7 4-90 0,0 3-103 16,0-1-107-16,3-6-157 0,-3 7-240 0,4-6-619 16,-2-1 274-16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36:08.6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2830 2192 140 0,'0'-6'226'15,"0"1"2"-15,0 0-9 0,0 1 4 0,0-1 4 16,0 0 4-16,0 0-4 0,-1 0-6 0,1 5-11 16,0-9-14-16,1 4-20 0,-1 5-14 0,0-1-21 15,0 1-12-15,0-6-16 0,0 6-15 0,0 0-16 16,0-3-34-16,0 3-31 0,0 0-51 0,0 0-39 16,0 0 1-16,4 10 8 0,-4 0 2 0,0 6 12 15,-1 4 3-15,-2 9 10 0,3 5 6 0,-1 1 1 0,-2 12 6 0,-2-1 1 16,1-12 4-16,0 3 4 0,3-6 1 0,-4 2 3 15,1-4 1-15,3 2 1 0,-2-6 2 0,3-6-3 0,0-2 4 16,-1-2-1-16,1-1 6 0,0-4-2 0,0 0-3 16,0-4 5-16,0 0 1 0,0-1-1 0,0-1 2 15,0-1 7-15,0-3 10 0,-1 6 11 16,-2-3 4-16,3-3 9 0,0 0-2 0,0 3 7 0,0-3-11 16,0 0-11-16,0 0-22 0,0 0-21 0,0-15-27 15,-1 3-42-15,-2 3-38 0,2-8-49 0,-2-2-50 16,2-5-152-16,-3-5-408 0,7 2 181 0</inkml:trace>
  <inkml:trace contextRef="#ctx0" brushRef="#br0" timeOffset="237.19">2775 2198 240 0,'0'-5'244'15,"0"5"-18"-15,0-5-16 0,-3 2-23 0,3 3-17 16,0 0-18-16,-1-4-16 0,1 4-14 0,0 0-15 15,0 0-13-15,4-4-10 0,2 2-9 0,7 1-7 16,0-3-9-16,10 1-3 0,8-2-6 0,3 2-5 0,4 2-2 0,-2-4-11 16,1 3 2-16,-1-1-8 0,0 3 3 0,-2 2-7 15,-7-2 1-15,-6 1-6 0,-4-1-9 0,-4 1-6 16,-1 2-24-16,-1-3-10 0,-2 3-20 0,-2-2-1 16,-6 4 6-16,-1-5-3 0,-1 8 1 0,-7 0-20 15,0 0-26-15,-3 0-44 0,-2-1-36 0,-2 3-122 16,3-1-321-1,3-1 142-15</inkml:trace>
  <inkml:trace contextRef="#ctx0" brushRef="#br0" timeOffset="599.74">2967 2821 171 0,'0'0'203'0,"-3"2"-1"0,3-2 1 16,-5 2-1-16,5-2-14 0,0 0-16 0,0 0-16 16,0 0-15-16,0 0-14 0,0 0-13 0,19-3-12 15,-5-1-9-15,8-1-9 0,5 0-9 0,5-3-6 16,2 0-7-16,3 0-7 0,-5 0-5 0,0 3-4 15,-1-4-6-15,-12 6 1 0,3 1-4 0,-9 0-7 16,1-3-1-16,-4 3-1 0,-1 1-3 0,-4-1 1 16,0-1-4-16,0 2-1 15,-5 1 0-15,5-1-2 0,-5 1-4 0,7-2-6 16,-7 2-13-16,0 0-21 0,0 0-35 0,0 0-30 16,0 0-30-16,0 0-46 0,-25 0-71 15,25 0-126-15,-15 0-393 0,10-1 174 0</inkml:trace>
  <inkml:trace contextRef="#ctx0" brushRef="#br0" timeOffset="953.02">2891 2574 2 0,'0'0'279'0,"-5"2"-13"15,5-2-16-15,0 0-9 0,-6 0-10 0,6 0-9 16,0 0-21-16,0 0-24 0,0 0-17 0,0 0-17 16,0 0-14-16,0 0-17 0,0 0-9 0,28-5-9 15,1 3-9-15,-1-4-9 0,4-2-10 0,7 4-3 0,10-8-7 0,-13 8-7 16,0-1-2-16,-4 0-8 0,0-1 1 0,-5 1-9 15,-7 1 2-15,-1 2-10 0,-5-1 1 0,-2 1-1 16,-4 1-3-16,0 0 8 0,-2 1-14 16,-1-3-4-16,-5 3-14 0,7 0-13 0,-7 0-13 15,8 0-10-15,-8 0-3 0,0 0-18 0,0 0-15 16,0 0-27-16,-9 10-28 0,9-10-32 0,-8 5-35 0,5-3-215 0,3-2-445 16,-7 3 198-16</inkml:trace>
  <inkml:trace contextRef="#ctx0" brushRef="#br0" timeOffset="2032.76">4167 2270 22 0,'0'0'186'0,"0"0"-20"0,0 0-14 16,0 0-19-16,0 0-13 0,-12 15-14 0,8-7-9 15,-2 4-16-15,-4 0-1 0,-2 6-6 0,-2 6-7 16,0-2-6 0,-8 4-1-16,6 2-9 0,-1-5-4 0,-2 6 1 15,1-3-9-15,3 2 0 0,1-6-7 0,0 3-1 16,1-4-9-16,2-3 4 0,0-2-1 15,2-1 0-15,-1-1-12 0,1-4-23 0,4 0-20 16,-3 0-27-16,3-5-34 0,1 2-39 0,-2-1-118 16,2-5-268-16,4-1 119 0</inkml:trace>
  <inkml:trace contextRef="#ctx0" brushRef="#br0" timeOffset="2301.94">3869 2401 222 0,'-3'-7'287'15,"2"4"-28"-15,1-2-28 0,0 5-26 0,0-4-21 16,0 4-27-16,0 0-13 0,0 0-20 0,0 0-12 0,0 0-6 16,9 14-17-16,-4-4-8 0,4 5-7 0,-1 2-7 15,-1 2-10-15,6 5-3 0,0 3 0 0,5-4-8 16,-3 3-1-16,-2 0-4 0,2-2 1 0,3-1-6 16,-8-7-3-16,3 1 0 0,-1-3-4 0,-1 1-3 15,-2-5-1-15,0-1-1 0,-4 0-4 0,4-2 1 16,-5-2-4-16,-2 1 1 15,2-3-3-15,0 1-1 0,-4-4-1 0,4 5 6 16,-4 0-1-16,0-5-5 0,0 0-9 0,0 0-31 16,0 0-39-16,0 0-32 0,0 0-39 0,0 0-53 15,0-18-234-15,-1 9-459 0,1 1 203 0</inkml:trace>
  <inkml:trace contextRef="#ctx0" brushRef="#br0" timeOffset="2786.72">4262 2147 189 0,'0'0'286'0,"-1"-5"-21"0,1 5-28 0,0 0-26 15,0 0-18-15,0 0-26 0,5-4-16 0,-5 4-16 16,9 2-19-16,-9-2-11 0,13 6-6 0,-3 0-9 16,-1-1-9-16,0 1-6 0,0 1-9 0,1 2-2 15,2 3-9-15,-2-2-6 0,-2 4-2 0,-2 1 3 0,0-1-14 16,-3 3-2-16,0 1-3 0,-2-4-3 0,-1 0-5 0,-3 1 3 16,1-3 1-16,-2 0-4 0,0-2-5 0,0-1 2 0,-2 1-5 15,2-3-1-15,-1 0-5 0,1-2 5 0,3 2-4 16,-2-6 5-16,2 3-5 0,1-4 1 0,-1 3 16 15,-2 2 6-15,3-5 2 0,0 0-2 0,0 0 2 16,13 0-6-16,-3-1 4 0,11-5-11 0,-1 0-3 16,3 1-2-16,4 0-3 0,-7 0 0 0,2 1 3 15,-2 2-3-15,1-1-6 0,1-1-1 0,-3 0 3 16,-1 2 0-16,-6-1 4 0,-1-1 1 0,-4 4 3 16,1-1 3-16,-8 1 7 0,10-1 2 0,-10 1 2 15,8-3 4-15,-8 3-6 0,6-2-3 0,-6 2-7 16,0 0-8-1,0 0-17-15,0 0-3 0,0 0-12 0,0 0-22 16,0 0-25-16,0 0-29 0,0 0-23 0,0 0-33 16,-15 11-29-16,15-11-43 0,-7 0-59 0,7 0-144 15,0 0-462-15,0 0 205 0</inkml:trace>
  <inkml:trace contextRef="#ctx0" brushRef="#br0" timeOffset="3056.02">4678 2051 36 0,'0'0'282'0,"0"0"-32"0,0 0-24 0,0-5-31 16,0 5-16-16,0 0-18 16,0 0-9-16,17 14-19 0,-8-5 4 0,3 6-15 15,2 2-7-15,3 11 1 0,-1 3-6 0,7 12-5 16,-7 5-6-16,-5 1-10 0,-5-1-6 0,-4 2-4 15,-1 2-8-15,-4-6-4 0,-4 0 4 0,-3-12-14 16,-2-1-2-16,-7 1-7 0,1-4-7 0,-4 0-9 16,-2-3-44-16,-1-2-41 0,-4 0-57 15,-3-4-61-15,-2-2-82 0,-16-2-166 0,4-2-454 0,-8-5 202 0</inkml:trace>
  <inkml:trace contextRef="#ctx0" brushRef="#br0" timeOffset="3472.27">3829 1954 117 0,'0'-3'209'0,"0"3"-20"15,0 0-20-15,-8 10-14 0,2 0-23 0,-8 14-8 16,-3 3-9-16,-8 16-8 0,-3 11-14 0,-12 20-8 15,3 3-3-15,14-22-6 0,-9 22-6 0,13-22-2 16,5-2-10-16,9 0-4 0,2-3 30 0,7-4 5 16,4-11 5-1,5-5-3-15,6 3-1 0,5-6-3 0,17 4-3 0,4-4-9 0,8-5-6 0,6-6-18 16,30-5-37 0,-25-7-30-16,27 0-64 0,1-4-62 0,-29-7-78 15,2 2-160-15,-1-5-409 0,0-2 181 0</inkml:trace>
  <inkml:trace contextRef="#ctx0" brushRef="#br0" timeOffset="3841.27">5407 2324 152 0,'0'0'309'0,"0"0"-7"16,-2 2-13-16,2-2-15 0,0 0-23 0,0 0-23 15,0 0-24-15,0 0-17 0,0 0-18 0,0 0-19 16,15-7-16-16,-3 7-26 0,3-2-31 0,7-1-62 16,-1 2-59-16,2 0-69 0,3-4-74 0,-7 3-231 15,1-1-453-15,-4 2 202 0</inkml:trace>
  <inkml:trace contextRef="#ctx0" brushRef="#br0" timeOffset="3978.46">5418 2525 73 0,'-3'5'184'0,"6"1"3"16,3 0-4 0,3-1-14-16,9-1-12 0,9-2-13 0,3-3-34 15,6-2-55-15,1 0-83 0,0-4-178 0,15-5-223 0,-17 3 98 16</inkml:trace>
  <inkml:trace contextRef="#ctx0" brushRef="#br0" timeOffset="4843.31">6474 2005 6 0,'-5'0'161'0,"5"0"-5"0,0 0-4 0,0 0-8 16,0 0-9-16,0 0-13 0,0 0-1 0,0 0-18 16,0 0-6-16,0 0-11 0,0 0-4 0,0 0-2 15,0 0-11-15,0 0 1 0,0 0-13 0,0 0-5 16,0 0-3-16,0 0-8 0,0 0 1 0,0 0-4 15,0 0 0-15,27 2-3 0,-9-1-1 0,1-4-3 0,10 3 9 16,1 0 3-16,3 0 6 0,0-2-3 0,7 2-4 16,-3-3 0-16,0 0-5 0,0 2 0 0,-2-2-7 15,2 2-1-15,-7-1-5 0,-3 0 1 0,-5 2-5 16,-6 0-8-16,-3-1-14 0,0-1-29 0,-4 1-20 16,-3 0-28-16,-2 1-12 0,-4 0-38 0,0 0-31 15,0 0-163-15,-19 5-349 0,5-3 154 0</inkml:trace>
  <inkml:trace contextRef="#ctx0" brushRef="#br0" timeOffset="5391.4">6540 2063 11 0,'-6'1'219'0,"6"-1"-15"0,0 0-15 0,0 0-16 15,0 0-15-15,0 0-14 0,0 0-21 0,-7 0-11 16,7 0-13-16,0 0-12 0,1 9-10 0,-1-9-6 16,5 11-5-16,-2-6-8 0,4 7-2 0,-3 0-11 15,6 4 3-15,1 1-12 0,0 1 3 0,4 4-3 0,3 1-4 16,0 0-4-16,4 1 1 0,-2-1-2 0,2-1-4 16,1-2-5-16,0 0 4 0,4-3-1 0,-4 0-4 15,1-3 2-15,1 0-4 0,-6-4 2 0,1-3-5 16,-5-3 2-16,-1 0 0 0,3 3 1 0,-4-5-6 15,-3-2 9-15,-1 1 22 0,0-1 8 0,0 0 20 16,-4-1 7-16,-5 1 8 16,12-2 8-16,-7 0 5 0,-5 2 14 0,7-5-13 15,-7 5-5-15,5-2-9 0,-5 2 0 0,4-5-2 16,-4 5-17-16,0 0-3 0,0 0-16 0,0 0-16 16,7 0-24-16,-7 0-10 0,-3 10 1 0,2-3 0 15,-4 10 1-15,-3 0-1 0,0 9 3 0,-3 6 2 16,-2 2-3-16,-5 12 4 0,4 3-5 0,-5 1 3 15,0-1 3-15,-2 3-2 0,2 1-2 0,0 3 6 0,2 0 12 16,0 1-9-16,1 0-2 0,0 0 1 0,-1 0 3 16,2 0-3-16,3-4 0 0,-2-5 2 0,1-1 0 15,7-16-1-15,-3-2 2 0,1-3-9 0,4-6 7 16,-1-2-1-16,0-4-2 0,0 0 2 0,4-3-1 0,-3-2-6 16,4 0 10-16,-2-5-6 0,0 3 0 15,2-7-4-15,-1 9-5 0,1-9-6 0,1 6-9 0,-1-6-9 0,0 0-11 16,0 8-5-16,0-8-21 0,0 0-42 15,0 0-44-15,0 0-59 0,0 0-57 0,0 0-204 16,0 0-512-16,14-26 227 0</inkml:trace>
  <inkml:trace contextRef="#ctx0" brushRef="#br0" timeOffset="5776.38">6644 3618 52 0,'-12'3'183'0,"12"-3"-9"0,0 0-2 16,-8 4-7-16,8-4-12 0,0 0-18 0,0 0-10 15,0 0-2-15,0 0-11 0,0 0-7 0,33-1-8 16,-5-2-10-16,4-2-7 16,22-2-8-16,2 0-6 0,5 0-8 0,30-3 4 15,-27 5 5-15,1-2 4 0,-1 0-3 16,-3 1-5-16,-2 1-3 0,-5 0-9 0,-17 3 1 16,-1-1 6-16,-4 1 10 0,-3 0-7 0,-10 0 12 15,0 0 2-15,-6-1 10 0,-4 3 5 0,-9 0 4 16,14-2 2-16,-14 2-6 0,10-2-12 0,-10 2-7 0,8-2-18 15,-8 2-30-15,0 0-46 0,0 0-49 0,0 0-63 0,0 0-78 16,-14-16-292-16,6 13-545 0,3-4 241 0</inkml:trace>
  <inkml:trace contextRef="#ctx0" brushRef="#br0" timeOffset="11483.28">6349 4088 50 0,'8'-3'133'0,"-1"3"-15"0,0 0-12 0,2 0-21 15,3 3 8-15,0 0-10 0,2 1-5 0,1 6-10 16,4-2 2-16,3 7-12 0,-4-3 2 0,0 6-7 16,0 2-2-16,-5-3-8 0,1 5 0 0,-7-4-6 0,4 4 1 15,-5 3 2-15,-1 0 2 0,-5-7 0 0,-2 3-1 16,-2 4 2-16,-4 1-4 0,-2-2-2 0,2-2-3 16,-1-4 2-16,-6 4-3 0,5-6 0 0,-3-3 2 15,0-1 4-15,3-1-5 0,-3-1 7 0,4-3 8 16,1-3 7-16,2 1 25 0,1-1 17 0,0 1 23 15,1-4 0-15,0 0 0 16,4-1-7-16,-10-7-5 0,10-1 0 0,-2-1-19 16,4-8-11-16,2-1-7 0,3 0-9 0,3-10-4 15,1 0-8-15,3-3-7 0,4 2-6 0,0 0-3 0,0-1-7 16,-2 1 0-16,5 2-3 0,-1 2-4 0,-2 3-2 16,-1 1-1-16,-6 5 2 0,3 2 8 0,-4-1 12 15,0 7 5-15,-7 3 5 0,4-1-10 16,-4 1-5-16,0 0-8 0,2 1 10 0,-4 2-25 0,2 0-9 15,-3 2-5-15,0 0 0 0,0 0-7 0,6 10 6 0,-3-2 3 16,-2 3 0-16,3 9 2 0,-4-3-1 0,1 7-1 16,2-3 1-16,-3 4-1 0,1 3 1 15,3-3-3-15,1 2 7 0,0-2 3 0,8 1-6 0,-4-2 0 16,0-7 14-16,0 0-28 0,4 0-15 0,-1-3-19 16,2-1-25-16,2-4-23 0,2 0-43 0,0-8-53 0,11 3-63 15,-9-4-249-15,7-4-545 0,3 1 241 0</inkml:trace>
  <inkml:trace contextRef="#ctx0" brushRef="#br0" timeOffset="11715.2">7214 4288 308 0,'-5'-4'373'0,"5"4"-30"0,-2-4-33 0,2 4-28 16,-2-3-26-16,2 3-29 0,2-7-20 0,0 3-23 0,2 0-19 0,2-1-17 15,2 0-14-15,2-1-30 0,3 1-20 0,5-1-34 16,0 1-40-16,2 1-48 0,-1 2-55 16,2-1-67-16,-1-1-74 0,-8 3-210 0,7-1-480 15,-8 0 213-15</inkml:trace>
  <inkml:trace contextRef="#ctx0" brushRef="#br0" timeOffset="11870.83">7255 4466 146 0,'-4'4'223'0,"0"0"7"0,2-3-6 16,2-1-11-16,0 0-17 0,-2 3-20 0,2-3-20 15,0 0-5-15,22-5-23 0,-6 2-29 0,0-1-34 16,7-3-49-16,4-2-54 0,0 1-72 0,1 0-203 0,-1-3-339 0,0 0 151 15</inkml:trace>
  <inkml:trace contextRef="#ctx0" brushRef="#br0" timeOffset="12202.52">7814 4150 217 0,'-12'1'253'15,"0"4"-5"-15,1-2-15 0,-2 1-19 16,-2 4-13 0,2 1-19-16,-1 0-15 0,0 4-17 0,2 2-13 0,1-2-13 15,2 2-12-15,3 1-14 0,-2 0-7 0,5-1-6 0,3-3 16 16,7 4 0-16,-2-4 0 0,4-2 10 0,6 0-14 16,3 1 4-16,10-6-16 0,4 1 0 0,0-9-6 15,4 0-11-15,-3-1-6 0,-2-4-4 0,1 1-6 16,-8-5-9-16,0 0-2 0,-6 0-1 15,-5-2-5-15,0 1-2 0,-7-1-3 0,-1-2-7 16,-2-1-5-16,-6-1 0 0,-2 2-7 0,-5-1-12 0,-3 3-7 16,-6-4-11-16,-3 3-17 0,-7 2-25 0,-2 3-39 0,-1 3-36 15,-3 6-61-15,0 0-101 0,4-2-211 0,4 2-550 0,8-2 244 16</inkml:trace>
  <inkml:trace contextRef="#ctx0" brushRef="#br0" timeOffset="13554.56">7109 1702 122 0,'0'-2'168'0,"0"2"4"0,0 0-24 0,3-5-12 16,-3 5-7-16,0-4-8 0,0-2-15 0,0 6-6 16,0-6-13-16,1 1-7 0,-1 1-4 0,3-3-2 15,-3 2-3-15,0-6-8 0,0 1-1 0,1 1-1 16,-1-2-2-16,2-1-2 0,1 1 1 0,-3 1-9 15,0-3 1 1,1-3 1-16,-1 3-4 0,3-3-3 0,-3 4-2 0,0-3 4 0,0 3 2 0,0 3 1 16,0-1-4-16,0 4-3 0,-3-3-4 0,3 4 0 15,-1 1-7-15,1-1-1 0,0 1-6 0,0 4-6 16,-3-5-9-16,3 5-14 0,-10-1-6 0,10 1-3 16,-18 10 3-16,1 2-1 0,-9 6 8 0,-2 5-9 15,-13 6 5-15,0 1 2 16,-1 3 2-16,0 2 1 0,-3-1-1 0,-1 3 3 15,0-5-1-15,0-1 2 0,-1 0 1 0,15-12-3 16,0 2 3-16,4-5-1 0,0-4 3 0,7-1-5 16,6-3 4-16,-3-3 2 0,5 0 0 0,0-5 2 15,2 0 8-15,1 0 12 0,-1-4 9 0,1-2 11 16,4-2 3-16,-1-3 2 0,4 1 1 0,1-6-12 16,2-1-3-16,3-1-2 0,1-1 1 0,2-7-9 0,1 10-2 0,1-1-7 15,-2 6 3-15,0 0-4 0,2 0-5 0,-2 4-5 16,4-2-2-16,-3 4 3 0,3 2-6 0,4 1-1 31,4 2 0-31,1 2 1 0,9 5-2 0,8 0 1 16,2 3 0-16,12 6 1 0,-3 0-15 0,2 2-21 15,-1-2-34-15,-10-2-29 0,11 3-42 0,-12-5-61 16,-1 1-232-16,3-3-468 0,-5-2 207 0</inkml:trace>
  <inkml:trace contextRef="#ctx0" brushRef="#br0" timeOffset="16206.68">8045 2576 164 0,'6'-6'179'0,"1"-5"-9"0,1 3-12 0,3-1 3 15,-1 2-29-15,5-1-11 0,-1 0-13 0,4 3-4 0,-2 1-15 16,0 3-6-16,3 0-7 0,-2 3-5 0,2 2-6 16,-2 4-6-16,1 0 4 0,-4 4-11 0,6 5-8 15,-7-2-3-15,2 9-1 0,-6-6-5 0,-1 5-3 16,-2 1 2-16,-2 2-4 0,-4 0-6 0,-1-6 0 16,-6 5-2-1,0 1-2-15,-2-2-1 0,1-4 0 0,-6 3 1 16,4-6 0-16,-1-3-5 0,-1 1-3 0,3 0 2 15,1-8-2-15,3 2 6 0,0-2 10 0,1-3 17 16,2-1 21-16,-1 1 33 0,-1-1 30 0,4-3 14 16,0 0-21-16,0 0-10 0,0-17-10 0,3 5-10 15,3-3-13-15,3-4-10 0,9-5-6 0,-2-3-10 16,3 0-2-16,0 1-4 0,2-3-3 0,-1-1-13 0,-1 7 3 0,1-2-11 16,-2 3-1-16,-7 6 11 0,1 2-17 0,-4 5 4 15,-2 0-1-15,-1 3-3 0,-1-2-7 16,0 5-4-16,-3 1-7 0,3-1-19 0,-4 3-5 15,0 0 2-15,0 0 2 0,0 16-1 0,-4 0 3 16,-2 1 3-16,-2 7 0 0,-1-1 4 0,0 3 2 16,-1 2 3-16,5-1-16 15,5-1 22-15,0-1-2 0,0-7-4 0,5 2 3 16,0-2-13-16,4-3-18 0,0 3-15 0,5-6-26 16,3 0-35-16,7 3-53 0,3-10-94 0,-4-2-235 15,7-6-533-15,4-1 237 0</inkml:trace>
  <inkml:trace contextRef="#ctx0" brushRef="#br0" timeOffset="16491.34">8997 2386 2 0,'0'-4'234'0,"0"4"-18"0,-3-2-24 0,3 2-20 15,0 0-14-15,0 0-17 0,-11 11-7 0,5 1-12 16,-2 6-14-16,-1 11-7 0,-3 1-8 0,3 4-4 16,-1 1-5-16,1 11-6 0,0-10-8 0,4 10-6 15,3-10-2-15,3-1-5 0,4-1-8 0,4-2-3 32,1 2-4-32,7-4-1 0,-1-3 10 0,6 0-2 15,1-1-4-15,2-4-11 0,1-1-13 0,1-7-28 0,4-3-35 0,-5-2-57 16,4-4-96-16,-9-5-174 0,2-2-400 15,-3-2 177-15</inkml:trace>
  <inkml:trace contextRef="#ctx0" brushRef="#br0" timeOffset="16939.5">9256 2578 277 0,'1'-7'260'0,"3"5"-20"0,0-4-21 16,0 0-19-16,3 2-20 0,5 0-11 0,-3 2-15 16,5 2-9-16,0 1-15 0,3 5-10 15,1 1-12-15,-1 2-3 0,-1-1-13 0,0 5-11 16,-4 3-3-16,1-1-12 0,0 7-3 0,-6-3-4 0,-1-1-8 16,-3 2-7-16,-2 3 0 0,-5-2-7 0,-2 3-1 15,-3 0-5-15,-1-7-3 0,-1 0-1 0,0 0-2 16,-3-2-2-16,-1-4-1 0,3 0 0 0,-3-4-1 0,5 2 6 15,2-6 16-15,1 2 22 16,0-2 26-16,7-3 22 0,-9 2 6 16,9-2-8-16,0 0-8 0,-9-12-15 0,12 2-10 0,-2 0-3 15,8-5-9-15,3-9-10 0,4 2-4 0,2-4-6 16,0 1-13-16,4-3-8 0,-1 1-1 0,1 5 1 16,-3-2 1-16,-6 10-12 0,1 2-5 15,-8 3 0-15,2 1-4 0,-3 3 0 0,3 2-10 0,-6-3-9 0,2 5-13 0,0-1-8 0,-4 2-1 31,0 0 1-31,9 8 7 0,-5-1-1 0,-4 3 9 16,4 2 1-16,-3 0 1 0,0 4 3 0,3 1-1 16,0 0 4-16,1 0-3 0,2 0 6 0,3 2-20 15,1-4-18-15,2 1-26 0,4-1-26 0,5-1-44 16,-5-6-59-16,10 2-107 0,-8-8-230 0,4-2-583 16,-5-2 258-16</inkml:trace>
  <inkml:trace contextRef="#ctx0" brushRef="#br0" timeOffset="17161.68">9896 2653 175 0,'0'0'255'0,"-7"1"-13"0,7-1-10 0,0 0-13 15,0 0-18-15,0 0-19 0,0 0-19 0,0 0-11 16,0 0-14-16,38-1-17 0,-6-1-11 0,-1-1-9 15,2 1-25-15,3-1-43 0,-1-2-56 0,-8 1-74 16,5 0-98-16,0-2-153 0,-5-1-376 0,-8 0 166 16</inkml:trace>
  <inkml:trace contextRef="#ctx0" brushRef="#br0" timeOffset="17455.96">10447 2359 22 0,'0'0'344'0,"-2"-6"-21"0,2 6-24 16,-2-2-23-16,2 2-21 0,-2-3-26 0,2 3-20 16,0 0-16-16,0 0-34 0,0 0-21 15,0 0-9-15,0 0-23 0,4 15-9 0,-3-5-9 16,1 6-10-16,1 2-5 15,1 8-15-15,1 1 2 0,0 1-3 0,0 1-3 16,1-2-6-16,0 0-4 0,-1 2-1 0,5-3-7 16,-4-1-2-16,-1-8-1 0,1 1 1 0,-3-1-14 15,2 0-12-15,-1-6-31 0,-1-1-21 0,-2 1-30 16,0-1-33-16,1-3-23 0,-4-1-44 0,2-4-58 16,0-2-229-16,0 0-499 0,0 0 221 0</inkml:trace>
  <inkml:trace contextRef="#ctx0" brushRef="#br0" timeOffset="17678.25">10621 2222 135 0,'20'17'195'0,"1"5"-2"0,0 5-2 15,1 2-2-15,6 17 0 0,-3-2-10 0,0 7-7 0,-4 1-12 16,-6 2-18-16,0-1-5 0,-2-6-12 0,-10 2-11 15,-7-3-10-15,-4-9-4 0,-5 11-15 16,-10-8-4-16,4-7-5 0,-11 4-2 0,-9-4-15 16,-3-6-10-16,-4-3-41 0,-4-1-68 0,-4-5-75 15,-2-4-292-15,0-7-464 0,5-7 206 0</inkml:trace>
  <inkml:trace contextRef="#ctx0" brushRef="#br0" timeOffset="19049.05">11537 2573 14 0,'0'0'188'0,"0"0"-5"15,0 0-7-15,0 0-7 0,0 0-8 0,0 0-5 16,-3 3 2-16,3-3-7 0,0 0-5 0,0 0-12 16,18-6-11-16,-6 1-6 0,3-3-11 0,3-1-8 15,8-4-11-15,-1 0-6 0,3 0-1 0,-1-4 2 16,-1 0-4-16,1-1-3 15,-3 1 2-15,1 0-3 0,-2-3-1 16,-1 2-8-16,-1 1 2 0,-4-3-2 0,-4 6-2 16,-1 0 4-16,-6 3 3 0,-1-1-5 0,-1 2 1 15,-1-3-6-15,-2 4-6 0,-2 0-6 0,-2 4-9 16,-6-4-5-16,-1 6-9 0,-2 3-5 0,-5 3 0 16,-8 7-3-16,0 2-1 0,-4 3-4 0,1 3-4 15,2 4 4-15,0 1-4 0,2 2 3 0,3 2-5 0,3-1-3 0,4 4 3 16,4-3-5-16,2 1 4 0,7 1-1 0,1-4 0 15,9 1 1-15,5-4 9 0,4-3-9 0,5-1-6 16,8-6-9-16,5-3-32 0,13 1-51 0,6-8-58 16,3-6-91-1,-10-6-294-15,7 1-580 0,0-2 257 0</inkml:trace>
  <inkml:trace contextRef="#ctx0" brushRef="#br0" timeOffset="19543.05">11855 1973 37 0,'-5'0'136'0,"5"0"-5"0,-8 0-5 0,8 0-7 15,-3 3-5-15,3-3 12 0,0 0-1 0,11 4-1 16,4-5-5-16,7 2-12 0,11-3-11 0,3 0-4 16,18-3-13-16,0 3-6 0,4-8-11 0,1 5-4 15,-1-3-6-15,0 1-9 0,-3 3-1 0,-15 0-7 0,1 0 0 0,-6 1-13 16,-6 2-4-16,-9-2-8 0,-1 2-14 0,-6 0-21 15,0 1-11-15,-7-1-24 0,-6 1 6 16,12 1-21-16,-12-1-24 0,0 0-22 0,0 0-26 16,0 0-80-16,0 0-246 0,-32-3 110 0</inkml:trace>
  <inkml:trace contextRef="#ctx0" brushRef="#br0" timeOffset="19882.71">12559 1774 19 0,'-4'-4'221'0,"4"4"-22"0,0 0-17 0,8-2-22 16,-8 2-14-16,9 1-14 0,-1 3-9 0,3 3-13 0,5 2-4 15,-1 4-7-15,-1 2-2 0,5 6-7 16,1 1-1-16,2 2-10 0,-4 0-6 0,0 3-5 15,1-1-7-15,-1 4-6 0,-4-4-7 0,4 3 0 16,-5-3-4-16,2 3-4 0,-3-6-2 0,1 1-4 0,-2-1 0 0,-3-6-5 16,-2 1-1-16,-1-7-5 0,1 3-1 0,-2-6-3 15,0 4 1-15,-1-7-5 0,1 4-1 0,-4-5-6 16,1 0-4-16,0-1 6 0,1 3-10 0,-1-3 5 16,0 0-4-16,-1-3 3 0,0 0-27 0,0 0-34 15,0 0-27-15,0 0-29 0,0 0-36 0,-5-15-38 16,4 11-144-1,-3-1-358-15,1-3 158 0</inkml:trace>
  <inkml:trace contextRef="#ctx0" brushRef="#br0" timeOffset="20065.96">12863 1970 7 0,'0'0'173'0,"-14"3"-4"15,4 3-15-15,-1 2-13 0,-6 0-8 0,-1 5-9 0,-1 5-5 16,-7 0-8-16,0 5-15 0,0-1-7 0,-1 4-4 16,-1-3-14-16,-6 14-1 0,8-11-24 0,-1 0-34 15,2-1-51-15,2-4-78 0,1 3-124 0,8-9-261 16,1-5 116 0</inkml:trace>
  <inkml:trace contextRef="#ctx0" brushRef="#br0" timeOffset="22163">13366 1949 47 0,'-2'-7'194'0,"2"7"-10"16,2-6-16-16,-1 4-6 0,-1 2-21 0,0 0-11 0,3-7-15 15,-3 7-10-15,4 0-13 0,-4 0-6 0,0 0-14 0,18 7-9 16,-5-2-2-16,1 5-2 0,3 2 1 0,2 6-9 15,3 1 3-15,1 2-7 0,-1 6 2 16,-1 1-4-16,7 11-4 0,-6-9-4 0,6 8 3 16,-10-9-6-16,1 3-5 0,-1-3 1 0,0 2-4 15,0-2 7-15,-3-4-11 0,-1-1 2 0,-3-7-6 16,-4-1 0-16,1-3-4 16,-2-1 3-16,-1-3-4 0,0-1 2 0,-2-1-4 15,0-2-1-15,-1 0 0 0,0-1 0 0,-1 0-11 16,4 0-1-16,-5-4-2 0,2 3-5 0,-2-3-22 15,0 0-29-15,0 0-37 0,0 0-30 0,0 0-34 16,-18-6-25-16,12 2-108 0,1-1-317 0,-3 0 140 16</inkml:trace>
  <inkml:trace contextRef="#ctx0" brushRef="#br0" timeOffset="22400.43">13670 2181 104 0,'0'0'234'0,"0"-2"-23"0,0 2-20 0,-3-5-24 15,3 5-15-15,0 0-23 0,0 0-10 0,-14 12-9 16,4 0-8-16,1 4-9 0,-6 6-9 0,-6 6-6 16,-2-4-5-16,-1 2-8 0,3 3-6 15,-3-2-4-15,1 1-7 0,2 0-3 0,0-2-8 16,2-2 0-16,2-4 0 0,-2 1-7 0,9-4-2 15,-2-3-19-15,2 1-20 0,4-7-26 0,0 1-32 0,3-2-42 0,-1-4-38 16,1 0-171-16,3-3-347 0,0 0 153 0</inkml:trace>
  <inkml:trace contextRef="#ctx0" brushRef="#br0" timeOffset="23248.83">13757 1639 120 0,'6'-2'136'0,"3"1"-17"0,-1 4-13 0,-2-5-5 0,4 7-2 16,2 0-9-16,-2 1-4 0,4 7-3 16,-4 0-10-16,-1 4-7 0,5 6 2 0,-6 2-8 15,-3 1 0-15,0 1-3 16,-5 2-11-16,0 0-3 0,-1 0-3 0,-7-3-4 15,2 3 4-15,-2-2 2 0,-2-3-12 0,1-6-1 16,1 0 2-16,-2-3-10 0,5-1 6 0,1-6-5 16,-2 1 1-16,1-4 7 0,3 0 8 0,-4 0 9 15,5-1 25-15,0-3 27 0,1-1 33 0,-4 6-5 16,4-6-18-16,0 0-8 0,6-16-9 0,4 7-10 16,-3-7-3-16,4 1-17 0,8-6-2 0,-5-2-10 0,7-2-1 0,-1 0-6 15,-2-3-3-15,1-1-7 0,-1 2-3 16,-4 1-4-16,1 1-3 0,-2 1 14 0,-2 10 3 15,-4-1 7-15,-2 6 2 0,-1 2 1 0,1 1-9 16,-3-1-4-16,1 3-8 0,0 1-7 0,-3 0-23 0,0 3-14 16,0 0-7-16,0 0 4 0,0 0-4 15,0 15 5-15,-4-3-1 0,-4 13 4 0,-1 3 8 0,-1-3-4 0,3 4 10 16,0-3-9-16,5 3 4 0,3 0-4 0,4 1 3 16,5-3 4-16,4-1 1 0,4 3 3 0,7-6-18 15,4 1-31-15,17-1-41 0,-12-4-59 0,16-7-98 16,-12-2-224-16,15-5-509 0,-14-3 225 0</inkml:trace>
  <inkml:trace contextRef="#ctx0" brushRef="#br0" timeOffset="24087.43">11564 3088 145 0,'0'0'157'0,"0"0"-20"0,0 0-11 0,0 0-6 0,0 0-13 15,-8-1-9-15,8 1-17 0,0 0-2 0,0 0-11 16,0 0-4-16,0 0-6 0,0 0-7 0,0 0-2 15,0 0-7-15,0 0-6 0,0 0-3 0,0 0 4 0,0 0 4 16,0 0 5-16,0 0-4 0,31 0 5 0,-14-3-3 0,5 3 2 16,13-4-10-16,16 0-1 0,8-5-2 0,30-3-5 15,7 1-1-15,9-3-3 0,10-2-2 16,8 4-3-16,6-1 6 0,6-1 0 0,9-1-2 0,10 6 1 16,-2-4 1-16,-8 0-5 0,3-2 3 0,-9 7 1 15,-7-6-4 1,-6 2 3-16,-4 2-8 0,-12-1 3 0,-16 3-6 15,-30 3 5-15,2-1-5 0,-8 1-2 0,2-1 2 16,-22 3 1-16,2-2-1 0,-10 1-6 0,-1 1 8 16,-13-1 13-16,-2 3 11 0,-1 0 9 0,-5 0 7 15,0 1 2-15,-1-2-4 0,-6 2-5 0,10-1 1 16,-10 1-19-16,5-2-22 0,-5 2-32 0,0 0-47 16,0 0-39-16,0 0-56 0,0 0-231 0,0 0-429 0,-33 3 191 15</inkml:trace>
  <inkml:trace contextRef="#ctx0" brushRef="#br0" timeOffset="26139.43">12617 3377 136 0,'-2'-3'187'16,"1"-1"5"-16,1 4 0 0,-3-6-7 0,1 3-15 15,2 3-11-15,0-4-12 0,0 4-11 0,0-7-12 16,2 5-13-16,-2 2-10 0,4-5-12 0,-1 3-10 0,3 0-5 15,1 0-12-15,1 2-5 0,2 0-9 16,3 1-2-16,-2 2-6 0,7 4-2 0,0 0-10 0,-3 2 1 0,3 5-4 16,1 3-3-16,3 1 1 0,-7 2-6 0,1 1 0 15,-6-4-3-15,5 3 0 0,-7 3 0 0,-3-3-3 16,0 6-5-16,-4 1 3 0,-4-2-6 0,-3 1-1 16,-1-3-2-16,-5 0 1 0,1 2 3 0,-3-4-1 15,-3 1-2-15,4-8 1 0,-2 0 1 0,2-2-3 16,-3-2-2-16,3 0 4 0,2-5 0 0,0 1 3 15,3 0 6-15,2-1 11 0,1-2 17 16,0-2 26-16,5-1 10 0,0 0-10 0,0 0-3 0,-12-9-8 0,12 2-1 16,5-3-5-16,2-8-12 0,5-3-2 0,3-3-1 15,2 2-5-15,5-5-9 0,-3 4 3 0,3-4-4 16,1 2-1-16,-1-1 3 0,1 0-9 0,0 1 3 16,2 4-6-16,-2-3 0 0,-1 3-3 15,-3 3-2-15,-6 3 5 0,1 1-1 16,-1 1 5-16,-4 4 0 0,-3 2 2 0,-2 1 2 15,1 2-8-15,-1 1 0 0,0-1-5 0,-3 2-2 16,2-1-11-16,-3 3-9 0,5-3 1 16,-5 3 4-16,0 0-2 0,-9 15 3 0,4-2 3 0,-4 0-1 0,0 4-1 0,0 0 2 15,-3 7 3-15,3-5-4 0,3-1 4 0,1 2 3 16,1-1-1-16,4 0 6 0,0 1-4 16,1-5 4-16,5 2-1 0,5 0 0 0,-1-5 6 0,8-1-3 15,0 0-3-15,10-2-11 0,3-1-22 0,-1-4-33 16,5-3-43-16,-3-1-56 0,-3-1-71 0,1-3-216 15,-10 0-488-15,3-3 216 0</inkml:trace>
  <inkml:trace contextRef="#ctx0" brushRef="#br0" timeOffset="26408.74">13498 3299 84 0,'-1'-5'307'15,"1"0"-5"-15,0 0-11 0,0 5-6 0,1-7-35 16,-2 5-21-16,1 2-32 0,1-4-19 0,-1 4-18 16,0 0-13-16,0 0-26 0,0 0-17 0,0 0-9 15,6 16-17-15,-5-1-6 0,3 3-6 0,0 9-6 16,-3 0-5-16,-1 2-14 0,0 1-25 0,-1 1-13 15,1 1-25 1,2 0-33-16,-3 3-30 0,0-1-41 0,-3 13-39 16,0-11-66-16,0-3-179 0,0 1-444 0,2-3 197 15</inkml:trace>
  <inkml:trace contextRef="#ctx0" brushRef="#br0" timeOffset="26572.23">13507 4132 77 0,'0'5'398'0,"-1"-1"5"15,1-4 8-15,0 5-6 0,0-5-11 0,0 0-39 16,0 0-37-16,0 0-34 0,0 0-33 0,0 0-28 16,0 0-37-16,5-14-47 15,-2 10-69-15,-1-2-66 0,2 0-56 0,2 0-84 0,0-4-106 0,-1-1-340 16,4 1-630-16,0-1 279 0</inkml:trace>
  <inkml:trace contextRef="#ctx0" brushRef="#br0" timeOffset="29460.89">15851 2796 98 0,'-9'2'158'0,"1"-2"-2"0,1 0-15 0,-1 0-10 15,8 0-5-15,-9 0-10 0,9 0-9 0,0 0-14 16,-9-2-5-16,9 2-9 0,-7 0-4 0,7 0-8 0,0 0-10 0,0 0-4 16,0 0-2-16,0 0-10 0,0 0-6 15,0 0-3-15,0 0 1 0,0 0-2 0,0 0-2 16,0 0-8-16,0 0 2 0,0 0 0 0,0 0 5 0,0 0-5 15,0 0 3-15,21 2-5 0,-21-2 2 0,0 0 2 16,0 0 5-16,0 0-7 0,0 0 0 0,0 0-1 16,0 0 1-1,0 0-4-15,0 0 1 0,0 0 0 0,0 0-3 16,0 0 0-16,0 0 21 0,0 0-4 0,0 0-5 16,0 0 0-16,0 0-7 0,0 0-3 0,0 0-1 15,0 0 1-15,0 0-2 0,9 0 6 0,0 2-9 16,0-2 0-16,9 0-3 0,10-2 1 0,5 2 0 15,4-4-4-15,17 2 2 0,1-3-4 0,2 0 3 16,7-1-2-16,0 1-1 0,30-2 0 0,-31 2 2 0,1 1-6 0,-5-1 1 16,-5 0-1-16,-15 2 0 0,-3 1-1 15,-4 0-7-15,0 2-14 0,-13-1-9 0,-3-1-22 16,-6 2-20-16,-1 0-18 0,-3-3-46 0,-3 2-28 16,-3 1-24-16,0 0-122 0,0 0-335 0,-25-6 148 0</inkml:trace>
  <inkml:trace contextRef="#ctx0" brushRef="#br0" timeOffset="29730.05">16306 2588 28 0,'-4'-10'324'0,"1"2"-7"15,2 1 3-15,-1 0-4 0,-1 4-8 0,2-2-35 16,1 1-23-16,-3-1-29 0,3 5-26 16,-1-3-31-16,1 3-28 0,0 0-12 0,-5 10-11 15,4 5-15-15,-3 4-23 0,1 6 7 0,2 4-8 16,-3 6-21-16,3 0 14 0,1-1-9 0,1 3 0 0,2 11-34 0,-2-12-45 16,3 10-38-16,0-10-45 0,2-2-55 0,-2 0-59 15,0-5-302-15,1 0-563 0,-1-12 249 0</inkml:trace>
  <inkml:trace contextRef="#ctx0" brushRef="#br0" timeOffset="31101.77">18078 2135 7 0,'3'-4'174'0,"1"1"-10"0,-2-2-15 0,5 2-16 0,0 3-12 16,5 0-8-16,-1 1-9 0,2 4-6 0,4 2-4 0,8 7-7 16,-3 1-2-16,1 7-6 0,0 3-6 0,0 2-6 15,5 11-2-15,-9-5-7 0,9 8-3 0,-1-2-6 16,-4 6-1-16,-9-14 0 0,9 9-8 0,-5-8-3 16,-1 1-6-16,2-6 2 0,-1 0-6 0,-3-1 0 15,0-2-3-15,-2-2-3 0,-4-6-4 0,1-2 2 16,-1-1-1-16,-5-5-4 15,1 2 0-15,-1-6 0 0,0 3-2 0,0-3 1 16,-2 0-1-16,-2-4 15 0,4 6 12 0,-4-6 3 16,4 4-1-16,-4-4-4 0,1 4 0 0,-1-4-4 15,0 0-2-15,4 4-4 0,-4-4 2 0,0 0-7 16,0 0-2-16,0 0-11 0,0 0-12 0,0 0-25 16,0 0-17-16,0 0-24 0,0 0-31 0,-13-16-45 15,9 12-40-15,-1-1-160 0,-1-4-372 0,0 3 166 0</inkml:trace>
  <inkml:trace contextRef="#ctx0" brushRef="#br0" timeOffset="31449.37">18478 2352 174 0,'-5'-4'194'0,"-2"4"-16"0,-4 3-13 0,-2 2-11 16,-2 2-11-1,-7 5-12-15,-1 5-13 0,-5 2-7 0,0 5-9 16,-11 10-7-16,9-9-7 0,-8 11-7 0,-1-3-5 16,6 2-3-16,5-9-8 0,4-2-11 0,-2 1-1 15,3 0-5-15,3-2-4 0,-2 3-4 0,3-4-5 16,6-7-2-16,0-1-2 0,3 1-6 0,1-3-1 15,4-3-3-15,-3-1-3 0,2-1 1 0,2-2-2 16,0 0 0-16,2-2-3 0,-1 0 4 0,3-3-3 0,-5 5 15 0,5-5 5 16,-4 3 3-16,4-3 2 0,0 0-2 0,0 0-2 15,-5 4-10-15,5-4-33 0,0 0-44 0,0 0-44 16,0 0-71-16,0 0-234 0,0 0-433 16,0 0 192-16</inkml:trace>
  <inkml:trace contextRef="#ctx0" brushRef="#br0" timeOffset="43818.68">4952 6771 50 0,'-2'-2'183'0,"2"2"0"0,0 0-13 0,0 0-3 16,-3-3-17-16,3 3-6 0,0 0-12 0,0 0-5 0,0 0-12 31,0 0-8-31,0 0-5 0,0 0-4 0,0 0-7 16,-4-2-4-16,4 2-5 0,0 0-14 0,0 0 4 15,0 0-6-15,0 0-9 0,0 0-3 0,0 0-3 16,0 0-8-16,0 0-4 0,0 0-8 0,0 0 0 16,0 0-5-16,0 0 1 0,0 0-4 0,0 0-3 15,26 0-3-15,-13-2 1 0,7 2-3 0,10-3 0 16,4 0-2-16,3-1-2 0,18-3 2 0,-4 2-5 0,-1 3 8 0,-10-2-4 15,-2 0-6-15,-1-2 0 0,-4 5 2 0,1-2-1 16,-5 1-3-16,-10 1 1 0,-2 1-13 0,-3 0-18 16,-3-1-32-16,-4 0-15 0,0 2-1 0,-2 0-2 15,-2 3 1-15,-3-4-17 0,0 0-29 0,-8 7-25 0,1-3-40 16,-2 1-121-16,-4-3-330 16,0-1 146-16</inkml:trace>
  <inkml:trace contextRef="#ctx0" brushRef="#br0" timeOffset="44189.31">5182 6912 43 0,'-5'4'192'0,"0"-3"-22"0,1 1-3 16,4-2-1-16,-6 2-18 0,6-2-7 0,-4 0-6 15,4 0-11-15,0 6-8 0,0-6-6 0,0 0-9 16,13 1-4-16,-2 0-6 0,2-1-7 0,9-2-5 16,6 2-8-16,1 0-2 0,3-5 5 0,0 0-4 15,-1 4-2-15,2-3 0 0,-1 2-3 0,-2-2-2 16,-9 0-8-16,0 4-1 15,-3-1-6-15,-4-1-4 0,-2 1-7 0,-1 1-3 16,-5 0-3-16,0-3-4 0,2 3-3 0,-3-3 0 16,-5 3-3-16,5-2-8 0,-5 2-15 0,0 0-16 15,8 0-20-15,-8 0-21 0,0 0-17 0,1 5-31 16,-1-5-52-16,4 4-67 0,-4-4-148 0,0 0-404 16,5 3 179-16</inkml:trace>
  <inkml:trace contextRef="#ctx0" brushRef="#br0" timeOffset="45062.21">6748 6359 98 0,'-4'-5'212'0,"4"5"-19"16,0-4-9-16,0 4-17 15,0 0-16-15,5-5-18 0,-2 4-10 0,-3 1-12 0,0 0-14 16,17 5-8-16,-6-1-3 0,0 3-4 0,5 4-3 15,0 2-5-15,5 7-1 0,2 1-4 0,-3 3-2 16,3 1-5-16,-5 1-7 0,4 3-1 16,-3-2-4-16,-1 0-1 0,-1 4-8 0,0-4-3 15,0-1-6-15,-6-1-1 0,3 0-4 0,-5-7-1 16,-1-1-3-16,2 2-3 0,-5-2 0 0,-1-6 0 16,0 0-6-16,1-4 2 0,-5 1 2 0,4-1-2 15,-4-2-2-15,1 0-3 0,2-1 1 0,-2-1 0 16,-1 1 4-16,2-1 0 0,1 0 5 0,-3-3 2 0,0 2-2 0,0-2 3 15,0 5-1-15,0-5-1 0,0 0-1 0,0 0-4 16,0 0-8-16,0 0-9 0,0 0-13 0,0 0-25 16,0-12-30-16,0 12-36 0,-6-5-49 0,2-1-29 15,0 1-219-15,-4 1-435 0,3-2 193 0</inkml:trace>
  <inkml:trace contextRef="#ctx0" brushRef="#br0" timeOffset="45374.97">6991 6616 64 0,'-2'-5'254'15,"1"1"-4"-15,-2 0-10 0,3 4-14 0,-1-5-21 16,1 5-17-16,-2-3-19 0,2 3-21 0,0 0-17 16,0 0-13-16,-9 7-11 0,0 0-14 0,-3 5-4 15,-2 3-10-15,-8 4-9 0,2 2-4 0,-2 2-8 0,2 1-8 16,-2 3-2-16,0-3-4 0,3 5-4 0,-3-4 0 15,2 1-7-15,2-3-6 0,0-1 4 0,3-2-5 0,1-6-3 16,2-1 2-16,7-3-8 0,-4-1-1 0,4-2 2 16,0-1-2-16,1 0-6 0,-1-3 3 15,2 2-2-15,2-1 1 0,-4-1 2 0,3-2 14 16,2-1 11-16,-5 4 5 0,5-4-1 0,-3 4 5 0,3-4 0 0,0 0-11 16,-1 3 6-16,1-3-11 0,0 0-19 0,0 0-22 15,0 0-33-15,5-15-25 0,-3 11-41 0,1-2-47 16,3-3-65-16,-2-3-255 0,1 3-512 0,2-1 227 15</inkml:trace>
  <inkml:trace contextRef="#ctx0" brushRef="#br0" timeOffset="46213.32">7045 5988 225 0,'3'-2'212'0,"-3"2"-21"0,8-3-11 0,-1 1-23 16,0 2-10-16,-7 0-13 0,11 0-15 0,-2 0-12 15,0 5-12-15,-2-1-10 0,0 1-6 0,2 0-8 16,0 4-7-16,-4-1 1 0,3 3-6 0,-4 2-7 31,1-1-2-31,-4-1 0 0,-1 4-1 0,0 0 2 0,0-1-1 16,-1-4 1-16,-2 2 0 0,-2 0-1 0,4-1-3 15,-3-3-6-15,-1 2 1 0,1-3-3 0,3-1-5 0,-2 1-2 16,-1-2-3-16,3-1-2 0,1-1-3 0,-5 1-4 16,4-2 0-16,1-2-1 0,-3 6-4 0,3-6 0 15,-1 2 0-15,-2 1 13 0,3-3 7 0,0 0-2 16,-1 4 3-16,1-4 1 15,0 0 3-15,0 0 1 0,0 3 5 0,0-3-12 0,0 0-1 0,0 0-4 0,0 0-1 16,0 0 0-16,-2 4-7 0,2-4 3 0,0 0-10 0,0 0 3 16,0 0-5-16,0 0 1 0,0 0-2 0,0 0 2 15,0 0-3-15,0 0 1 0,0 0 3 16,0 0-4-16,0 0-1 0,0 0 2 0,0 0 2 16,13-2 2-16,-5 2 6 0,1 0-4 0,5-2 3 0,4 2-3 15,4-2 1-15,6-2-3 0,0 0 1 0,0 3-4 16,0-5-3-1,-6 4-3-15,1 1-2 0,5-2 3 0,-9 2-1 16,-6 1 1-16,1-3-4 0,-1 3 0 0,-3-1 3 16,0 0-4-16,-2 1 4 0,-3 0-6 0,-5 0 3 0,9 0 1 15,-9 0 0-15,10-2-8 0,-10 2-16 16,4 0-25-16,-4 0-9 0,0 0-12 0,0 4-27 16,0-4-46-16,-6 8-63 0,2-3-93 0,1-1-175 15,2-1-509-15,1-3 226 0</inkml:trace>
  <inkml:trace contextRef="#ctx0" brushRef="#br0" timeOffset="47461.08">8027 6209 69 0,'0'0'145'0,"0"0"-7"15,0 0-1-15,0 0-4 0,0 0-4 0,0 0-2 16,0 0-6-16,0 0-4 0,0 0-6 0,0 0-7 16,0 0-5-16,0 0-5 0,0 0-2 0,0 0-6 15,0 0-4-15,0 0-4 0,0 0-1 0,0 0-5 0,0 0-4 16,0 0-7-16,0 0-3 0,0 0-6 0,0 0-6 0,0 0-3 15,0 0-4-15,0 0 1 0,0 0-7 0,0 0-3 16,0 0-3-16,0 0 2 0,0 0-3 0,0 0-3 16,0 0-3-16,0 0-2 0,0 0-4 15,0 0 0-15,0 0 3 0,0 0-6 0,0 0 1 0,0 0-3 16,0 0-1-16,0 0 1 16,25-5-2-16,-9 4-1 0,3-2-1 15,3 1 0-15,6 0-1 0,2-3 1 0,5 2 2 0,-2-4 0 16,7 4 0-16,-7-1 1 0,-1 0 0 0,0-1-2 0,-3 2-2 15,-2 0 0-15,-8 1 1 0,2 2-1 0,-8-3-3 16,-1 2 1-16,-1 1-1 0,-5-1 1 16,3 1 0-16,-9 0-1 0,10 0-5 0,-10 0-3 15,8-3-11-15,-6 2-13 0,-2 1-10 0,0 0-11 0,0 0-13 16,0 0-23-16,0 0-23 0,-11 11-29 0,6-9-30 16,-4 1-179-16,0-1-378 0,-2 2 168 0</inkml:trace>
  <inkml:trace contextRef="#ctx0" brushRef="#br0" timeOffset="48092.73">8019 6295 190 0,'0'0'186'0,"0"0"-11"0,0 0-10 16,0 0-8-16,0 0-8 0,0 0-9 0,-1-3-11 16,1 3-7-16,0 0-16 0,0 0 0 0,0 0-11 15,0 0-13-15,0 0-9 0,0 0-10 0,0 0-3 0,0 0-10 0,0 0-11 16,0 0 3-16,15 10-5 0,-8-8-2 0,-5 4-6 15,5 1-4 1,-1 2-2-16,3 1-1 0,4 3-3 0,1 1 0 16,4 5-1-16,2-4 1 0,3 4-3 0,0-2-2 15,1 0-1-15,3 0 1 0,-1-1 0 0,-1-1-7 16,1-4 6-16,0 2-4 0,-1-1 1 0,-6-4-3 16,0-1-2-16,-1-1 1 0,0 0-1 0,0-3 1 0,-4 0-1 15,-1 1-3-15,-3-3 2 0,1 1 1 16,-5 1 2-16,0-2 3 0,-2-1 24 0,2 2 12 0,-1-2 16 15,-5 0 9-15,7 1 6 0,-7-1 0 0,0 0-4 16,6 1 2-16,-6-1-8 0,0 0-6 0,0 0-8 0,0 0-8 16,5 1-11-16,-5-1-4 0,0 0-8 0,0 6-3 15,-4 2-4-15,-2 2 0 0,-3 3 2 0,-4 3 3 16,-6 8-11-16,3 0 0 0,-5 5 2 0,-2 1-4 16,-4 13-1-16,-1-4 3 0,8-8-6 0,-4 11 5 15,8-9 0-15,0-3-5 0,-1 1 2 0,-1 0 3 16,1-2-5-16,6 2 1 0,-2-2 0 0,-1-4 0 15,1-1-3-15,4-6 4 16,0-2-4-16,0 0 3 0,3 1-2 0,0-6 1 0,-1-1 2 0,3-2-1 0,3 0-3 0,-4-1 3 16,1-2-1-16,2 0-1 0,0-1-1 0,1-2 2 15,-2 2-5-15,2 0-1 0,1-4-7 0,-2 3-13 16,2-3-12-16,-2 4-15 0,2-4-17 0,0 0-20 16,-2 2-43-16,2-2-56 0,0 0-75 0,0 0-197 15,0 0-496-15,4-10 219 0</inkml:trace>
  <inkml:trace contextRef="#ctx0" brushRef="#br0" timeOffset="48615.44">8213 7292 98 0,'-6'2'196'0,"1"-2"-6"0,5 0-7 0,-8 1-11 16,4 0-8-16,4-1-16 16,0 0-14-16,-7 0-11 0,7 0-14 0,0 0-4 15,0 0-9-15,0 0-11 0,-4 3-5 0,4-3-1 16,0 0-9-16,0 0-4 0,0 0 0 0,0 0-6 15,0 0-6-15,0 0-8 0,0 0 3 0,0 0-4 16,-9 0-7-16,9 0-2 0,0 0-3 0,0 0-2 16,0 0-3-16,0 0-2 0,0 0-4 0,0 0-2 15,0 0-1-15,-3 3-4 0,3-3-3 0,0 0 3 0,0 0-4 0,0 0 1 16,0 0-2-16,0 0 3 0,0 0-2 0,0 0 5 16,0 0 4-16,0 0 12 0,29-3-13 0,-12 0 0 15,14 2-1-15,2-2-1 0,7-3-1 0,17-1-5 16,6 0 1-16,2-2 0 0,25-1 0 0,-24 2 12 15,-1 1 7-15,27 0 0 0,-30-2-2 0,-6 2 0 16,-1-1-1-16,-17 2-3 0,-1 0 0 0,-1-1 5 0,-5 1 7 0,-3 1 8 16,-9 1 9-16,-1 2 7 0,-7-1 10 0,1 2 5 15,-2-1 11-15,-4 0-1 0,2 0 2 0,-3 2-6 16,0-2-7-16,-1 0-4 0,-4 2-5 16,7-1-19-16,-7 1-26 0,6-1-33 0,-6 1-40 15,6-1-46-15,-6 1-41 0,0 0-41 0,0 0-65 0,0 0-334 16,0 0-625-1,-19 9 277-15</inkml:trace>
  <inkml:trace contextRef="#ctx0" brushRef="#br0" timeOffset="49710.02">8153 7722 153 0,'-1'-4'190'0,"1"4"-24"0,1-7-13 0,3 4-10 15,-1 1-11-15,1-1-13 0,1 2-10 16,1-3-10-16,4 2-9 0,-1 1-8 0,3 0-9 16,2 1-4-16,-1 0-7 15,3 4-6-15,6 0-4 0,-3 0-10 0,0 1-2 16,-3 2-4-16,3 2-5 0,-3 1-3 0,1 2 2 15,-3 0-9-15,-3 2-1 0,-2 3 2 0,-1-2 1 16,-4 2 3-16,1 3-4 0,-5-1 8 0,0 3 1 16,-6 1 0-16,-5-6 3 0,2 1 0 0,-6 2 1 0,4-4 6 15,-3-1-6-15,0-1-5 0,-2 0 1 16,2-1-1-16,1-3-1 0,-1-1-3 0,0 0-1 0,4-2 8 0,1-2-5 16,0-1 5-16,3 0 5 0,1-2 12 0,0 3 9 15,-2-5 17-15,6 3 21 0,1-3 9 0,-4 2 14 16,4-2-7-16,0 0-16 0,0 0-15 0,1-14-6 15,3 6-9-15,3-4-8 0,-1-3-8 0,8-7 0 16,-2 5-7-16,3-7-4 0,0 4-8 0,2 0-2 16,-6 2-1-16,3 4-1 0,-2-2-5 0,-1-1-5 0,2 2 2 0,-1 5-5 15,0-4-5-15,1 2 22 0,-5 2-18 0,-1 0-1 16,1 3-1-16,-4 2 5 0,1 2-3 0,-1-3 0 16,0 3-2-16,-3 1 1 0,4-1-8 0,-5 3-3 15,4-3-3-15,-4 3-17 0,0 0 3 0,0 0 6 16,1 8-6-16,-1-1-1 0,0 3-1 0,0 2 0 15,-1 5 4-15,1-1 1 16,0 4-1-16,0 6 5 0,0-6-2 16,5 3 20-16,-1-4-20 0,0-2 2 0,1 2 4 0,5-2 7 15,0 0-3-15,5-3 2 0,2 0-6 0,9 0-11 16,-1-4-37-16,6-1-44 0,-3-3-62 0,3-1-73 16,-1-5-349-16,0-2-628 0,-1 1 278 15</inkml:trace>
  <inkml:trace contextRef="#ctx0" brushRef="#br0" timeOffset="50595.83">8857 7824 28 0,'0'0'185'0,"-5"-3"-4"0,5 3-12 0,0 0-12 16,0 0-8-16,0 0-12 0,0 0-12 0,0 0-10 0,0 0-10 16,0 0-18-16,0 0-2 0,0 0-8 0,9-3-1 15,-1 2-10-15,3-1-3 0,2 1-5 0,-1-1-6 16,6 0-6-16,-4-1-4 0,1 3-4 0,-2-1-1 15,6-1-7-15,-1 1 2 0,-7 1-4 0,2-1-6 16,-3 1-4-16,1 0-2 0,-5-1-2 0,0 0 2 16,3 0-3-16,-9 1-1 15,9 1-5-15,-9-1-7 0,0 0-5 0,4-1-4 16,-4 1-11-16,0 0-7 0,0 0-18 0,-9 7-25 16,4-3-14-16,-3-3-28 0,2 1-34 0,-2 0-149 15,1 1-319-15,-1 0 140 0</inkml:trace>
  <inkml:trace contextRef="#ctx0" brushRef="#br0" timeOffset="50880.81">8878 7928 112 0,'0'0'160'15,"0"1"-6"-15,0-1 3 0,0 0 5 0,0 0-2 16,0 0 1-16,14 4-5 0,-9-4-10 0,9 0-14 16,-1-1-11-16,6 0-12 0,3-1-9 0,1 1-13 15,6-2-9-15,-2 1-5 0,-4 2-7 0,-5-4-6 16,1 3-7-16,0 0-3 0,-6 0-6 0,1 0-8 16,-3 1-9-16,-4 0-11 15,-1-1-15-15,1 1-28 0,-7 0-17 16,9 0-23-16,-9 0-41 0,6-1-79 0,-6 1-145 0,0 0-358 15,0 0 158-15</inkml:trace>
  <inkml:trace contextRef="#ctx0" brushRef="#br0" timeOffset="54758.75">10981 6291 73 0,'-6'2'135'0,"6"-2"-20"0,0 0 4 16,0 0-14-16,0 0 1 0,0 0-11 0,0 0-5 15,0 0-2-15,0 0-6 0,0 0-10 0,-5 2-6 16,5-2-2-16,0 0-9 0,0 0-3 0,0 0 2 16,0 0-4-16,0 0-3 0,0 0 5 0,0 0-1 15,0 0-1-15,0 0 3 0,0 0-2 0,0 0-9 16,0 0-2-16,0 0-7 16,0 0-1-16,16-6 0 0,-8 4-4 0,1-3-5 15,1 1-1-15,3-1-1 0,6-2-2 0,-2 1-1 16,1-5-3-16,2 5-2 0,-2-5-1 0,1 1-2 15,7-2-3-15,-8 2 5 0,3-4-5 0,-3 3 0 16,0-2 8-16,-3 1 8 0,1 2 10 0,-1 0 10 16,-3-4 11-16,-6 7 3 0,4-5 1 0,-2 6 6 15,-4-4-2-15,1 1-1 0,-3 4 14 0,0 0-13 0,-2-2-3 0,-2 2-15 16,-1 1-3-16,-4-1-5 0,1 2-5 0,-7 1-6 16,-1 2 0-16,-4 2-6 0,-3 3-2 0,-3 2-4 15,-4 5 0-15,0 3-4 0,0 2 1 0,0 3-3 16,0 2-2-16,5 1-2 0,2 2-1 0,0 1-1 15,4 0 5-15,4-1-6 0,2-1 2 0,7-5-1 16,0 3 0-16,4-3 5 16,6-1 1-16,2 1 1 0,7 0 0 0,7-2 5 15,2-2 0-15,7-3 0 0,5-5-3 0,1-2 2 16,15-2-2-16,2-2 2 0,-17-1-5 16,3-2-3-16,-2 0-12 0,-4-3-6 0,0 1-10 0,-5 1-15 15,-10-1-11-15,2-2-14 0,-7 4-10 0,-3-3-13 16,-3 4-13-16,-2-4-26 0,-1-1-40 0,-2 3-49 15,-3-2-161-15,-1-2-406 0,-2 2 180 0</inkml:trace>
  <inkml:trace contextRef="#ctx0" brushRef="#br0" timeOffset="55359.74">11370 5813 3 0,'0'0'149'0,"-7"1"-6"15,7-1-8-15,-6 0-5 0,6 0-8 0,0 0-13 16,0 0-6-16,-7 2-2 0,7-2-4 0,0 0 4 16,0 0-1-16,0 0-7 0,0 0-10 0,0 0 1 15,0 0 6-15,0 0 2 0,0 0-1 0,25-3-11 16,-6 1-3-16,10-1-6 0,2-3-11 0,2 0-4 15,7 3-4-15,-3-2-10 0,16-4 0 0,-17 2-1 0,-1 5-6 0,-2-4-6 16,-2 1 0-16,-3 4-1 0,-8-3-6 0,-7 3-2 16,1-2-5-16,-4 3 0 0,-2 0-11 0,-2-2-7 15,1 2-13-15,-1-1-13 0,-6 1-8 0,0 0 10 16,5 3-11-16,-5-3-12 0,0 0-21 0,-11 8 0 16,3-7-24-16,2 2-11 0,-1-1-18 0,2-1-22 15,0 1-143-15,-1-2-313 0,1 3 140 0</inkml:trace>
  <inkml:trace contextRef="#ctx0" brushRef="#br0" timeOffset="55760.75">11987 5565 50 0,'1'-4'214'0,"0"0"-17"0,1 1-14 0,2 1-14 0,1-1-17 15,-1 1-19-15,-4 2-16 0,12 0-13 0,-2 2-11 0,2 2-10 16,-2 2-2-16,4 2-11 0,2 4 6 0,-1 1-6 16,4 7-4-16,0 0-1 0,-1 1-1 0,3 3-2 15,-6-1-4-15,3 1-3 0,-2-2-2 0,-4 2-3 16,-1-1-4-16,0-6-5 0,-4 1-9 0,1-1 2 15,-2 0-3-15,1-5-1 0,-4 0-1 0,1-2-4 16,0 2-4-16,0-7 1 16,-4 6-9-16,5-6 6 0,-5 0-2 0,2 2-1 15,0-2-2-15,-2-5 0 0,0 0-1 0,1 7-1 16,-1-4 3-16,0-3 0 0,0 5-2 0,0-5 0 16,0 0-5-16,0 0 1 0,0 0 1 0,4 3-3 15,-4-3-10-15,0 0-22 0,0 0-32 0,0 0-23 16,0 0-25-16,-18-8-47 0,13 1-39 0,1 4-172 15,-3 1-391-15,4-4 173 0</inkml:trace>
  <inkml:trace contextRef="#ctx0" brushRef="#br0" timeOffset="55960.92">12273 5730 129 0,'0'0'220'0,"0"0"-23"0,-5-4-17 0,5 4-15 0,0 0-18 16,-13 4-9-16,4 2-12 0,-1 0-9 0,-3 5-7 16,-3 1 0-16,-6 5-7 0,0 4-6 0,-6 0-11 15,2 0-6-15,1 0-7 0,-1 1-10 0,0 0-4 16,2 0-7-16,2 2-5 0,0-2-15 0,-1-2-37 16,5 1-44-16,0-2-54 0,9-4-77 0,0-6-153 0,5-1-360 15,3-6 160-15</inkml:trace>
  <inkml:trace contextRef="#ctx0" brushRef="#br0" timeOffset="56678.3">13003 5721 113 0,'0'0'219'0,"0"0"-15"15,1-4-14-15,3 2-18 0,-4 2-16 0,5-3-17 16,0 2-14-16,-5 1-13 0,13 0-7 0,-8 1-17 16,5 1-5-16,2 1-6 0,0 1-8 0,4 5 0 0,-2 2-4 0,2 1-3 15,0 0-1-15,3 7-3 0,0 1-8 0,-1 3 2 16,1-1-4-16,-1 0 0 0,-5 3-7 0,2-4 1 15,-2 4-8-15,-4-3-3 0,5 1-2 0,-6-6-4 16,-2 3-3-16,3-3 2 0,-5-3-2 0,3 1-5 16,-3-4 0-16,-1 1-2 0,2-6-2 0,-2 3 4 15,-1-4-7-15,0 0 2 0,0 0-1 0,-1-1 2 0,0-3-4 0,1 3-4 16,-2 0 2-16,2 0 0 0,-2-4 3 16,3 2-3-16,-3-2 0 0,2 3 1 0,-2-3 0 15,0 0-7-15,0 0 5 0,2 5-1 0,-2-5 1 0,0 0-3 16,0 0-8-16,0 0-4 0,0 0-4 0,0 0-5 15,0 0-15-15,0 0-10 0,0 0-13 0,0 0-31 16,0 0-50 0,0 0-54-16,0 0-186 0,0 0-407 0,-3-17 181 15</inkml:trace>
  <inkml:trace contextRef="#ctx0" brushRef="#br0" timeOffset="56909.95">13288 5888 50 0,'0'0'213'0,"0"0"-21"0,-3-2-24 15,3 2-9-15,0 0-8 0,-15 17-8 0,6-8-6 16,-5 5-3-16,0 1-8 0,-8 5-9 0,0 4-12 16,0 0-6-16,2 0-10 0,-3 0 1 0,0 0-14 15,1 0-10-15,1-2-2 16,3-2-8-16,0-2-6 0,4-2-4 0,0-5 2 15,2 1-9-15,2-3-19 0,1-1-26 0,4 0-36 16,1-3-42-16,-2-1-15 0,2 1-18 0,4-4-80 16,0-1-119-16,0 0-342 0,0 0 151 0</inkml:trace>
  <inkml:trace contextRef="#ctx0" brushRef="#br0" timeOffset="57710.82">13280 5356 46 0,'5'-5'187'0,"1"3"-14"0,0 2-14 0,0-1-12 16,1-1-4-16,0 2-22 0,1 2-16 0,2-2-15 16,1 3-2-16,-2 0-5 0,2 6-1 0,-3-4-9 15,0 5-5-15,1 3 5 0,0 3-4 0,0 1-8 16,-4 0-5-16,-1 7-4 0,-4-4-5 0,0 6-7 0,-3-1 4 16,2-7-7-16,-3 2-3 0,0-2 6 0,-2-1-4 0,-2 1 3 15,3-2-1-15,1-5-4 0,1-1-2 0,-3-1 0 16,5-4-2-16,-4 2 9 0,4-2 3 0,0-3 12 15,-1 3 13-15,1-2 25 0,-1 0 25 0,2-3 18 16,0 0 8-16,0 0-11 0,0 0-8 0,0 0-17 16,9-11-10-16,-1 1-12 0,1-3-6 0,4 0-13 15,-3-2-8-15,7-6-3 16,2-3-5-16,-1 2-11 0,-1-2 4 0,-2 2-11 16,-2 7-1-16,-3 0-4 0,1 1 4 0,-4 6 5 15,-1 0-16-15,-2 3-4 0,0 0-5 0,0 1 2 16,-1 0-18-16,-1 0-1 0,0 1-17 0,-2 3-12 15,0 0 0-15,0 0 7 0,0 0-2 0,0 17 4 16,-2-5 1-16,-1 0 7 0,1 3 1 0,-1 2 1 16,2-1 1-16,2 4 14 0,3-1-11 0,1 1 2 0,1-2 4 15,5 4-2-15,1-5-15 0,1-1-19 0,6 1-24 0,2-1-25 16,-2-6-40-16,7 2-48 0,-5-7-58 0,0 0-283 16,1-5-562-16,6-1 249 0</inkml:trace>
  <inkml:trace contextRef="#ctx0" brushRef="#br0" timeOffset="58193.21">13960 5499 59 0,'0'0'178'0,"-9"0"-4"0,9 0-14 0,-10 0-11 0,10 0-11 15,-5 2-14-15,5-2-14 0,0 0 5 0,0 0-16 16,0 0 0-16,-9 0-7 0,9 0-2 0,0 0-14 15,0 0 1-15,0 0-4 0,0 0-3 0,0 0-5 16,-7 1 2-16,7-1-3 0,0 0 2 0,0 0 4 16,0 0-1-16,-4 2 0 0,4-2 6 0,0 0 1 15,0 0 1-15,0 0-5 16,0 0-6-16,0 0-5 0,0 0-6 0,0 0 6 16,0 0-13-16,26-5-5 0,-13 5-6 0,3-1-4 15,5-3-3-15,0 2-3 0,0-1-2 0,7-1-2 16,-5 3-1-16,-1-4-2 0,-3 3-2 0,3 0-2 15,-3-3-4-15,-6 3 4 0,-3-1-5 0,1 2 3 16,-3 0-5-16,-3 0 0 0,2-2 0 0,-1 3-8 16,-6 0-13-16,8-1-16 0,-8 1-17 0,2-3-35 15,-2 3-31-15,0 0-31 0,0 0-31 0,-18-1-41 0,18 1-205 16,-14 1-455-16,9-3 202 0</inkml:trace>
  <inkml:trace contextRef="#ctx0" brushRef="#br0" timeOffset="58685.8">14342 5291 149 0,'4'-3'245'0,"-4"3"-12"0,5-2-19 0,-1-3-20 15,-2 4-19-15,-2 1-15 0,11-2-18 0,-5 2-13 16,-6 0-11-16,11 2-15 0,-4 1-9 0,0 2-13 16,4-2-6-16,-2 3-6 0,0 4-4 0,-1 0-3 15,0 2-2-15,0 3-4 0,-4-3-10 0,2 0-2 16,-2 5 0-16,-2 1-2 0,-2-1-1 0,0 4-2 16,-2-4-4-16,-6 0 0 0,3 1 1 0,1 0-2 0,-5-4-1 0,2 2-2 15,0-3-1-15,1-1-5 0,1-2 0 0,0 0-2 16,-3-1-6-16,4-4 8 0,3 3-2 0,-3-3-9 15,0-1-1-15,4 3 4 0,-1-4 1 0,-2-1 6 16,3-2 3-16,-2 5 17 0,0-3-2 16,2-2 19-16,0 0-9 0,-2 5 2 0,2-5-1 0,0 0-1 15,0 0-8 1,13 2 0-16,-2-4-4 0,2 2-9 0,4-4 3 16,2 3-6-16,1 0-3 0,2 0-2 0,-2-1-3 15,2-1 2-15,1 3-11 0,-5 0-2 0,2 0 7 16,-3 0-1-16,-6 0-4 0,0 0-1 0,-3 2 9 15,-1-2 17-15,-2 0 12 0,-5 0 3 0,9 0-9 16,-5 1 4-16,-4-1-7 0,0 0-1 0,10-1-10 16,-10 1-18-16,5-2-32 0,-5 2-37 0,0 0-39 0,0 0-53 0,0 0-46 15,0 0-57-15,0 0-327 0,0 0-628 0,0 0 278 16</inkml:trace>
  <inkml:trace contextRef="#ctx0" brushRef="#br0" timeOffset="59684.07">10698 7070 10 0,'0'0'122'0,"0"0"-7"0,0 0-8 16,0 0 0-16,10-4-5 0,-10 4-12 0,9-1-6 0,-9 1-3 15,10 0-13-15,1-1 2 0,-3 1 0 0,2 0-5 16,4 0-7-16,-1 1-2 0,1-1-6 0,5-1 0 16,6 2-4-16,4-1-3 0,0-1-2 0,5-1 3 0,1-3 1 15,6 5 0-15,13-4 1 0,6-1 8 16,1-1-3-16,4 1 1 0,30-4 3 0,-29 4-3 16,29-3 3-16,0-2 4 0,3 0-2 0,3 2-2 0,4 0-5 0,3-4 2 15,1 3-1-15,3 0-8 0,1-1-2 0,-2 0 0 16,7 1-4-16,-3 0-5 0,6-3-2 0,-1-3-7 15,3 11-1-15,-2-8-4 0,-3 5-4 0,-2 0 6 16,3-1-4-16,2-1-3 0,-3 0-9 0,-7 1 8 16,0 3-1-16,-10-7 3 0,-2 4 10 0,-5-1 5 15,-31 2 1-15,-1 2 5 16,2 0 5-16,-4-2 5 0,-4 2 5 0,-4-2 4 16,-13 2 5-16,-3-1 11 0,-3-1 5 0,-3 3 6 15,-8-1 11-15,-2 3 12 0,-4-2 9 0,-4 2 11 16,-2 2 3-16,-2-4 12 0,-2 3-14 0,1 0-4 15,-2-2-9-15,-1 2-11 0,-4 1-15 0,7-1-4 16,-7 1-9-16,5-1-6 0,-5 1-17 0,0 0-23 16,5-1-29-16,-5 1-44 0,0 0-36 0,0 0-36 0,0 0-39 0,0 0-42 15,0 0-37-15,0 0-37 0,0 0-79 0,0 0-202 16,0 0-599-16,0 0 266 0</inkml:trace>
  <inkml:trace contextRef="#ctx0" brushRef="#br0" timeOffset="61387.64">11604 7445 81 0,'0'-5'210'0,"1"2"-15"0,0-1-19 15,-1 4-18-15,3-4-13 0,-3 4-15 0,7-2-16 16,-4 0-11-16,-3 2-8 0,11 0-13 0,-3 0-10 0,2 2-9 0,-1 0-5 16,1 4-6-16,3-1-4 0,0 1-3 0,-2 1-4 15,5 3-3-15,-1 1-7 0,-3 1 1 0,-2 4-1 16,0 1-1-16,-1-1-2 0,-3 2-5 0,-2 1 2 0,1 0-3 15,-2 1 4-15,-6 3-2 0,2-4 0 0,-1-1 0 16,-2 1 0-16,-3-2-2 0,0-2-2 0,-1-5 0 16,2 2 5-16,-1-4 0 0,2-2-3 0,2-1 1 0,0-1 5 15,0 0 18-15,-2 0 15 16,4 0 32-16,0-1 27 0,1-3 33 16,0 0 16-16,0 0-17 0,0 0-18 0,0 0-8 0,2-17-21 15,8 2-8-15,-1 1-12 0,3-2-10 0,4-9-1 16,1 2-10-16,1 1-7 0,2 0-9 0,-2-2-3 15,0-1-3-15,-3 4-9 0,-1 7-1 0,-2 3-4 16,-3 0-4-16,-3 5-6 0,1 0-6 0,-5 0 3 16,5 2 0-16,-3 0-11 0,-1 3-13 0,0-4-17 15,-3 5-18-15,4-1-13 0,-4 1 1 0,0 0 8 16,5 7-3-16,-5 0 2 0,1 3 2 0,-1-1 6 16,0 5 8-16,3 0 4 0,0-1 6 0,0 3 0 15,4 4 3-15,0-4-13 0,3 2-12 0,2-2-8 16,7 3-22-16,1-1-36 0,-2-9-47 0,9 4-63 0,4-1-87 0,2-8-159 15,-2 1-507-15,2-2 225 0</inkml:trace>
  <inkml:trace contextRef="#ctx0" brushRef="#br0" timeOffset="61808.06">12480 7661 44 0,'0'0'216'15,"-4"2"-12"-15,4-2-10 0,0 0-16 0,0 0-9 16,0 0-15-16,-8 0-14 0,8 0-16 0,0 0-10 0,0 0-11 0,0 0-9 16,0 0-5-16,0 0-12 0,0 0-8 15,0 0-6-15,0 0-5 0,0 0-6 0,0 0-1 0,0 0-6 16,0 0 2-16,0 0-5 0,0 0-1 0,0 0 1 15,0 0 0-15,0 0-1 0,0 0-4 0,0 0 1 16,0 0-1-16,0 0-2 0,0 0 1 0,0 0 1 16,0 0-5-16,0 0 2 0,0 0-1 0,17-6-4 0,-5 5-5 0,4-2-3 15,6-3-2-15,7-1 0 0,5 5-3 16,-1-7-5-16,-1 5 2 0,4-3 4 0,-2 2-7 0,0-1 0 16,-3 2-2-16,1 0-1 0,-4 1 0 0,-8 1-4 15,-4 0 4-15,-3 1 1 0,-2 0-5 0,0-2 0 16,-5 2 1-16,-1 2-3 15,-5-1-2-15,10 0-6 16,-6-1-5-16,-4 1-8 0,0 0-22 0,0 0-20 0,0 0-24 0,0 0-29 0,-22 1-28 16,15 1-23-16,-3-4-73 0,2 1-122 0,0 1-389 15,8 0 173-15</inkml:trace>
  <inkml:trace contextRef="#ctx0" brushRef="#br0" timeOffset="62289.63">13067 7427 180 0,'6'-2'185'0,"-2"1"-13"16,-4 1-11-16,11-1-23 0,-4 2-7 16,0-1-12-16,0 1-14 0,3 2-6 0,-1 1-12 0,0 0-3 0,1 0-14 15,-1 1-2-15,1-1-11 0,-3 3-6 0,0 1-3 16,-1 0-6-16,1-2-3 0,-3 4 3 0,-2 1 0 0,1 1-2 16,-2-1 2-16,-2 3-2 0,-4 3-4 0,-3-7-1 15,-1 6 0-15,0 1-1 0,-1-2-5 0,-4-3-3 16,3 0-2-16,0-2-3 0,2-2-1 0,2 1-1 15,-1-1-5-15,2-4 4 0,1 2-5 0,2-1 5 16,-1-1-6-16,0-2 3 0,3 1 3 0,1-3 11 16,-4 4 1-16,4-4-2 15,0 0 7-15,7 5 7 0,0-5 0 0,5 0 0 16,1-1-4-16,2-1-1 0,4 0-4 0,0 0-1 16,-1 0-4-16,1 1 0 0,-1-3 8 0,3 4 0 15,-4-3-1-15,2-1-1 0,-6 3 0 0,-2 1-2 0,0-3 6 0,-4 2-9 16,-1 2 2-16,0-2-1 0,-6 1 0 0,10 0-5 15,-10 0-1-15,6-3-3 0,-6 3-5 0,5 0-12 16,-5 0-17-16,0 0-17 0,0 0-20 0,0 0-31 16,0 0-49-16,0 0-59 0,0 0-70 0,0 0-171 15,0 0-465-15,0 0 206 0</inkml:trace>
  <inkml:trace contextRef="#ctx0" brushRef="#br0" timeOffset="62574.34">13546 7334 152 0,'4'-2'278'0,"1"-2"-30"16,-2 4-21-16,1-4-26 0,-4 4-18 0,13-1-20 16,-3 3-9-16,1 4-23 0,0-2-10 0,4 6-10 15,-2 2 2-15,5 8-12 16,-4 2-4-16,0 1-9 0,-2 4-1 0,-5 3-8 15,-4 4-5-15,-4 2-2 0,-3-2-7 0,-9 11-3 16,2-12-8-16,-5-3-1 0,-3 3-5 16,-1-5-7-16,-6-2-10 0,-1 0-13 0,-13 5-29 0,-1-4-39 15,-3-2-48-15,-5-4-44 0,2-4-70 0,-5-2-212 16,-6-3-458-16,2-3 203 0</inkml:trace>
  <inkml:trace contextRef="#ctx0" brushRef="#br0" timeOffset="63022.25">11551 7361 59 0,'-5'-1'193'15,"5"1"-13"-15,-4-3-15 0,4 3-19 0,0 0-11 0,0 0-20 0,-8-1-6 16,8 1-12-16,-7 4-4 0,2 3-13 0,-3-2-8 16,2 6-7-16,-6 5-9 0,-2 7-2 0,-3 1-9 15,2 8-3-15,1 0-3 0,-4 15-1 0,0 0 0 16,0 1-7-16,8 3 1 0,0-8 0 0,6-8-4 16,3-2 2-16,2 1 16 0,6-3-2 0,3-2 6 15,4-3-5-15,4-2 6 16,5-3-7-16,11-3-3 0,11 0-2 0,10-4 0 15,7-3-13-15,32-5-24 0,-3-3-43 0,2-3-66 16,-1-5-91-16,-28-2-145 0,29-2-371 0,-32 1 164 16</inkml:trace>
  <inkml:trace contextRef="#ctx0" brushRef="#br0" timeOffset="63639.15">14182 7228 161 0,'0'-6'308'16,"0"6"-16"-16,0 0-2 0,0 0-26 0,0 0-25 15,0 0-22-15,0 0-14 16,0-3-28-16,0 3-21 0,0 0-17 0,0 0-15 15,0 0-15-15,0 0-11 0,0 0-14 0,0 0-8 16,4 16-9-16,-3-7-7 0,2 3-7 0,1 6-1 16,-2 2-13-16,3 3 12 0,-1 2-11 0,-1 3-6 15,2 0-4-15,0-1 0 0,-2-2-2 0,4-1-2 16,-2 2-6-16,0-7 3 0,3 3-4 0,-4-3 6 0,2-4-4 16,-1 1 1-16,-1-4-6 0,0-1-19 0,0-2-15 0,-3 1-23 15,1 0-24-15,0-3-26 0,-2-1-34 0,1 1-24 16,-1 1-25-16,4-5-33 0,-9 1-233 0,3 0-478 15,0 3 212-15</inkml:trace>
  <inkml:trace contextRef="#ctx0" brushRef="#br0" timeOffset="63808.11">14284 7945 177 0,'-1'1'291'0,"-3"3"2"0,4-4 7 0,0 6-1 16,0-6-2-16,-1 4-17 0,1-4-27 0,0 0-28 0,0 0-22 16,1 3-17-16,-1-3-28 0,0 0-43 0,0 0-73 0,0 0-96 0,17-7-145 15,-12 2-279-15,4 0-517 0,0-3 228 0</inkml:trace>
  <inkml:trace contextRef="#ctx0" brushRef="#br0" timeOffset="65276.68">9482 7706 177 0,'-1'-3'262'0,"1"-2"-13"16,0 0-19-16,0 5-15 0,0-7-14 0,0 3-14 0,0-1-20 15,4 2-16 1,-4-1-13-16,6-2-16 0,-2 3-6 0,2-1-20 16,2-1-10-16,2 2-6 0,3-6-11 0,-1 8-5 15,6-4-8-15,-2 3-8 0,1-1-4 0,-2 5-4 16,-3-1-6-16,5 1-4 0,-4 0-1 0,-1 1-6 16,0 3-6-16,0 1 0 0,-3 1-4 0,1 2-1 15,0 2-4-15,-2 2-1 0,-3 5-1 0,-4-1-16 16,-1 1 2-16,-6 7 2 0,-3-2 0 0,-4 1 3 0,1 1-2 0,-4 3 3 15,-3-7-3-15,0 2 4 0,0-3-4 0,0-2 4 16,2 2-1-16,2-8-2 0,-1-1-2 0,2 1 1 16,5-4 1-16,0 0 0 0,-1-2 4 0,5-2 1 15,1-1 0-15,-1-1 10 0,1 0 24 0,-2 0 31 16,3 0 24-16,3-3 29 0,-3 2 12 0,3-2-15 16,0 0-10-16,0 0-11 0,0 0-13 0,3-14-3 0,0 10-6 0,3-2-5 15,-2 1-10-15,1 0-12 0,-1 0 1 0,1-2-6 16,-1 6-12-16,1-2-8 0,-4 1 8 0,3-1-13 15,-4 3-7-15,9 2 4 0,-9-2-4 0,13 3-6 16,-3 1-4-16,2 2 10 0,-1 1-4 0,-2 2 5 16,6 1-10-16,1-2-2 0,-2 2 8 0,-3-3-3 15,1 2 1-15,3-2 3 16,-5 1 5-16,3-3-4 0,-4-1-5 0,4-1 6 16,-2 0 4-16,2-2-5 0,0-2-3 15,1-2-6-15,-3-1-10 0,1-2-10 0,2 1-17 16,-4-5-13-16,3-2-14 0,0 1-21 0,-5 1-27 0,-1-2-24 15,-1 2-22-15,0 0-50 16,0 0-52-16,-3-2-282 0,-1 4-589 0,1 3 260 0</inkml:trace>
  <inkml:trace contextRef="#ctx0" brushRef="#br0" timeOffset="66912.48">8680 5726 132 0,'0'0'217'16,"0"0"-16"-16,0 0-13 0,0 0-16 0,0 0-7 15,-3-2-12-15,3 2-6 0,0 0-9 0,0 0-4 16,0 0-10-16,0 0-4 0,0 0-4 0,0 0-6 0,0 0 3 15,0 0-15-15,0 0-7 0,-1-4-7 0,1 4-8 0,0 0-8 16,-1-5-2-16,1 5-5 0,0 0-5 16,0-8 1-16,-3 3-8 0,3-2-1 0,0 2-9 15,0-4-4-15,-1 1 4 0,1-2-9 0,-3-1-2 16,3 0-7-16,0-3 4 0,0 2-7 0,-2 1 0 0,2-2 5 16,0 2-1-1,-3 0 4-15,2-1-1 0,1 2 1 0,0 1 15 16,-1 2-16-16,1 0-2 0,-3 1 0 0,3 2 1 15,-1 0-3-15,-2-2-3 0,2 3-2 0,1 3-4 16,0-5-9-16,0 5-2 0,-5-2-11 0,5 2 1 0,-17 7 3 16,3 3 2-16,-4 2-6 0,-8 5 5 15,-4 2 0-15,3 5-1 0,-15 6 0 0,4 1 2 16,-2-4 0-16,-5 2 1 0,4 0 2 0,-3-1 1 0,-1-4-2 0,13-3 2 16,0-3-2-16,-2-2 5 0,2-2 1 0,1 0-4 15,4-4 1-15,-1-3 1 0,10-2 1 0,5 0 6 16,-1-5-1-16,4 1 20 0,-1-2 29 0,-1-2-4 15,1 1 9-15,1-3 11 0,1-2 8 0,3-1 13 16,0-4-23-16,2 0-4 0,-1-2-6 0,4-3-6 16,2 0-4-16,3-3-12 0,-2 3 3 0,2-2-9 0,3 5 0 0,-1-3-7 15,-1 7 0-15,1 0-9 0,0 1 0 0,-1 4-4 16,1 0-5-16,1 5-7 0,4 0-4 0,-1 1 7 16,8 7-11-16,-4 2 6 0,9 5 0 0,0 2-1 15,-1 0 3-15,4 5 0 0,-2-3 0 0,0 1-11 16,2 1-11-16,-5-2-14 0,5 1-20 0,1-6-10 15,-3 1-22 1,1-1-15-16,1-1-19 0,-8-5-29 0,4-2-27 16,-1-1-49-16,-3-3-65 0,4-4-239 0,-5 1-575 0,2-3 255 15</inkml:trace>
  <inkml:trace contextRef="#ctx0" brushRef="#br0" timeOffset="77364.53">16446 6508 15 0,'-11'0'128'0,"11"0"-7"0,-8 0-5 0,8 0-11 0,0 0-5 0,-9-1-13 15,9 1-2-15,0 0-8 0,0 0-5 0,0 0-10 16,-5-2 3-16,5 2 3 0,0 0-4 0,0 0 2 16,0 0-8-16,0 0-1 0,0 0 2 15,0 0 0-15,0 0-3 0,-9 0-5 0,9 0 1 0,0 0 3 16,0 0-10-16,0 0-5 0,0 0 2 0,0 0-6 16,0 0 3-16,0 0-6 0,0 0-1 0,0 0 1 0,0 0-3 15,0 0 6-15,0 0 2 0,0 0-3 0,0 0-1 0,0 0-4 16,0 0-6-16,0 0 1 0,0 0 1 0,22-2-3 15,-5-1-5-15,6 1 1 0,10-2 1 0,3-2 3 16,3 2-4-16,14-2-2 0,-14 2 0 16,1 0-4-16,-2 0 1 0,-1 2-3 0,-1-2 2 15,-3 1-1-15,-5 2-4 0,-6-3-1 16,-4 4 1-16,-4-2-9 0,-4 2-16 16,-2-1-10-16,-1 1-14 0,-7 0-16 0,0 0-9 15,0 0-19-15,0 0-4 0,0 0-21 0,0 0-9 16,-33 0-5-16,14 0-1 0,0 1-28 0,7-1-95 0,-1-2-267 15,0-1 118-15</inkml:trace>
  <inkml:trace contextRef="#ctx0" brushRef="#br0" timeOffset="77602.48">16685 6376 172 0,'-1'-6'219'0,"-4"-4"4"15,1 3-3-15,3-1-7 0,-2 1 1 0,3 1-7 16,-1 0-2-16,1 1 6 0,0 0-29 0,0 1-18 15,0 4-16-15,0-5-18 0,0 5-18 0,0 0-13 16,0 0-27-16,-4-4-31 0,4 4-10 0,0 0-7 16,0 13 1-16,-4-2-2 0,4 4-5 0,3 5 2 15,-7 4-3-15,4 1 0 0,-2 2 1 0,2 0-4 16,0-1 11-16,2-2-9 0,-2 2-25 0,4-6-21 16,-3-1-35-16,4-1-37 0,-1-1-44 0,1-1-45 15,-1-6-233-15,1 2-457 0,0-8 203 0</inkml:trace>
  <inkml:trace contextRef="#ctx0" brushRef="#br0" timeOffset="78049.63">17700 5959 140 0,'1'-3'236'0,"-1"3"-25"0,2-7-22 15,-2 7-22-15,2-3-20 0,-2 3-14 0,0 0-13 16,12 5-15-16,-5 3-11 0,1-1-12 0,6 7-5 16,-2 1-8-16,5 6-4 0,3 4-5 0,-4-1-3 0,2 3-5 0,0-1-4 15,0 4-3-15,-2-1-6 0,2-2-5 16,-2 3 1-16,0-3-4 0,-3-1-4 0,1-2-1 0,0-1 2 16,-6-4-7-16,-1-2-3 0,1-3 3 0,-4-3-7 15,1 0 3-15,-1-1-2 0,-1 1-6 0,-2-5 4 16,0 1-2-16,-1-2-7 0,0-1-1 0,4 1-3 15,-4-2-3-15,-4 1-2 16,3 0-1-16,1-4-8 0,-8 4-19 0,3-3-24 16,-3-1-15-16,8 0-22 0,-11-3-30 0,4 0-39 15,2-1-153-15,0 0-341 0,1-2 150 16</inkml:trace>
  <inkml:trace contextRef="#ctx0" brushRef="#br0" timeOffset="78265.52">17976 6171 93 0,'0'-4'281'15,"0"4"-14"-15,-3-6-24 0,3 6-26 0,-1-2-26 16,1 2-20-16,0 0-16 0,0 0-17 0,-18 12-17 16,6 1-14-16,-9 6-8 0,-3 2-13 0,-3 2-5 0,-11 8-6 0,-2 3-7 15,3-1-6-15,-1-1-7 0,9-6 0 0,-6 6-10 16,-5 0-29-16,12-11-41 0,0 3-54 0,0-4-76 15,-3-3-240-15,8 1-427 0,8-8 189 0</inkml:trace>
  <inkml:trace contextRef="#ctx0" brushRef="#br0" timeOffset="80005.67">5203 10326 190 0,'-5'-2'192'0,"5"2"-3"0,0 0-11 0,-4-3-5 15,4 3-13-15,-4-3-2 0,4 3-5 0,0 0-10 0,0 0-7 16,0 0-9-16,-5-2-12 0,5 2-6 0,0 0-8 16,0 0-13-16,0 0-5 0,0 0-8 0,0 0-8 0,0 0-7 15,0 0-6-15,0 0-6 0,0 0-4 0,0 0-10 16,0 0 0-16,0 0-5 0,8-5-4 0,-2 3-5 16,8-1-12-16,4-3-28 0,13 0-23 0,1 1-32 15,-2-1-33-15,5 2-39 0,-5-3-51 0,-8 3-169 16,5-2-399-16,-5 6 177 0</inkml:trace>
  <inkml:trace contextRef="#ctx0" brushRef="#br0" timeOffset="80183.78">5269 10527 131 0,'-6'2'177'0,"3"1"2"0,1-1-15 0,2-2-15 15,0 0-17-15,-4 2-8 0,4-2-13 0,0 0-6 16,14 0-14-16,0 0-7 0,15-3-11 0,5-2-6 0,18-1-14 16,-2-1-28-16,7-1-46 0,0-2-60 0,0 2-180 15,-3-3-282-15,2 4 124 0</inkml:trace>
  <inkml:trace contextRef="#ctx0" brushRef="#br0" timeOffset="80607.03">6585 10022 62 0,'-2'-7'246'0,"2"3"-17"0,-1-2-20 0,2 1-19 0,0-1-20 16,-1 6-19-16,1-4-16 0,-1 4-12 0,7 0-18 0,-7 0-14 15,18 4-9-15,-9 3-10 0,4 3-6 0,3 5-8 16,3 4-9-16,0 7-4 0,3 2-5 0,1-1-3 16,-5 3-5-16,10 12-2 15,-9-11-3-15,-2 2-2 16,0 1-7-16,-1-2-2 0,-1-3 1 0,2 3-3 0,-7-7 0 0,3 5-4 15,-3-6 3-15,-2-4-2 0,-3-3-1 0,-1 0 4 16,1 0-1-16,0-6-2 0,-2 1 0 0,-2 0-2 16,-1-1 3-16,0-2-4 0,0-1 2 0,1-1-4 15,-2 1 4-15,1-4-3 0,-1 1-5 0,1-2-8 16,-3-1-5-16,-2 1-27 0,5-3-27 0,-5 1-38 0,5-1-28 16,-12-9-44-16,7 5-156 0,-1-7-357 0,2 4 158 15</inkml:trace>
  <inkml:trace contextRef="#ctx0" brushRef="#br0" timeOffset="80801">6867 10333 159 0,'0'-5'253'15,"-2"0"-17"-15,1 1-25 0,1 1-25 0,0 3-19 16,-4-2-14-16,4 2-21 0,-13 5-13 0,3 2-12 16,-4 5-15-16,-1 1-7 15,-1 1-8-15,-5 4-10 0,-1 4-5 0,4 1-9 16,-6-1-2-16,2 1-4 0,-2-1-7 0,2 1 2 15,0-1-8-15,1-1-1 0,1-3-4 0,1 0-4 16,8-5-16-16,-3 1-26 0,1-2-18 0,3-3-29 16,2 1-36-16,2-4-30 0,-2-2-69 0,4-2-122 15,4-2-348-15,-5 0 154 0</inkml:trace>
  <inkml:trace contextRef="#ctx0" brushRef="#br0" timeOffset="81207.37">6943 9671 123 0,'4'-3'258'0,"1"-2"-20"0,-2 0-24 0,1 3-23 16,0-1-21-16,3-1-18 0,-1 3-19 0,2-1-13 15,2 2-10-15,2 3-10 0,-2 1-17 0,0 1-10 0,3 4-6 16,-3 1-8-16,2 3-9 0,-5 2-2 16,1 2-4-16,-4 1-3 0,1 9-7 0,-5-2 0 15,-2 3-4-15,-1-4-1 0,-3 1-6 0,-1 0 0 16,3-5-1-16,-2-1-2 0,0-2-6 0,2-2 5 0,-1 0-5 0,3-5-5 15,0 0 0-15,2-1 3 0,-2-3-1 0,4 1-2 16,-1-1 1-16,3-1 3 0,2 0-3 0,8-3 0 16,4 1 0-16,13-3 0 0,2 0-7 0,4-4-25 15,3 0-41-15,-1 0-58 0,16 1-70 0,-16-3-186 16,-1-2-406-16,-2 1 180 0</inkml:trace>
  <inkml:trace contextRef="#ctx0" brushRef="#br0" timeOffset="81707.67">7816 10365 11 0,'0'0'236'0,"0"0"-8"0,-5 1-7 0,5-1-10 0,0 0-11 31,0 0-9-31,0 0-20 0,0 0-19 0,0 0-12 15,0 0-14-15,15-9-11 0,-5 5-14 0,2-1-9 0,3-3-10 16,2 1-8-16,1-2-8 0,5-5-6 0,0 0-6 0,-7 1-2 16,7-3-9-16,-1 0-7 0,-9 2 7 0,2-1-12 15,2-7-2-15,-6 6-1 0,0-1-6 0,-4 0-1 16,1 0-8-16,-4 2 7 0,-3 3-1 0,-1-1 1 16,-1 2 0-16,-3 1-3 0,-2 2 0 0,-1 4-6 15,-3-1 4-15,-4 2-8 0,-3 3-1 0,-2 3-6 16,-3 2 2-16,-4 7-1 0,1 3-3 0,1 2 1 0,4 1 0 15,1 3-3-15,3 0-3 0,3 1-1 0,3 2 6 0,5 2-1 16,1-1-2-16,4-5 4 0,8 4 1 0,0-7 3 16,7 4-2-16,5-2 1 0,2-3 3 15,5-1-3-15,3-5-13 0,5-2-37 0,1-4-58 16,-1-5-65-16,-3-3-271 0,3-3-477 0,-2-2 211 0</inkml:trace>
  <inkml:trace contextRef="#ctx0" brushRef="#br0" timeOffset="82086.89">7982 9821 184 0,'-8'-1'219'0,"8"1"-9"0,-5-2-6 16,5 2-19-16,0 0-14 0,0 0-21 16,0 0-14-16,0 0-14 0,0 0-15 0,0 0-10 15,0 0-10-15,0 0-7 0,17 0-10 0,2-1-6 0,2-1-5 16,7 2-8-16,1-2-1 0,6 2-7 0,2 2-6 15,1-6-3-15,13-1 0 0,-13 3-4 0,1-1-5 16,-1 2-2-16,-1-3 0 0,-5 3-3 0,-5-5-1 0,-8 4-4 16,-2 1 1-16,-6-1-4 0,0 1 0 0,-1-1-2 15,-4-1-6-15,-2 2-17 0,-4 1-15 0,4-3-19 16,-4 3-21-16,0 0-17 0,-12-3-25 0,6 1-34 16,-3 2-44-16,4-2-132 0,-2 1-347 0,3-3 153 0</inkml:trace>
  <inkml:trace contextRef="#ctx0" brushRef="#br0" timeOffset="82454.78">8764 9469 42 0,'5'-4'191'16,"2"1"-18"-16,0 2-11 0,5-2-26 0,-1 6-7 15,2-2-18-15,1 3-10 0,5 2-10 0,-2 4-8 16,6 2 1-16,0 5 2 0,-1 0-9 0,-1 2-9 0,2 2-3 0,0 1-3 16,-1 2 0-16,1-2 4 0,0 2-5 0,-5 1 0 15,1-3-11-15,-1 2-4 0,-3-2-5 0,1-3-3 16,-7-2-6-16,0-3-4 0,-3-2 3 0,2-2-7 15,-2 0 1-15,-1-2-2 0,-2-1-4 0,1-1-1 16,0-1-3-16,-1-1 2 0,-2 0 0 0,1-1-1 0,-1 1-2 16,-1-4 0-1,3 5 1-15,-3-5-6 0,2 1-4 16,-2-1-6-16,0 0-22 0,0 0-33 0,-10 1-27 0,10-1-48 16,-10-2-53-16,1-3-138 0,0 2-348 0,0-1 153 15</inkml:trace>
  <inkml:trace contextRef="#ctx0" brushRef="#br0" timeOffset="82670.87">9126 9648 87 0,'0'0'246'0,"0"0"-20"15,-3-7-25-15,3 7-18 0,0 0-23 16,-6 0-14-16,6 0-17 0,-13 8-13 0,4-1-17 0,-6 4-4 0,-2 2-9 0,-8 4-11 15,-1 4-7-15,-3 1-5 0,-1 3-5 16,-9 6-7-16,-1 1-3 0,0 4-23 0,3-3-43 16,-3-1-57-16,14-5-89 0,-1-6-154 0,0-4-344 15,11-4 153-15</inkml:trace>
  <inkml:trace contextRef="#ctx0" brushRef="#br0" timeOffset="86177.34">10626 10028 28 0,'0'0'167'0,"0"0"-12"0,0 0-10 0,0 0-2 16,0 0-13-16,0 0 3 0,0 0-13 0,0 0-10 15,0 0-10-15,0 0-8 0,0 0-9 0,0 0-7 0,0 0-3 16,0 0-9-16,0 0-7 0,0 0-5 0,0 0-9 16,0 0-1-16,5-7-4 0,3 4-5 0,-2-1-3 15,6 1 0-15,2-2-6 0,2-2-2 0,5-2-1 0,-2 2 0 16,5-4-2-16,4 1-4 0,-1-3-1 0,1 1-5 15,-1-3-1-15,2-1 2 0,-3 0-5 0,-2 0 6 16,3-1-3-16,-8 0 0 0,-2 4-7 0,-2 1-2 0,-2-4 2 0,0 3 2 16,-7 1 9-16,1 4-2 0,-5-3 1 15,1 3 3-15,-3 1 1 0,-3 2-5 0,1 1-1 16,-9-1-1-16,1 3-3 0,-8 2-1 0,-3 4 3 0,-6 0-3 16,1 7-3-16,-3 1 5 0,1 4-7 0,-2 2 4 15,2 1-6-15,1 0-1 0,6 4-1 0,3 1 1 16,0 1 2-1,3 3-1-15,6-2 1 0,3-2 5 0,5 3-4 0,4-8 2 16,4 5 2-16,5-7 0 0,6 3 2 0,7-4-2 16,6-1 2-16,9-8-24 0,-1 0-37 15,17-6-61-15,-1-4-228 0,2-2-374 0,-4-2 166 16</inkml:trace>
  <inkml:trace contextRef="#ctx0" brushRef="#br0" timeOffset="87964.27">11050 9796 116 0,'-14'8'116'0,"-4"1"-3"0,0 1-5 16,-3 7-6-16,-4 4-3 0,2 1-10 0,3 2-10 0,2 2 1 0,0-1-11 0,3 0-2 15,2 1-15-15,0-3 0 0,8 2-10 16,4-6 4-16,-2-1-7 0,6-1-7 0,2 2 2 15,3-5-7-15,2 2 3 0,5-5 0 0,4-4-1 16,11 3-7-16,-3-8 1 0,2 1 1 0,3-6-4 16,1-1-4-16,-1-1-1 0,-4-7 3 0,-2 3-3 15,-2-4 4-15,-2-4 6 0,-7 4 2 16,2-8 5-16,-6 6 12 0,1-4-5 0,-2-3-3 0,-5-3 2 16,-4 7-8-16,-1-7 1 0,-1 6-8 0,-8-6 2 15,1 7-2-15,-3 1-1 0,-2 2-1 0,-1-2-1 0,-3 7-1 0,-7-3-5 16,-4 5 2-16,0 1-2 0,1 6 1 0,-5 2-4 15,0 6-3-15,-2 0 1 0,-1 3-1 0,2 4 1 16,4 3-4-16,-1 3-3 0,3 1 1 16,3 1-1-16,4 2 1 0,3 3-1 0,5-2-1 0,2 1 3 15,7 2-1-15,3-10 3 0,6 8-5 0,7-6 4 16,6 0-1 0,5-4 3-16,3-5-1 0,9-3 0 0,0-5-2 15,2-2-4-15,-1-2-8 0,0-3 3 0,-4-3-2 0,-1-3 0 16,-1-1-1-16,-7-3 4 0,-1-1-3 0,-9 1-3 15,-1 0 4-15,-3-3 0 0,-1-1-3 0,-5-2 1 16,-3 2 0-16,-2 1 2 0,-3-3 3 0,-2 2-3 16,-1 1-2-16,-3-1 5 0,-3 4-4 0,0 4 1 15,2 3 3-15,1 0-2 0,2-1 3 0,-5 3-2 0,3 4-1 16,-3-2-19-16,3 3-20 0,0 2-15 0,2 0-17 0,3 1-26 16,1-1-52-16,4-2-119 0,0 7-296 0,8-5 131 15</inkml:trace>
  <inkml:trace contextRef="#ctx0" brushRef="#br0" timeOffset="88333.29">11951 9680 9 0,'0'0'158'0,"0"0"-14"0,18 10-12 15,-11-3-7-15,3 1-12 0,1 5-12 0,2 0-4 16,5 8-8-16,1-2-7 0,1 1-13 0,-4 4-4 16,0-2-8-16,1 2-3 0,-2 1-5 0,-2-1-4 15,0 0-3-15,1-2-3 0,-4 3-7 0,3-4 4 0,-8-2-8 16,4-4-1-16,-3 4-2 0,1-5-8 0,-4-4 3 15,0 0 2-15,1 0-9 0,-2-1 5 0,0-2-3 0,-1-2 2 16,-1 0-1-16,1 0-1 0,-1-2 1 16,0 1-1-16,0-4-4 0,-2 6 3 0,0-5-6 15,2-1 3-15,-3 6-2 0,0-5-10 0,3-1-29 16,-10 0-40-16,10 0-43 16,-9-7-161-16,4 3-297 0,1-1 133 0</inkml:trace>
  <inkml:trace contextRef="#ctx0" brushRef="#br0" timeOffset="88518.24">12190 9873 106 0,'0'0'196'0,"0"-4"-19"16,0 4-21-16,0 0-17 0,0 0-13 0,-19 13-16 16,7-2-3-16,-3 2-11 0,-8 3-7 0,2 6-7 15,-3 5-9-15,-3-4-6 0,3 4-5 0,-12 8-5 16,10-12-5-16,-1 6-5 0,0-4-4 0,1 1-9 0,5-4-23 15,-2-1-33-15,4-1-37 0,4-6-44 16,-1-5-172-16,8-1-297 16,4-3 131-16</inkml:trace>
  <inkml:trace contextRef="#ctx0" brushRef="#br0" timeOffset="89350.77">12269 9310 167 0,'4'-3'176'0,"-1"-1"-15"0,2 1-14 0,0-2-10 0,1 2-13 16,3 1-12-16,0 0-12 0,0 1-7 0,-3 1-12 16,2 1-8-16,1 1-9 0,0 3-8 0,0 2-6 15,0 1-5-15,0 1-1 0,-3 3-5 0,-2 3 1 16,5 2-6-16,-5 2-4 0,-3 0-3 0,-1 1-1 15,0 7-4-15,-5-8 0 0,0 6-5 0,0-6 2 16,0 1-2-16,-2-4 1 0,0 1-5 0,-1-3 4 16,4-4-4-16,-1 1-2 0,4-5 1 0,-2 0 10 15,-1 0 8-15,3-1 16 0,-3-3 26 0,3 2 31 16,1-4 28-16,0 4 0 0,0-4-15 0,0 0-12 0,6-11-10 16,2 0-12-16,1-1-5 0,5-3-12 0,0-7-3 15,5 4-7 1,-3-4-6-16,1 2-7 0,3-2 1 0,-8 5-8 0,-1 3-7 0,0 1 2 15,-1 1-9-15,-2 4 5 0,-3 0-1 0,-1 3-9 16,2 0-2-16,-2 2-7 0,-3-1-15 0,3 3-16 16,-4 1 0-16,0 0 1 0,9 4 7 0,-5 0-7 15,1 5-3-15,0 1-2 0,0 2 5 0,2 5-12 16,2 2 3-16,-3-1-13 0,6 3-16 0,1 1-27 16,-3-4-27-16,-1-1-47 0,2-3-61 0,2-2-207 15,-4-4-466-15,1 1 207 0</inkml:trace>
  <inkml:trace contextRef="#ctx0" brushRef="#br0" timeOffset="89698.17">12736 9492 60 0,'0'0'207'0,"0"0"-15"0,0 0-10 0,0 0-15 16,0 0-16-16,-8 1-14 0,8-1-13 0,0 0-7 15,0 0-10-15,0 0-8 0,0 0-3 0,-3 3-4 0,3-3-3 16,0 0-4-16,0 0-4 0,0 0-4 0,0 0 4 16,0 0-12-16,0 0-7 0,0 0-5 15,30-5-2-15,-14 3-9 0,4-1-4 0,0 0-3 0,8-1-4 0,2-1-6 0,-2 3-12 16,0-1 2-16,-8-1-7 0,2 1 5 15,-3-1-5-15,-5 1 0 0,0 2 0 0,-5 0-3 16,-1 1-9-16,-3-1 2 0,3 1-12 0,-3-2-8 16,-5 2-6-16,0 0-17 0,0 0-20 0,0 0-23 0,0 0-26 15,0 0-40-15,-23-2-36 0,11 1-149 0,6-1-362 16,-2 2 160-16</inkml:trace>
  <inkml:trace contextRef="#ctx0" brushRef="#br0" timeOffset="90051.84">13211 9253 67 0,'5'-2'215'0,"4"0"-17"0,-4 0-13 0,3 2-18 0,0-3-18 0,-1 6-15 16,2-3-16-16,-1 2-11 0,-3 2-11 0,6 3-12 0,-4-1-7 16,-1 4-10-16,1-1-6 0,-1 4-7 0,-2 4-1 15,-3 0-7-15,-1 4-3 0,-3-3-6 0,-3 5 5 16,1-2-9-16,-1 2-1 0,-3 1-1 0,1-7-3 16,2-2-6-16,1-3 2 0,-2 0-6 0,6-3-2 15,-3-1 1-15,0 1-3 0,3-2 0 0,-3-1-1 16,4 1 5-16,0-3 0 0,4 1-3 0,0-2 18 15,2 2 3-15,7-3-5 0,7 0-5 0,8 0-1 16,3-2-3-16,4-1-13 16,-2 0-29-16,0 1-58 0,2-7-70 15,-6 3-228-15,4-1-405 0,-5 0 180 0</inkml:trace>
  <inkml:trace contextRef="#ctx0" brushRef="#br0" timeOffset="90837.87">11598 10471 41 0,'0'0'130'0,"0"0"-6"0,-7 0-3 0,7 0-14 16,0 0-5-16,0 0-8 0,0 0-6 0,0 0-11 16,0 0-3-16,0 0-2 0,0 0-5 0,0 0-2 15,0 0-4-15,0 0-2 0,0 0 2 16,0 0-13-16,-7 1 2 0,7-1-2 0,0 0-5 0,0 0 3 0,0 0 0 0,0 0-5 15,0 0 2-15,0 0-1 0,0 0-1 0,0 0-2 16,0 0 3-16,0 0-8 0,0 0-3 0,0 0 0 16,0 0-3-16,22-3-5 0,-3 1 5 0,9-3-9 15,8 0-2-15,19-2 0 0,5 1-1 0,32-6-4 16,7 1 1-16,5 0 5 0,4 0 9 0,5 1 0 16,-5-5 3-16,-1 2 2 0,-1 1-4 0,-4 1 0 15,-5-1-4-15,-31 0-2 16,0 2-3-16,-2-2-2 0,-5 2 1 0,-7-1-3 15,-15 3 2-15,0 1 7 0,-6 0 16 0,-12 1 20 16,-2 0 9-16,-6 4 23 0,0-1 17 0,0 0 7 16,-5 0 9-16,-1 1 0 0,1 0-9 0,0 2-8 15,0-5-10-15,-6 5-25 0,4-2-19 0,-3-1-31 16,-1 3-32-16,4-2-48 0,-4 2-57 0,0 0-42 16,0 0-62-16,0 0-306 0,-20 0-567 0,20 0 251 0</inkml:trace>
  <inkml:trace contextRef="#ctx0" brushRef="#br0" timeOffset="91801.61">11730 10868 43 0,'0'0'229'0,"-1"-6"-10"0,1 6-21 16,0-6-22-16,0 3-15 0,1-2-19 0,7 1-12 15,-3 0-16-15,5-1-4 0,1-1-16 0,-2 4-7 16,2-1-11-16,3 1-10 0,-1 2-3 0,-2 0-9 15,3 2-6-15,5 2-7 0,-6 4-3 0,1-2-7 16,-4 1 0-16,2 4-4 0,-2-3-4 0,0 7-3 16,-2 1-3-16,0 2 0 0,-4-1 0 0,-2 2-3 0,-4 0-3 0,-1 1 0 15,-2-1 1-15,-3 5-4 0,-1 1 0 0,3-7 0 16,-2 0 1-16,-1-4-2 0,1-2 1 0,2-2-1 16,1 0-3-16,-1-4 2 0,3 1 2 0,-1-1-1 15,0-2 0-15,2 0 5 0,-1 1 35 0,3 0 32 16,-5-4 24-16,5-1 25 0,0 0-1 15,0 0-7-15,0 0-17 0,0 0-10 0,14-16-8 0,-1 5-11 0,1-3-9 0,4-6-6 16,1-2-6-16,3 0-4 0,-3-6-7 0,4 6-8 16,0-2-2-16,-1 1-2 0,-6 2-5 0,-2 10-3 15,-5 0 1-15,-1 4 4 0,1-2-3 0,-3 4-5 16,-2 0-1-16,0 0-7 0,-2 0-9 0,1 3-10 16,1 1-16-16,-4 1-7 0,0 0 3 0,0 0 0 15,5 8 4-15,-6-1 0 16,1 4 6-16,-3 0 3 0,3 4 3 0,0 4-4 15,3-2 5-15,-2 0 0 0,0 1-7 0,3-2-1 16,4 1-24-16,-3 2-12 0,3-5-13 0,2 1-15 16,0-5-21-16,4-1-38 0,0 0-42 0,4-2-55 15,0-6-213-15,-1 3-488 0,2-4 216 0</inkml:trace>
  <inkml:trace contextRef="#ctx0" brushRef="#br0" timeOffset="92023.86">12434 11012 140 0,'0'0'234'0,"-5"1"-10"16,5-1-7-16,0 0-8 0,0 0-9 0,0 0-19 15,0 0-18-15,0 0-18 0,0 0-14 0,0 0-17 0,27-2-7 16,-7-1-9-16,6-2-16 0,4 3-18 15,1-3-33-15,0 1-41 0,-3-2-43 0,1 2-53 16,-8 0-70-16,-1-2-157 0,-1 3-360 0,1-3 159 16</inkml:trace>
  <inkml:trace contextRef="#ctx0" brushRef="#br0" timeOffset="92324.93">12970 10773 28 0,'0'0'239'0,"6"-2"-19"0,-6 2-18 0,6 0-17 16,-6 0-19-16,0 0-21 0,12 5-14 0,-7-2-15 16,0 2-8-16,1 4-4 0,-2 0-17 0,0 0-4 0,0 4-5 15,-3 2-11 1,2 2-7-16,-3 1-4 0,-3 0-3 0,-2 1-8 15,0 0-5-15,-4-1-3 0,4 1-4 0,1-2-3 16,-1-6-1-16,1 0-6 0,0 0 0 0,-2-1-4 16,6-5 1-16,-3 2-4 0,2 0 2 0,2-3 3 15,4 2 9-15,7-3 14 0,7 2-4 0,8-5 0 16,10 0-9-16,3 0-18 0,13-5-38 0,-3-3-62 16,4 0-88-16,-17-2-225 0,1 2-431 0,-1-3 191 0</inkml:trace>
  <inkml:trace contextRef="#ctx0" brushRef="#br0" timeOffset="93225.55">9735 9941 91 0,'0'0'194'0,"0"0"-21"15,0 0-15-15,13-5-20 0,-4 1-12 0,5 0-14 0,3 0-8 16,3 2-9-16,8-1-22 0,-6 1-34 16,7-1-39-16,-1 1-58 0,-10 1-150 0,3 0-225 15,-1 1 100-15</inkml:trace>
  <inkml:trace contextRef="#ctx0" brushRef="#br0" timeOffset="93717.36">9756 9989 11 0,'0'5'128'0,"1"5"-15"0,4 1 4 16,0 5-8-16,4 1-14 0,3 7 1 0,3 0-8 15,3 3-7-15,0 0-5 0,2 1-13 0,3 16 1 16,-9-12-2-16,4 11-8 0,-9-10-5 0,0 2-2 16,-5 0-5-16,0 0-2 0,-4 2-7 0,-4 9-2 15,-2-13 0-15,-1 3-9 16,-6-1 4-16,3-2-3 0,-1 1-1 0,-5-5-5 16,5 4 1-16,-3-4-6 0,2-2 1 0,1-2-3 15,-1-1-1-15,2-6-1 0,4 0-2 0,-3-2 4 16,1-2-3-16,4 2 4 0,-1-6 0 0,1-1-3 15,3 2 5-15,-3-3 14 0,3 2-2 0,-3-4-2 16,4 1-1-16,-1-3 0 0,1 3-1 0,-3-4-2 16,3 1 0-16,0-4 0 0,-1 6 7 0,1-1 7 0,0-5 3 0,0 0 9 15,0 2 0-15,0-2 11 0,0 0-2 0,0 5 0 0,0-5 3 16,0 0 3-16,0 0-1 0,0 0-6 0,0 6-5 16,0-6-5-16,0 0-3 0,19-6-4 0,-1 3-4 15,10 0-1-15,3-3-6 0,7-2-2 0,12 0-3 16,6 0 1-16,0 1-4 0,3 0 0 0,4-3-1 15,-2 3-7 1,2-1 1-16,-6 1-2 0,-2 2 3 0,-16 3-3 0,-4-4-2 0,-3 6 0 0,-9-2 2 16,-5-1-5-16,0 3-1 0,-8-1 4 0,-1 0-9 15,-4 1-20-15,3 0-23 0,-8 0-20 0,5-2-7 0,-5 2-6 16,0 0-44-16,0 0-68 0,-14 9-192 16,2-6-414-16,1 0 184 0</inkml:trace>
  <inkml:trace contextRef="#ctx0" brushRef="#br0" timeOffset="94612.99">9679 11347 80 0,'1'-6'189'0,"3"4"-19"0,0-1-18 15,1 2-6-15,0-2-22 0,4 1-12 0,-9 2-10 16,14 0-17-16,-4 2-2 0,2 1-9 0,-3 1-10 16,5 1-8-16,-5 1-4 0,0 3-2 0,1-1-9 0,-2 4-5 0,-1 2 0 0,1 0-5 0,-2 1-3 15,-3 2 0-15,-2-1-4 0,-2 2 2 16,-4 6-1-16,-1-4 5 0,-2-2-1 0,-5 7-2 15,3-8-2-15,2-1 2 0,-1-2 0 0,-1-3-2 0,5-1 8 16,-3-1-7-16,3-4 7 0,1 0 7 0,-1 1 10 16,1-4 19-16,3 2 21 0,-3 1 29 0,4-5 20 15,-1 3 12 1,1-3-17-16,0 0-14 0,5-12-11 0,1 4-13 0,3-4-8 16,3-5-12-16,6-3-7 0,-4-1 2 15,5-1-15-15,0 0 0 0,-2 0-13 0,2 1-1 16,-2-1-12-16,-1 7 4 0,-6 2-3 0,3 0-5 0,-6 5-2 15,0 2-3-15,-2-2-4 0,2 4-3 0,-4-1 0 16,1 2-11-16,0 0-11 0,-1 2-14 0,-3 1-1 16,0 0-3-16,0 0 3 0,5 7 2 0,-5-1 2 15,0 2 4-15,0 1-1 0,0 2 7 16,0 6-4-16,1-4 4 0,-1 1-1 16,0-1 2-16,3 0 2 0,1 4 0 0,2-3 0 0,2 1-13 15,-2-6-16-15,3 3-24 0,1-4-28 0,3 2-37 16,2-2-37-16,-3-3-55 0,7 2-283 0,-2-5-538 15,0 2 238-15</inkml:trace>
  <inkml:trace contextRef="#ctx0" brushRef="#br0" timeOffset="94786.01">10301 11415 331 0,'0'0'308'16,"-1"-5"-28"-16,1 5-28 15,1-5-29-15,3 2-27 0,4-1-15 0,2 2-25 16,0-4-36-16,8 1-47 0,1 3-51 0,2 0-56 16,-2 1-56-16,3 0-104 0,-4-2-110 0,-1 3-330 15,-2 3 146-15</inkml:trace>
  <inkml:trace contextRef="#ctx0" brushRef="#br0" timeOffset="94954.65">10411 11593 152 0,'-1'3'174'0,"1"-3"4"0,-1 2-11 0,1-2-10 16,0 0-14-16,0 0-13 0,13 0-15 0,0-1-7 15,3-3-23-15,7 1-35 0,-1-1-46 0,8-1-64 16,-10 1-175 0,1-1-252-16,6 0 112 0</inkml:trace>
  <inkml:trace contextRef="#ctx0" brushRef="#br0" timeOffset="95232.97">10774 11368 118 0,'0'0'228'15,"5"-1"-24"-15,-5 1-16 0,14 0-12 0,-3 1-16 16,-4 0-15-16,6 5-14 0,0-2-12 0,-3 1-13 15,0 3-11-15,-1 1-11 0,0 0-8 0,0 3-5 0,-3 2-8 16,-3 5-8-16,0 1-2 0,-7-2-4 0,0 3-2 0,-5-5-4 16,3 2-3-16,-3-2-3 0,2-1-3 0,0-5-3 15,-1 2-4-15,4-2-3 0,-1-3 3 0,1-1-4 0,3-1-2 16,-2 1-1-16,3-5 0 0,0-1-10 16,12 1-24-16,6-5-36 0,11-3-49 0,7-1-72 15,0-4-195-15,11 0-395 0,4-3 175 0</inkml:trace>
  <inkml:trace contextRef="#ctx0" brushRef="#br0" timeOffset="96387.24">10089 9552 106 0,'0'0'175'0,"0"0"-9"0,0 0-11 0,0 0-6 0,0 0-6 16,0 0 0-16,0 0 1 0,0 0 6 0,0 0-3 15,0 0-15-15,0 0-14 0,0 0-8 0,0 0-8 0,-4-15-10 0,6 10-6 16,-4-2-5-16,4-3-3 0,-2-1-9 0,1 0-4 16,-1-1-4-16,1-4-2 0,4-1-5 0,-5-3-4 15,2 3-5-15,-1 0 0 0,1 4 3 0,0 0-7 16,-1-2-3-16,-1 1-1 0,0 6-1 0,1-4-1 15,-1 5 0-15,0 2-4 0,-1 0-3 0,0-2-2 16,-2 2-19-16,1 1-6 0,-6 3-5 0,-1 1 1 0,-6 5-5 0,-3 3 1 16,-9 1 1-16,3 5-2 0,-3 1 6 15,-4 2-5-15,3 0 1 0,-2 2-2 0,-2 2 2 0,0 1 0 16,1-1-10-16,-2-2 6 0,2 2-1 0,4-1 2 16,-1-3 0-16,7-3 2 0,5-3-3 0,4-5 6 15,2 2 0-15,3-1 1 0,0-5 5 0,1 3 21 16,1-3 25-1,0 0 25-15,2 1 20 0,3-3-6 0,0 0-10 0,-9-9-13 16,9 1-5-16,3-1-5 0,1-4-9 16,3-1 1-16,-1-2-14 0,3 1 7 0,2-2-8 15,0 0-4-15,-1 6-3 0,2-1-4 0,1-1-5 0,-3 5-2 16,1 1-2-16,2 4-2 0,5 0-3 0,0 3-2 16,10 4-3-16,3 3 2 0,-1 4-2 0,4 5 0 15,-1 0-21-15,14 6-17 0,-6 2-24 0,-9-4-44 0,1 0-46 16,11 7-60-16,-16-10-333 0,4-1-587 0,-3-3 260 15</inkml:trace>
  <inkml:trace contextRef="#ctx0" brushRef="#br0" timeOffset="97442.61">14665 10096 66 0,'-8'0'163'0,"-3"0"-10"0,2 0-9 15,1 0-10-15,1 3-15 0,-1-3-6 0,2-3-10 16,6 3-13-16,-9 3-5 0,9-3-9 0,-8 0-7 16,8 0-5-16,-6-3-5 0,6 3-3 15,0 0-4-15,0 0 4 0,-8 4-6 0,8-4 1 0,0 0-3 0,0 0-3 0,0 0-4 16,0 0-3-16,23-9-3 0,-5 5-4 15,0-1-4-15,11-1-4 0,-1 2 2 0,7-3-6 16,-2-1 1-16,5 1-5 0,1-3 2 0,8 1-4 0,-9 1-1 16,-1-1-1-16,-1 2 0 0,-3 0-4 0,-2 1-17 15,-11 4-18-15,0-2-34 0,-2-1-47 16,-9 4-213-16,-2-1-350 16,-2-1 155-16</inkml:trace>
  <inkml:trace contextRef="#ctx0" brushRef="#br0" timeOffset="97686.33">14766 9945 215 0,'-1'-4'258'0,"0"-1"-7"0,-2-2-7 0,3 2-12 0,0 5-20 16,-1-2-23-16,1 2-21 0,0-5-19 0,0 5-18 15,0 0-13-15,0 0-17 0,0 0-12 16,1 17-7-16,2-7-10 0,-1 2-7 0,2 7-6 15,-3-2-8-15,3 2-3 0,1 6-3 0,2-1-6 0,-2 5 2 16,2-3-9 0,1-2-9-16,0 1-31 0,-3-7-27 0,3 0-32 15,0 1-34-15,-1-3-28 0,2-3-52 0,0-1-219 16,0-4-431-16,2-1 191 0</inkml:trace>
  <inkml:trace contextRef="#ctx0" brushRef="#br0" timeOffset="98025.29">15617 9646 155 0,'4'-5'240'15,"-3"3"-29"-15,-1 2-22 0,7-3-19 0,-7 3-20 16,9 5-14-16,-3 2-16 0,5 1-14 0,0 6-8 0,0 1-14 16,7 6-6-16,-3 1-7 0,3 4-7 0,-1 2-6 15,0-2-6-15,-1 1-1 0,0 2-6 0,0 1-3 16,-2-2-6-16,0 6-3 0,-5-7-4 16,3 0-1-16,-2-4-1 0,-2 1-4 0,-3-7 0 15,-4-2 1-15,3-3-3 0,-3-1-3 0,0 0-16 16,-1-1-21-16,0-3-6 0,-1 0-10 0,0 1-14 15,-3-2-7-15,1 0-19 0,-2-2-41 16,0-2-70-16,0-2-119 0,5 0-328 0,0 0 146 16</inkml:trace>
  <inkml:trace contextRef="#ctx0" brushRef="#br0" timeOffset="98207.69">15921 9856 25 0,'0'0'241'0,"0"-4"-26"15,0 4-25-15,0 0-14 0,0 0-13 0,-16 12-15 16,5-4-17-16,-3 2-12 16,-6 10-13-16,1-1-5 0,-7 3-13 0,3 3-6 15,-14 7-6-15,8-6-9 0,1-2-5 0,-8 12-5 16,8-12-9-16,1 1-22 0,0 0-30 0,0-1-39 16,4-5-44-16,3 0-58 0,3-5-162 0,4-5-334 15,6-1 148-15</inkml:trace>
  <inkml:trace contextRef="#ctx0" brushRef="#br0" timeOffset="98545.67">17080 9873 143 0,'-6'-4'277'0,"6"4"-28"15,0 0-26-15,0-5-22 0,0 5-22 0,15-4-15 16,-4 0-22-16,6-1-32 0,6 1-33 0,7-3-40 16,4 2-46-16,1 2-64 0,1-3-214 0,-2 1-311 15,-3 2 138-15</inkml:trace>
  <inkml:trace contextRef="#ctx0" brushRef="#br0" timeOffset="98698.21">17112 10066 104 0,'0'5'200'15,"0"-5"-15"-15,13 1-17 0,6-2-20 0,12-5-51 0,6 1-87 16,1 0-162-16,17-7-165 0,0 0 72 16</inkml:trace>
  <inkml:trace contextRef="#ctx0" brushRef="#br0" timeOffset="100410.78">19342 9259 90 0,'0'-6'229'0,"3"2"-25"0,-2 2-21 15,2-2-19-15,-1 1-18 0,-2 3-18 0,0 0-13 0,14 7-8 0,-5-1-23 16,2 7 0-16,1 6-13 0,3 1-4 0,3 7-4 16,1 0-12-16,-2 2-7 0,2 2-2 0,-1 3-5 15,5 7-6-15,-5-10-1 0,-5-1-2 0,1 0-3 16,-1-1-6-16,-3-4 5 0,0 1-8 0,0-4 2 16,-5-5-1-16,3 0-4 0,-4-6 1 0,0 0 2 15,-1 0-3-15,0 0 1 16,-2-4-6-16,1-2 5 0,0 2-4 0,-1-2 6 15,-1-3-7-15,2 5 2 0,-1-5 6 0,-1-2-5 16,0 4 2-16,0-4-20 0,0 0-43 0,0 0-38 16,0 0-24-16,0 0-22 0,-15-13-30 0,7 8-126 15,2-7-313-15,-2 5 139 0</inkml:trace>
  <inkml:trace contextRef="#ctx0" brushRef="#br0" timeOffset="100627.43">19543 9585 100 0,'0'-7'255'16,"0"1"-3"-16,0 0-12 0,0 4-17 0,0 2-25 15,-2-8-22-15,2 8-21 0,0-5-31 0,0 5-12 16,0 0-17-16,0 0-12 0,-11 13-11 0,3-3-6 16,-1 3-7-16,-5 4-5 0,0 1-4 0,-4 8-11 15,2-6-1-15,-1 1-4 16,-1 1-3-16,-1 2-2 0,1-2-4 0,1-1-3 16,1 2 1-16,-3-3-1 0,-2 1-2 0,7-6-2 15,-4 4-9-15,8-5-18 0,-4-2-21 0,1-3-21 16,3 2-20-16,2-1-27 0,1-3-26 0,0-2-25 15,1 1-57-15,1-5-109 0,1 1-341 0,4-2 152 16</inkml:trace>
  <inkml:trace contextRef="#ctx0" brushRef="#br0" timeOffset="100995.63">19774 8919 248 0,'5'-1'254'15,"-4"-2"-30"-15,-1 3-21 16,4-2-23-16,-4 2-20 0,0 0-17 0,12 6-13 15,-7 1-16-15,0 2-12 0,2 3-11 0,-3 2-8 16,1 3-8-16,-1 2-7 0,-2 6-6 0,-1 1-9 16,-4 1-3-16,1 0-4 0,-1 2-7 0,-1-6-1 15,0 3-6-15,2-9-2 0,-1 0-5 0,1-1 0 16,2-4-2-16,2-2-2 0,0-1-2 0,-1-1-1 16,3 1 2-16,1-2-1 0,5-2 1 0,7-1 2 0,11 1-6 15,5-4-2-15,4-2-9 0,17-3-25 0,-5-3-39 0,4 1-45 16,-1-3-69-16,-2-3-213 0,-11 4-419 0,-4-2 186 15</inkml:trace>
  <inkml:trace contextRef="#ctx0" brushRef="#br0" timeOffset="101349.36">20559 9653 76 0,'-7'0'228'0,"7"0"-12"0,0 0-6 0,0 0-8 15,0 0-3-15,-6 0-3 0,6 0-21 0,0 0-15 0,0 0-20 0,0 0-12 16,0 0-12-16,25-5-14 0,-8 0-8 16,3 1-12-16,11-1-16 0,0 0-6 0,3-2-8 0,3 2-8 15,4-2-11-15,-4 0-10 0,0-2-18 0,-1 2-24 16,-5-2-32-16,1 1-32 0,-5 2-12 0,-10 1-34 16,-4 0-18-16,-3-2-201 0,-2 0-376 0,-7 2 167 15</inkml:trace>
  <inkml:trace contextRef="#ctx0" brushRef="#br0" timeOffset="101565.02">20818 9469 114 0,'-4'-2'248'0,"0"0"0"0,-1-1 5 16,5 3-10-16,-5-4-4 0,5 4-13 0,-4-1-19 16,4 1-18-16,0 0-22 0,0 0-23 0,0 0-10 0,-4-3-21 15,4 3-14-15,0 0-15 0,0 0-7 0,-1 12-8 16,1-4-8-16,-3 6-9 0,3 1-9 0,0 4-1 0,3 1-5 15,-3 4-3-15,0 3-5 0,4-9 0 16,1 10-4-16,0-2 1 0,1-8-3 0,6 8-4 16,-3-4-29-16,0-5-16 0,0 0-32 0,0-1-24 0,0-1-43 15,1-2-39 1,-1-4-53-16,0-2-215 0,4 0-468 0,-2-2 207 16</inkml:trace>
  <inkml:trace contextRef="#ctx0" brushRef="#br0" timeOffset="101965.76">21516 9123 153 0,'3'-8'270'16,"1"2"-24"-16,0 1-25 0,0 2-26 0,0-1-17 0,3 4-22 15,1 0-16-15,2 2-11 0,3 5-13 16,2 3-11-16,5 9-8 0,0 6-6 0,-1 3-6 16,4 2-7-16,0 12-8 0,2 1-7 0,-5 1-7 15,-2 2-5-15,-7-11-3 0,3 9-8 0,-6-10-3 0,2-2-4 16,-2-1-2-16,1-2-3 0,-3-5-3 0,-1-7-2 15,1 0-4-15,-3-5 1 0,-1 0-3 0,3-3-3 16,-3-1 1-16,-2-3 4 0,1 0-2 0,2-1-4 0,-3 1 3 16,0 0-2-16,0-5 3 0,3 5-1 15,-1-3 1-15,-2-2-3 0,0 0 1 0,0 3 0 16,0-3 0-16,0 0-17 0,0 0-47 0,0 0-44 16,0 0-38-16,-5-12-47 0,2 7-254 0,0-4-466 0,0-2 207 0</inkml:trace>
  <inkml:trace contextRef="#ctx0" brushRef="#br0" timeOffset="102150.01">21831 9419 178 0,'-2'-5'286'0,"2"5"-27"0,-2-4-29 15,2 4-23-15,0 0-27 0,0 0-17 0,-15 10-8 0,-2 1-21 16,-5 6-15-16,-4 4-15 0,-14 6-16 0,-1 3-6 15,1-1-9-15,0 2-7 0,-1 2-9 0,-5 1-28 16,5-2-49-16,0 1-70 0,-2-3-108 16,3-1-153-16,9-10-380 0,2-5 170 0</inkml:trace>
  <inkml:trace contextRef="#ctx0" brushRef="#br0" timeOffset="103931.9">3542 12942 4 0,'0'-5'210'16,"-2"1"-2"-16,2-2-17 0,0 6-14 0,2-6-19 16,-2 3-19-16,0 3-20 0,-2-5-8 0,2 5-18 0,0 0-13 0,0 0-10 15,0 0-4-15,11 12-10 0,-6-4-1 0,1 8-10 16,4 0-6-16,-1 8-4 0,4 2 0 0,-4 5-9 16,0-1-3-16,1 2 1 0,3 2-1 0,-4-2-6 15,0-1-1-15,-2 3 14 0,1-1-7 0,1-5-2 0,-1-2-2 16,-3-6-4-16,2 4 1 0,-4-10 13 15,4-2-17-15,-5-4 1 16,2 1 1-16,-4-4 1 0,4 2 36 0,-3-4 39 16,3-1 45-16,-3 1 46 0,-1-3 44 0,0 0-29 15,10-5-10-15,-1-9-20 0,4-1-17 0,1-7-15 0,4-4-8 16,-1-1-15-16,3-3-16 0,-1-3-9 0,4-12-5 16,3 1-7-16,-3 2-9 0,1-1-6 0,-7 14-5 15,1-3-3-15,-3 3-9 0,0 3-2 0,-2-1-7 16,-3 12-2-16,0 1 0 0,-3 2-18 0,-2 2 11 0,1 3-2 15,-2 0-1-15,-3 2-8 0,2 0-59 0,-2 1-41 16,3 3-48-16,-4 1-14 0,0 0 7 0,0 0-12 16,9 8-15-16,-8 2-19 0,2 1-21 0,2 5-27 15,0 0-32-15,-1 0-238 0,4 1-546 0,-2 0 242 0</inkml:trace>
  <inkml:trace contextRef="#ctx0" brushRef="#br0" timeOffset="104400.03">4583 13116 209 0,'0'-7'219'0,"-1"-3"-14"0,-1 3-14 16,0-1-18-16,1 4-13 0,-2-1-17 0,-1 1-14 0,-3-1-15 15,-1 5-11-15,-1-1-12 0,-4 3-9 0,2 2-10 0,-7 3-7 16,0 2-7-16,0 1-6 0,-6 4-7 0,3 5-8 16,0-2-3-16,0 0-2 0,2 2-3 0,1 3-6 15,5-6-3-15,2 0 0 0,3 1-3 0,-1-3-3 16,4 2 0-16,0-3 0 0,4-3-3 15,-2-3 0-15,2 1-1 0,1-2 3 16,0-1 1-16,1 0 4 0,3-2 16 0,5-1 13 16,0-2 6-16,1-3 8 0,8-3-4 0,0 1-1 15,-4 0 2-15,6-2 0 0,-4 1 1 0,0-1-9 16,-2 0-1-16,2-1-7 0,-5 2-1 0,0 3-2 16,1-2-10-16,-3-2-1 0,0 5-6 0,0-1-3 15,-4 1-3-15,0 0-2 0,3-2-3 0,-3 3-3 16,3 1-10-16,-8 0-17 0,10 0-15 0,-5 0-24 0,3 4-28 15,1-2-32-15,-3-1-49 0,2 2-44 0,-3 1-222 16,2-1-470-16,1-1 208 0</inkml:trace>
  <inkml:trace contextRef="#ctx0" brushRef="#br0" timeOffset="104753.86">4808 13078 218 0,'0'0'215'0,"4"-3"-27"0,-4 3-21 0,0 0-16 16,0 0-18-16,10 8-13 0,-6 0-10 0,0 0-16 15,2 2-9-15,2 4-7 16,-1 2-8-16,0 1-9 0,-1 1-6 0,1 1-3 16,-1 5-2-16,-1 1-7 0,-2-1-4 0,-2-5-2 15,0 2-4-15,-1-8-3 0,-2 1 1 0,2-3-5 16,0-1 6-16,-2-3-8 0,1-2 29 15,1 1 27-15,-1-3 38 0,1 1 54 0,0-4 45 0,0 0 39 16,0 0-19-16,0 0-22 0,0 0-34 0,0-17-7 16,1 4-20-16,3 2-16 0,0-6-16 0,2-7-21 0,4-1 0 15,-1-1-9-15,3 1-25 0,-1 0-11 0,2 0-21 16,1-1-17-16,-1 4-11 0,-4 7-21 0,4-1-23 0,-3 4-34 16,-5 3-34-16,5 1-37 0,-2 3-39 15,0-3-35-15,1 4-37 0,-1 4-33 0,-1-3-287 16,1 3-619-16,-8 0 275 0</inkml:trace>
  <inkml:trace contextRef="#ctx0" brushRef="#br0" timeOffset="105054.09">5920 12943 78 0,'0'0'257'0,"1"-2"-17"16,2 0-29-16,-3 2-21 0,0 0-20 0,0 0-20 16,0 0-18-16,0 0-15 0,0 0-13 0,0 0-11 0,-8 8-12 0,1 0-5 15,-1 2-14-15,-1 5 3 0,-3 2-13 0,-2 5 0 16,-1 2-7-16,-2-2-2 0,0 0-4 0,2 2-4 15,-3 2-1-15,2-1-4 0,-1-5-17 0,2 2-10 16,-1-1-22-16,5-4-10 0,-1-5-24 0,1-2-17 16,4 2-23-16,0-5-23 0,2-2-28 0,-8-1-164 15,9-3-334-15,-1-1 147 16</inkml:trace>
  <inkml:trace contextRef="#ctx0" brushRef="#br0" timeOffset="105254.24">5673 13063 174 0,'4'-12'250'0,"-2"4"2"0,1-3 2 0,0 5-10 16,-3-1-24-16,1 3-20 0,-1 0-22 0,0 0-12 16,0 4-30-16,0-5-17 0,0 5-15 0,7-2-10 0,-7 2-4 15,8 7-14-15,-1 0-12 0,0 3-4 0,5 3 0 16,-3 3-11-16,0 1-7 0,7 5-3 0,-2-1 1 16,4 3-4-16,-5-2-4 0,1-2-3 0,0 1-2 15,-1-5-21-15,-3-2-21 0,-1 1-24 0,1-1-37 0,-2-5-33 16,0 1-29-16,-2-4-40 0,-2 2-61 15,2-5-136-15,-1-1-405 16,0-1 179-16</inkml:trace>
  <inkml:trace contextRef="#ctx0" brushRef="#br0" timeOffset="105501.35">6151 12827 231 0,'0'0'203'16,"0"0"-19"-16,0 0-20 0,0 0-18 0,13 11-17 16,-9-2-15-16,2 0-11 0,2 4-9 0,-2 5-7 15,4 4 0-15,-2 6-5 0,2 1-8 0,-6 5-6 16,1-1-6-16,-5 2-4 0,0 11-2 0,-4-12-4 16,-1 2-8-16,-5-4-2 0,1 1-7 0,-5-2-11 0,0-4-18 0,-4-2-17 15,-4 0-37-15,-3-7-28 0,-2-2-48 16,-1-3-191-16,-3-3-341 0,-1-3 152 0</inkml:trace>
  <inkml:trace contextRef="#ctx0" brushRef="#br0" timeOffset="105804.72">5525 12818 126 0,'-18'10'148'0,"1"2"-12"0,-3 7-18 16,3 1-8-16,-2 2-8 0,5 3-3 0,-4 7-17 15,8-1 1-15,-4 4-6 0,2 9-7 0,7-11-8 16,-1 1-7-16,6 2 0 0,4-3 1 15,2 0-14-15,4-4 0 16,8 2-2-16,3-5 2 0,2-3 1 0,5-1-10 0,1-3 1 16,4-5-19-16,2 1-58 0,1-5-63 0,-7-6-148 0,8 1-275 15,-1-1 122-15</inkml:trace>
  <inkml:trace contextRef="#ctx0" brushRef="#br0" timeOffset="106062.33">6758 13132 98 0,'-1'-5'317'0,"1"5"-31"0,2-5-30 0,1 1-26 16,1 0-22-16,1-1-23 0,4-3-18 16,3 7-17-16,5-6-12 0,5 1-32 0,7-2-43 0,3 1-52 0,-1 3-56 15,2-1-74-15,-4 0-224 0,-7 2-369 16,0 2 164-16</inkml:trace>
  <inkml:trace contextRef="#ctx0" brushRef="#br0" timeOffset="106201.99">6887 13323 73 0,'-3'1'217'0,"3"-1"-26"0,0 0-17 0,18-1-16 0,3-5-18 15,6 1-28-15,5-1-48 0,3-3-74 0,3 1-177 16,0-1-202-16,0-3 89 0</inkml:trace>
  <inkml:trace contextRef="#ctx0" brushRef="#br0" timeOffset="106936.53">8226 12961 132 0,'0'-6'285'0,"3"1"-4"0,-2-2-12 16,-1 5-15-16,3-5-28 0,-2 5-17 0,-1 2-26 16,0 0-23-16,0-7-21 0,0 7-21 0,0 0-16 0,0 0-5 0,0 0-18 15,4 14-7-15,-3-7-5 0,-1 6-10 0,0 0-6 32,0 4-8-32,0 3-1 0,0 4-8 0,0 4 0 0,0-2-4 15,0 0-4-15,0 0 0 0,0-6-6 0,0-1-15 0,0-3 6 0,4 0 0 16,-8-1-6-16,4-3 1 0,0-3 1 0,0-1 0 15,0-2 2-15,-1-2 0 0,1 0 10 16,0 1 28-16,0-1 36 0,0-4 35 16,0 0 36-16,0 0-6 0,0 0-14 0,0 0-10 0,0-14-13 15,0 2-11-15,0-2-12 0,-3-3-11 0,3-2-5 16,0-6-11-16,4-3 5 0,0-2-17 0,-3 1-3 16,3 0-3-16,1-2-6 15,-1 0-8-15,1 1 0 0,4 1-4 0,-4 1-2 0,3 4-3 0,-2 6-4 0,-1 2-5 16,3 2 8-16,-3 3-3 0,1 1-8 0,2 1 1 15,2-2-7-15,2 4-2 0,3-4-15 0,0 3-22 0,3 3-30 16,1 0-21-16,11 1-25 0,-2 5-24 0,-6 2-29 16,6 2-34-16,-3 3-32 0,2 4-32 0,0-1-41 15,-8 2-240-15,-2-1-589 0,-2 0 260 16</inkml:trace>
  <inkml:trace contextRef="#ctx0" brushRef="#br0" timeOffset="107118.75">8442 13346 56 0,'-4'3'225'0,"3"-1"-3"0,1-2-5 16,-4 3-8-16,4-3-21 0,0 0-19 0,0 0-15 0,13 0-16 0,-3-3-13 16,6-2-15-16,3 2-12 0,6-4-22 0,-4 3-36 15,0 0-49-15,6-2-39 0,0-1-50 0,-8 1-214 16,0 2-338-16,2-3 149 0</inkml:trace>
  <inkml:trace contextRef="#ctx0" brushRef="#br0" timeOffset="107303.43">8351 13233 168 0,'-6'1'268'0,"0"-1"-19"0,2 3-17 16,4-3-17-16,-9 0-18 0,9 0-19 0,0 0-19 15,0 0-18-15,0 0-10 16,28-8-14-16,-6 4-22 0,11-1-40 0,3-2-39 16,1 2-48-16,4-3-46 0,11-1-51 0,-12 1-202 15,-2 1-358-15,16 0 159 0</inkml:trace>
  <inkml:trace contextRef="#ctx0" brushRef="#br0" timeOffset="107588.45">9536 12899 250 0,'0'-5'260'0,"0"5"-20"0,0-3-17 0,0 3-28 16,0 0-13-16,0 0-26 0,0 0-18 0,-1-4-25 15,1 4-6-15,0 0-13 0,0 0-8 0,-8 12-9 16,0-3-7-16,1 0-6 0,-4 6-8 0,-1-1-7 16,-4 11-8-16,0-7-1 0,-2 7 0 0,1-3-3 15,1 3-4-15,-2 1-6 0,0-3-10 0,0 5-21 16,1-7-16-16,3-2-15 0,4-4-25 0,-3 0-25 0,3-2-17 0,2-4-19 16,0 0-29-16,1-2-47 0,-4-2-107 0,7-2-329 15,1-2 146-15</inkml:trace>
  <inkml:trace contextRef="#ctx0" brushRef="#br0" timeOffset="107819.88">9261 13043 76 0,'2'-14'254'0,"0"2"11"0,-1 2-2 0,-1 0 6 0,3 2 1 31,-3-1-14-31,1 5-26 0,-1 0-26 0,2 0-16 0,-2 4-25 0,3-7-21 0,-3 7-19 0,1-1-11 16,-1 1-16-16,0 0-12 0,8 8-9 15,-3 1-6-15,2-1-7 0,-1 7-4 0,4 0-10 0,2 8-3 31,2 0-6-31,-4 0-1 0,2 3-6 0,0-1 4 0,1-3-3 16,1 2-27-16,-1-2-19 0,-3-7-19 0,2 0-25 16,-5-1-30-16,1-2-39 0,-3-3-23 0,3 0-58 15,-2-3-57-15,-2 0-170 0,0-2-470 0,1-2 208 0</inkml:trace>
  <inkml:trace contextRef="#ctx0" brushRef="#br0" timeOffset="108173.43">9730 12777 6 0,'4'-2'269'0,"-3"-1"-21"15,2 1-24-15,-3 2-20 0,5-4-24 0,-1 3-14 16,-4 1-19-16,0 0-15 0,10 0-17 0,-2 2-7 15,-3 3-12-15,-1-2-14 0,1-1-7 0,0 8-5 16,0-4-10-16,0 2-4 0,0 2-6 0,-4 1-10 16,1 1 3-16,-2-1-6 0,-2 1-3 0,0-2-1 15,-2 2-5-15,-1 2 0 0,0-6-5 0,1 2-1 16,0 1-1-16,2-7 0 0,-1 3-7 0,-1-1 2 0,2-3 1 16,-1 2 1-16,2-1 7 0,1-4 16 0,-4 7 10 0,4-7 14 15,0 2 1-15,0-2 7 0,0 0-4 0,10 1-3 16,-1-1-9-16,3-2-2 0,3-1-9 0,3-2-1 15,-1 3-7-15,2-1-14 0,-1 0-19 16,-1-1-33-16,0 2-34 0,-3-2-42 0,-1 1-41 0,1 0-54 16,-4 1-85-1,-2-2-148-15,-3 1-467 0,3 0 208 0</inkml:trace>
  <inkml:trace contextRef="#ctx0" brushRef="#br0" timeOffset="108405.42">10051 12755 233 0,'0'0'257'0,"-1"-4"-27"0,1 4-22 0,0 0-24 15,0 0-23-15,0 0-15 0,0 0-15 0,7 8-17 16,-3-1-12-16,1 3-13 0,3 6-10 0,0 0-3 16,1 6-11-16,-2 3-7 0,-2-1-1 0,-1 2-5 15,-4 6-2-15,0-1-5 0,-6 1-5 0,-1-1-4 0,-2 0-2 0,-5-1-1 16,-3 0-2-16,-6-4 0 0,1 2-12 0,-6-5-22 15,-2 0-38-15,-12 5-40 0,10-12-58 0,-2 1-81 16,-6-5-127-16,3-1-375 0,-4-5 167 0</inkml:trace>
  <inkml:trace contextRef="#ctx0" brushRef="#br0" timeOffset="108759.18">9225 12673 76 0,'-10'2'157'0,"3"1"-16"16,-2 3-10-16,-2 2-13 0,3 0-12 0,-5 6-8 16,1 3-2-16,-7 7-8 15,6 1 4-15,-3 5-4 0,3-1-7 0,-4 4-7 16,-2 12 0-16,5 1-4 0,0 0-1 0,4-2-6 16,2-8-1-16,3 0-5 0,1-2-9 15,0 1-4-15,7-1 4 0,1-2-4 0,5-3-1 0,6-4-1 16,2 0-1-16,4-3-6 0,5-5-4 0,3-1-25 15,7-4-53-15,2-2-70 0,-1-1-210 0,14-1-353 0,-11-7 156 16</inkml:trace>
  <inkml:trace contextRef="#ctx0" brushRef="#br0" timeOffset="109159.8">10599 13005 171 0,'0'0'200'0,"0"0"-8"0,-5 1-10 15,5-1-12-15,0 0-13 0,0 0-7 0,0 0-5 16,0 0-9-16,0 0-2 0,37-2-14 0,-14-2-11 0,5 1-8 0,5 0-12 16,3-2-8-16,0 0-10 0,5 1-4 0,-5-1-5 15,-1 1-6-15,-3-2-7 0,-2 2-5 0,-9 2-5 0,0-1-5 16,-7 1 9-16,-5-1 0 0,2 2 7 0,-3-2-8 15,-3 2 0-15,2-2-7 0,-7 3-19 0,0 0-26 16,0 0-30-16,0 0-37 0,0 0-42 16,-27 3-47-16,19-2-237 0,-4 1-438 15,7 0 194-15</inkml:trace>
  <inkml:trace contextRef="#ctx0" brushRef="#br0" timeOffset="109934.06">11671 12837 165 0,'-1'-7'251'0,"1"0"-2"0,0 2-13 0,0-2-3 16,1 1-11-16,-2-1-13 0,2 3-17 0,-1 2-20 15,0 2-17-15,0-8-21 0,0 6-13 0,0 2-16 16,0 0-11-16,0 0-16 0,0 0-1 0,0 0-14 16,4 10-7-16,-3 2-5 15,-1-2-7-15,0 8-6 0,0-2-4 0,-1 2-3 16,1 2-1-16,-5-1-4 0,5 1-5 0,-3 6-2 16,2 3 1-16,1-4-4 0,-1-1 0 0,-2-4-3 15,2-2 3-15,1-1-5 0,0-5 2 0,-3 1-3 16,3-4-4-16,-1-1 2 0,1-4 2 0,0 4 3 15,0-3 16-15,0-1 37 0,0-3 29 0,0-1 44 16,0 0 10-16,0 0-8 0,0 0-19 0,0 0-10 0,-4-13-12 0,4 3-9 16,-1-4-9-16,1-5-9 0,0-6-8 0,5 6-4 15,-5 0-4-15,1-6-8 0,2-1-5 0,1-2-2 16,-2 0-3-16,6 2-4 0,-3-1 9 0,3 2-22 16,-2 2-2-16,3 2-2 0,-1 3-4 0,-2 1 3 15,1 0-6-15,4 2 1 0,-5 4 1 0,2 3-5 16,1-3-2-16,4 0-5 15,0 1 0-15,-1 4-6 0,4-2-14 0,2 1-20 0,-2 4-36 0,6 1-20 16,-3 1-32-16,-1 2-23 0,4 4-21 0,-3 2-25 16,0 2-33-16,5 6-37 0,-8-7-22 0,-1 4-275 0,-1 0-610 15,-1 0 271-15</inkml:trace>
  <inkml:trace contextRef="#ctx0" brushRef="#br0" timeOffset="110139.54">11821 13230 67 0,'-4'3'239'0,"0"-2"-8"16,2 2 0-16,2-3-10 0,0 0-19 0,0 0-19 0,0 0-17 16,17 0-19-16,-4-4-9 0,2 0-16 0,6 0-12 15,-1-1-13-15,10-2-11 0,-6 2-21 0,-2 1-31 16,1-1-39-16,-2 0-37 0,0 1-48 0,-2-3-40 0,0 3-216 15,-6 1-374-15,-2-1 166 0</inkml:trace>
  <inkml:trace contextRef="#ctx0" brushRef="#br0" timeOffset="110324.51">11835 13054 199 0,'0'0'293'0,"-9"0"-14"0,9 0-20 0,-8-1-22 0,8 1-23 0,-4-3-19 16,4 3-23-16,0 0-16 0,21-6-17 0,-1 1-13 15,8 2-25-15,8-2-39 0,4 2-50 0,13-3-54 16,-3-2-65-16,-9 3-70 0,-4 0-176 0,-1-1-383 16,-1 1 169-16</inkml:trace>
  <inkml:trace contextRef="#ctx0" brushRef="#br0" timeOffset="111263.37">12912 12780 109 0,'0'0'209'16,"1"-4"-24"-16,-1 4-15 0,0 0-22 0,0-4-21 16,0 4-11-1,0 0-8-15,0 0-16 0,-13 12-7 0,6-4-4 16,-3 1-14-16,-2 3 0 0,-1 2-5 0,-2 1-2 0,2-1-15 16,-3 6 0-16,-1-2 3 0,0-4-8 0,-3 7-7 15,3 0 4-15,-2 0-5 0,2-3-5 16,2 4-8-16,2-7-15 0,-1 2-18 0,3-5-32 15,-1 3-28-15,2-2-28 0,2-4-40 0,2-2-131 0,2-2-296 16,-1 0 131-16</inkml:trace>
  <inkml:trace contextRef="#ctx0" brushRef="#br0" timeOffset="111463.93">12683 12834 104 0,'0'-7'281'0,"0"1"4"15,0-1-7-15,1 2-21 0,-1 0-28 0,0 1-22 16,0 0-25-16,0 4-21 0,0-4-20 0,0 4-17 16,0 0-17-16,0 0-7 0,0 0-11 0,8 12-9 15,-3-6-11-15,3 5-1 0,2 1-9 0,0 3-6 16,7 1-3-16,-2 4-4 0,7 1-7 0,-3-1-16 0,3 1-21 16,0-3-38-16,-1 3-38 0,-3-1-51 15,-1-6-58-15,-4 0-253 0,1-1-473 0,-1-4 209 0</inkml:trace>
  <inkml:trace contextRef="#ctx0" brushRef="#br0" timeOffset="111842.76">13150 12685 33 0,'0'0'211'0,"0"-5"-21"15,0 5-23-15,0 0-19 0,0 0-13 0,0 0-16 16,6 17-5-16,-1-9-14 0,-2 3-7 0,0 6-6 0,5 0-9 0,-3 3-4 16,-1 4-4-16,0 3-5 0,-3-1-4 0,3 3-7 15,-9 0-9-15,1 0 2 0,-5 1-7 0,-2 1-15 16,-6-2-24-16,-5-2-24 0,1 0-30 0,-5-5-37 16,-2 0-66-16,0-4-117 0,1 1-295 0,0-7 130 15</inkml:trace>
  <inkml:trace contextRef="#ctx0" brushRef="#br0" timeOffset="112127.65">12617 12631 148 0,'-9'8'157'15,"1"-1"-5"-15,-2 7-12 0,-3 2-4 0,-1 5-16 16,0 3-11-16,1 1-4 16,4 5-5-16,-1 3-9 0,1 0-6 0,1 1-7 15,3 1-9-15,4 12-4 0,2-11-4 0,10-1-4 16,0-1-7-16,3 0 1 0,4-1-7 0,4-6-23 15,1-2-48-15,4-4-69 0,-3-2-190 0,-1-4-311 16,4-5 138-16</inkml:trace>
  <inkml:trace contextRef="#ctx0" brushRef="#br0" timeOffset="112728.68">12692 12119 53 0,'5'-4'250'15,"1"-2"-14"-15,-2 2-10 0,4 1-20 0,-4-1-17 0,1 3-19 16,-1-3-18-16,1 2-19 0,0-1-15 0,-5 3-14 15,9 0-10-15,-9 0-15 0,9 4-6 0,-8 1-10 0,2 0-2 16,1 2-10-16,-2 1-11 0,-1 1-3 0,-1 3-3 16,-1 0-4-16,-4-2-5 0,4 2-1 15,-3 1-1-15,0-2-5 0,-1-1 1 0,1 2-2 0,0-3-3 16,1 0-2 0,-2 0 0-16,3-3-2 0,1-3 0 0,-2 2 1 15,3 0-1-15,-1 0 4 0,1-2 3 0,5 1 22 16,4 1 20-16,4-3 5 0,6 2-4 0,9-2-3 0,4 0-7 15,4-5-5-15,1 3-5 0,1-1-1 0,16-3-5 16,-17 2-2-16,0-3-5 0,-1 2-1 16,-2 0-2-16,-6 0-6 0,-1 1-2 0,-9 2 1 15,-4-1-4-15,-5-1 0 0,-1 2-3 0,-3 0-1 0,4-2-5 0,-9 2-9 16,8 0-23-16,-8 0-23 0,0 0-20 0,4 5-11 16,-4-5-26-16,-7 8-34 0,1-1-51 0,-4 0-250 15,2-1-477-15,0 0 211 0</inkml:trace>
  <inkml:trace contextRef="#ctx0" brushRef="#br0" timeOffset="113398.84">14486 12746 219 0,'-5'0'294'0,"5"0"-17"0,0 0-22 15,0 0-23-15,-4-5-23 0,4 5-20 16,0 0-20-16,9-8-20 0,4 5-17 0,5-3-18 0,10-2-34 15,4 1-39-15,1 2-44 0,3 1-51 0,2-2-67 0,-4 2-70 16,-4-1-142-16,1 2-359 0,-10-1 160 0</inkml:trace>
  <inkml:trace contextRef="#ctx0" brushRef="#br0" timeOffset="113545.99">14587 12884 109 0,'-5'3'147'0,"0"1"-8"15,2-2-11-15,3-2 20 0,3 5 0 0,7-5-7 16,7 1-15-16,12-2-11 0,7-1-24 0,16 0-42 16,2-1-63-16,1-4-69 0,-4 1-125 0,-14 2-224 15,0-3 99-15</inkml:trace>
  <inkml:trace contextRef="#ctx0" brushRef="#br0" timeOffset="114247.18">16145 12216 178 0,'0'-6'220'0,"1"2"-27"0,-1 1-15 15,1-2-22-15,3 4-17 0,-4 1-15 0,0 0-13 16,15 7-14-16,-7 0-10 0,5 7-12 0,-3 1-6 15,3 9-10-15,1-1-9 0,0 2-4 0,0 5-7 16,4-1-2-16,-5 2-3 0,2 0-3 0,-2-1-9 16,0 1-3-16,-3 2 0 0,0-3-2 0,-1-1-4 15,-1-5 1-15,-2 3-1 0,-2-10-1 0,-1 0-3 0,-2-5 2 0,3-1 1 16,-3-1 1-16,0 0 0 0,-1-3-3 0,1-2-2 16,-1 1-2-16,0 0-17 0,2-3-12 0,-2 2-22 15,0-2-16-15,0-3-29 0,-4 4-80 0,4-4-119 16,0 0-314-16,-13-7 139 0</inkml:trace>
  <inkml:trace contextRef="#ctx0" brushRef="#br0" timeOffset="114447.35">16369 12482 191 0,'0'-5'217'15,"0"5"-28"-15,-4-2-19 0,4 2-14 0,-11 1-19 16,0 5-15-16,-2 3-14 0,-2 1-10 0,-7 8-14 15,2 1-8-15,-3 4-11 0,0 0-6 0,-2 2-7 0,1 3 0 16,-1-4-7-16,-1 4-2 0,5-2-6 0,1-2-2 0,0-1-3 16,3-2 1-16,3-4-6 0,5-2-22 0,-5 0-18 15,6-5-16-15,3 0-29 0,-3-3-21 16,5 0-17-16,0-5-10 0,-1 2-170 0,4-4-298 16,0 0 132-16</inkml:trace>
  <inkml:trace contextRef="#ctx0" brushRef="#br0" timeOffset="114800.81">16647 11848 101 0,'0'-2'230'16,"1"-3"-24"-16,3 3-27 0,-4 2-18 0,4-3-22 16,-4 3-10-16,0 0-16 0,6 11-12 0,-2-3-13 0,0 4-7 15,-3 3-8-15,2 4-8 0,-6 1-8 0,2 6-5 16,-4 0-4-16,-1 1-10 0,0-2-2 0,0 1-1 16,-3-3-6-16,4-4-3 0,1 2-1 0,0-6-2 15,2 2-5-15,0-5 0 0,0 1 1 0,4-4 0 16,0 2 3-16,4-4 19 0,3 0 5 0,6-1 5 15,7 1-3-15,9-4-3 0,6-1-5 0,2 0-22 16,16-4-34 0,-1 0-55-16,1-1-64 0,-15-4-232 0,11 2-397 0,-14 2 176 15</inkml:trace>
  <inkml:trace contextRef="#ctx0" brushRef="#br0" timeOffset="115285.73">17185 12622 4 0,'-5'0'171'0,"0"3"-8"0,5-3-8 16,-10 0-3-16,10 0-4 0,0 0-8 0,-7-3-13 16,7 3-11-16,0 0-18 0,0 0-2 0,17-6-6 15,-4 3-7-15,8-2-7 0,6-2-5 0,5-1-10 0,3 2-2 16,2-2-10-16,12-2-8 0,-10 3-7 0,13-3-12 15,-2 2-12-15,-14 1-26 0,-3 0-29 16,-2 2-33-16,-1-2-27 16,-12 3-61-16,-1-2-94 0,-6 2-280 0,-2-1 124 0</inkml:trace>
  <inkml:trace contextRef="#ctx0" brushRef="#br0" timeOffset="115517.27">17446 12380 140 0,'-3'-3'307'0,"0"-3"-20"0,3 6-24 15,-3-3-31-15,3 3-23 0,-3-4-28 0,3 4-21 16,0 0-20-16,0 0-12 0,0 0-18 0,-6 14-8 16,5-4-13-16,-2 6-8 0,2 4-7 0,-2 5-7 15,3 1-6-15,-1 3-4 16,1-3-21-16,1 3-31 0,2-1-28 0,-1 0-28 15,1-9-42-15,2 7-49 0,0-9-59 0,1-1-170 16,0-5-399-16,-1-1 176 0</inkml:trace>
  <inkml:trace contextRef="#ctx0" brushRef="#br0" timeOffset="115871.25">18143 12080 132 0,'4'-3'201'0,"0"0"-19"0,-1 1-20 16,-3 2-17-16,11 0-17 0,-5 2-12 0,3 2-12 15,0 4-13-15,5 3-11 0,-1 1-7 0,-1 5-9 16,3 5-6 0,3 5-6-16,-4 1-4 0,-1 1-1 0,1 3-4 0,-3-3-3 15,3 0-5-15,-3 4-1 0,-2-6-5 0,-2-1-4 16,0-2-3-16,-2-6 0 0,1 3-2 0,-2-5-2 16,-3-2-7-16,4-1 3 0,-5-1 1 15,2-1-6-15,0 0-9 0,-2 1-24 0,0-6-29 0,-2-1-19 16,0 2-14-16,2-4-25 0,-6 0-168 0,6-3-303 15,-6 2 134-15</inkml:trace>
  <inkml:trace contextRef="#ctx0" brushRef="#br0" timeOffset="116071.66">18432 12281 185 0,'0'-2'201'0,"0"2"-26"0,0 0-15 0,0 0-26 15,-24 12-8-15,11 1-15 0,-6 5-10 0,0 1-5 16,-4 3-13-16,1 2-3 0,2 4-11 0,-6-2-2 16,3 5-11-16,-5 7-8 0,6-10 0 0,4 1-6 15,1 0 2-15,4-3-35 0,-1-5-26 0,5-3-29 16,2-2-40-16,3-3-29 0,-1-3-148 0,5-3-282 16,5 0 124-16</inkml:trace>
  <inkml:trace contextRef="#ctx0" brushRef="#br0" timeOffset="116402.99">18774 12436 160 0,'0'0'276'0,"-10"1"-14"0,10-1-12 0,-5 0-18 16,5 0-20 0,0 0-16-16,0 0-22 0,0 0-17 0,0 0-20 0,17-5-9 15,-2 4-18-15,6-1-3 0,8-3-16 0,3-2-10 16,3 4-8-16,0-1-5 0,2-3-7 0,4 1-11 16,-1 2 0-16,-7-3-5 0,3 1-6 0,-5 1 0 15,-11 1-6-15,-3 2-2 0,-3 1-7 0,-3-2 0 16,-3 1-8-16,-1-1-11 0,-3 2-22 0,0-2-37 15,-4 3-39-15,1-3-19 0,-1 3-40 0,0 0-20 0,-10-5-39 16,0 4-176-16,6 0-419 0,-2-2 185 0</inkml:trace>
  <inkml:trace contextRef="#ctx0" brushRef="#br0" timeOffset="116688.14">19635 11993 28 0,'10'-2'189'0,"1"2"-20"0,-2 0-16 16,2 2-12-16,2 3-17 0,-1 2-15 0,2 2-5 0,3 4-4 15,2 4-9-15,-4 4-10 0,3 0-5 0,-2 5-3 0,-1 0-11 16,-4 3-5-16,2-2-4 0,-4 2-2 15,-3 0-7-15,1 1-1 0,-2 0-4 0,1 0-4 16,-2-6-2-16,-1-4-2 0,-1-2-7 0,-2-1 3 16,0-1-4-16,0-3-13 0,-2-3-21 0,2 1-12 15,-2-3-35-15,1 0-30 0,1-3-12 0,-2-1-50 0,2-4-107 0,-2 2-279 16,2-2 124-16</inkml:trace>
  <inkml:trace contextRef="#ctx0" brushRef="#br0" timeOffset="116889.18">19904 12251 45 0,'0'-4'250'0,"0"0"-24"0,0-1-30 0,-2 2-19 15,2 3-21-15,0 0-16 0,-12 1-16 0,3 4-17 16,0 2-11-16,-7 9-7 0,-5 1-11 0,1 5-5 16,-2-3-12-16,0 7-4 0,3-1-4 0,-4 3-5 15,2-3-3-15,1 4-5 0,1-2-4 0,0-1-2 0,6-4-3 16,-1 1-29-16,5-7-24 0,3-1-23 0,-1-3-32 15,3-3-34-15,3-2-52 0,-1-2-128 0,4-1-316 0,2-3 140 16</inkml:trace>
  <inkml:trace contextRef="#ctx0" brushRef="#br0" timeOffset="117251.62">20120 11761 267 0,'4'-6'283'0,"-1"2"-20"16,3-1-21-16,-1 2-27 0,-3-1-25 0,5 2-21 0,-7 2-16 15,10 0-18-15,-6 2-8 0,5 3-20 0,1 2-14 0,3 5-11 16,-3 0-8-16,-2 4-5 0,-3 2-7 0,1 6-9 15,-2 1-6-15,-4 2-5 0,-2-2-3 0,-6 1-8 16,0 0 1-16,-3-1-5 0,-2 0 0 16,4-8-4-16,-2-2-1 0,0 0-4 0,5-5 1 0,-1-1-5 15,4-2 3 1,-1-2-5-16,1 2 3 0,2-4 0 0,-1 1 1 16,0 0 4-16,2-4-2 0,8 6-1 0,3-8-3 15,6 0-1-15,15 1-1 0,0-3-23 0,1 2-35 16,4-1-43-16,-4 0-55 0,3-4-54 0,-8 3-237 0,7-2-471 15,-4 0 210-15</inkml:trace>
  <inkml:trace contextRef="#ctx0" brushRef="#br0" timeOffset="117552.4">20772 12264 216 0,'0'0'341'0,"0"0"-20"0,0 0-23 0,0 0-27 15,0 0-25-15,11-11-31 0,-3 8-25 0,11 0-13 16,-1-3-21-16,12 0-20 0,3 1-31 0,0 2-35 16,6-2-39-16,1 1-39 0,-4 2-54 0,-3 0-62 15,-1-2-50-15,-10 0-228 0,1 3-434 0,-3 0 193 16</inkml:trace>
  <inkml:trace contextRef="#ctx0" brushRef="#br0" timeOffset="117706.18">20846 12417 24 0,'-4'3'282'0,"-1"-1"-1"0,5-2-35 15,0 0-24-15,0 0-21 16,21-3-24-16,-2 0-17 0,3 2-28 0,8-2-57 16,6 1-65-16,-2-3-94 0,-2 1-204 0,3 0-312 15,-7 0 138-15</inkml:trace>
  <inkml:trace contextRef="#ctx0" brushRef="#br0" timeOffset="118523.57">22008 11872 107 0,'1'-10'253'0,"1"-1"-8"0,0-1-9 15,0 3-15-15,1 1-17 0,-1 0-20 0,5 2-16 0,-5 0-21 32,3 1-13-32,2 2-20 0,1 1-10 0,0 2-14 0,3 2-8 0,0 4-14 0,3 2-4 0,3 4-10 31,2 6-4-31,0 4-5 0,-1 2-7 0,1 1-5 16,-3 1-5-16,1 1-2 0,2 0-1 0,-2 1-4 0,2 1-1 0,-5-3-2 0,4 0-1 0,-5-1-2 0,1 2 0 15,-1-5 1 1,-5-3-3-16,-1-2 2 0,-2 0-4 0,-2-6-19 15,-2 1-20-15,2-1-21 0,-2-1-22 0,-2-3-23 0,1 0-20 16,-3 1-19-16,-1-3-27 0,-1 2-211 16,-5-5-402-16,6 1 179 0</inkml:trace>
  <inkml:trace contextRef="#ctx0" brushRef="#br0" timeOffset="118708.43">22401 12076 52 0,'0'-5'307'0,"0"2"-30"0,1-1-31 16,-1 4-29-16,0 0-27 0,-3-4-21 0,3 4-18 16,-11 8-14-16,-4 2-17 0,-4 6-13 0,-3 5-9 15,-15 10-10-15,10-5-10 16,-10 11-7-16,1 4-3 0,-2 2-29 0,-2 1-47 16,0 1-64-16,1-1-89 0,-4-2-202 0,-2-6-393 15,7-7 175-15</inkml:trace>
  <inkml:trace contextRef="#ctx0" brushRef="#br0" timeOffset="120626.82">11354 14774 193 0,'0'-17'213'0,"3"0"-8"0,-1 4-3 0,1 1-5 16,-2 0-11-16,2-1-11 0,1 3-15 0,-3 4-13 0,0-4-16 15,0 5-15-15,2 0-15 0,-2 1-13 16,2 1-11-16,-3 3-8 0,0 0-10 0,11 10-7 15,-2-1-3-15,-2 5-8 16,4 10-4-16,1 2-4 0,-1 1-6 0,-2 3 2 16,1 1-6-16,-1 3-3 0,4 0-4 0,-3-2 1 15,2 2-3-15,-2-1 3 0,1-5-3 0,-2 1-5 16,1-2-4-16,-3-9 2 0,1 0 1 0,-2-2-2 16,-1-2-1-16,-1-3-3 0,1-4 7 0,-1 1-3 15,-2-3 10-15,0-1 57 0,0 1 42 0,0-4 50 16,-2-1 29-16,0 0-26 0,0 0-20 0,16-12-11 0,-4-1-11 0,-2-1-15 15,3-2-4-15,3-8-18 0,1-3-23 0,-2-3 7 16,11-13-9-16,-4 0-6 0,1 0-6 0,-2-1-6 16,4-6-10-16,-2 6-2 0,2 3-4 15,-11 11-3-15,0 2-3 0,0 1 0 0,-5 13-5 0,-1-3 0 16,-2 8-7-16,1-1-13 0,-3 2-30 0,-2 3-39 16,2 1-48-1,-4-1-58-15,5 5 6 0,-5 0-2 0,5 8-10 16,-2 1-14-16,-2 6-17 0,2 1-29 0,-2 8-34 15,-2 3-217-15,2-1-532 0,0-6 236 0</inkml:trace>
  <inkml:trace contextRef="#ctx0" brushRef="#br0" timeOffset="121033.37">12423 14911 36 0,'-2'-4'218'15,"0"-1"-20"-15,-2 1-25 0,-3-2-12 0,0 6-21 16,-3-2-17-16,-3 3-12 0,-4 0-10 0,-1 5-11 16,-1-2-11-16,-9 6-8 0,3 1-1 0,-2 2-13 15,5 1-8-15,-1 1-4 0,0 0-5 0,3 1-3 16,4-1-7-16,2-3-4 0,0 2-1 0,5 0-5 15,-1 0 0 1,4-3-2-16,0-1-2 0,5-1 4 0,-1 0-5 16,2-4 5-16,2 6 10 0,1-6 7 0,3-1 14 15,4 0 7-15,3-2 3 0,0 0-4 0,2-4 0 16,4 0-4-16,1-1 0 0,0-1-6 0,-3-1 3 0,0 3 0 16,1-4-3-16,-1 2-5 0,-4 2 1 0,-2-2-4 15,-2 1-2-15,3-2-6 0,-5 3-2 16,-2 0-2-16,3 1-6 0,-3-2 0 15,3 2-4-15,-8 1-13 0,14 0-14 0,-9 0-17 16,8 1-22-16,-3 0-29 0,-1 2-43 0,4-2-47 0,-3 0-58 16,3 1-156-16,-2-2-415 0,2 0 184 0</inkml:trace>
  <inkml:trace contextRef="#ctx0" brushRef="#br0" timeOffset="121381.49">12653 14795 129 0,'0'0'174'0,"11"5"-16"0,-2-1-12 0,1 4-9 0,-1 1-13 0,5 4-10 0,-2 3-9 16,-1 2-10-16,2-2-10 0,0 7-8 0,-4 0-8 15,1 2-9-15,-6-5-5 0,2 6-3 16,-3-7-5-16,-3 1-5 0,0-3 0 0,-3 0-2 15,3-4-9-15,-1-3 3 0,-2 1-5 0,2-4 19 0,1-2 32 16,0 0 32-16,-1-1 38 0,-2-3 33 0,3-1-12 16,0 0-15-16,0 0-13 0,-5-9-6 0,5 1-12 0,-3-1-9 15,6-3-16-15,1-4-9 0,0-1-9 0,2-2-10 16,3-6-12-16,5-2-15 0,-2 2-24 0,3 2-12 0,-1-1-19 16,0 2-27-16,-2 8-19 0,-2 2-26 15,-1 1-29-15,1 2-42 0,-2 4-33 0,3-2-34 16,-2 4-44-16,-4 0-175 0,3 3-473 0,-2 2 210 15</inkml:trace>
  <inkml:trace contextRef="#ctx0" brushRef="#br0" timeOffset="121845.28">13594 14770 192 0,'4'-2'253'0,"-4"2"-21"0,0 0-25 0,1-4-20 16,-1 4-17-16,0 0-26 0,0 0-18 0,0 0-13 15,0 0-11-15,0 0-12 0,-6 14-6 0,0-6-9 16,-4 3-6-16,2 4-10 0,-3 2 0 0,-5 2-8 16,-1 3-8-16,2 0-5 0,0 2-1 0,-2-3-4 0,1 1 0 0,0 1-3 15,3-2-15-15,-1-5-13 0,4-1-10 0,-4 1-27 16,5-1-25-16,-4-2-19 0,3 0-17 0,0-4-21 16,2-1-31-16,-2-1-38 0,2-2-101 0,3-3-308 31,1 2 136-31</inkml:trace>
  <inkml:trace contextRef="#ctx0" brushRef="#br0" timeOffset="122049.37">13373 14807 133 0,'0'-4'252'0,"1"1"-25"15,1-2-29-15,-2 5-20 0,1-4-23 0,-1 4-15 16,0 0-11-16,0 0-18 0,10 9-8 0,-5-1-3 0,3 2-10 0,2 4-6 15,2 0-7 1,3 9-7-16,3-2 2 0,-1 2-14 16,-2 0-5-16,3-2-15 0,2 1-18 0,-2-4-47 15,0 4-41-15,-4-9-53 0,0 2-71 0,-1-3-122 16,-3-1-339-16,0-2 150 0</inkml:trace>
  <inkml:trace contextRef="#ctx0" brushRef="#br0" timeOffset="122514.18">13928 14697 73 0,'0'0'166'0,"0"0"-14"0,9 10-17 16,-4 0-9-16,0-2-10 0,1 8-11 0,2 2 0 16,1 9-9-16,-2-4-4 0,-1 7-7 0,-4 1-4 15,0-1-12-15,-5 3-6 0,-3-3-5 0,-3 2-4 16,-4-2-5-16,-4 2-19 0,-3-3-25 0,-3 0-27 0,-4-6-33 0,-1 1-44 15,-3-5-149-15,3-3-267 0,-1-1 118 0</inkml:trace>
  <inkml:trace contextRef="#ctx0" brushRef="#br0" timeOffset="122814.83">13354 14589 77 0,'-2'-2'174'0,"2"2"-15"0,0 0-18 0,-12 9-6 0,6 2-9 15,-3 2-15-15,-4 10-10 0,-2 2-5 0,0 4-9 16,0 5-6-16,-4 9-3 0,4 1-11 0,3-9-3 0,1 8-9 15,3-9-7-15,4-1-4 0,0 0 1 0,4-3-8 16,4 1 5-16,1-2-11 0,7-6 1 0,3 1 1 31,3-2-2-31,5-2 0 0,4-2-25 0,2-4-45 0,3-2-65 16,4-5-195-16,-3-1-323 0,8-1 144 0</inkml:trace>
  <inkml:trace contextRef="#ctx0" brushRef="#br0" timeOffset="123099.49">14417 14915 252 0,'0'0'277'0,"0"-6"-30"0,2 1-24 16,0 3-23-16,3-1-22 0,0-4-19 0,7 5-19 16,1-1-14-16,7-2-47 0,0 2-57 0,6-1-73 0,5 2-87 15,-11 1-148-15,2-1-309 0,-3 0 136 0</inkml:trace>
  <inkml:trace contextRef="#ctx0" brushRef="#br0" timeOffset="123246.21">14454 15080 16 0,'-2'3'197'0,"2"-3"-9"0,0 0-15 0,8 5-16 15,5-3-21-15,5-2-52 0,13-3-78 0,1 2-166 0,2-2-173 16,2 0 77-16</inkml:trace>
  <inkml:trace contextRef="#ctx0" brushRef="#br0" timeOffset="124148.43">15510 14604 184 0,'0'-5'190'0,"0"1"-15"0,1-1-21 15,-1 2-17-15,0 3-15 0,0 0-15 0,0 0-13 16,0 0-11-16,0 0-3 0,0 22-13 0,-1-5-4 16,-2 4-8-16,2 6-4 0,-3 2-9 0,-3 0-13 15,3 1 8-15,1 1-7 0,-2 5 12 0,0-4-2 0,0 1-7 16,1 1 0-16,-1-3-5 0,1-2-1 0,1-2-14 0,2-6-20 15,-3-3-22-15,3-2-24 0,1-3-28 0,-1-3-31 16,1-3-30-16,-2 0-107 0,4-5-270 0,-1 1 120 16</inkml:trace>
  <inkml:trace contextRef="#ctx0" brushRef="#br0" timeOffset="124587.39">15495 14647 171 0,'3'-17'252'15,"1"7"-11"-15,-1 1-15 0,-2-1-22 0,0 4-18 16,2 0-22-16,-2 1-18 0,0 2-19 0,3-3-14 0,-4 6-12 16,0 0-11-1,9 7-9-15,-4-2-8 0,0 5-7 0,2 1-7 16,-1 5-6-16,4 2-6 0,-1 4-3 0,0 1-7 16,0 1-2-16,5 1-6 0,-5-2 1 0,4 1-7 15,-8-7 3-15,4 5-6 0,-1-7 3 0,-2-2-9 16,-1-4-4-16,2 2-1 0,-2-4 1 0,-1 0 0 15,-2-4 2-15,2 1 1 0,2-4-3 0,-6 0 5 16,13-4 8-16,-4 0 11 0,1-6 11 0,2-1 1 0,-1-3 3 0,2-1 2 16,1-6-7-16,0-1-1 0,0-2-4 0,1 0-5 15,1 0 0-15,-1-3-3 0,-2 2-1 0,1 2 8 16,-6 6-1-16,1 3 7 0,-2-1 0 0,0 5 0 16,-2 1-5-16,0 1-7 0,-2 3-6 0,0 1-9 15,0 0-15-15,0 4-14 0,-3 0-2 0,0 0 2 16,3 12-3-1,0 0 1-15,-2 6 5 0,-1 7-1 0,0 1-1 0,-1 4 3 16,-2 2 0-16,1-2 0 0,1 6 2 0,-1-2 3 16,1-1 2-16,0-1-2 0,-2-1 2 0,1-3 3 15,2-1 0-15,1-2-1 0,-2-5-10 16,1-5-25-16,-2-1-16 0,2-2-23 0,0-2-21 0,2 0-16 16,-1 0-27-16,0-3-19 0,0-1-33 0,2-1-33 15,0-2-177-15,0 0-432 0,2-2 191 0</inkml:trace>
  <inkml:trace contextRef="#ctx0" brushRef="#br0" timeOffset="125520.88">15956 15113 98 0,'0'0'136'0,"0"0"6"0,0 0 15 16,0 0-13-16,0 0-7 0,0 0-4 0,22-4-5 15,-9 3-9-15,4-4-8 0,5-1-13 0,-2 2-6 16,2-2-10-16,6-2-1 0,-2-2-5 0,-7 3-5 15,2-1-2-15,3-4-3 0,-7 2 8 0,0 1 0 16,1-3 8-16,0-2 6 0,-4 2-7 0,1-3 1 16,-3 0 3-16,-2 0-3 15,-1-1-7-15,-1 1-7 0,-3 0 6 0,-1 3-2 16,-2 0 3-16,1 3-6 0,-3-2-7 0,1 2-1 16,-2 2-10-16,-3 2-8 0,1 0-3 0,-3 0-6 15,-3 3-8-15,-2 1-1 0,-1 2 2 0,-2 1-13 16,-3 5 0-16,2-1-3 0,-2 3 0 0,2 2 0 15,0 1-3-15,-2 1-1 0,4 2 0 0,2 1-6 16,3 0-2-16,0 0-15 0,5-1-1 0,1 2-3 0,4-1-2 16,3-1 1-16,5 1 5 0,7-5 2 0,5 3 2 15,9-1-8-15,1-4-12 0,5-1-11 0,14-2-4 16,1-3-1-16,-12-3 0 0,10-1 8 0,-13-5 4 0,4-1 2 16,-5 0 3-16,-3-1 6 0,-1-4 4 15,-5 1 11-15,-8 2 25 0,-2-2 21 0,-3-2 20 16,-1 1 11-16,-4 2 18 15,-1 1 13-15,-1 0 6 0,-2-2 1 0,-4 5-10 16,-1-5-9-16,-1 6-10 0,-2-1-12 0,-1 2-7 16,-1-2-8-16,-5 4-6 0,0-1-7 0,0 3 3 15,-4 3-18-15,-2 1 3 0,0 1-6 16,4 2 3-16,-6 3-11 0,4-1-1 0,-4 3-9 0,6-1-10 16,0 0-6-16,3-1-10 0,3 1-9 0,1 0-6 15,-2-3 2-15,5 2 4 0,1 1 3 0,2-4 2 0,4 3 3 0,-1-5 8 16,6 1 0-16,0-2-2 0,2-2 3 0,3 0 0 15,4-2-1-15,-2-3 6 0,3-1-4 0,-2 0 4 16,-1-1 5-16,1-5 2 0,-2 3 3 0,1-6 6 16,-6 1 8-16,2 1 7 0,0-2 0 0,-3 1 8 15,-2 3 4-15,-1 1 2 0,1-1 0 0,-1 1 8 16,-3 4-7-16,-1-1-1 0,1 2-13 0,-3-2 3 0,3 2-4 0,0 1-7 16,-4 2-7-16,1-3-17 0,-1 3 1 0,0 0 5 15,4 8-4-15,-3-3 3 0,3 2 3 16,0 0 0-16,-3-1 0 0,3 4-14 0,0 1-12 0,-3-2-7 31,3 2 2-31,0-1-5 0,-3-2-7 0,3 0 3 16,-1-3 1-16,0 1 8 0,0-1 7 0,-2-1 3 15,6-2 3-15,-5-2 3 0,6 0 10 0,-8 0 7 0,15-5 13 16,-2-2 10-16,-5 0 13 0,3-2 10 0,1-2 8 0,0-1 11 16,1 0 1-16,0-4 8 0,0 3-4 0,-4 3-5 15,3-1 10-15,-4 3 6 0,-2 2-10 16,1 0-11-16,-4 4-7 0,0-4-13 0,2 4-7 15,-1-1-17-15,-4 3-2 0,0 0 1 0,9 4-13 16,-6 0 10-16,-2 1 3 0,3 5-8 0,-3 1 0 0,-1 0-2 0,0 6 9 16,0-1-11-16,-4 1-13 0,3-3-13 0,1 0-12 15,-4-2-6-15,4-1 2 0,-1 1-17 0,-2-1-7 16,2-5 2-16,-2 2 11 0,2-4 3 0,2 1 8 16,2-2 7-16,-3-3 4 0,9 1 4 0,0-3 3 15,5-1-1-15,3-1 6 0,3-1-4 0,0-2-7 16,0 5-2-16,0-2-13 15,-1 0-16-15,-1 1-14 0,0 3-22 0,1 0-22 16,-6 1-30-16,-3 2-40 0,4-3-48 0,-10 4-217 16,4 0-490-16,-2 1 217 0</inkml:trace>
  <inkml:trace contextRef="#ctx0" brushRef="#br0" timeOffset="126183.29">17733 14797 124 0,'0'0'221'0,"4"-6"-20"0,-3 2-21 0,7 0-21 0,-2 0-10 16,7-2-18-16,5 1-13 0,0-1-13 0,1 1-21 16,11-1-28-16,-4 3-34 0,4-3-52 15,0 4-43-15,-2-1-169 0,-7 3-261 0,7 0 116 16</inkml:trace>
  <inkml:trace contextRef="#ctx0" brushRef="#br0" timeOffset="126352.03">17897 14924 143 0,'-4'2'158'15,"2"0"-4"-15,2-2 7 0,0 0 0 0,11 2-16 0,-1-3-12 0,4 0-11 16,13-3-16-16,4 3-10 0,3-3-20 0,3 1-38 16,2-1-39-16,14-4-43 0,-3 2-53 0,-9-1-129 15,-3 2-243-15,-1-1 108 0</inkml:trace>
  <inkml:trace contextRef="#ctx0" brushRef="#br0" timeOffset="126784.4">18770 14522 172 0,'1'-3'227'0,"-1"0"-27"16,0 3-24-16,0 0-19 15,0 0-11-15,0 0-21 0,3 10-12 0,-1 2-11 16,-2 0-8-16,0 6-13 0,-2-3-10 0,2 4-3 16,0 8-11-16,0-9-2 0,-2 10-5 0,2-2-9 15,-1-4 1-15,1 4-3 0,-1-7-8 0,-1 0-3 16,2-1 0-16,-1-2-1 0,1-1-3 16,0-4-2-16,0 1 0 0,1-2-5 0,-2-4-2 15,1-1 3-15,1 1 11 0,-1-2 25 0,0-2 29 0,0-2 30 0,-1 6 34 0,1-6 34 16,0 0-7-16,0 0-13 0,0 0 2 0,0 0-33 15,-1-23-12-15,-1 12-16 0,2-5-7 0,-2-3-9 16,1-1-13-16,1-3-7 0,1-4-5 0,1 0-5 16,2-3-5-16,-1-3-8 0,4 2-3 0,0 0-1 15,-1-1-9-15,2 5-2 0,-1-3-13 0,1 7 8 16,0 4 7-16,-3 2-12 16,0 3 3-16,0 3 0 0,0-1 4 0,-1 4-17 15,5-1-18-15,-4 4 18 0,7-4-15 16,-2 6-26-16,3 0-29 0,6 1-33 0,1 1-23 0,0 4-34 15,6 1-34-15,-5 3-40 0,4 2-43 0,-2 6-56 16,-6-3-185-16,-2 1-552 0,-2 1 245 0</inkml:trace>
  <inkml:trace contextRef="#ctx0" brushRef="#br0" timeOffset="126938.04">18855 14993 174 0,'0'3'180'0,"0"-3"-8"0,0 0-8 16,0 0-15-16,9 2-14 0,5-2-13 0,3-1-11 16,3 0-21-16,10-1-29 0,-9-1-36 0,7-2-51 15,0-1-52-15,-7 2-136 0,-1-2-230 0,1-2 102 16</inkml:trace>
  <inkml:trace contextRef="#ctx0" brushRef="#br0" timeOffset="127123.11">18831 14809 34 0,'0'0'197'16,"-6"3"-18"-16,6-3-21 0,0 0-13 0,0 0-11 16,0 0-18-16,30 0-10 0,-8-3-12 0,7 2-13 15,3 1-34-15,3-1-32 0,3-3-29 0,13 1-23 0,0-2-20 0,2 0-20 16,0 1-111-16,1-3-201 0,1-1 89 0</inkml:trace>
  <inkml:trace contextRef="#ctx0" brushRef="#br0" timeOffset="127338.96">19902 14529 92 0,'0'0'228'15,"0"-6"-25"-15,0 6-25 0,-2-5-17 0,2 5-17 16,0 0-19-16,0 0-12 0,-10 12-12 0,5-3-10 16,-4 2-10-16,0 0-6 0,-1 1-9 0,0 6-6 15,-5 4-5-15,0-2-4 0,0 4-6 0,1-5-1 0,-1 5-4 0,1-4-22 16,0 1-41-16,1-4-31 0,1-1-34 0,-2-2-30 16,1-1-164-16,-1 0-305 0,5-3 135 0</inkml:trace>
  <inkml:trace contextRef="#ctx0" brushRef="#br0" timeOffset="127539.54">19649 14652 177 0,'1'-5'269'0,"2"1"-23"0,0-1-21 0,-3 1-30 0,2 0-21 15,-2 4-14-15,5 0-7 0,-5 0-15 0,11 3-9 16,-3 4-7-16,3-2-15 0,1 0-8 0,3 4-12 15,-1 1-6-15,7 0-14 0,-3 1-13 0,5 4-26 0,-7-3-33 16,1-4-40-16,1 6-37 0,-2-4-56 0,2-2-60 16,-9 1-143-16,3-5-369 0,-1 0 164 0</inkml:trace>
  <inkml:trace contextRef="#ctx0" brushRef="#br0" timeOffset="127771.75">20046 14441 63 0,'2'-5'246'16,"1"1"-25"-16,0 2-27 0,1 0-20 0,-4 2-20 15,10 1-14-15,-4 4-18 0,4 0-10 0,-1 3-7 16,2 6-9 0,1 0-11-16,1 8-7 0,1 3-4 0,-4 3-6 0,-2-3-4 15,-3 7-5-15,-2-3-8 0,-3 3-2 0,-4 2-5 16,-4-2-1-16,-2 0-2 0,-4-1-18 0,-7-2-19 15,0 0-25-15,-3-4-27 0,-6-4-29 16,2-2-32-16,-4-3-52 0,-1-2-155 0,2-5-342 0,-1-3 152 16</inkml:trace>
  <inkml:trace contextRef="#ctx0" brushRef="#br0" timeOffset="128040.43">19660 14356 127 0,'-7'0'162'0,"7"0"-12"0,-17 11-10 0,3 1-7 16,1 0-9-16,-6 11-14 0,2 0-9 0,-4 3-8 15,-1 4 0-15,5 3-6 0,-6 13-4 0,2-2-8 16,5 2-6-16,4-13-4 0,6 3-5 0,3-1-1 15,3-1-4-15,3 0-8 0,7 0 3 0,7-4-5 0,4-3-3 0,5-2-2 16,18 1-21-16,0-4-44 0,4-5-60 0,3-6-90 16,-13-6-116-16,19 1-315 0,-6-6 139 0</inkml:trace>
  <inkml:trace contextRef="#ctx0" brushRef="#br0" timeOffset="128326.38">20721 14552 151 0,'9'-4'206'0,"2"-1"-18"16,3 0-18-16,-1 2-14 0,6-3-23 15,-1 3-11-15,5 0-13 0,5 1-22 0,3 0-15 0,0-1-35 0,-1 3-39 0,-3-2-46 16,2 2-63-16,-8 0-101 0,-3 0-230 0,0 0 103 16</inkml:trace>
  <inkml:trace contextRef="#ctx0" brushRef="#br0" timeOffset="128509.9">20815 14751 69 0,'0'3'266'0,"0"-3"-20"15,0 0-26-15,0 0-22 0,0 0-22 0,22-3-17 16,-3 3-38-16,11-3-49 0,0 2-71 15,5-4-77-15,-2 5-166 0,-1-1-263 0,3-1 117 0</inkml:trace>
  <inkml:trace contextRef="#ctx0" brushRef="#br0" timeOffset="129195.49">21991 14149 53 0,'1'-4'178'16,"2"0"-15"-16,-1 2-22 0,-2 2-14 0,0 0-18 16,14 7-14-16,-5 1-5 0,4 8-10 0,1 6-4 15,0 3-13-15,-1 2 0 0,2 2-12 0,-2 2 0 16,1 2-12-16,-2-1 7 0,-1 4-7 0,6 10 6 16,-7-14-4-16,1-1 3 0,-2 1-1 15,3 0-13-15,-2-2 2 16,-3-4-4-16,0-1-3 0,-3-5 4 0,0-6-10 0,0-2 2 15,1 3-1-15,-3-4-5 0,-2-3 1 0,2-2-1 0,-1-1-3 16,0-1 4-16,0 1-3 0,-1-1 6 0,0-4 9 16,2 6-6-16,-2-6 5 0,0 0-7 0,0 0-1 15,0 0-24-15,0 0-37 0,0 0-37 0,0 0-35 16,-13-8-35-16,9 4-130 0,-1-2-303 0,0 0 134 16</inkml:trace>
  <inkml:trace contextRef="#ctx0" brushRef="#br0" timeOffset="129427.25">22181 14432 34 0,'0'-7'262'0,"-1"2"-12"0,-2 3-19 0,5-3-23 0,-5 0-23 0,3 5-21 16,-2-3-17-16,2 3-17 0,0 0-13 0,-18 8-14 16,5-2-11-16,-2 5-8 0,-11 4-13 0,-1 4-4 15,-1 0-9-15,-1 3-6 0,-11 9 0 0,-2 0-8 16,1-2-2-16,2 1-4 0,9-6-5 0,3-2 0 15,-1 1-7-15,1-1 7 0,4-3-24 0,0-3-25 16,3 0-21 0,7-4-28-16,0-1-34 0,7-2-37 0,0-4-32 0,4 2-173 15,2-5-370-15,4 1 165 0</inkml:trace>
  <inkml:trace contextRef="#ctx0" brushRef="#br0" timeOffset="129674.4">22884 14792 185 0,'5'1'411'0,"-5"-1"-28"0,0 0-44 0,0 0-28 16,0 0-44-16,0 0-70 0,7-5-83 0,-7 5-132 15,4-2-156-15,-2-1-163 0,3 0-363 0,-2-1 161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6:59:22.15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2693 1489 49 0,'0'0'100'0,"1"-6"3"0,-1 6-6 16,2-5 15-16,-2 5 1 0,0 0 6 0,0-9 3 15,1 7 3-15,-1 2-4 0,-3-7 0 0,6 7-4 16,-4-7-3-16,3 5 0 15,-2 2-11-15,0 0 3 0,-1-7-4 16,1 3-7-16,0 4-1 0,0-5-8 0,0 5-12 16,0 0-8-16,1-4-11 0,-1 4-10 0,0 0-8 15,0 0-26-15,0 0-24 0,0 0-1 0,0 13 0 16,-1-4 2-16,-3 10 4 0,0 9-2 0,-2 0 2 16,1 3 7-16,0 6 0 0,-4 8-5 0,-1-1 4 0,2-8 4 15,-1-2 1-15,5-3-1 0,-6 0-1 0,5-1 3 0,-3-2 0 16,3-2 1-16,1-8 0 0,-1-1-12 0,3-4 13 15,-1-1 2-15,2-3-7 0,-3 2 4 0,4-4 0 16,-4-2 6-16,4 0 12 0,0 0 16 0,0-5 4 16,-4 7 15-16,4-7 2 0,0 4 6 0,0-4 1 15,0 0-1-15,-4 7-1 0,4-7-9 0,0 0-12 16,0 0-22 0,0 0-23-16,0 0-26 0,0 0-31 0,-10-16-29 15,9 13-40-15,1-3-37 0,0-2-59 0,0-1-159 16,0-2-414-16,0-1 184 0</inkml:trace>
  <inkml:trace contextRef="#ctx0" brushRef="#br0" timeOffset="314.95">2664 1427 121 0,'0'-6'171'0,"0"6"-38"16,0 0-2-16,0 0-20 0,5-2-1 15,-5 2-7-15,11 11-8 0,1-2-10 0,2 5 3 16,4 8-8-16,1-2-3 0,4 4-4 0,0 2-3 0,0 0-4 0,0 1-6 16,3-2-11-16,-2 2-4 0,0-1-3 0,2-1 2 15,-4-2-8-15,-1 1-1 0,-3-4-3 0,-4-6-3 16,4 5-1-16,-9-7-5 0,0-2 2 0,1-3-1 16,-1 1-7-16,-3-4 6 0,-2 0-4 0,1 1 5 15,-1-1 18-15,0-2 22 0,-4-2 16 16,0 0 13-16,6 3-5 15,-6-3-1-15,0 0-12 0,0 0-9 0,0 0-8 16,0 0-13-16,4-9-18 0,-4 9-28 0,-2-10-27 16,2 6-20-16,-3-4-42 0,4 0-29 0,-1 1-47 15,0-4-39-15,0-1-152 0,-2 1-385 0,3-2 170 16</inkml:trace>
  <inkml:trace contextRef="#ctx0" brushRef="#br0" timeOffset="653.16">3176 1417 154 0,'0'-4'257'0,"0"4"-15"16,-2-8-19-16,2 8-21 0,-3-4-17 0,3 4-24 16,0 0-19-16,0 0-13 0,0 0-29 0,0 0-18 15,0 0-8-15,0 0-12 0,0 0-6 16,3 33-4-16,-6-7-5 0,2-1-9 0,1 6 2 15,-1-1-7-15,-1 1 0 0,1 2 0 0,-2-1-4 16,2 2 1-16,1 0-7 0,-2-4-2 0,-1-2-1 16,3-1-3-16,1-6 3 0,-1-4 0 0,-1-2-6 15,1-3 0-15,0-3-2 0,0 2 2 0,-1-2-2 0,1-2-5 0,0-2 6 16,1-1-1-16,-1-4 3 0,1 8 21 0,-1-8 8 16,0 4 3-16,0-4 7 0,2 5-4 0,-2-5-4 15,0 0-5-15,0 0-5 0,0 0 1 0,0 0-10 16,0 0-16-16,0 0-21 0,0 0-21 0,0 0-35 15,0 0-21-15,0 0-39 0,0 0-63 0,0 0-238 16,0 0-462 0,0 0 205-16</inkml:trace>
  <inkml:trace contextRef="#ctx0" brushRef="#br0" timeOffset="1085.24">3528 1778 35 0,'0'0'274'0,"0"0"-10"15,0 0-17-15,0 0-20 0,0 0-11 0,4-3-23 16,-4 3-19-16,0 0-13 0,0 0-20 0,0 0-12 16,-16 11-14-16,8-5-15 0,0 3-5 0,-1-1-16 15,0 3-7-15,-4 0-6 0,5-1-5 0,2 4-7 0,-2-2-5 0,3-3-3 16,1 3-8-16,3-2-2 0,-2 2-2 0,3-3-6 15,3-1-5-15,-3-1-1 0,5 1 3 16,-4-1-6-16,8 0 6 0,-1-1-5 0,0-2-1 16,3-1 1-16,1-2-4 0,0-1-2 0,5 0 5 15,-3-2-3-15,-1-4-4 0,0 0 1 0,2-1-1 16,-5-1 0-16,-1-1 13 16,0 0-3-16,-3-1 4 0,0-1 10 0,-4-1-11 15,-1 2 2-15,-1-6 1 0,-1 4-3 0,-1 1 3 16,-5-2-3-16,-2 4-3 0,0-1-4 0,-1 2-1 15,-2 2-3-15,-3-3-2 0,4 4-5 16,-2 2-2-16,1 0-21 0,0 2-14 0,-1 1-19 0,0-1-25 16,2 3-23-16,-1 0-38 0,3 2-23 0,-1 0-37 15,5-2-23-15,-2 2-31 0,3 1-145 0,3 0-426 0,1-5 188 16</inkml:trace>
  <inkml:trace contextRef="#ctx0" brushRef="#br0" timeOffset="1454.24">3736 1692 106 0,'0'0'169'0,"16"3"-12"0,-8-2-9 15,2 1-2-15,0 2-17 0,3-1-7 0,-2 5-7 16,-1-2-11-16,4 4-1 0,-5-1-17 0,4 1-5 15,-2 5-1-15,-1-1-7 0,-1 1-3 0,-1-1-8 0,0 3-3 16,-4-2-7-16,-1-1 0 0,-3 3-4 0,3-5-11 16,-2 0 2-16,-1 0 0 0,-1-2-5 0,-2 0 2 0,3-1 4 15,-1-4 5-15,1 1 17 0,0-6 19 16,-5 7 35-16,5-7 24 0,0 0 35 0,0 0 36 0,0 7 18 0,0-7 1 16,0 0-18-16,0 0-20 0,0 0-26 0,0-20-12 31,0 11-13-31,0-3-18 0,5 0-13 0,-4-3-8 15,3 4-11-15,0-2-11 0,0 1-11 0,0 0-10 0,0 2-3 16,-2 0-9-16,2 3-23 0,1 0-23 16,-1 1-32-16,-3 0-39 0,4 0-46 0,-2 2-43 15,1 1-45-15,-1 0-46 0,-3 3-31 0,0 0-34 16,14-4-34-16,-14 4-206 0,0 0-601 0,0 0 266 16</inkml:trace>
  <inkml:trace contextRef="#ctx0" brushRef="#br0" timeOffset="2655.79">4172 1717 100 0,'0'0'353'16,"0"0"-14"-16,0 0-18 0,0 0-20 0,0 0-23 15,3-7-33-15,-3 7-20 0,0 0-34 0,0 0-15 16,0 0-27-16,0 0-15 0,0 0-15 0,0 0-13 15,0 0-15-15,0 0-7 0,2 20-18 0,-2-10-2 16,1 2-8 0,0 6-4-16,2 1-5 0,-2 0-7 0,2-1 2 15,-2-1-9-15,0 2 4 0,2-2-6 0,-2-3-7 16,0-2 3-16,1-2-9 0,0-1 3 0,-2-2 1 16,2-1-3-16,-2-6 0 0,1 9 2 0,-1-9 6 0,1 6 46 15,-1-6 37-15,0 0 32 0,0 4 34 16,0-4-11-16,0 0-13 0,0 0-14 0,14-19-20 15,-5 6-10-15,1-1-11 0,3-3-8 0,-3 0-11 0,4-4-10 0,-1 4-8 16,-3 0-8-16,3 4-4 0,-4-3-9 0,0 6-3 16,0 5-7-16,-5-2-2 0,0 2-11 0,-2 3-8 15,2-1-13-15,0 0-24 0,-4 3-4 0,0 0 4 16,16 3 2-16,-8 5 0 0,-1-2 2 0,0 4-15 16,1 0 2-16,1 4 7 0,3-1-3 15,-3 4 9-15,2 0 1 0,-1-1 8 0,0-3-2 0,0 1-11 0,-1-2-1 16,-1-4 3-16,-2-1 5 0,2 0 2 0,-4-2-2 15,1-1 10-15,0 0 5 0,-5-4 22 0,5 4 27 16,-5-4 6-16,0 0-5 0,0 0-4 0,13-13-1 16,-8 7-6-16,3-6-4 0,-2-3-3 0,1 1-2 15,-1 0 0 1,1-1-6-16,-4-2-1 0,3 5 3 0,-2 1-6 16,-1 2-3-16,1 0-7 0,0 3 3 0,-3-1-9 0,3 3 1 15,-4 4-18-15,2-7-26 0,-2 7-26 16,1-3-46-16,-1 3-17 0,0 0 16 0,0 0 7 15,11 10 7-15,-6-3-10 0,0 3 1 0,4 0-9 16,1 2 5-16,3 1 12 0,6-2 9 0,5 1-7 0,3 0-9 16,5-3-5-16,0 0 1 0,3-3-1 0,0-4-4 15,1 1 6-15,5-6 0 0,0 1 13 0,-5-3 6 0,0-2 16 16,-8 2 11-16,-2-5 25 0,-6 4 42 0,-5-2 30 16,-5 1 25-16,0 0 18 0,-2 1 17 0,-3-3 4 15,3 0 0-15,-7 1-8 0,-1 1-2 0,-4 1-5 16,-2 1-14-16,-2-2-3 0,-2 4-3 0,-4 3-10 15,-4 0-7-15,-2 3-4 0,-2 2-2 0,1 3-4 16,2 1-2 0,-1-1-5-16,3 2-4 0,2 1-4 0,2 1 0 15,-2 0 3-15,3 0-6 0,2 1-7 0,1-6-13 16,4 0 0-16,1 1-10 0,0-4 2 0,3 3-1 16,1-7 5-16,0 8 14 0,0-8 12 0,0 0 18 15,9 6 14-15,-9-6 8 0,0 0-2 0,28-12-5 16,-13 6 15-16,1-5 5 0,-1-1-3 0,7-4-13 15,0-3-3-15,-2 2-5 0,-1-1-7 0,2-1 0 0,-5 5-4 0,-3 2-9 16,-3 4 3-16,3 1-9 0,-7 0 0 0,2 2-8 16,0 0-8-16,-3 1-10 0,-3 0-16 15,-2 4-11-15,11-1-6 0,-11 1-1 0,0 0 1 16,16 7 4-16,-8 0 2 0,1 2 1 0,-1-1 7 16,0 2 2-16,4 4 4 0,0-2 2 0,-2-4 1 15,4 4 2-15,-3-3 2 16,3 1 9-16,-1-5 6 0,-1 0-3 0,-1-3 1 15,0-2 5-15,-11 0 11 0,21-5 8 0,-7-1 9 16,0-2 14-16,-1-5 11 0,-3 1 24 0,2-5 1 16,2-5 13-16,-1-1 2 0,-3-2 7 0,1-1 2 15,-2-2-3-15,0-2-6 0,0 0-1 0,0-1-1 16,0 0 0-16,0 5 10 0,-3 7 11 0,-1 1 7 16,1 0 7-16,-3 6-3 0,1 5-6 0,-3-2-7 0,1 4-21 15,0-2-14-15,-2 4-9 0,0 3-14 0,4-7-14 16,-4 7-24-16,4-4-43 0,-4 4-47 0,0 0-33 15,0 0 4-15,0 0 15 0,1 25 6 0,-5-7 11 16,3 9 12-16,-3 4 6 0,-1 1 5 0,-4 2 6 16,4 1 5-16,-4 11 5 0,4-13 4 0,2-2 3 15,-2-2 0-15,7 1 3 0,-5-10 6 0,3-1 1 0,-1-2 0 0,0-6 2 16,1-1 7 0,0-1 7-16,1-2-5 0,-1-1 6 0,0-2 10 15,0-4 22-15,1 6 17 0,-1-6 12 0,3 4 13 16,-3-4 4-16,11 2-6 0,7-7-6 0,9-1-8 15,6-4-4-15,3-1-17 0,1-1-50 0,10 0-72 16,3-8-89-16,-3 2-112 0,-11 2-136 16,11-10-447-16,1 0-938 0,-7 1 416 0</inkml:trace>
  <inkml:trace contextRef="#ctx0" brushRef="#br0" timeOffset="3399.73">7242 1371 157 0,'0'-8'278'15,"1"1"-10"-15,-1 1-9 0,2 0-8 0,-2 3-16 0,0-1-15 0,0-1-20 16,0 5-27-16,0-4-15 0,0 4-26 16,0 0-19-16,0 0-30 0,0 0-14 0,0 0-9 15,0 0-11-15,1 17-3 0,-2-4-8 0,1 5 2 16,-2 7-6-16,1 4 2 0,-2 1-6 0,0-4 1 0,-1 4-2 16,2-4-4-16,0-1-17 0,1 1-20 15,-2-2-14-15,2-6-28 16,-2-3-19-16,2-2-26 0,-1 0-27 0,0-4-35 15,1-3-33-15,0 0-23 0,-3-3-127 0,4-3-371 16,0 0 164-16</inkml:trace>
  <inkml:trace contextRef="#ctx0" brushRef="#br0" timeOffset="3704.22">7162 1259 196 0,'0'0'198'0,"-3"-4"-31"0,3 4-10 0,0 0-22 16,0 0-13-16,0 0-14 0,0 0-11 0,13 12-5 16,-3-3-10-16,3 1-12 0,9 7 3 0,0 0-14 15,4 2-3-15,1 0-8 0,0-1-2 0,6 16-1 0,-10-10-6 0,0-1-2 16,-4 0-1-16,0 1-10 0,-6-2 2 0,1 3-3 16,-6-7-3-16,-3-1-3 0,-2 3 5 15,-3-2 1-15,-7 2-2 0,-2-3 9 0,-7 6-2 16,-2-6-5-16,-5 1 4 0,-1-2-4 0,-2 0 3 15,4-3-4-15,0-4-3 0,3-1-2 0,0-2-2 16,1 1 2-16,5-2-4 16,0-3-6-16,2 0 10 0,1 3-10 0,4-4-19 15,6-1-29-15,0 0-50 0,0 0-48 0,0 0-52 16,15-20-130-16,4 12-345 0,11-6 152 16</inkml:trace>
  <inkml:trace contextRef="#ctx0" brushRef="#br0" timeOffset="3957.92">7878 1562 179 0,'4'-5'378'0,"-4"5"-18"0,8-6-16 0,-8 6-13 15,0 0-17-15,8-3-31 0,-8 3-30 0,0 0-19 16,0 0-22-16,6-2-17 0,-6 2-29 16,0 0-24-16,0 0-25 0,0 0-13 0,0 0-14 15,0 0-7-15,6 9-8 0,-6-9-13 0,0 16 2 16,0-6-7-16,0 0-10 0,2 4-1 0,-2-4-3 15,0 5-1-15,-2-3-19 0,2-2-12 0,2 1-8 16,-2-1-10-16,2 1-21 0,-3-3-15 0,1 0-18 16,0-3-17-16,0 0-7 0,-1-1 6 0,1-4-2 15,0 7 1-15,0-7-4 0,0 0-58 0,0 0-56 16,0 0-45-16,-14-13-32 0,11 2-188 0,-3-5-501 16,3-7 222-16</inkml:trace>
  <inkml:trace contextRef="#ctx0" brushRef="#br0" timeOffset="4104.83">7849 1374 148 0,'-3'-10'269'0,"0"4"9"0,-1-3-3 0,4 4-11 16,-1 0-22-16,-1-2-18 0,1 3-26 16,1 4-26-16,-1-5-13 0,1 5-20 0,-4-5-26 15,4 5-21-15,0 0-36 0,0 0-17 0,0 0-29 0,9-4-41 0,-9 4-40 16,0 0-53-16,23 10-57 0,-14-4-198 0,-2-3-410 16,0 1 181-16</inkml:trace>
  <inkml:trace contextRef="#ctx0" brushRef="#br0" timeOffset="4458.64">8291 1383 126 0,'0'0'188'0,"0"0"-16"0,3 5-5 16,-3-5-17-16,0 0-5 0,-10 12-13 0,6-7-8 15,-1 3-11-15,-4-2-15 0,0 9-2 0,0-8-14 0,-1 7-6 16,-2-1-8-16,3 1-5 0,-1 1-8 0,2-3-7 16,3-3-3-16,0 2-6 0,1-2-2 0,4 1-7 15,-6-1 1-15,7 1-3 0,-2-1-4 0,1-1 1 16,1-2-5-16,4 2 1 0,-1-3-4 0,5 4-1 16,-1-3 1-16,2 3-4 0,0-4-2 0,2 2 2 15,-1-2-2 1,-2 1-2-16,-1-2-1 0,1 3-3 0,-4-4-3 15,-1 1 1-15,-4-4-1 0,6 6 2 0,-6-6 2 16,1 6 2-16,-1-6-7 0,-7 5 2 0,0-2 1 0,-4 2-2 16,1 0 2-16,-3-1-14 0,-4-1-15 15,3 1-5-15,-4-3-18 0,3 2-16 0,3-4-15 16,2 1-30-16,-1 0-30 0,2-4-40 0,0 1-102 16,2-2-302-16,2-2 134 0</inkml:trace>
  <inkml:trace contextRef="#ctx0" brushRef="#br0" timeOffset="4753.2">8608 1278 328 0,'1'-6'368'0,"2"3"-28"15,-3 3-21-15,0 0-27 0,1-9-37 0,-1 9-25 16,4-4-28-16,-4 4-23 0,0 0-23 0,0 0-27 15,0 0-13-15,0 0-15 0,0 0-11 0,0 25-4 16,0-5-11-16,-2 6-2 0,0 3-11 0,2 3-6 16,-1-1-3-16,1 1-4 0,0-1-2 0,0 0-7 0,-4-6-1 0,4 1-5 15,0-6-20-15,0-2-7 0,0-6-19 0,0 4-18 16,0-2-11-16,0-8-20 0,0 3-14 16,-3-2-20-16,1-3-9 0,4 2-1 0,-2-6 7 15,-2 5 0-15,2-5-67 0,0 0-38 0,0 0-60 16,0 0-136-16,-10-18-432 0,7 8 193 0</inkml:trace>
  <inkml:trace contextRef="#ctx0" brushRef="#br0" timeOffset="5022.42">8402 1526 137 0,'-11'0'120'15,"11"0"1"-15,-6 3-17 16,6-3 13-16,0 0 10 0,0 0 12 0,0 0 4 15,25 11-17-15,-2-10-2 0,4 1-9 0,9-3-7 16,2 1-10-16,18-7-5 0,2 5-8 0,-3-2-4 16,-3 3-3-16,-1-1-7 0,-14 2-7 0,-3-3-7 15,-5 1-2-15,-1-2-4 0,-10 4-5 0,-5 0 6 16,-2-3-2-16,-3 2 14 0,-8 1 2 0,13-1 1 16,-13 1-4-16,10-1-6 0,-10 1-8 0,0 0-15 0,0 0-15 15,0 0-21-15,0 0-12 0,0 0-20 0,0 0-20 16,0 0-25-16,0 0-37 0,-36-2-44 0,36 2-45 15,-13 0-149-15,13 0-382 0,-7-3 170 0</inkml:trace>
  <inkml:trace contextRef="#ctx0" brushRef="#br0" timeOffset="5522.85">9242 1480 174 0,'15'0'251'0,"-3"0"-19"0,-12 0-20 0,19-3-11 0,-6 6-7 0,-3-3-19 15,0 3-11-15,4 1-16 0,-2 1-12 0,-2-1-4 16,1 0-12-16,-2 5-12 0,-1-1-8 0,0 1-2 16,-2 0-12-16,-2 3-10 0,0-2-7 0,0 6-2 15,-3-3-12-15,-1-1-4 0,-1 2 5 16,-1-3-11-16,0 0-6 0,-2 0-1 0,1-2-6 15,0 1-4-15,-1-4 3 0,0 0-4 0,2-1-3 0,2-5 0 0,-3 9 3 16,3-9-1-16,-3 5 17 0,3-5 28 0,0 0 33 16,0 0 7-16,0 0-13 0,0 0-8 0,13-15-11 15,4 5-10-15,-1-4-8 0,7-3-5 0,2 0-6 16,0-2-6-16,2 1-6 0,1-3-2 16,-2 5-10-16,-2 2-9 0,-2-2 9 0,-5 6-6 0,-2-1 5 15,-5 8 4-15,-1-4 7 16,-3 2 1-16,1 3-7 0,-7 2 0 15,11-3-11-15,-6 0-4 0,-5 3-3 0,4-5 0 16,-4 5-16-16,0 0 4 0,0 0-12 0,0 0-6 16,0 0 5-16,13 11 2 0,-12-6-9 0,0 5 13 15,-1 1 1-15,4-1 3 0,-4 2-1 16,0 0-3-16,0 3 1 0,0-3 5 0,0 1-2 0,0-3 5 16,0 1-1-16,0 1 0 0,0-3 3 0,0-3-4 0,0 1 14 15,0 0-38-15,1-2-24 0,-1-5-16 0,3 7-17 16,-3-2-11-16,0-5-13 0,0 8-6 0,0-8-8 15,0 0-39-15,0 0-75 0,0 0-45 0,-17-15-243 16,11 5-565-16,0-5 251 0</inkml:trace>
  <inkml:trace contextRef="#ctx0" brushRef="#br0" timeOffset="5677">9685 1378 2311 0,'-1'-12'246'0,"1"2"-32"0,-4 3-2 0,3 0-21 15,0-1 3-15,1 8-20 0,-2-7-4 0,1 3-32 16,1-3-26-16,0 7-1 0,0-6-7 0,0 6-18 15,0 0-5-15,0 0-12 0,0 0-19 0,0 0-19 16,0-9-46-16,0 9-49 0,0 0-52 0,7 0-56 16,-7 0-81-16,0 0-83 0,15 9-254 0,-15-9-639 0,0 0 282 15</inkml:trace>
  <inkml:trace contextRef="#ctx0" brushRef="#br0" timeOffset="6709.69">9951 1688 45 0,'0'0'157'0,"0"0"8"0,0 0 7 16,0 0 14-16,0 0-11 0,0 0-14 0,8-8-9 31,-4 4-12-31,1-2-10 0,1-2-8 0,3-1-1 0,0-5-3 15,4-1 0-15,1-7 0 0,2 1 5 0,-3-4-1 0,0 3 5 16,0-6-2-16,1-1-14 0,3 0-12 0,-5-5-6 16,4 3 11-16,-5-3-11 0,3 1 0 0,-5 3-3 15,0 1 3-15,-2 0 7 0,-5 10 7 16,3-1 10-16,-5 4-2 0,4-1 12 16,-4 5-6-16,1 4-3 0,-1 1-16 0,3 1-12 0,-2 0-8 0,-2 3-15 0,1 3-39 15,1-7-39-15,-1 5-44 0,0 2-24 0,0 0 5 16,-1 12 2-16,-2 5 13 0,-3 7 1 0,-4 3 12 15,2 4 4-15,4 3 4 0,-5 11 6 0,4 2 1 32,1 2 12-32,1-2-1 0,5-13 8 0,3 0-2 15,1-6 6-15,5 1 0 0,-5-7-1 0,3-4 4 0,-4-1 1 16,0-5 5-16,3 0 8 0,-3-4 4 0,3-1 8 0,-2 0 16 16,-1-3 20-16,3-1 18 0,0 0 14 15,-1-3 10-15,-7 0 5 0,14-3-1 0,-7 0 4 16,-1 0-12-16,2-5-8 0,-2 1-5 0,-2 1-6 15,0 1-12-15,1-6-7 0,1 4 0 0,-6-3-17 16,0 2-21-16,2 1-17 0,-4 0-25 0,2 0-28 16,0-1-30-16,-5 3-35 0,1-2-30 0,-1 6-36 0,-1-3-32 0,-3 4-28 15,-1-3-33-15,-1 2-44 0,0 1-261 16,11 0-627-16,-18 0 277 0</inkml:trace>
  <inkml:trace contextRef="#ctx0" brushRef="#br0" timeOffset="7279.86">10649 1519 25 0,'0'0'368'16,"0"0"-37"-16,0 0-31 0,0 0-35 0,0 0-33 15,0 0-19-15,8-1-28 0,-8 1-21 0,0 0-25 16,0 0-10-16,3 8-14 0,-3-8-12 0,-2 14-12 0,2-4 2 15,0 3-17-15,-1 4-2 0,-2 1-11 0,3-1 2 16,0-2-10-16,0 4 1 0,0-7-10 0,0 0 1 16,0-4-11-16,3-1-4 0,-3 0 0 0,1-2 0 15,0-3 7-15,-1-2 19 0,0 7 18 0,0-7-2 16,0 0-6-16,0 0-1 0,15-12 1 0,-8 3-9 16,-1 2-4-16,1-4 1 0,3-1 3 0,-2 1-12 0,1-4 4 0,2 3-7 15,-3 4-12-15,-1-3 1 0,1 1-1 0,0 3-4 16,-2-3-4-16,-1 5-5 0,0 0-4 0,3 0-8 15,-2 1-18-15,2 1-6 0,-8 3-13 16,14-1 0-16,-14 1-5 0,15 4 0 0,-4 0-8 16,-1 4 3-16,5-4 0 0,1 6 5 0,1-3-5 15,1 3-9-15,-1 2-2 16,1-4-4-16,-3 1 1 0,4-2 1 0,-2-2-2 16,2 0 10-16,-9-3 6 0,3 1 5 0,0-3 4 15,-3-2 13-15,2 0 6 0,-3-4 2 0,2-3 16 0,-3 2 5 16,2-6 19-16,-1-1 12 0,-3-2 11 0,-1-1 10 15,0 0 15-15,-1-11 2 0,2 4 9 0,-2 5 0 16,2-8 0-16,-4 1-3 0,2 6 14 16,-3 3-2-16,3 0 9 0,-3 5-4 0,2 1-11 0,-2 3-7 15,-1 1-11-15,2 2-13 0,0-1-14 0,-2 1-32 16,0 5-46-16,0 0-50 0,0 0-9 0,0 0 2 16,0 0 16-16,0 0 5 0,0 27 4 0,-2-9-18 15,-2 11-11-15,2 0-16 0,-1-1-21 0,0 5-8 16,-1-5-27-16,3-1-13 0,-2-8-29 0,2 0-13 15,1 0-19-15,-1-7-29 16,-1-1-192-16,2-5-497 0,0-1 220 0</inkml:trace>
  <inkml:trace contextRef="#ctx0" brushRef="#br0" timeOffset="7711.61">11026 1480 43 0,'-8'0'125'16,"8"0"8"-16,0 0-3 0,0 0 14 0,0 0-8 16,23 5-10-16,-2-4-8 0,9-1-16 0,9 1 3 15,13-8-10-15,7 7-7 16,1-8-9-16,0 4 3 0,3-1-6 0,-2 2-14 16,-2-6 1-16,-4-2-1 0,-3 0 2 0,-15 6 6 0,-1-2 6 0,-4-1 9 0,-5 1 9 15,-8 2 20-15,-6 0 21 0,-1 1 17 0,-3 1 15 16,-2 1 10-16,0 0 7 0,0 0-7 0,-7 2-4 15,10-3-6-15,-10 3-7 0,9-2-14 0,-9 2-18 16,0 0-7-16,3-3-13 0,-3 3-18 0,0 0-9 16,0 0-12-16,8 0-3 0,-8 0-16 0,0 0-9 15,0 0-6 1,0 0-28-16,0 0-20 0,0 0-2 0,0 0 4 16,8 12-3-16,-8-7 1 0,0 5 2 0,1 1-6 0,-1 6 15 15,3 1-11-15,-6 0 8 0,6 0 2 0,-3 8 7 16,0-6-11-16,0-3 0 0,1 3 0 0,-2-4-14 15,1 1 3-15,1-6 0 0,-1-1-10 0,0 0-11 16,0-5-8-16,0 2-10 0,0-2-3 16,0-5 6-16,0 8 8 0,0-4 3 0,0-4 7 0,0 0 8 0,0 0-46 15,0 0-58-15,0 0-52 0,0 0-43 0,-5-17-45 16,5 5-260-16,-5-9-575 0,2 1 254 0</inkml:trace>
  <inkml:trace contextRef="#ctx0" brushRef="#br0" timeOffset="7865.29">11860 1196 292 0,'-4'-4'315'0,"3"-1"-5"0,-3-2-11 0,3 5-29 15,-1-1-25-15,2 3-28 0,-3-8-20 0,3 8-20 16,-1-3-19-16,1 3-20 0,0 0-20 0,-2-2-27 16,2 2-20-16,0 0-33 0,0 0-36 0,18 3-49 15,-13-1-57-15,7 6-75 0,-1-3-64 0,1 0-152 0,-3 4-427 16,5-6 190-16</inkml:trace>
  <inkml:trace contextRef="#ctx0" brushRef="#br0" timeOffset="8243.7">12386 1288 133 0,'0'0'184'0,"-11"5"-16"0,4-4-21 16,-5 6-11-16,3-1-15 0,-1 1-9 0,-4 6-13 16,-3-1-8-16,-1 8-11 0,1-1-5 0,0 1-3 15,0 3-12-15,4-3 4 0,2-1-14 0,3-2-6 16,3 0 0-16,0-2-8 0,4-1-1 0,-1-3 1 0,2 0 5 16,3-1 5-16,1-1 10 0,1-2 4 0,3-1 12 15,4-2-1-15,4-1 0 0,2-1-5 0,-2-2-2 16,6-2-3-16,6-3 4 0,-9-2 17 0,-2-2 13 15,1-2 10-15,-4 0-1 0,2-1 0 0,-3-1-8 16,1-4 6-16,-5 0-11 0,0 0 1 0,-2 0-18 16,-1 0-5-16,-4 3-4 0,-2-2 1 0,-1 0-14 0,0 7-7 0,-5-3-14 15,1 2-7-15,-3 0-11 0,-1 0-11 16,-4 4-12-16,-2-2-7 0,-3 2-16 0,1 2-16 16,-2 2-15-16,1-1-38 0,5 3-27 0,1 0-40 15,0 2-40-15,1-1-22 0,2 3-230 0,1-2-497 16,8-2 221-16</inkml:trace>
  <inkml:trace contextRef="#ctx0" brushRef="#br0" timeOffset="8665.94">12662 1327 14 0,'0'0'373'0,"0"0"-35"0,0 0-24 0,0 0-30 0,0 0-32 16,0 0-23-16,0 0-26 0,0 0-23 0,0 0-22 16,0 0-22-16,0 0-19 0,9 0-7 0,-8 3-11 15,-1 6-11-15,0-3-10 0,0 7-4 0,-3 2-14 16,1 3 3 0,0 1-4-16,0 1-9 0,1 6-5 15,-2-7-2-15,0-2-7 0,2-5 3 0,0-2-11 0,1 2-1 16,-1-7-5-16,-1 2 4 0,1-3-1 0,1-4 1 15,0 8 29-15,0-8 39 0,0 0 44 0,0 0 35 16,0 0 0-16,0 0-16 0,0 0-17 0,14-12-18 0,-7 3-1 16,1 1-6-16,-1-2-13 0,4-4-4 0,2 2 3 15,-4 4 2-15,0-1-5 0,-4 1-5 16,1 0-5-16,-2 4-12 0,1 0-10 0,-2-1-9 0,-2 1-11 16,-1 4-8-16,8-4-4 0,-8 4-19 0,7-1-19 15,-7 1-18-15,0 0-26 0,20 10-22 16,-10-2-25-16,0 4-32 0,0 2-29 0,3 1-35 15,0 2-41-15,-1-2-51 0,-1-1-49 0,1-1-65 16,1-2-260-16,-4-3-712 0,3-1 315 0</inkml:trace>
  <inkml:trace contextRef="#ctx0" brushRef="#br0" timeOffset="8813.08">13238 1526 249 0,'0'0'436'16,"0"-12"-11"-16,0 12-13 0,0 0-28 0,0 0-29 15,0-5-32 1,0 5-42-16,0 0-24 0,0 0-31 0,0 0-29 16,0 0-47-16,0 0-64 0,0 0-78 0,0 0-81 15,0 0-76-15,0 0-40 0,0 0-76 0,0 0-255 16,-14 14-561-16,14-14 249 0</inkml:trace>
  <inkml:trace contextRef="#ctx0" brushRef="#br0" timeOffset="10449.84">2914 2498 104 0,'0'0'150'0,"0"0"-11"0,7-4-9 0,-7 4-11 16,7-3-15-16,0 0-2 0,-1 1-4 0,4-3-14 16,3 4-6-16,-1-2-7 0,0 1 0 0,9-1-11 15,-3 3-2-15,4-2-10 0,4 1 3 0,4-1-6 16,-1-1-6-16,0 3 0 0,6 0-8 0,-3 0 10 15,6-1-3-15,1 1 2 0,13-3-7 0,-14 5 3 16,13-2-6-16,1-4 4 0,-1 4-1 0,2-1 1 0,-3 1-3 16,-9 0-1-16,14 0-1 0,-4-2-4 0,4 2 3 15,-1 0-8-15,-2 0 1 0,1-2 2 0,0-1 0 16,2 2 0-16,-1-5 0 0,-2 3-7 0,3 1 2 16,4 2 0-16,-3 0-2 0,-1-3-2 0,2 3 0 15,-1-3 0-15,1 2-3 0,1 2 1 0,-4-5-3 16,4 2 5-16,-2 2-3 0,4-3 2 0,0 3-8 0,-1-2 1 0,2 1 0 15,-2 1 1-15,4-1 3 0,-6 0-9 0,4-1 0 16,-4-1 4-16,0 1 15 0,1 0-3 0,1 0-2 16,-3 1-1-16,-1 1 0 0,2-3-4 0,2 2 2 15,-3 0-2-15,2 2 3 0,-1 0-5 0,3-3 2 16,3 2-1-16,-3 0-2 0,4 0 0 0,-4-3-1 16,0 3 0-1,-2-1 0-15,3 2 0 0,-2 2-1 0,-3-6 4 0,3 2 8 16,-1 0 2-16,1 3-1 0,0-2 4 15,1 0-4-15,0-2 1 0,3 4-3 0,-6-2 0 16,5 3-2-16,-4-1 1 0,5-2-4 0,-4 1 0 16,6 1-2-16,-5-2 2 0,3 0-2 0,0 0 0 15,3 0-1-15,-6 0 1 0,33 0-1 0,-33-2 2 16,4 2-2-16,-1 0-1 0,-2-2 10 0,2 1 13 0,-2 1-9 0,3 0-3 16,-3-4 4-16,2 3-1 0,-1-1-4 15,1 2 0-15,-1-2 0 0,2 1-5 0,0-1 0 16,2 2-2-16,0 0 4 0,23-2-4 0,-26 4 0 0,0-4-2 15,2 4-2-15,-3-5 2 0,3 4 0 0,-1 1 0 16,27-4-4-16,-26 1-2 0,-1 1 1 0,0 1 1 16,29-3 0-1,-30 2 1-15,-2-3 14 0,7 1 3 0,-2 2-1 16,25-4-2-16,-27 3 2 0,28-5-3 0,-32 5-9 16,5 0 6-16,30-3-2 0,-3 1 1 0,-27 3-3 15,27-2-3-15,-24-1 0 0,24 1-1 0,-27 0 9 16,27-1-10-16,0-2 2 0,-1 1-5 0,-1 1 1 15,6 2 3-15,-2-3-1 0,-4 2-3 0,6-1 3 16,0-1-4-16,-4 2 7 0,1-1-5 0,2 0-1 0,2-2 16 16,5 6-9-16,-8-2 4 0,1-1 0 0,1 2-1 15,-5 0-2-15,-3 0 2 0,-22 0-1 0,2 0 0 16,24 0 9-16,-30 0-2 0,3 0 2 0,-3 2-2 16,1-1 3-16,-7 1 4 0,-1-1-3 0,-18-4 3 15,2 6-4-15,-3-6 2 0,-5 5-3 0,-4-1 4 16,-4 0-5-16,0 2 2 0,-6-3-6 0,-2 2 2 0,-5-2-7 0,3 0 6 15,-5-2-6 1,-8 2 2-16,10 0 3 0,-10 0-6 0,10 0 1 16,-10 0-1-16,0 0-2 0,0 0-16 0,13 0-13 15,-13 0-40-15,0 0-43 0,0 0-59 0,0 0-80 16,0 0-339-16,0 0-629 0,0 0 280 16</inkml:trace>
  <inkml:trace contextRef="#ctx0" brushRef="#br0" timeOffset="14568.03">14393 934 137 0,'0'0'251'16,"1"-13"-5"-16,-1 8-16 0,0 5-23 0,2-10-19 16,-1 6-23-16,-1 2-18 0,0 2-22 0,0 0-28 15,0 0-18-15,0 0-11 0,-7 13-7 0,2 7-6 0,-9 8-4 0,-9 18-7 0,-5 3-6 31,-8 26 2-31,3-23-6 0,-4 28-4 0,3 1 2 0,0-4-4 16,17-18 3-16,1-5-5 0,6 1 0 0,1-3-3 0,8-3 4 16,2-3-1-16,2-12-2 0,3-1 2 15,0-3-5-15,6-5 4 0,0 1 6 0,1-12 0 16,3 7 2-16,-4-8-2 0,1-1 1 0,1 0 9 16,-3-2-2-16,1-5-3 0,-3 3 2 0,2-2 0 15,-6-3-8-15,2 0 3 0,-3-1 2 0,-1 3 8 0,-3-5 0 0,7 3 5 16,-7-3-2-16,4 2-3 0,-4-2-3 0,0 0 2 15,9 4-8-15,-9-4-2 0,0 0-7 0,0 0-14 16,0 0-35-16,0 0-65 0,0 0-63 0,9-12-72 16,-8 5-64-1,3-3-160-15,0 0-485 0,5-7 215 0</inkml:trace>
  <inkml:trace contextRef="#ctx0" brushRef="#br0" timeOffset="15341.02">15107 1243 104 0,'-9'0'220'0,"9"0"-21"0,0 0-20 16,0 0-9-16,0 0-23 0,-3-3-10 0,3 3-10 0,0 0-12 0,0 0-13 16,0 0-9-16,0 0-6 0,8-9-12 0,0 7-8 15,1-3-11-15,5 0 1 0,-5 0-10 0,1 1 1 16,8-5-12-16,-5 2 3 0,1 0-6 0,-1-3-4 16,-2 3 3-16,-1-1-11 0,-1-3 4 0,-2 4 18 15,-2-3 14-15,3 2 11 0,-3-1 2 0,-3 2 4 16,2-1 0-16,-3 1-9 15,-1 0-2-15,2 2-5 0,-4 0-7 16,2 0-8-16,-5 0-13 0,-1 3-4 0,-3 0-9 16,-5 2-1-16,-5 2 2 0,-2 3-7 0,-7 5 2 15,0 1-4-15,-3 3-4 0,1 3 1 0,0 4-4 16,0-2-1-16,-9 12 6 0,11-9-8 0,-6 13 9 16,11-9-4-16,-2 4 1 0,-1 13 1 0,3 0 0 15,10-9 2-15,2 1-2 0,3-3-10 0,6 0-2 0,5-3-2 0,6 0 0 16,4-3-3-16,7-1 5 0,7-6-3 0,6 0 1 15,17-1-2-15,5-7-2 0,5-1-2 0,0-9-9 16,32-2 6-16,-31-4-5 0,0 3-1 0,0-8-5 16,-2 0 6-16,-6-1-1 0,2-4-1 0,-19 2 3 15,0-3-1-15,-6 1 1 0,-1-2 8 0,-7-1-1 16,-1 1 0 0,-7 2 3-16,-4 0 9 0,-2-1 13 0,-4-1 4 15,-4 2 6-15,-4 7 3 0,0-5-6 0,-5 5 2 16,-6 0-8-16,-2 0 0 0,-2 4-1 0,-9 2-4 15,-4 6 1-15,0 6-2 0,0 2 0 0,0-3-3 16,4 7 2-16,1-2 0 0,3 0-4 0,1 3 3 16,8-4-2-16,-1 1 0 0,6 1 2 0,4-1-5 15,-1 3 1-15,6-6-4 0,2 3 3 0,6-3 3 0,3-1 1 0,4 0 0 16,5-3 1-16,2-3 4 0,7-1-4 0,4-2-3 16,-2-2 4-16,1-4-2 0,-3 0 1 0,-1 0-1 15,-7-3 1-15,-3 2-1 0,-2-4-1 0,1 3 7 16,-6-3 8-16,-3 0 0 0,0-1 0 15,-1 0 2-15,-1 2 3 0,-2-3 0 0,-2 0-3 16,-1 2-1-16,-2-2-1 16,0 3 1-16,-6-3-5 0,2 0-7 0,-1 6-2 15,-2-2-10-15,-3 5-10 0,2-3-8 0,0 1-15 16,-3 1-13-16,4 3-28 0,0 1-38 0,9 0-36 16,-15 0-43-16,15 0-40 0,-13 0-139 0,13 0-407 15,-4 5 180-15</inkml:trace>
  <inkml:trace contextRef="#ctx0" brushRef="#br0" timeOffset="15926.98">16077 1477 45 0,'9'0'279'0,"-9"0"-25"0,0 0-30 0,7 1-25 0,-7-1-24 0,0 0-17 16,3 2-15-16,-3-2-18 15,2 6-12-15,-2-6-8 16,-2 13-11-16,1-6-11 0,0 3-6 0,-2 2-9 16,2 3-1-16,0 1-8 0,-2-4-8 0,2 3-2 0,-2 0-5 0,2-6-6 15,0-2 1-15,2-2-8 16,-1 1 0-16,-1 0 0 0,1-6 29 0,-3 8 35 16,3-8 21-16,0 0-1 0,0 0-1 0,0 0-8 15,0 0-1-15,23-22-6 0,-14 15-6 0,0-4-3 0,3-2-16 0,-2 0-3 0,0 1-6 16,-1 3-10-16,0-1 10 0,-1 0-9 0,-3 5-8 15,1 1 5-15,-1-3-13 0,0 4-5 0,-5 3-16 16,9-7-16-16,-9 7-16 0,9 0-3 0,-9 0-9 16,14 5-3-16,-4 2-1 0,2-2-1 15,-2 4 0-15,7 1-5 0,-2 0 4 0,2 2-6 16,1 0-5-16,-2-2-9 0,2 2-5 0,0-3-5 16,-3 0-5-16,4-1 2 0,-2-5-6 0,2-1 3 15,-2 1 4-15,2-6 6 0,-1 1 5 0,-5 0 6 16,3-7 2-16,0 3 9 0,-2-6 5 0,0-4 9 15,1-2 7-15,-1-4 0 0,-2 0 14 0,-1-7 5 16,-1-2 7-16,-2 2 9 16,2 0 8-16,-1 0-1 0,0-2 9 0,0 2 6 15,-1 2 14-15,-3 7 15 0,-1 3 10 16,0 0 1-16,-3 6 6 0,0 1-16 0,2 4 0 16,-1-1-12-16,1 2-16 0,-3 1-33 0,0 1-19 0,0 3 0 0,0 0 2 0,0 0-2 15,-8 20 2-15,-1-5 5 0,4 3-1 0,-4 7 3 16,0 2-6-16,0-1-24 0,2 4-22 15,1 1-20-15,5 0-10 0,-3-4-27 0,3-2-3 16,1-6-19-16,1-2-24 0,-1-5-15 0,0 0-22 16,4-2-25-16,-3-4-18 0,2-3-149 0,-3-3-412 15,0 0 182-15</inkml:trace>
  <inkml:trace contextRef="#ctx0" brushRef="#br0" timeOffset="16196.67">16467 1414 95 0,'-8'0'135'0,"8"0"-14"0,-13 0 1 0,13 0-4 16,-10 0 1-16,10 0 8 0,0 0 9 0,0 0 11 15,0 0-8-15,0 0-8 0,41 5-12 0,-10-5-15 16,2-2-6-16,5-1-13 16,15 2-3-16,3-5-4 0,-4 1-6 0,-12 1-6 15,-3 1-3-15,0 1-4 0,-1-2-3 0,-8 3-11 16,-9-3-2-16,0-1-4 0,-7 4 4 0,-2-1 1 15,-2 0 4-15,-1 1 1 0,0-1-12 0,-3 0-14 16,-2 0-25-16,-2 2-26 0,0 0-15 0,0 0-18 16,0 0-7-16,-10-8-25 0,10 8-14 15,-7-3-34-15,7 3-19 0,-6-4-164 0,6 4-350 0,0 0 155 0</inkml:trace>
  <inkml:trace contextRef="#ctx0" brushRef="#br0" timeOffset="16461.59">17212 1349 180 0,'0'0'340'0,"0"0"-10"0,0 0-15 16,2-7-23-16,-2 7-19 16,0 0-23-16,0 0-33 0,0 0-22 0,0 0-15 0,0-5-16 15,0 5-31-15,0 0-20 0,0 0-10 16,0 0-15-16,0 0-4 0,0 0-9 0,2 21-8 15,-2-12-4-15,0 4-5 0,-2-1 0 0,4 1-18 0,-4 3-18 0,1-1-10 0,1-3-15 16,-1 4-10-16,1-3-15 0,-1-3-14 0,1-2-13 16,-2-2-20-16,2 5-19 0,-1-5-19 0,1 4-12 15,0-10-9-15,0 7 7 0,0-7-27 0,0 0-60 16,0 0-199-16,0 0-447 0,-3-26 198 0</inkml:trace>
  <inkml:trace contextRef="#ctx0" brushRef="#br0" timeOffset="16633">17277 1178 310 0,'0'-5'327'0,"0"-3"-1"0,0 5-3 0,0-2-20 15,0 0-27-15,0 5-29 0,0-7-16 0,0 7-32 16,0-4-23-16,0 4-22 0,0 0-20 0,0-5-32 16,0 5-36-16,0 0-14 0,0 0-32 0,0 0-31 0,13 10-27 0,-7-4-43 15,-2 2-30-15,1-1-40 0,0 3-47 0,1 0-59 16,-2-2-144-16,0 1-432 0,1-1 192 0</inkml:trace>
  <inkml:trace contextRef="#ctx0" brushRef="#br0" timeOffset="16997.78">17529 1314 18 0,'1'2'322'0,"-1"-2"-37"0,0 0-25 16,0 0-26-16,5 4-19 0,-5-4-22 0,0 4-25 15,0-4-13-15,0 3-19 0,0-3-11 0,1 3-9 16,-1-3-10-16,-1 11-7 16,1-6-14-16,-3 5-7 0,1 2-5 0,-3 3-7 15,2 2-7-15,2-3 0 0,1 3-11 0,-2-2-15 16,-1-1 12-16,3-7-5 0,-3 1-3 0,2-3-2 16,1 1-10-16,0 0 8 0,0-6 3 0,0 5 40 15,0-5 29-15,0 0 24 0,0 9 36 0,0-9 16 16,0 0 27-16,0 0 14 0,0 0-13 0,0 0-17 15,0 0-20-15,9-14-17 0,-4 7-12 0,1 2-16 0,-2 2-15 16,3-4-8-16,-2 1-13 0,-1 4-5 0,-4 2-14 16,6-6-8-16,-6 6-5 0,5-4-10 0,-5 4-8 15,5-1-18-15,-5 1-19 0,0 0-19 0,0 0-28 16,0 0-24-16,27 9-21 0,-17-7-35 0,-1 3-24 16,5 0-36-16,3 3-32 0,3 1-38 0,-2-4-32 15,-2 1-33 1,2 0-41-16,-2 0-288 0,-3-5-700 0,1 0 310 15</inkml:trace>
  <inkml:trace contextRef="#ctx0" brushRef="#br0" timeOffset="17648.8">17842 1496 230 0,'0'-5'281'0,"0"5"-13"16,0-9-12-16,0 9-11 0,0 0-5 0,-4-4-14 16,4 4-8-16,0 0-9 0,0 0-14 0,0 0-13 0,0 0-7 0,-1-10-10 15,1 10-13-15,0 0-10 0,0 0-9 0,0 0-22 16,5-8-4-16,0 5-22 0,1-1-5 0,6-1-13 15,-2 2-1-15,3-3-14 0,5-2-4 0,0 4 0 16,3-2-11-16,1-1-1 0,-4 2-1 0,9-6-20 16,-7 2 13-16,6 1-4 0,-8 0-4 15,1-1-1-15,0 1 1 0,-4-3-2 0,1 0-14 0,-5 5 17 0,-2-2-3 16,0 1 12-16,-4 4 6 0,-1-4 7 0,0 5-5 16,-2-3-3-16,2 3-4 0,0-3-12 0,-4 5-9 15,0 0-2-15,0-5-11 0,0 5-14 0,0 0-9 16,-17 0 8-16,7 4-1 0,-4 2 2 0,0 1-3 15,-2 2-8-15,1 0-5 0,0 2-2 0,5 5-8 16,-1-3-11-16,3 4-5 16,3-5 4-16,5 5 7 0,1-1 4 15,4 1 1-15,5 1 4 0,4-5 6 0,9 3 2 16,7-1 5-16,4-4 3 0,3 1 6 0,18-5 1 16,-3-4 1-16,1-1 1 0,2-2 6 0,-3-5-4 15,3 1 9-15,-18-3-1 0,-1 0 6 0,0 1 6 16,-8-5 20-16,3-2 1 0,-6-2 10 0,-8 4 13 15,-3-1-1-15,-5 3 6 0,2 0 1 0,-6 2-2 0,-1 1 2 16,1-1 4-16,-2 2-11 0,-3-1-8 0,0 0-10 16,0 6-12-16,-6-8-6 0,-2 6 1 0,-1 2-17 15,-6 0 5-15,2 2-3 0,-6 2-4 0,-2 3 8 0,-4 1 6 16,0 4-21-16,2 0-12 0,3 5-4 0,3-5-13 16,5 0-12-16,3-2-10 0,3 0 2 15,1-1 2-15,3 1 9 16,2-3 8-16,2 3 11 0,1-5 8 0,3 2 9 15,3-2 4-15,13-3 4 0,-3-1-1 0,0-2 9 16,3-4-1-16,-3 0 13 0,8 1 8 0,-8-4 0 0,2 1 14 16,-5-4-3-16,2 0 2 0,-2-1 5 0,0-2 6 15,-3-1-8-15,-2 2-7 0,-3-1 5 0,0 5-3 16,-6-1 3-16,2-1-12 0,1 3 9 0,-1-1-7 16,-4 3-21-16,-1-3-17 15,-2 2-12-15,-3-1-20 0,-3 3-9 0,0 0-21 0,-5 1-22 0,1 4-28 0,-1-2-28 16,-4 4-30-16,0-2-37 0,2 0-45 0,2 3-281 15,3-3-588-15,4 4 260 0</inkml:trace>
  <inkml:trace contextRef="#ctx0" brushRef="#br0" timeOffset="18033.72">19021 1294 286 0,'0'0'333'0,"0"-4"-26"0,0 4-30 16,0 0-36-16,0 0-19 0,0 0-32 0,0 0-20 0,0 0-21 0,0 0-18 15,0 0-8-15,0 0-21 0,4 13-7 0,-7-4-8 16,2-1-12-16,-4 2-2 0,3 5-7 0,-1-2-9 16,-1 3-2-16,0 1-8 0,3-1-2 15,-3 1-3-15,4-7-6 0,-2 1 0 0,2-4-9 0,0 1 2 0,-2-4 1 16,2 1-5-16,0-5 20 0,0 8 36 0,0-8 22 15,0 0 17-15,6 3 10 0,-6-3 6 0,0 0-6 16,19-8-4-16,-8 0-2 0,2 0-3 0,2-2-8 16,1-2-5-16,0 2-6 0,-3 0-11 0,1-2-8 15,-1 6-4-15,-2 1-1 0,-2-3-5 0,-1 3-4 16,-2 1-6-16,-2 1-5 0,3 0-7 0,-4 1-13 16,-3 2-8-16,7-5-3 0,-7 5-15 0,6-2-21 15,-6 2-23 1,0 0-10-16,13 4-13 0,-7-1-19 0,2 2-19 15,1 0-38-15,1 0-35 0,0 2-55 0,2 1-53 0,2-2-60 16,-4 1-352-16,8-2-744 0,0 0 330 0</inkml:trace>
  <inkml:trace contextRef="#ctx0" brushRef="#br0" timeOffset="18332.72">19623 1264 227 0,'0'-2'364'0,"0"2"-22"15,0 0-19-15,0-6-28 0,0 6-31 0,0 0-27 16,3-4-31-16,-3 4-20 0,0 0-22 0,0 0-33 16,0 0-18-16,0 0-8 0,0 0-9 0,-10 10-10 15,6-8-13 1,0 5-3-16,-3-2-11 0,2 3-15 0,-1 2-12 16,2-2-3-16,0 3-7 0,2-1 0 0,2-1-1 15,0 3-4-15,2-6 3 0,1 6-1 0,1-1-7 0,1 0-1 16,4 3 3-16,-2 0-3 0,-1-5 0 0,1 1-9 15,-1 3 2-15,0-6 2 0,-3 2-4 0,1-1 0 16,-2-1-6-16,-1-2 6 0,3 1-5 0,-3 2-2 16,-1-8 4-16,-5 10 2 0,-2-3 2 0,-3-1-12 15,-2 1-24-15,-5-1-41 0,-1-1-60 0,-5 1-75 16,-4-4-321-16,9-2-573 0,-1-2 253 0</inkml:trace>
  <inkml:trace contextRef="#ctx0" brushRef="#br0" timeOffset="19001.14">20769 1274 75 0,'0'-5'383'15,"0"5"-16"-15,0 0-31 0,0 0-26 0,0 0-30 16,0 0-30-16,3-5-25 0,-3 5-25 0,0 0-22 15,1-2-21-15,-1 2-24 0,0 0-6 0,0 0-23 16,13 7-5-16,-4-4-20 0,0 3-6 0,2 2-11 16,2 2-14-16,0 4-4 0,-3 3-11 0,-1-3-1 0,-1 1-4 15,-2 3-7-15,2 0 14 0,-4 0-15 0,-2 1-6 16,1 0 6-16,-2-7-5 0,-1 0-2 0,0-1 2 16,-1 0-6-16,0-5-1 0,1 3 6 0,-2-6 2 0,1 3 14 15,1-6 24-15,0 6 34 0,0-6 38 0,0 0 1 16,0 0-13-16,0 0 5 0,0 0-5 0,-3-24-11 15,5 11-8-15,2-2-3 0,-1-4-2 0,5 1-10 16,1-7-8-16,4 0-7 0,2-1-10 0,0 0-3 0,3 1-8 16,-1 1-4-16,2-1-4 0,-9 8-1 0,4 3-8 15,-5 0 3-15,0 5-4 0,-1 1-6 0,-4 3-5 16,-2 0-26-16,2-2-37 0,0 5-61 0,0-1-68 16,-4 3-60-16,5 0-33 0,-5 0-23 0,10 5-30 15,-2 2-41 1,-3 1-260-16,4 2-675 0,1-2 299 0</inkml:trace>
  <inkml:trace contextRef="#ctx0" brushRef="#br0" timeOffset="19163.59">21263 1463 163 0,'0'0'384'0,"0"0"-9"0,-3 6-5 15,3-6-16-15,0 0-17 0,0 0-19 0,0 0-26 16,0 0-22-16,0 8-32 0,0-8-26 0,0 0-32 15,0 0-39-15,0 0-83 0,0 0-101 16,0 0-87-16,0 0-98 0,19-13-101 0,-11 5-165 16,2 0-535-16,-2-1 236 0</inkml:trace>
  <inkml:trace contextRef="#ctx0" brushRef="#br0" timeOffset="19548.24">21583 1298 231 0,'0'0'413'15,"0"0"-34"-15,4-4-35 0,-4 4-37 0,0 0-30 16,0 0-25-16,0 0-32 0,0 0-22 0,0 0-29 16,0 0-18-16,0 0-17 0,9 7-19 0,-4-1-9 15,0 0-9-15,-2 1-12 0,3 3-7 0,-2 4-8 16,1 0-5-16,4 1-14 0,-4 0-4 0,-1 2 0 15,1-3-1-15,-1-2-7 0,0-2 0 0,-3-3-7 0,4 0-4 16,-4 0 6-16,2-5-6 0,-2 2 6 0,-1-4-12 16,3 7 32-16,-3-7 53 0,1 3 35 0,-1-3 42 15,0 0 29-15,0 0-5 0,0 0-23 0,14-13-16 0,-5 5-14 16,-1-3-18-16,2-1-17 0,4-3-11 16,-2-2-10-16,5-4-15 0,0 2-8 0,4-1-12 15,-5-2-15-15,1 9-8 16,-2-1-15-16,-1-1-13 0,-5 6-22 0,1 2-32 15,-1 0-48-15,-1-2-69 0,1 2-56 0,0 3-67 16,0 0-72-16,1 2-61 0,0 2-56 0,-10 0-254 16,13 4-785-16,0-2 347 0</inkml:trace>
  <inkml:trace contextRef="#ctx0" brushRef="#br0" timeOffset="19717.29">22033 1508 25 0,'-4'3'448'0,"4"-3"5"0,-7 2-2 16,7-2-19-16,-5 1-26 0,5-1-28 0,0 0-35 16,0 0-30-16,0 0-36 0,0 0-46 0,0 0-48 31,0 0-58-31,0 0-68 0,0 0-80 0,0 0-68 16,24-10-87-16,-13 6-96 0,-2-4-319 0,1 1-643 15,2-1 285-15</inkml:trace>
  <inkml:trace contextRef="#ctx0" brushRef="#br0" timeOffset="20101.38">22319 994 320 0,'0'-5'352'0,"0"5"-38"16,0 0-36-16,0 0-31 0,4-3-27 0,5 11-14 15,0 3-26-15,5 2-20 0,4 11-13 0,4 5-17 0,6 9-11 16,-4 1-13-16,-1 7-8 0,-6-2-4 0,-6 2-7 16,-3 2-7-16,-7 5 0 0,-2-2-21 0,-7 0 0 15,-3 0-3-15,-6-5-5 0,4-15-7 16,-6 3-1-16,1-3-1 0,-2-4-4 0,-2 0 1 16,-1-5 14-16,5-4 7 0,4-3 18 0,0-3 9 15,3-4 6-15,0 0 4 16,6-4 3-16,0 1 17 0,1 0 14 0,4-5 20 15,-10 6 15-15,10-6 15 0,-6 1 3 0,6-1-1 16,0 0-5-16,0 0-10 0,-8 4-13 0,8-4-14 16,0 0-15-16,0 0-13 0,0 0-21 15,0 0-32-15,0 0-22 0,0 0-41 0,0 0-69 0,0 0-85 16,0 0-80-16,0 0-92 0,0 0-102 0,0 0-431 16,14-22-935-16,-9 16 414 0</inkml:trace>
  <inkml:trace contextRef="#ctx0" brushRef="#br0" timeOffset="21466.21">4298 3687 3 0,'1'-8'230'0,"2"2"-2"16,-2 0 3-16,2-1-11 0,-2 2-6 0,-1 0-8 0,0 1-10 0,0 1-24 15,0 3-11-15,0-5-23 0,0 5-17 0,1-5-26 16,-1 5-17-16,0 0-5 0,-10 12-10 0,1-2-6 16,-5 12-12-16,-6 4 0 0,-8 16-5 0,2 1 0 15,-6-3-6-15,3 5-2 0,1-4 1 0,-3 1-4 16,10-11-3-16,1-2-2 0,1 0-4 0,1-3-1 15,-1-2 2 1,3 1-4-16,0-4 0 0,3-4-1 0,2-3-2 16,2-1-2-16,0 2 2 0,1-6-1 0,-1-1 0 0,4-1-20 15,1-3-12-15,-1 2-12 0,1-2-11 0,0-1-10 16,2-1-40-16,2-2-41 0,-8 0-52 0,8 0-224 16,-8-5-441-16,5-3 195 0</inkml:trace>
  <inkml:trace contextRef="#ctx0" brushRef="#br0" timeOffset="21788.27">3848 3733 27 0,'-1'-11'303'15,"1"5"-11"-15,0-1-25 0,0 1-19 0,0-1-36 16,-3 6-20-16,2-6-24 0,1 7-19 0,0-4-22 16,0 4-9-16,0 0-20 0,0 0-7 0,18 15-10 0,-8-1-5 15,6 6-10-15,0 6-5 0,5 0-4 0,2 1-2 0,11 10-2 16,-4 2-9-16,4-3 0 0,-2 0-5 0,-9-9 0 31,12 8-5-31,-12-8-5 0,-1-2 7 0,3-1-11 0,-5-2 0 0,-1-3 0 0,-4-4-8 0,-3-2 1 16,1 0-3-16,-4-5-1 0,1 0 0 0,-6-3-1 15,1 3-1 1,2-4 3-16,-5 0-1 0,2 0 13 0,1-2 21 16,-4 0 15-16,-1-2 11 0,4 3 8 0,-4-3 6 15,0 0-2-15,4 3 6 0,-4-3-14 0,0 0-4 16,0 0-10-16,0 0-13 0,0 0 0 0,3 3-23 15,-3-3-26-15,0 0-38 0,0 0-83 0,0 0-72 16,1-10-73-16,-1 7-74 0,0-2-192 0,1-2-572 16,2-3 254-16</inkml:trace>
  <inkml:trace contextRef="#ctx0" brushRef="#br0" timeOffset="22536.59">4864 4102 76 0,'0'0'158'0,"-4"3"-10"0,4-3-4 15,0 0 0-15,0 0-6 0,0 0 4 16,0 0-3-16,0 0-2 0,0 0 2 0,0 0 0 0,0 0 6 0,0 0-1 16,0 0 4-16,0 0 8 0,0 0 13 0,0 0 10 15,0 0 8-15,0 0-18 0,0 0-17 16,3-16-18-16,1 6-14 0,-3-1-10 0,5-5-7 0,-1-1-10 15,2-5-8-15,3-1-9 0,4-4-5 0,-1 2 1 16,-2-1-8-16,6-3-6 0,-3 4-13 0,3-2 0 16,-2 5 0-16,-1 7-6 0,-4-1-2 0,2 5 2 0,-6 0-16 15,-1 5-1-15,-1 1 0 0,1-1-3 0,0 4-9 16,0-2-4-16,1 4 0 0,1-1-7 0,6 3 3 16,-3 3-1-16,5 6-6 0,0 1 0 0,0 1-3 15,4 5 6-15,-1 2 0 0,0-1-5 0,0 3 6 16,-4-1-5-16,0 4 5 0,1-2-1 0,-1-3 3 15,-6-4 1-15,1-2-2 16,-4-3-1-16,1 0-4 0,-2-6 17 0,-1 2-9 16,-1-1 2-16,1-3-5 0,2 1 6 0,-5 1 19 15,3-5 28-15,-2 5 40 0,-1-5 34 0,0 0-8 16,0 0-14-16,11-17-13 0,-5 8-12 0,-1 0-5 16,2-7-8-16,2 1-9 0,-1 1-11 0,1-1 2 15,-4 4-16-15,5 1 0 0,-5 0-1 0,3 2-2 16,-3-3-8-16,-1 6-1 0,2 0-16 0,1-3-26 0,-2 4-23 0,0 1-40 15,4-2-38-15,0 4-36 0,0 2-33 0,-4 2-38 16,6 2-45-16,0-1-56 0,-4 4-336 16,1-3-722-16,2 3 319 0</inkml:trace>
  <inkml:trace contextRef="#ctx0" brushRef="#br0" timeOffset="23507.71">6150 3716 268 0,'3'-4'299'0,"0"-4"-2"0,1 3-10 0,-3 1 2 15,0 0-15-15,2 0-19 0,-2-1-28 0,-1 5-17 16,3-4-22-16,-3 4-30 0,3-1-15 0,-3 1-27 0,0 0-20 16,0 0-14-16,0 0-8 0,3 10-12 0,-3-1-5 15,-1 5-7-15,1 3-2 0,-1 10 5 0,-2-8-18 16,-2 8 1-16,0 1-5 0,-2 3 0 15,2-2-6-15,-1-1 3 16,2-1-7-16,-2 0-1 0,3-7 1 0,-1-2-4 16,0 2-1-16,1-3 0 0,-1-6-15 0,1 1-16 15,1-3-12-15,1 2-10 0,-2-6-5 0,3 0-12 16,-1 2 9-16,-2-5 8 0,3 2 8 0,0-4 0 16,0 0 1-16,0 0-8 0,0 0-9 0,-9-9 2 15,9 0 10-15,0-3-4 0,0-5-4 0,0-9 0 16,0 1 2-16,3-4 4 0,-2 0 6 0,2-1 0 0,0 1 16 0,-3-4 13 15,3 4 15-15,1 4 14 0,-3 5 12 0,0 2 16 16,1 2 19-16,0-1 3 0,1 6 20 0,-3 1 9 16,1 5 1-16,-1-3-15 0,2 3-14 0,0 1-8 15,-4 1-11-15,4-2-13 0,-1 2-9 0,-1 3-8 16,0 0-3-16,9 0-3 0,-2 4-8 0,3 4-1 16,2 4-9-1,5-2 1-15,1 11-2 0,2-1 5 0,2 1-13 0,-3-1 1 16,3 7 1-16,1-3-7 0,-5 3 2 0,5-4-2 15,-4 1 5-15,-2 0-10 0,2-1-10 0,-2-5-1 0,-4-4 3 16,-1 0-7-16,-5-2-1 0,1-4 0 0,0 1-4 16,-3-4 0-16,-1 0 5 0,0-2 5 0,1 1 15 15,-4-1 15-15,3-2 7 0,-4-1 7 0,5-6-16 16,-1 0-1-16,-3-5 0 0,3-1-1 0,-1-5-1 16,-2 0 1-16,2-2-3 0,-2-6 2 0,0-5-2 15,-1 5-6-15,4-7 0 0,0 7 9 0,-3-4 9 16,-1 6 11-16,3 5 15 0,-1 1 11 0,-2 0 18 15,0 8 7-15,3-4 7 0,-3 5-5 0,1 0 1 16,-1 3 1-16,0 1-11 16,0-1-4-16,0 0-7 0,0 5-12 0,0-5-9 0,0 5-9 0,0 0-18 0,0 0-23 0,0 0-24 15,0 0 1-15,0 0 3 0,0 0 6 0,-6 22 1 16,3-8 6-16,-1 6 14 0,-1 6-11 0,3 3-5 16,-2-4 7-16,1 2 10 0,2-1-6 0,-3 1-1 15,4-2 7-15,0-5-9 0,-1-2 11 0,2-1 1 16,-2-1-1-16,-2-5 1 0,3 2 1 0,0-4-1 15,0-1 2 1,0-1 4-16,3-2-3 0,-3 0 2 0,1-1 5 16,-1-1 4-16,0-3 3 0,0 5 18 0,0-5 12 15,0 5 16-15,0-5 3 0,0 0 3 0,0 0-1 16,0 0-6-16,0 4-10 0,0-4 4 0,0 0-3 0,0 0-6 16,0 0-11-16,0 0 2 0,0 0-9 15,0 0-96-15,0 0-42 0,0 0-27 0,1-17-39 16,2 11-38-16,-2-1-55 0,-1-1-66 0,4-4-320 0,-1 2-711 0,3-6 314 15</inkml:trace>
  <inkml:trace contextRef="#ctx0" brushRef="#br0" timeOffset="23893.12">7103 3413 199 0,'1'-3'233'0,"-1"3"-26"0,0 0-16 16,0 0-17-16,0 0-18 0,-21 13-12 15,8 2-12-15,-6 7-11 0,-1 2-9 0,-1 6-5 16,-11 18-12-16,4-1-9 0,-2 6-6 0,-3 24-3 0,13-24-7 0,7-5-8 16,1 1-2-16,6-3-6 0,5-9-1 0,2-2 15 15,3 0-1-15,7-4-5 0,-2 1 11 0,9-7 9 16,-3-1 13-16,8 0 12 0,-1-7 11 0,4-3 4 15,1 1 2-15,2-5 2 0,0-2-8 0,2 0 1 16,-3-6 1-16,-5 1 1 0,0-2 3 0,-5 0 2 16,-5-1 12-16,-3 0 4 0,-1 0 8 0,-2 1-2 0,0-1-4 15,-7 0-9-15,10-1-7 0,-10 1-13 0,7 0-11 16,-7 0-10-16,0 0-11 0,8 0-8 0,-8 0-15 0,0 0-25 31,0 0-24-31,0 0-48 0,8 0-45 0,-8 0-53 0,0 0-50 0,0 0-50 0,0 0-48 0,5-1-101 16,-5 1-351-16,2-6-796 0,-2 6 354 15</inkml:trace>
  <inkml:trace contextRef="#ctx0" brushRef="#br0" timeOffset="25241.72">7362 4025 76 0,'-2'3'120'0,"2"-3"-7"0,0 4 2 16,0-4 10-16,0 0 18 0,0 0 13 0,0 0 18 15,0 0 14-15,0 0-5 0,10 0-6 0,-2-4-7 16,1-6-13-16,5-1-15 0,1-4 3 0,4-3 4 15,-1-3 6-15,1-4-13 0,0 1-6 0,-1-2 0 16,1-3 4-16,2 2 6 0,-3-4-12 0,0 2-1 0,-3-1-3 0,2 2-13 16,-3 3 13-16,-2 3 2 0,-5 7-5 0,-1 3-3 15,-1 3-37-15,0-2-7 0,-1 7-8 0,-1-1-8 16,-2 0-8-16,2 1-13 0,-2 1-11 0,0-1-31 16,-1 4-14-16,2-3-26 0,-2 3-4 0,0 0 12 15,1 11 3-15,-1-2 1 0,0 1 1 0,-1 4 5 16,2 4 4-16,-1 0 4 0,2 1-4 0,1 9 8 0,0-10 4 15,-1 2-5-15,3 0 3 0,0-2 2 0,2-3-1 0,-3-3 8 16,-1 0-1-16,1-2 2 0,0-4-3 0,0 0 4 16,-2-2 1-16,2 1 11 0,1-2 0 0,3-3 2 15,2-7 0-15,0 2-5 0,6-4 12 16,-1-5 14-16,1 0 9 0,-1-1 2 0,-2-1 3 16,-2 0-3-16,6-7-4 15,-5 6 0-15,3-5 6 0,-5 6 3 0,0-1-4 16,-2 5 14-16,-3 2 4 0,-1 4 0 15,-2-1-6-15,3 2-8 0,-4 1-10 0,1-1-8 0,0 3-21 16,-2 2-13-16,4-3-30 0,-4 3-23 0,4-1 3 16,-4 1 5-16,0 9 4 0,1-3 4 0,-1 5 14 15,2 0-6-15,-2 4 3 0,0 5-8 0,0-4-12 16,2 5-17-16,-2-3-13 0,0 2-18 0,4-3-25 0,-4 0-26 0,3 0-28 16,-3 0-29-16,0-1-52 0,3-5-49 0,-3 2-298 15,1-2-646-15,3-6 286 0</inkml:trace>
  <inkml:trace contextRef="#ctx0" brushRef="#br0" timeOffset="25442.51">8346 3900 207 0,'0'4'277'0,"0"-4"-30"0,0 0-30 0,2 2-22 15,-2-2-23-15,0 4-13 0,0-4-17 0,-2 8-16 0,0 0-9 16,-2-1-8-16,-1 3-11 0,-3-1-8 0,3 0-31 0,0 2-56 16,-2 4-51-16,1-2-75 0,-1 3-81 0,0-4-104 15,2-5-333-15,4 0 148 0</inkml:trace>
  <inkml:trace contextRef="#ctx0" brushRef="#br0" timeOffset="26143.7">8769 3703 175 0,'0'0'197'0,"0"0"-22"16,0 0-16-16,0 0-15 0,3-4-23 16,-3 4-14-16,0 0-11 0,0 0-3 0,0 0 1 15,0 0-8-15,-3 14-4 0,1-11-1 0,-2 4-1 16,-2 3-4-16,-2-1-6 0,-1 4-6 0,-5 0-2 16,1-1-6-16,0 2-6 0,-3-1-4 0,-2 0-3 0,1-1-4 15,3-1-2-15,0-3 5 0,-2 3 5 0,7-6 5 16,2-1 4-16,1 0 20 0,0-1 1 0,3-1 19 15,3-2 14-15,-9 0-6 0,9 0-13 16,-9-9 1-16,5 4 2 0,0-6 1 0,-2 1-4 0,3-7-1 0,3 0 6 16,-1-1-20-16,2 0-3 0,2-1 0 0,4-7-6 15,1 2-6-15,-1-1-4 0,2 10-3 0,-1-1-7 16,1 1-2-16,-1 6-4 0,-1-1-8 0,0 3 0 16,2-1-12-16,0 2-2 0,1 0-1 0,-1 4-4 15,3-2-4-15,2 4-2 0,-1 0 2 0,0 1-6 16,4 3 2-16,-3-3 1 15,4 5-4-15,-1 0 3 0,-2-1-4 0,4 2 6 16,-5-2-2-16,-1 0 1 0,0-1 2 0,-2-1-5 16,-2 0 3-16,-1-2 0 0,1 3 1 0,0-7 18 15,1 1-27-15,-2 1 13 0,3-1-10 0,-2-4 8 16,0 0-5-16,0 1 3 0,-1-2-5 0,-1 0 0 16,1-3 0-16,0 3 1 0,-3-2 0 0,0-1-1 15,1 2-8-15,-2 1-2 0,-1 4-12 0,2-5-19 0,-3 2-27 16,1 2-31-16,-3 1-58 0,1-4-50 0,-1 7-64 15,0-5-53-15,-4 3-228 0,4 2-594 0,-2-5 262 16</inkml:trace>
  <inkml:trace contextRef="#ctx0" brushRef="#br0" timeOffset="26592.19">9160 3310 50 0,'3'-1'326'0,"-1"-2"-18"16,2 1-23-16,0-1-20 0,-4 3-18 0,8-4-16 16,-1 3-19-16,0 1-24 15,0 0-14-15,3 2-17 0,-2 1-21 0,3 1-10 16,-5 0-9-16,4 0-13 0,-5 3-9 0,3 0-4 16,-2 3-10-16,-2 0-11 0,1 2-4 0,-1 1-6 0,-3 3-3 0,-1 1-11 15,-1 0-4-15,-2 0 1 0,-3 0-9 0,1-2 0 16,1-3 0-16,-1-1-7 0,1 0 2 0,-1-2-11 15,-2-2 0-15,1 2 3 0,5-2-6 16,-1-2 12-16,-1-1-13 0,2-1 1 0,-1-1 3 16,1 3-3-16,1-5 9 0,-1 4 27 0,1-4 12 15,0 0 3 1,0 0 1-16,11-1-22 0,2-4 3 0,5 0 0 0,1 2-11 0,3 0 3 0,-3-1-5 0,-1-1-7 16,0 1-3-16,1 2-2 0,1-2 3 0,-3 0-3 15,1 1-3-15,-6 2-9 0,0-2 5 0,-5 2 4 16,0-1-1-1,1 1 1-15,-2-1 12 0,-6 2 8 0,8 0-11 16,-8 0 1-16,5-1-5 0,-5 1-1 0,5-1-3 16,-5 1-18-16,0 0-26 0,7-3-34 0,-7 3-16 15,0 0-17-15,0 0-23 0,0 0-16 0,0 0-49 16,0 0-25-16,0 0-33 0,-20-2-34 0,13 1-31 16,-3-2-230-16,7 0-575 0,-3-2 256 0</inkml:trace>
  <inkml:trace contextRef="#ctx0" brushRef="#br0" timeOffset="26977.14">9528 3014 223 0,'-1'-2'265'0,"1"2"-30"0,0-6-26 16,0 6-24-16,0 0-14 0,13 7-21 0,-4 1-8 15,9 12-8-15,1 6-7 0,1 1-10 0,10 16-8 16,-3 4-7-16,-2 6-5 0,-2-1-9 0,-4 4-4 16,-6 3-6-16,-3 1-10 0,-1 21-3 0,-14-26-6 15,0 2-5-15,-8 25-2 0,-1-28-4 0,0-4-3 0,-4-4-6 16,0-1-1-16,-2-15-2 0,-1 2 7 0,1-3 15 16,-3-3 2-16,0-1 5 0,5-5 8 0,-4 0 4 15,7-8 5-15,6-3-1 0,1-1 1 0,1-2 16 16,0 0 9-16,2-1-4 0,3-1 0 0,-1-3 13 15,-1 2 9-15,4-3 2 0,-4 5 4 16,2-2 3-16,2-3 3 0,0 0 3 0,-5 2-5 0,5-2-9 0,0 0-11 0,0 0-11 16,0 0-16-16,-4 2-16 0,4-2-20 15,0 0-27-15,0 0-35 0,0 0-80 0,0 0-103 16,15-12-87-16,-2 5-69 0,2 1-78 0,2-5-295 16,-3 4-782-16,0-5 346 0</inkml:trace>
  <inkml:trace contextRef="#ctx0" brushRef="#br0" timeOffset="33041.32">9854 5087 26 0,'-9'0'51'0,"9"0"1"0,0 0-15 0,0 0 4 16,0 0-4-16,0 0-5 0,-4-2-6 0,4 2 1 15,0 0-10-15,0 0 3 0,0-7 1 0,0 7-5 16,3-5 4-16,-2 1 0 0,1-1 2 0,-1 0 14 16,0-1 9-16,1 1 3 0,0-6 13 0,-1 3 10 0,2-3 5 0,-2-1-3 15,1-3 11-15,1-2 11 0,-2 2 2 0,1 2 2 16,-1-3 3-16,0-1 10 0,3 3 8 15,-3-1 0-15,1 3 0 0,-2 2 1 16,0 0-6-16,0 4-2 0,2-2-11 16,-2 4-10-16,0-2-10 0,2 2-15 0,-2 4-24 0,0 0-12 0,0 0-4 15,0 0 2-15,-4 17 13 16,-1 2-8-16,-2 10-1 0,-1 3-4 0,-3 15-3 16,-1 2-4-16,1 3 1 0,-4 0-5 0,3 8 1 15,-5 21 0-15,10-25 4 0,-2 1-1 0,-1-1-5 16,2 0-3-16,0-2 3 0,3-4-3 0,0-2 1 15,1-14-3-15,3-3-2 0,-3-1 6 0,4-5-7 16,-1-5 1-16,-2-3 0 0,2-4-2 0,-2-4 1 16,2 0-1-16,-1-3 12 0,0-1 25 0,1 0 22 0,1-1 26 0,-7-2-6 15,0-1-14-15,-2-1-6 0,-6-1 0 0,-2-3-16 16,-2-3-2-16,1 1-4 0,-2-1-8 0,1 1-9 16,2 0 4-16,-1-3-5 0,4 2-1 0,0 4-4 15,1 0-2-15,0-4-3 0,3 5-2 0,0-1-8 16,1 1 3-16,1 1-10 0,3 0-27 0,0 0-32 15,0-1-30-15,5 2-36 0,-8-2-32 0,8 2-15 0,0 0-17 0,0 0-52 16,0 0-255-16,0 0-536 0,18-7 237 0</inkml:trace>
  <inkml:trace contextRef="#ctx0" brushRef="#br0" timeOffset="33510.75">9496 5438 25 0,'0'0'189'0,"-9"-2"-9"16,9 2-5-16,-10-2-6 0,5 1-6 0,5 1-1 16,-8 1-3-16,8-1-4 0,0 0-4 0,-7 0-13 15,7 0-7-15,0 0-7 16,0 0-9-16,-10 0-9 0,10 0-8 0,0 0-13 16,0 0-11-16,-4 2-2 0,4-2-8 0,0 0-9 15,0 0-8-15,0 0-4 0,0 0-3 0,0 0-6 16,0 0 2-16,19 2-2 0,-4-7-4 0,13 3 0 15,7 0-3-15,3-1-4 0,16-2-1 0,5 0-2 16,1 0-1-16,-5 1-5 0,3-1-2 0,-4-1-1 16,-4 2 2-16,-12 3-3 0,-6 0 0 0,1-1-3 0,-3 2 4 0,-11 0-2 15,1 0-4-15,-3 3-2 0,-7-2 2 16,3-1-13-16,-4 0-8 0,-4 0-8 0,0 3 1 0,-5-3-2 16,0 3-4-16,0-3-17 0,0 0-25 0,-14 6-16 0,4-3-28 15,-2 1-34-15,1-3-44 0,-1 1-194 0,2 1-418 16,-4-4 184-16</inkml:trace>
  <inkml:trace contextRef="#ctx0" brushRef="#br0" timeOffset="34058.54">10505 5245 76 0,'3'-3'189'0,"3"1"-15"0,4-2-5 0,-1 0-14 0,1 3-12 0,3-2-13 15,-1 0-15-15,5 6-5 0,-2-3-11 16,6 0-7-16,-3 5-7 0,1-1 1 0,-1 4-20 15,-3 0-2-15,0 1-6 0,-3 3-4 0,0 2 2 16,-1 2-11-16,-3 0-2 0,-3 3-5 16,-3 0-2-16,1-2-2 0,-4 3-2 15,-4-1-4-15,-3 5 7 0,0-4-1 0,-1-3 0 16,0-3 2-16,-1 0 3 0,-1-1 2 0,2-4 3 16,-3-1 4-16,6 0 3 0,-5-2 4 0,4 0 16 15,2-2 14-15,1-2 27 0,-1 1 22 0,1 0-13 0,4-3-9 16,0 0 5-16,-8-11-16 0,8 2-7 0,4-3-9 15,0 0-7-15,6-5-12 0,-1-1-7 0,5-8-6 0,0 4-7 16,3-4-2-16,-2 6-7 0,-1-2 0 0,1 1-2 16,-2-1-6-16,0 8 5 0,-4 4 5 0,-4-1-7 15,0 5 10-15,1-4 14 0,1 8-25 0,-6-3 0 16,4 0-13-16,-2 2 6 0,1 1-24 0,-3-3-9 16,0 4-15-16,-1 1 2 0,0 0 1 0,8 6-4 15,-8-6 7-15,1 12-1 0,-1 0 4 0,3 0 2 16,-3 1 0-16,0 3 2 0,0 1 5 0,1 0 3 15,0-1-1-15,3 0-11 16,-1-4 13-16,1-1-15 0,1 1-25 0,-1 1-21 16,-3-3-24-16,5 0-33 0,-2 0-35 0,1-2-47 15,4-3-76-15,-5-1-262 0,2-3-583 0,-1-1 259 16</inkml:trace>
  <inkml:trace contextRef="#ctx0" brushRef="#br0" timeOffset="34289.92">10997 5184 185 0,'2'-3'299'0,"-2"-1"-27"0,0 4-31 15,0 0-28-15,4-5-18 0,-4 5-12 0,7 1-17 16,1 3-10-16,0 3-10 0,2-1-5 0,4 5-13 16,-2 2-5-16,-1 4-10 0,2 5-5 0,2 4-11 0,-7 4-6 0,0 4-11 15,-3-2-5-15,-6 2-4 0,-3-1-5 0,-3 1-18 16,-3 0-10-16,-4-2-17 0,-3 0-11 0,-6-6-31 15,0 1-38-15,-1-2-47 0,-3-4-69 0,-1-2-84 16,-4-4-182-16,-1-6-478 0,1-4 211 0</inkml:trace>
  <inkml:trace contextRef="#ctx0" brushRef="#br0" timeOffset="34597.9">10493 5018 93 0,'-4'-3'284'0,"-2"-2"-25"0,1 2-25 16,0 3-23-16,5 0-17 0,-13 6-18 0,-1-1-17 15,0 8-17-15,-8 6-13 0,-1 4-12 0,-2 4-13 16,-7 14-13-16,1 2-6 0,3 2-9 15,5 5-3-15,0 2-8 0,4-2-6 16,7-3-3-16,8-12-3 0,0 15-7 16,8-18-2-16,0-1-2 0,5 0 1 0,5-4-5 15,3-2-2-15,7-4-3 0,7-2-10 0,17 2-21 16,7-5-41-16,1-5-57 0,6-1-69 0,-1-8-280 16,3-3-482-16,2-4 214 0</inkml:trace>
  <inkml:trace contextRef="#ctx0" brushRef="#br0" timeOffset="35244.64">11670 5424 123 0,'0'0'140'0,"0"0"10"0,-8 0-15 0,8 0-5 0,0 0 5 16,0 0-10-16,0 0-1 0,0 0 2 0,0 0 3 15,0 0 4-15,0 0 2 0,0 0-3 0,0 0 2 16,0 0-6-16,0 0-9 0,0 0-8 0,0 0-9 0,0 0-4 0,0 0-13 15,0 0-7-15,18-8-7 0,-8 5-7 0,3-1-6 16,5 2-10-16,2-2-4 0,0 0-6 0,-1 0-2 16,1 1-1-16,-2 1-6 0,1 0-3 15,-1-3-1-15,-5 4-3 0,1 0-2 0,-4 0-8 0,2-1-12 16,-7 4-11-16,4-4-24 0,-9 2-21 0,10 0-25 16,-5 3-15-16,-5-3 3 0,3 4-18 0,-3-1-30 0,0-3-43 15,-8 4-198-15,3-1-415 0,-4 1 184 0</inkml:trace>
  <inkml:trace contextRef="#ctx0" brushRef="#br0" timeOffset="35529.51">11638 5584 90 0,'-2'2'242'0,"0"3"-6"16,0-5-19-16,2 0-16 0,0 0-15 0,0 0-13 16,0 0-9-16,20 0-17 0,-2-3-15 0,5 1-16 0,9-4-7 0,1 0-12 15,-1 3-6-15,1-2-12 0,0 1-11 0,2 1-7 16,-6 1-2-16,2-1-9 0,-9 1-9 0,-2 0 0 16,-2 2-3-16,-8-1-5 0,1 1-9 0,-3 0-8 15,0-1-7 1,-3 1-16-16,0 1-15 0,-5-1-3 0,6 3 2 15,-6-3 1-15,-6 5-6 0,0-1-30 0,-3 0-32 16,-1 1-38-16,2-1-47 0,-2-3-182 0,3 2-387 16,1-1 171-16</inkml:trace>
  <inkml:trace contextRef="#ctx0" brushRef="#br0" timeOffset="36445.57">13920 4659 143 0,'-1'-9'284'15,"1"1"-13"-15,-3 3-9 0,3 1-16 16,0-1-18-16,0 5-23 0,-1-8-28 16,1 5-20-16,0 3-25 0,0 0-11 0,0 0-10 0,0 0-14 0,-2 13-10 0,-1-1-7 15,3 7-9-15,-4 8 16 0,-1 2-10 16,5 0-8-16,-5 5-4 0,0 2-6 0,-3-2-6 0,6 0-2 31,-2-5-5-31,0 0 0 0,0 0-18 0,0-3-26 16,-1-6-28-16,0-2-27 0,-3 0-29 0,3 0-36 0,-4-2-57 0,0-3-87 0,0-2-162 15,3-2-458-15,2-5 203 0</inkml:trace>
  <inkml:trace contextRef="#ctx0" brushRef="#br0" timeOffset="36834.31">13267 5297 85 0,'-14'0'246'0,"0"3"-18"16,4-3-19-16,-3 2-23 0,8-2-17 0,0 1-15 0,-3 0-18 0,8-1-10 15,-5 4-13-15,0-4-10 0,5 0 2 16,0 0-3-16,0 0-5 0,37 1-6 0,-6-1-8 16,21-1-10-16,13-3-6 0,30-2 0 0,8-1-4 0,10 2 1 15,8-3 5-15,4 4-1 0,7-3 9 0,-2-1 0 16,-2 1 14-16,5 0-4 0,-1 0 4 0,-6 1 2 16,-9-1 1-1,-9 5 2-15,-15-5 2 0,-30 4-1 0,-3-1-9 16,-23 2 6-16,0 1-16 0,-6-2-4 0,-11 2 9 15,-2-2 8-15,-5 2 3 0,-2-1 4 0,-3 2 0 16,-1 0-2-16,0-2 3 0,-2 0-6 0,-5 2-15 16,9 0-17-16,-9 0-20 0,1-2-78 0,-1 2-70 0,0 0-47 15,-15-3-43-15,2 3-55 0,2 2-79 0,-1-2-302 16,2 1-684-16,-3-2 302 0</inkml:trace>
  <inkml:trace contextRef="#ctx0" brushRef="#br0" timeOffset="37881.04">13086 5861 45 0,'2'-4'179'0,"-2"4"-18"15,0 0-20-15,4-3-17 0,-4 3-10 0,0 0-16 16,0 0 1-16,3 11-11 0,-2-5-6 0,-2 1-6 15,0 1-5 1,-1 3-1-16,-2 1-3 0,-1 6-4 0,-4 4-7 16,-1-3-2-16,-1 5-2 0,-2 0-2 0,-4-2 1 15,4-1-6-15,-1-3-4 0,0 1 4 0,-1-4-6 16,2-1 9-16,-1-1 7 0,5-1 6 0,-2-3 6 0,1-2 2 16,0-2 5-16,1 1 2 0,-1-1 5 15,3-4 6-15,0 0 0 0,-1-1 4 0,-2-2 2 16,4-2-6-16,-3 0 0 0,-1-4 0 0,2-1 0 0,2-3-5 0,-2-3-4 15,3-1-8-15,-1-2-2 0,3-1 8 0,3-8-16 16,0 2-10-16,4 0-7 0,-3 0 18 0,7-1-26 16,-2 8-3-16,1 1-4 0,-1 2-5 0,3 0-5 15,-5 5-3-15,2 0 2 0,1 0-7 0,-1 3 2 16,1 1-2-16,3 0-6 0,-1 2-1 0,2 1-2 16,2 3 6-16,0 0-7 15,4 3-2-15,2 1 6 0,2 2-2 0,-2 0-12 16,8 1 10-16,0 3 2 0,1 0-1 0,-9-5-2 15,3 2 4-15,0-2 1 0,-2 0-3 0,1-2 0 16,-1 1 11-16,-1-4-7 0,-1 0 1 0,1 0 5 16,0-3 5-16,0-1-12 0,-3-1-1 0,-1-2 1 15,2-2 1-15,-6 4-7 0,2-3 8 0,-3 0-1 16,-1 1-5-16,0-3-2 0,-4 3-9 0,4-3-1 0,-4 3-5 16,3-3 1-16,-3 4-10 0,-1 3-22 0,0 0-30 0,-2-4-36 15,1 5-47-15,-3 2-17 16,0 0-21-16,0 0-28 0,0 0-264 0,-17 12-531 0,12-7 235 0</inkml:trace>
  <inkml:trace contextRef="#ctx0" brushRef="#br0" timeOffset="38263.44">13690 5951 108 0,'4'-2'273'0,"-1"-1"-34"0,-3 3-22 0,3 0-24 16,-3 0-21-16,0 0-17 0,8-2-13 0,-8 2-13 15,9 3-5-15,-4 5-7 0,3-2-9 0,-3 4-8 16,4 0-6-16,-1 6-7 0,-2-2-7 0,3 4-8 16,-4 1-7-16,3-2-2 0,-3 0-6 0,1 0-6 15,-3 0-7-15,2-5-2 0,-1 0-7 0,-2-2-1 16,1-3-3-16,-2 0 0 0,2-1 11 0,-1-2 40 0,-2 0 32 0,1-1 46 15,2-1 42-15,-3-2 35 0,0 0 28 0,0 0-28 16,5-9-32-16,-5-1-26 0,5-4-13 0,0-4-17 16,-1-1-19-16,3-7-9 0,-5 1-16 0,6-1-10 15,-1-3-8-15,0 0-9 0,-1-2-9 0,-2 1-19 16,1-1-18-16,4-1-13 0,-4 3-10 0,-1 0-5 16,4 7-14-16,-4 2-12 15,-1 4-27-15,1 2-51 0,1 2-24 0,-2 3-45 16,-1 1-42-16,0 3-57 0,2 0-53 0,-1 0-51 15,3 2-304-15,0 1-732 0,-1 1 324 0</inkml:trace>
  <inkml:trace contextRef="#ctx0" brushRef="#br0" timeOffset="38595.43">13987 5724 16 0,'-7'0'249'16,"7"0"-7"-16,-12 0-9 0,12 0-6 0,-8 0-9 16,8 0-8-16,0 0-1 0,-8 0-4 0,8 0-21 0,0 0-6 15,0 0-24-15,0 0-15 0,0 0-16 0,22-5-14 16,-2 1-10-16,12 0-10 0,5 2-7 0,17-4-10 0,5 0-6 16,0-1-4-16,7-1-10 0,26-1-5 15,-3 0-4-15,-22 5-1 0,30-7-4 0,-31 6 15 16,28-5-3-16,-36 3 2 0,1 4 0 0,-5-4-16 15,-15 4 4-15,-4 1-2 16,-6-1-6-16,-9 2-3 0,-2 1-4 0,-7 0 0 16,3-1-2-16,-5-1-7 0,-4 2-24 0,4-1-27 15,-5 0-22-15,-4 1-4 0,0 0-15 0,0 0-31 16,-18 7-44-16,1 0-54 0,-2 1-54 0,0-2-225 16,-1-1-523-16,-1 2 231 0</inkml:trace>
  <inkml:trace contextRef="#ctx0" brushRef="#br0" timeOffset="39018.37">14369 5904 191 0,'0'0'222'0,"-7"0"-22"15,7 0-23-15,0 0-19 0,0 0-12 0,0 0-18 16,19 0-16-16,-11 0-13 0,1 4-5 0,3-3-10 0,-1 0-6 16,-1 3-10-16,3-1-6 0,-1 4-1 0,0-2-17 0,1 2 2 15,-4 1-4-15,1-1-5 0,-1 3-3 0,-4 0-11 16,3 5 7-1,-8 2 0-15,0 0-2 0,-4 1 5 0,-1 7-5 0,-5-2 2 0,-7 2-1 0,1-5 1 16,-4 3 4-16,-1-3-3 0,0-2 2 0,2-1-1 16,1-5 0-1,5-1-2-15,-3 0 1 0,8-5 0 0,-1 0-3 16,3 0-3-16,-2-3 1 0,3 1-3 0,1-1 3 16,3 1 13-16,-3-2 10 0,4-2-3 0,-4 1 2 15,4-1-1-15,0 0-2 0,12 4-1 0,-7-4 0 16,10-1-6-16,2 0-5 0,6-1-8 0,0 1-28 15,5-1-40-15,0-2-43 0,-6-1-47 0,6 0-61 16,-8-1-261-16,7-3-492 0,0 0 218 0</inkml:trace>
  <inkml:trace contextRef="#ctx0" brushRef="#br0" timeOffset="39397.68">14936 6010 16 0,'4'2'341'0,"-4"-2"-29"0,0 0-28 0,0 0-31 16,5 2-26-16,-5-2-12 0,0 0-33 0,1 2-20 16,-1-2-16-16,0 0-15 0,0 5-8 0,0-5-13 15,-5 11-7-15,4-2 0 0,-3 0-23 0,-1 0-6 16,-3 2-8-16,-1 1-4 0,4 2-8 0,-4-4-4 0,4-2-4 16,-2 3-3-1,3-6-7-15,1 1 0 0,-2-2-1 0,2-1-1 16,1-1-3-16,-1 1 7 0,3-3 41 0,-4 5 35 15,4-5 27-15,0 0 20 0,-1 1 18 0,1-1-5 0,0 0-29 16,4-12-17-16,1 3-13 0,2 1-14 16,-1-3-8-16,4 2-13 0,-5 0-8 0,4 0-5 15,-1 3-13-15,-2 2-11 0,-2-2 1 0,0 2-7 16,1 2-9-16,0 0-17 0,-1 1 1 0,-4 1-11 0,14 3-17 0,-6 2-6 16,-2 2-22-16,7-2-9 0,-4 6-19 0,2 2-18 15,2-1-26-15,-1 2-10 0,-3-1-43 0,-2-1-36 16,0-2-37-16,0 5-34 0,-2-5-57 0,2-2-252 15,-2-1-634-15,-3-4 281 0</inkml:trace>
  <inkml:trace contextRef="#ctx0" brushRef="#br0" timeOffset="39667.71">14864 6011 303 0,'-10'-2'308'0,"4"-3"-11"0,-1 5-17 16,4-1-18-16,3 1-20 0,-10-1-13 0,10 1-11 0,-6-3-12 0,4 2-13 16,2 1-23-16,0 0-14 0,11-3-16 0,2 0-15 15,15-1-12-15,5-1-11 0,3 2-16 0,17-2-5 16,-1-1-15-16,-1-2 2 0,4 6-9 0,-1-4 1 16,-5 0-9-16,-9 5-11 0,-1-2-4 0,-5-1 3 0,-6 3-2 15,-5-1-4-15,-5-2-9 0,-5 4 6 0,-4-3-7 16,0 3-3-16,-3 0 1 0,-1 0-14 0,-5 0-16 0,10-2-14 15,-10 2-11-15,0 0-48 0,0 0-44 0,0 0-56 16,0 0-87-16,-29 4-298 0,19-4-614 0,-2 0 272 16</inkml:trace>
  <inkml:trace contextRef="#ctx0" brushRef="#br0" timeOffset="42389.03">16760 5190 86 0,'-7'1'198'0,"7"-1"-15"16,0 0-14-16,-1 3-9 0,1-3-13 0,0 0-12 15,0 0-5-15,0 0-4 0,0 0-8 0,0 0-13 16,0 0-2-1,0 0-5-15,0 0-9 0,0 0-14 0,0 0-7 16,0 0 4-16,0 0-3 0,0 0-2 0,0 0-2 16,0 0-2-16,0 0-5 0,11-9-4 0,-1 5-4 15,1-1-4-15,4-4-3 0,3 0-3 0,8-4-5 16,-4-2-4-16,3 3 8 0,-1-4 3 0,-1 0-2 16,0-2 1-16,4-1 1 0,-5-3-3 0,-1-1 45 15,0 2-20-15,-2-5-4 0,0 1-8 0,-5 2-3 0,0 0-1 0,-5 7 1 16,-1 1 0-16,-2-1 2 0,-3 3 5 0,-2 5-8 15,-1-3-9-15,-4 5-4 0,-2 1-7 0,-3 4-8 16,-3-2-2-16,-8 6-4 0,-7 7-5 0,0 4-1 16,-6 5-2-16,1 0 0 0,-7 11-3 0,9-6 1 15,2 2-4-15,5 0 3 0,-2 3-2 0,5-1 0 16,4 0 2-16,5-1-2 16,2 0 4-16,7-3 0 0,6-4 3 0,3 1-2 15,10-2 0-15,6-2-14 0,7-4-30 0,8-4-38 16,3-2-53-16,11-3-73 0,3-5-91 0,0-6-211 15,0 2-545-15,-4-9 242 0</inkml:trace>
  <inkml:trace contextRef="#ctx0" brushRef="#br0" timeOffset="42995.51">17228 4553 22 0,'-8'0'190'15,"2"0"-3"-15,6 0-9 0,-10 2-7 0,10-2-15 16,-10-2-19-16,10 2 0 0,-6-1-11 0,6 1-6 16,0 0-6-16,-7 0-5 0,7 0-8 0,0 0-2 15,0 0 0-15,0 0-2 0,0 0-2 0,-6 3-3 16,6-3-4-16,0 0 1 16,0 0-5-16,0 0-5 0,-2 2-6 0,2-2-1 15,0 0-6-15,0 0-9 0,0 0-1 0,0 0-7 16,0 0-7-16,20-4 7 0,-1 1-15 0,9-6-7 15,5 4-2-15,4 0-2 0,18-3 7 0,-1 1-10 16,-2-2-4-16,6 4-5 0,-3 2 5 0,-4-1-7 16,-13 1 9-16,-1 0-9 0,0-1 2 0,-5 2-6 15,-2 2 9-15,-11 0-8 0,-4 0-2 0,-2 0 0 16,0 0-2-16,-6 0-12 0,0 0-12 0,-1 0-13 0,-6 0-12 0,10 0-10 0,-10 0 1 16,2 2-3-16,-2-2-26 0,0 0-37 0,-14 7-29 0,7-3-41 15,1 0-222-15,-1-3-448 0,0-1 198 0</inkml:trace>
  <inkml:trace contextRef="#ctx0" brushRef="#br0" timeOffset="43947.68">18520 4175 153 0,'3'-5'210'0,"0"1"-24"0,0 1-17 0,4-2-14 0,2-2-15 0,-2 2-12 0,5 1-10 31,-1 0-13-31,2 3-5 0,1-2-10 0,4 3-7 16,1 0-6-16,-1 3-4 0,-4 2-3 0,7 2-8 15,-2 6-5-15,4 0-3 0,-7 0-3 0,4 6-2 0,-6-3-9 0,-2 4 1 16,1 1-7-16,-3 4-2 0,-6-6-1 0,-2 3-2 16,-2-3-1-16,-3 6-3 0,-7 1 0 0,2-8-3 0,-1 7 2 15,-2-2-5-15,-5-2 3 0,3-7 1 0,1 2-3 16,0-3 7-16,2-1 2 0,0-4 6 16,2-1 5-16,2-2 8 0,1 0 15 0,-2-2 7 15,2 0 23-15,0-1 30 0,5-2 36 0,0 0 32 0,-6 3-15 0,6-3-23 16,0 0-17-16,6-22-26 0,4 8 2 15,2-4-10 1,2-2-14-16,4-4-11 0,5 0-11 0,2-3 4 0,-2 0-14 0,11-8-8 0,-5 7-8 0,-7 2-1 16,2 3-5-16,-3 1-3 0,-2 4 0 15,-6 6-6-15,-4 2 6 0,-1 3-8 0,-1 0-10 0,-1 2-2 16,-2 1-13 0,-2 0-19-16,2 2-30 0,-1 0-29 0,-3 2 7 15,0 0 10-15,-4 12 5 0,1-3 11 0,-6 6 2 16,0 2 8-16,0 0 6 0,0 6-3 0,1 0 5 15,1-3 4-15,3 6-13 0,3-1-7 0,5-1-12 16,1-7-11-16,5 1-14 0,6 2-16 0,3 0-28 16,6-4-44-16,1-3-57 0,3-4-87 0,7 0-199 15,-4-5-555-15,1-4 246 0</inkml:trace>
  <inkml:trace contextRef="#ctx0" brushRef="#br0" timeOffset="44409.33">19449 4381 102 0,'-4'2'217'0,"4"-2"-6"0,-6 1-9 0,6-1-14 0,0 0 0 15,-7 0-15-15,7 0-16 0,0 0-10 0,0 0-4 16,0 0-9-16,0 0-7 0,0 0-7 0,-7 2-8 16,7-2-5-16,0 0-4 0,0 0 0 0,0 0-5 15,0 0-2-15,0 0-2 0,0 0-5 0,0 0-5 16,0 0 5-16,0 0-10 0,0 0-9 0,0 0-14 16,0 0-5-16,0 0 1 0,0 0-9 0,0 0-5 15,0 0-3-15,0 0-4 0,0 0-3 0,0 0-5 0,0 0 0 0,0 0 1 16,0 0 5-16,0 0-9 0,0 0 4 0,0 0-1 31,0 0-3-31,22-3 1 0,-6 0-3 0,6 1-8 16,9-5 6-16,2 4-2 0,2 1-2 0,3-1-4 15,14-4 1-15,-1 0-1 0,3 4 2 0,-3-4-4 0,-11 5 2 16,-5-2-3-16,0 1 14 0,-4-2-15 0,-11 5-1 16,1-2 3-16,-4-1-3 0,-5 1 0 0,-2 1 3 15,-2 1 2-15,-2 0-3 0,-1-1 0 0,-5 1-10 16,8 0-20-16,-8 0-15 0,6 0-28 0,-6 0-29 15,0 0-36-15,0 0-59 0,-16 4-66 0,6-3-266 0,0 1-568 16,2-1 252-16</inkml:trace>
  <inkml:trace contextRef="#ctx0" brushRef="#br0" timeOffset="47363.44">20266 4461 99 0,'0'0'213'0,"0"0"-10"15,0 0 5-15,0 0 1 0,0 0-2 0,0 0-4 0,0 0-4 16,0 0-1 0,0 0-3-16,0 0-4 0,0 0 1 0,0 0-3 0,0 0-23 15,0 0-9-15,8-9-19 0,-6 6-12 0,3-3-14 16,4-1-10-16,0 1-12 0,3-6-7 15,2 0 10-15,-3-1 2 0,-1-2 8 16,7-1-9-16,-3-5-8 0,5-2 0 0,-3 1-20 0,-1 1 6 16,0-1 32-16,1 0-5 0,-4 2-7 0,0 4-11 0,-2-1-3 15,-2 2 0-15,-1 5-3 0,-2 0 4 0,-1 5-7 16,-1-1-9-16,1 1-7 0,0 0-9 0,-2 1-6 16,-2 2-12-16,0 2-21 0,3-4-21 0,-3 4-33 15,2-2-23-15,-2 2 3 0,5 10 10 0,-5-3 5 16,0 4 11-16,0 0 5 0,-5 7-5 0,4 0 9 15,0-1 0-15,-2 4 3 0,1-2 8 0,2 6 5 0,-2-8 3 16,1 0 9-16,2-2-10 0,-1-3-9 0,4-1 16 0,-4 0-1 16,0-5 6-16,1 1 4 0,-1-2-2 15,2 1 12-15,-2-2 25 0,1-1 28 0,-1-3 0 16,0 0-5-16,0 0-4 0,19-13-9 0,-10 8-1 16,1-6-3-16,2 1-5 0,-2-2-6 0,0-2-1 15,-1-2-7-15,4 2 2 16,0-2-4-16,0 1-4 0,-1-2-1 0,-1 3-1 15,-2 1-1-15,-2 2-3 0,-2 3 3 0,0-1 2 16,-1 6-9-16,1-2-2 0,-2 1-5 0,1 0-11 16,-3 3-14-16,-1 1-24 0,5-3-22 0,-5 3 5 15,0 0 8-15,8 7 3 0,-6 1 0 0,2-2-5 16,1 5-4-16,-1-4-26 0,0 4-12 0,0 1-26 16,-2-2-19-16,2 3-17 0,-1-1-27 0,-1-1-38 0,2 0-27 0,1-3-59 15,-5-2-226-15,4-1-584 0,1-3 259 0</inkml:trace>
  <inkml:trace contextRef="#ctx0" brushRef="#br0" timeOffset="47610.87">20909 3992 242 0,'1'-5'301'16,"0"-1"-32"-16,2 0-31 0,-2 4-30 0,-1 2-25 0,1-2-24 15,-1 2-17-15,0 0-9 0,7 16-12 0,-5-4-6 16,6 11-9-16,-2 5-6 0,-3 0-3 0,3 5-5 15,-3 1-5-15,-2 16-8 0,4-15-6 16,-7 9-1-16,-1 5-9 16,-3-16-6-16,-3 14-1 0,-3-15-3 0,-1 0-5 0,-4 1-6 15,0-2 1-15,-14 5-1 0,-2-1-6 16,2-12-20-16,-11 4-40 0,8-6-47 0,-12 2-45 16,-3-2-64-16,-2-6-87 0,-3-5-170 0,-3-3-471 15,-2-7 209-15</inkml:trace>
  <inkml:trace contextRef="#ctx0" brushRef="#br0" timeOffset="48196.59">18607 3893 199 0,'0'0'226'0,"0"0"-26"0,0 0-20 16,0 0-20-16,-13 16-16 0,-1 6-15 0,0 4-14 16,-6 16-6-16,-2 4-8 0,-1 3-4 0,1 3-5 15,-3 4-5-15,3-1-9 0,4-1-8 0,4 3-6 16,5-4-2-16,8-1-2 0,1-2 17 0,9-5-2 15,1-11-4-15,8-3 8 0,5-1-13 0,14 4-2 0,7-7-5 16,5-5-18-16,10-5-33 0,3-2-52 0,28-2-72 16,2-9-84-16,-29-4-193 0,26-3-424 0,-26 2 187 0</inkml:trace>
  <inkml:trace contextRef="#ctx0" brushRef="#br0" timeOffset="49100.17">21076 3691 185 0,'3'-4'227'0,"-1"1"-15"0,3 0-13 0,-1 2-20 16,-4 1-18-16,9-2-19 0,-2 1-14 0,1 2-17 0,0-1-8 16,2 1-12-16,-2 1-11 0,3 1-6 0,-2 4-6 0,2-3-5 15,-4 1-7-15,0 5-3 0,-1-3-4 0,-1 3-6 16,-3 1-3-16,1 0 2 0,2-1-6 0,-5 2 0 15,0-1-4-15,-5 0 2 0,0 1-1 0,3-3 2 16,-1 2 2-16,-3-2 0 0,0 2 2 0,1-6-6 16,-2 4-5-16,4-5 0 0,1 0-1 0,-2-1-6 15,1 2 1-15,1-2-2 16,2-3 0-16,-3 4 8 0,3-4 1 0,0 0-2 16,5 3 11-16,4 0 6 0,1-2 6 0,10-1-8 15,1-1-3-15,10-3-1 0,1 3-5 0,-3-2-8 16,1-2 1-16,0 1-2 0,0 1 9 0,-1 1 4 15,-1-1-4-15,3 2 4 0,-10-1-1 0,-2 0-1 16,-4-1 0-16,-5 3-3 0,0 0-2 0,0-1 0 16,-4 1-2-16,0 0 0 0,-6 0-4 15,6-1-4-15,-6 1-1 0,8 1-18 0,-8-1-14 0,0 0-31 0,0 0-30 16,0 0-29-16,5 1-36 0,-5-1-54 16,0 0-68-16,-13 8-222 0,8-8-524 0,5 0 232 0</inkml:trace>
  <inkml:trace contextRef="#ctx0" brushRef="#br0" timeOffset="51755.5">21935 3916 53 0,'5'-6'237'16,"0"2"-13"-16,-1-1-20 0,-3 1-21 0,4 0-21 0,-3 3-20 0,-2 1-24 15,0 0-14-15,0 0-8 0,-12 12-13 0,-8 5-7 16,-10 8-8-16,-11 19-5 0,-23 18-6 0,-5 6-3 16,-1-4-6-16,1 7 1 0,-5-5-7 0,6 4 0 15,4-3-3-15,6-4 0 0,17-20 2 0,1-1-5 16,1-3-2-16,5 0-2 0,1-2 2 0,9-12 2 15,2 4-5 1,-2-4-3-16,2-4 0 0,0 3-3 0,12-9-2 0,-3-1 0 16,1-1-5-16,2-2 0 0,5-3-4 0,0-3 6 15,0 0-4-15,0-1 1 0,3 1 15 0,0-2 8 16,-2-1 1-16,4-2-1 0,-3 3-4 16,0 0-3-16,3-3-2 0,-3 4-3 0,3-4-4 15,0 0-14-15,0 0-15 0,0 0-17 0,-3 2-20 0,3-2-23 16,0 0-57-16,0 0-59 0,0 0-242 0,0 0-457 0,6-14 202 15</inkml:trace>
  <inkml:trace contextRef="#ctx0" brushRef="#br0" timeOffset="52404.59">21640 4424 154 0,'0'0'260'0,"0"0"-24"0,0 0-22 0,-2-3-23 0,2 3-19 15,0 0-19-15,0 0-17 0,9-1-14 16,-9 1-12-16,18 1-12 0,-8 1-10 0,3 0-10 16,1 3-7-16,3 2-9 0,-2 1-6 0,3 0-5 15,-3 2-3-15,1 2-5 0,-2 1-4 0,-3 3-4 16,3-2-4-16,-7 3-2 0,0 1-3 0,-3 0-2 16,-1 0 0-16,-6 2-2 0,-4 4-2 0,-4 0 0 15,-4 0-2-15,-2-3 3 0,-6-1-1 0,0-1-3 16,0-1 6-16,-5-2-6 0,4-3 4 0,-5 0-1 0,2-2 1 15,8-2 0-15,3-2 0 0,0 0 0 0,7-3-3 0,-2 2 3 16,4-4-5-16,2 1 1 0,0 0 10 0,-1-1 10 16,4-1 11-16,2-1 4 0,-5 1-1 0,5-1-3 15,0 0-2-15,0 0-2 0,0 0-6 0,24 0-5 16,-3 0 4-16,-1-2-11 0,2 2 0 0,-2-2-6 16,3-1 2-1,-4 0-2-15,2 2-3 0,-2-3-1 0,1 4-16 16,-3-3-13-16,-3 3-20 0,-1-1-21 0,-3 1-25 15,1-2-33-15,0 1-34 0,-6 0-46 0,1-2-42 16,1 2-212-16,-7 1-482 0,7-6 214 0</inkml:trace>
  <inkml:trace contextRef="#ctx0" brushRef="#br0" timeOffset="52941.11">22340 4590 160 0,'5'-3'266'15,"-5"3"-28"-15,0 0-23 0,5 0-22 0,-5 0-21 16,0 0-17 0,0 0-21-16,0 0-13 0,4 5-9 0,-4-5-10 15,-4 10-7-15,0-5-6 0,-2 4-8 0,-2 0-6 16,-5 0-6-16,1 6-8 0,-5-3-3 0,-4 5-4 0,1-2-4 15,2-3-8-15,3-2-3 0,-2-1 0 16,2 1-1-16,4-5-2 0,-1 1 1 0,3-1 5 0,0-2 7 16,4 1 12-16,0-3 12 0,0 2 24 0,-2-3 23 15,7 0 35-15,0 0 19 0,0 0-21 0,-14-4-9 16,13-2-13-16,1-2-12 0,1-1-14 0,2-2-9 16,-2-6-7-16,8-1-14 0,-4 1-6 0,7 3-2 15,-2-3-10-15,5-6-20 0,-3 12 12 0,-1-3-6 16,-3 6-9-16,2-1 1 0,-1 1-6 0,-4 3-9 0,0 1-4 0,-1 2-4 15,3 1-3-15,-7 1 1 0,21 1-2 0,-10 5-1 16,6 2 9-16,1-1-17 0,-4 1-4 0,3 0 9 16,-3 1 1-16,1-2-2 0,-1 3 2 0,-3-4-2 15,1 2 3-15,-1-3-5 0,-2-1 19 0,1 1-14 16,-1-2 0-16,-3-2 4 0,3-1-1 0,-1 0-1 16,3-1-2-16,-1-2 4 15,-1-3-4-15,0-1-1 0,3 1-1 0,-2-3-1 16,-4 1-2-16,2-2 6 0,1-1-3 15,-3 0-3-15,3-3 3 0,-1 4-5 0,-2-2-21 16,1 3-1-16,-5-4-11 0,2 5-32 0,-1-3-35 0,-1 5-33 16,0-1-38-16,-4 1-53 0,1-2-62 0,-3 4-76 15,2-4-244-15,-1 4-655 0,-1-1 290 0</inkml:trace>
  <inkml:trace contextRef="#ctx0" brushRef="#br0" timeOffset="53203.83">22769 4284 174 0,'4'-4'294'0,"9"2"-14"15,-4 2-11-15,2 0-21 0,2 4-16 0,0-2-19 16,5 2-16-16,-7 0-23 16,0 3-17-16,-1 1-8 15,-1 2-13-15,0 5-13 0,-1 0-8 0,-6 2-12 0,0 0-6 0,-4 2-10 16,-2-1-5-16,0 3-11 0,-2 3-1 0,-2 1-8 15,0-8-9-15,2-1-2 0,1-3-7 0,0-2-7 16,1-1 2-16,1-3-4 0,2-1-3 0,0 1-1 16,1-2-1-16,2 0 2 0,3 0-3 0,8-2-5 15,14 0-27-15,3 0-59 0,5-6-69 16,5 3-104-16,-2-1-322 0,17-5-603 0,-3-3 267 16</inkml:trace>
  <inkml:trace contextRef="#ctx0" brushRef="#br0" timeOffset="54143.36">25390 5029 88 0,'0'0'206'0,"-5"0"-13"15,5 0-1-15,0 0-11 0,-8 2-10 0,8-2-9 16,0 0-8-16,0 0-14 0,-4 3-11 0,4-3-8 15,0 0-7-15,23-2-6 0,-3-1-9 0,12 3-6 16,3-4-12-16,18 1-10 0,0-1 2 0,6 3-2 16,-1-1-2-16,-4 0-9 15,-2 2-4-15,-14 0-7 0,-4 0-5 0,-2 0 0 16,-2 2 1-16,-11 0-14 0,-2-2-3 16,-6 0-2-16,-1 0-7 0,-1 0-6 0,-5 0-12 15,-4 0-10-15,9 0-14 0,-9 0 4 0,0 0-2 0,0 0-17 16,-17 5-22-16,3-3-25 0,-1 3-25 0,-3-3-12 0,5 1-29 0,-1-3-49 15,2 0-149-15,3 0-379 0,1 0 168 16</inkml:trace>
  <inkml:trace contextRef="#ctx0" brushRef="#br0" timeOffset="54844.75">26973 5020 16 0,'0'0'223'15,"0"0"-18"-15,0 0-14 0,5 2-7 0,-5-2-11 16,0 0-8-16,0 0-4 0,0 0-10 0,0 0-6 0,0 0-5 16,0 0-2-16,0 0-14 0,0 0-14 0,5-5-8 15,-5 1-15-15,2-2-6 0,-2 1-9 0,1-4-10 16,-1 1-4-16,1-3-5 0,1-2-7 0,1-3-2 0,0-1-2 16,2 0-1-16,-3 1-6 0,2-2 4 0,-1 3-2 15,1-5-6-15,0 3 0 0,-2 1-6 0,1 4-2 16,-1 1 1-16,2 0 4 0,-1 4 7 0,-1 0 2 15,-1 2-7-15,-1 0-2 0,0 0-6 0,2 1-18 16,-2 4-10-16,0 0-2 0,-13 0 1 0,-2 8-1 16,-11 5 3-16,-5 2-2 15,-2 3 18-15,-14 7 4 0,-2 4-2 0,-3-4-5 16,1 2 0-16,1-1 1 0,0 3 0 0,-1 2-1 16,6-2-1-16,-2-6 1 0,11-5-2 0,4-1 0 15,4-1-1-15,4-3-2 0,5-5 3 0,1 1-3 16,5-5 1-16,3 2 4 0,2-2 7 0,2-1 35 15,-2 0 65-15,3-3 24 0,0 0 32 0,5 0-16 16,-4-5-25-16,4-3-15 0,7-2-22 0,-5-1-5 0,10-4-6 16,-2-2-7-16,4 3-28 0,1-7 15 0,4 1-7 15,-4 5-9-15,-2 1 0 0,4-1-9 0,-5 2-3 0,-1 7-1 16,-2-4-9-16,2 5-6 0,-1 0-3 0,1 1-2 16,-1 4 0-16,3 3-8 0,-1 2-3 15,3 3-5-15,2 4-2 0,-2 1-14 0,5 4 20 16,-6-2-7-16,4 6 11 0,1-3-6 0,1 3 10 0,1-1-11 0,-4-2-2 15,2 2 4-15,-5-6 5 0,7 2-2 0,-5-3-6 16,-1-3-1-16,2 2-20 0,0-2-21 0,-1-2-25 16,2-4-18-16,-3 1-14 0,2-2-22 0,-3-3-20 15,-1 0-20-15,1-1-34 0,-4-1-32 0,2-3-47 0,-1 1-70 16,-2-4-183-16,0 0-575 0,0 1 255 16</inkml:trace>
  <inkml:trace contextRef="#ctx0" brushRef="#br0" timeOffset="55492.9">28025 4686 50 0,'4'-3'300'0,"-3"-1"-29"0,4 0-28 16,-5 4-29-16,3-2-22 0,-3 2-21 0,2-2-24 16,-2 2-19-16,0 0-7 0,0 0-19 0,-10 15-9 15,-3-3-8-15,-3 7-7 0,-9 3-9 0,-3 2-7 16,-13 9 16-16,-2 2-9 0,-2-2-8 0,-1-2-6 0,0-1-4 0,14-10-5 15,0-2-2-15,3 2-9 0,3-5-2 0,7-4-2 16,3 0-5-16,4-6-2 0,3 4-1 16,0-6 1-16,3 1 12 0,-1 0 11 0,3 0 7 15,3-2 5-15,1-2 3 0,-5 3 3 0,0 0-4 16,5-3-4-16,0 0-1 0,14 6 3 0,-4-3-3 0,8 0-8 16,4 3-8-1,-3-1-6-15,11 3-5 0,-1 1-1 0,0 3-4 16,-2 0-4-16,0 2 3 0,-2-3-3 0,0 3-4 15,-1 3 1-15,-1-4-1 0,-4-1-2 0,3 2 1 16,-4-5 2-16,0 3-5 0,-7-4 0 0,3 1 12 16,-4-2-11-16,-4-4-1 0,4 2 0 0,-5 0 2 15,0-5-3-15,-1 4 3 0,-2-3 3 0,2 1 0 16,-1 2 0-16,-3-4-10 0,0 0 2 0,4 1-12 0,-4-1-67 0,5-7-70 16,-5 7-51-16,1-8-47 0,-1 3-77 0,0-2-208 15,0-3-565-15,0 1 250 0</inkml:trace>
  <inkml:trace contextRef="#ctx0" brushRef="#br0" timeOffset="55923.98">28447 4834 43 0,'11'-4'264'0,"1"2"-26"0,-1-1-20 15,-1 2-19-15,2 3-13 0,-3 2-15 0,2 1-12 16,-3-1-16-16,0 7-7 0,-1-4-14 0,1 6-11 0,-2 1-10 16,-6 2-7-16,0 0-10 0,0 3-8 0,-7-3-6 15,-2 4-4-15,0-3-6 0,-2-1-5 0,-1 0-8 16,-2-1-2-16,-2 0 4 0,2 1-10 0,2-7-3 16,1 2 0-16,2-5-1 0,3-2 2 0,1 2 10 0,0-1 19 15,1-3 23-15,0 0 35 0,3 0 43 16,1-2 35-16,-4 3 29 0,4-3-15 0,0 0-19 0,6-12-27 0,3 3-16 31,5-3-15-31,3-1-11 0,6-6-14 0,1-3-11 0,3-1-13 0,2 1-13 0,-2-5-4 0,1 3-11 16,-1 2-7-16,0 3-10 0,-3 2-6 0,-1 2-4 31,-12 7 1-31,-4 1-5 0,1 1-7 0,-4 2-13 16,1 2-22-16,-1-3-31 0,-2 2-23 0,-2 3-39 15,0 0-9-15,0 0 12 0,7 13 26 0,-9-3 5 0,0 6 13 0,-1 1 6 16,-4 0 16-16,4 1-15 0,-2 2 14 0,2-2-1 15,2 2-9-15,1-1-5 0,4 8-20 0,0-10-26 16,1 2-33-16,4-2-35 0,2-3-46 16,0-1-60-16,6-2-355 0,-3-2-679 0,4-5 301 15</inkml:trace>
  <inkml:trace contextRef="#ctx0" brushRef="#br0" timeOffset="56340.3">29569 4645 137 0,'2'-3'286'0,"1"2"-27"0,1-2-28 0,-4 3-21 15,0 0-24-15,3-4-28 0,-3 4-16 0,0 0-12 16,0 0-14-16,-10 16-9 0,0-5-11 0,-9 8-10 15,-4-1-9-15,-7 2-3 0,2 3-9 16,-17 5-4-16,2 3-7 0,1-3-4 0,1 1-2 0,10-8-8 0,1 0-4 16,0-2-2-16,6-1-4 0,2-1-3 0,7-7-3 15,6 1 2-15,-1 0-2 0,2-3 16 0,3 2 0 0,0 0-2 16,2-3 3-16,-2 4 2 0,9-1 3 0,0 1 3 16,2-2-2-16,7 5 2 0,2-1-1 0,8 3-7 15,3 0-1-15,3 0-4 0,-2-2-5 16,5 0-4-16,0 1 4 15,0-2-10-15,-3-1 1 0,-2 0-3 0,1 0 0 16,-9-4-3-16,-2-2 1 0,2 1-2 0,-10-2 0 16,1-2-3-16,3 1-1 0,-9-2 4 0,0 1-1 15,1 0-4-15,0-1 0 0,-5-2 5 0,6 0-4 16,-6 0-41-16,0 0-63 0,0 0-51 0,4-10-37 16,-2 3-58-16,-4 2-264 0,4-2-545 0,0-2 242 15</inkml:trace>
  <inkml:trace contextRef="#ctx0" brushRef="#br0" timeOffset="57526.96">30389 5048 129 0,'0'0'196'0,"0"0"-16"0,0 0-18 0,0 0-14 16,0 0-17-16,0 0-14 0,6-9-7 0,-3 6-9 16,3 1-6-16,-2-1 3 0,0 1-7 0,-2-3-2 0,4 1 0 0,-3 1-2 15,1-1-2-15,0-3-3 0,2 3 1 0,-1-3-7 16,-1 0-4-16,2 0-4 0,-1-3-2 0,2 1-3 16,-2-2-1-16,2 0 2 0,-3-1-2 0,3-3-5 15,0 1 5-15,0-1 1 0,0-2 2 0,-2 3-6 16,1-3-5-16,0-1 0 0,2 1-7 0,-3 0 2 15,1 1-3-15,1-2-8 0,-2 0-3 0,0 6-4 16,-1-1 0-16,-4 3 1 16,1-1 0-16,3 0-4 0,-1 4-2 0,-3-2-6 0,-3 5-15 0,-2-1-13 0,-4 0-6 15,-5 2 0-15,-7 3 0 0,-10 7-1 0,-4-1 5 16,-3 3 0-16,-16 8 1 0,2 2-1 0,-4 1 3 16,1 0 0-16,2 3-2 0,1-2 4 0,1 2 1 15,1 0-2-15,0-1 1 0,8-2 6 0,6-3-3 16,6-6 6-16,0 0-6 15,3-2 3-15,10-1-3 0,5-4 2 0,2 0 3 16,-2 0 1-16,3-2 18 0,5 1 24 0,2-3 34 16,2 0 23-16,-8-3-11 0,3-1-10 0,5-1-8 15,0-3-5-15,2-1-2 0,2-1-6 0,0-1-7 16,1-4 1-16,3 3-10 0,1-1-6 0,1-1-4 16,2 1-1-16,-1 6-10 0,-2-3-1 0,-1 4-5 15,-3 1-7-15,0 0 0 0,1 1-2 0,0 0-10 0,0 4 7 0,-6 0-5 16,16 8 4-16,-6-1-11 0,4 8 2 0,2 4 2 15,0 2 0-15,0 4 6 0,1-1-8 0,-2 0 1 16,3 3 5-16,-3 1-3 0,3 0 5 0,0-2-13 16,0-2 15-16,0-2-6 0,2-3 3 0,-4-3 8 15,-2-2-4-15,2-6 6 0,1 4-5 0,2-4 2 16,-2-2-4-16,2-4 12 0,3 0-24 0,-3-4 2 0,0-1 17 16,1-5-19-16,5-1 5 0,-9 0-6 0,3-1 7 15,-2 0-8-15,-2-2-13 0,1 2-19 0,0-1-19 16,-3-2-35-16,0 4-39 0,-5 1-55 0,-1 1-78 0,-2 0-335 31,2-1-652-31,-4 4 289 0</inkml:trace>
  <inkml:trace contextRef="#ctx0" brushRef="#br0" timeOffset="80159.05">2986 7568 84 0,'0'-7'140'15,"0"7"-13"-15,0-4 6 0,0 0-12 0,0 1-8 0,1-2-4 16,-1 5 1-16,0-6-6 0,0 0 2 0,0 1 0 16,0 1-1-16,1 0-5 0,3 0 1 15,-4-2 3-15,0 2-1 0,0 0 0 0,0-1 0 16,1 3 3-16,-1 2 5 15,0-6-7-15,0 6-7 0,0-4-11 0,3 1-6 0,-3 3-9 0,0 0-7 0,0-4-9 0,0 4-15 16,0 0-16-16,0 0-26 0,0 0-5 16,0 0 3-16,0 0 0 0,0 21 0 0,0-10-1 15,-4 6 2-15,0 9 1 0,2-1 1 0,-1 3 3 0,2-1-3 16,-3 2 0-16,2-1 1 0,2 2 2 0,-2-4-1 16,2-1-1-16,-1-6 2 15,1 1 0-15,0-3 16 0,0-4-2 0,0-1 0 16,1-3 1-16,-2 0-1 0,1-4-6 0,0 2 3 15,0-4 8-15,1 2 32 0,-1-5 26 0,-1 5 45 16,1-3 30-16,0-2 25 0,0 0-9 0,0 0-24 16,0 0-13-16,0-20-15 0,0 6-9 0,0-1-18 15,1-6-15-15,3-4-8 0,0-2-8 0,0-3-13 16,-2-4-12-16,6 3-13 0,-3-2-3 0,4 3-7 0,-1 3 1 16,-2-2-2-16,-1 4-1 0,2 7-1 0,-5 0-1 0,2 2-1 15,0 4 2-15,-1 4 13 0,-2 0-19 0,4 2 1 16,-4 2-5-16,-1-1-3 0,4 0 3 0,-2 2-17 15,-2-1-41-15,0 4-29 0,3-1-16 16,-3 1 10-16,0 0 8 0,9 8 8 0,-5 1 5 0,3 0 10 16,-1 2 2-1,-1-1 8-15,0 5 8 0,1 2 2 0,3-2 3 16,-3 3 9-16,0 0 3 0,1-2 1 0,1-1 1 16,-3-4 5-16,1 0-1 0,1-1 8 0,-1-2-3 15,-2-2 3-15,2-1 1 0,-2 0 4 0,4-1 3 0,-3-3-2 16,3-2 6-16,2-3-2 0,0-1 1 15,8-6 1-15,-4 2-2 0,4-5-1 0,0-6 9 16,0 2-2-16,2-1-5 0,-3-2 3 0,-3 6-1 0,-1-2-1 0,-3 2 5 16,1 0 7-16,-2 2 11 0,-1 4 15 0,-4 0 6 15,2 3 3-15,-2 1-7 0,0 1-10 0,0 1-3 16,-3-1-5-16,-1 4-25 0,4-5-16 0,-4 5 1 16,0 0-1-16,4 15 0 0,-3-5 8 0,-1 6 2 15,-1 2-1-15,-3 11-5 0,0 3 6 0,3-2 2 16,-3 4-2-16,1-3 1 15,3 0 3-15,-1 1-1 0,1 0 7 0,0-5-1 16,0-3 0-16,1-4 1 0,2-2 0 0,-3-3-3 16,1-1 1-16,2-3 3 0,-2-1-2 0,-1-5 2 15,0 3 2-15,0-4 6 0,1 0 17 0,-1 0 15 16,3-1 18-16,-3-3 19 0,0 5 18 0,0-5 7 16,0 0 2-16,0 4 6 0,0-4-1 0,0 0 1 15,0 0 0-15,0 0-11 0,1 3-9 0,-1-3-15 0,0 0-6 16,0 0-2-16,0 0-6 0,0 0-12 0,0 0-15 15,0 0-17-15,0 0-24 0,0 0-32 0,0 0-48 16,0 0-112-16,0 0-80 0,0 0-76 0,0 0-335 0,4-12-747 16,-3 9 331-16</inkml:trace>
  <inkml:trace contextRef="#ctx0" brushRef="#br0" timeOffset="81279.64">3579 7863 10 0,'0'0'188'16,"-4"5"-15"-16,4-5-10 0,0 0-9 0,0 0-9 15,0 0-10-15,0 0-6 0,0 0-11 0,0 0-12 16,0 0-10-16,0 0-7 0,0 0-7 0,15-8-9 15,-5 6-7-15,2 0-5 0,2-5-3 0,0 2-9 16,5 0-4-16,-1-5-7 0,0 0-1 0,3 2-5 0,-2-2-2 0,0-2-3 16,-3 1 4-16,1-1 4 0,-3 0 12 0,0 0 11 15,-4 3 14-15,-1 1 12 0,1-2 10 16,-2 2 10-16,0-1 7 0,-3 1 5 0,-1 4 18 16,1-2 19-16,-4 0 2 0,3 3-16 0,-4-1-9 0,0-2-12 15,0 6-19-15,-4-9-15 0,-2 7-13 0,2-1-12 16,4 3-17-1,-17-2 3-15,6 2-11 0,-2 2-3 0,1 2-3 16,-1-1-13-16,-4 5 2 0,0 1-12 0,0 0-9 0,2 2 0 0,0 1-3 0,4 0-6 0,-1 0-4 16,1 0-8-16,-1 2-1 0,7-3-2 0,1 0-11 15,0 0-7-15,2 0-1 0,4 2 5 0,-1-2 6 16,7 0 2-16,0-2 2 0,6 3 6 0,0-4 4 16,8-1 4-16,4-2 4 15,8-4-2-15,1-2 1 0,0-4-1 0,2-3 2 16,15-3-2-16,-14 2 1 0,-3-2-2 0,13-7 3 15,-14 6 2-15,-2-4-1 0,-5 1 1 0,0-3 4 16,-4 1 0-16,-4 2 6 0,-4 0 16 0,-6 2 27 16,0 8 30-16,-3-3 29 0,-1 2 26 0,-2 0-19 15,1 3-9-15,-4-3-9 0,0 6-10 0,-4-11-17 16,-1 6-5-16,1 4-12 0,4 1-25 0,-19 1 13 0,9 4-12 0,-3-3-2 16,-1 5-8-16,-3 1-6 0,4 1-7 0,0 5-1 15,0-5 0-15,-1 5-16 0,6 0-18 0,-1-4-12 16,4 0-9-16,1 1-4 0,-1 0-6 0,0-1-1 15,4-3 3-15,-2 1 8 0,3-1 9 0,0-3 1 16,4 2 5-16,-3-2 7 0,3-3 4 0,1 0 7 16,3-1 3-16,-2 0 3 15,2-2 2-15,2-2 3 0,3-2 2 16,-2 1 2-16,1-4 4 0,-2 1 6 0,3-3 8 16,-4 2-2-16,1 0 5 0,-2-3-5 0,-1 3 8 0,-2 1 3 15,-1 3 3-15,1-2 2 0,-2 2-3 0,2 0 4 16,-4 2-4-16,3-1-6 0,0 2 1 15,-4 2-9-15,2-3-6 0,-2 3-22 0,0 0-21 16,4-4-28-16,-4 4-2 0,0 0 6 0,0 0 10 0,6 9-4 0,-4-5-7 16,-1 3-1-16,3-2 7 0,0-1 8 0,6 5-14 15,-2-1-10-15,1-3-11 0,1 2-4 0,3-3-2 16,-2 1-4-16,5-4-3 0,-3 1 9 0,0-2 6 16,0-2 9-16,6 1 8 0,-1-3 3 0,-4-1 11 15,4-3 17-15,-9 1 28 0,4 2 28 0,1-7 24 0,-5 6 27 16,-1-6 25-1,-3 3 22-15,1-1 13 0,-1 1 15 0,-1-1 12 16,0 4 18-16,0 0 4 0,-3 0 1 0,2 1-12 16,-2 1-14-16,2 0-13 0,-2 0-13 0,-1 4-13 15,3-4-13-15,-1 2-13 0,-2 2-24 0,0 0-25 16,1-4-27-16,-1 4-17 0,0 0-7 0,0 0-1 16,-1 13 6-16,-1-5 2 0,1 3-7 0,-1 0 14 15,-2 4-7-15,0 2 0 0,-1 1 0 0,1 0 5 0,0-3-3 0,3-2 1 16,0-1 3-16,-2-1-2 0,2-1 3 0,-4-1-3 15,5-2 3-15,0-2 1 0,-3-2 10 0,3 1 2 16,0 1 14-16,0-5 25 0,-1 5 15 0,1-5 14 16,0 0-7-16,0 0-9 0,10-10-9 0,-2 2-4 15,-3 1-4-15,4-4-2 0,1 1-5 0,-4 0-8 16,4 1-5 0,0-1-5-16,-3 4-2 0,0-2-4 0,-1 0 6 0,-1 6-14 15,3-5-14-15,-3 4 12 0,1 2-7 0,1 1-5 16,4 1-16-16,-4 3-17 0,2 4-15 0,0 0-11 15,2 1-33-15,-2 7-31 0,1 0-32 16,-1 1-34-16,0 7-39 0,-4 1-63 0,-2-4-335 0,-2-5-683 16,2-1 301-16</inkml:trace>
  <inkml:trace contextRef="#ctx0" brushRef="#br0" timeOffset="82132.72">3010 8337 192 0,'-10'0'216'0,"-2"3"1"16,6-2-4-16,-2 0-1 16,3 1-10-16,5-2-7 0,-8 0-13 0,8 0-11 15,-7 0-15-15,7 0-15 0,0 0-16 0,-7 2-4 16,7-2-15-16,0 0-7 0,0 0-5 0,-3 1 3 15,3-1-15-15,0 0-3 0,0 0-4 0,0 0-2 16,-6 2-6-16,6-2-4 0,0 0-7 0,0 0-9 16,0 0-4-16,0 0 9 0,0 0-16 0,0 0-5 15,-3 0-4-15,3 0-3 0,0 0-5 0,0 0 1 0,0 0-2 16,0 0-5-16,0 0 3 0,0 0-2 0,0 0-2 0,0 0 0 16,0 0 0-16,0 0-5 0,0 0-4 0,0 0 3 15,0 0 0-15,0 0-4 0,0 0 2 0,0 0 10 16,0 0-9-16,0 0-2 0,0 0-4 0,0 0 4 15,0 0-4-15,0 0 1 0,0 0-2 0,0 0 1 16,0 0-2-16,0 0 2 0,0 0-2 0,0 0 6 0,0 0-1 16,0 0-2-16,0 0 4 0,0 0-2 0,19 4-2 15,-9-3 4-15,2-1-2 0,8-1 0 0,-1 1 6 16,12 0-4-16,6-4-1 0,1 1 0 0,22-3 5 16,8 1-2-16,27-3 1 0,9-4-1 0,2 4 1 15,4-3 6-15,0 1-1 0,9-2 4 0,-4 0 1 16,0 2 6-16,-4 3-5 15,-1-3 1-15,-13 0 1 0,-29 4-5 0,-3 1 15 16,-2-2 6-16,-5-1 6 0,0 3 1 0,-9-2 7 16,-19 2-7-16,0 4-1 0,-9-2 3 0,-8 2 0 15,1-1 9-15,-5 1 5 0,-1 0 3 0,-3 1 8 16,3-1-11-16,-8 1-5 0,7 0 1 0,-7 0-1 16,8-2-8-16,-8 2-13 0,0 0-16 0,9-2-27 0,-9 2-33 15,0 0-44-15,6 0-43 0,-6 0-39 0,0 0-37 0,-14 9-69 16,4-8-378-16,4 0-706 0,-2-1 312 0</inkml:trace>
  <inkml:trace contextRef="#ctx0" brushRef="#br0" timeOffset="83266.66">3889 8947 6 0,'0'-4'263'0,"0"4"-7"16,-1-6-5-16,1 6-8 0,1-5-2 16,-1 5-21-16,0-4-14 0,0 4-26 0,3-2-17 15,-3 2-16-15,0 0-22 0,0 0-16 0,0 0-28 0,0 0-31 16,0 0-16-16,0 0-6 0,0 0 1 0,-3 17-6 15,6-6-1-15,-3 5 0 0,-3 2-4 0,3 1-4 0,0 5 0 16,-1-4-1-16,1-3-1 0,-1 8 2 0,1 0-7 16,-3-5 2-16,3-1 1 0,-1-2-3 0,-2-2 0 15,3 2 0-15,-1-8 0 0,1 1 1 0,-3-3-5 0,2-1 0 16,1 0 7-16,0-3-3 0,0 2 15 16,0-1 26-16,0-4 28 0,0 5 37 0,0-5 40 15,0 4 32-15,0-4 12 0,0 0-24 0,0 0-17 0,-6-21-16 0,3 9-16 16,-1-5-8-16,3-2-15 0,0-8-13 0,-3 0-4 15,4-1-10-15,0-5-10 0,1 1-2 0,2-1-6 16,-2-1-6-16,3-1-7 0,-3 2-3 0,4 3-5 16,-1 0 2-16,1 4-1 0,-1 4-3 0,-1 5 3 15,3 3-4-15,-3 0-3 0,-2 4-5 0,4 0-8 16,-4-1-2-16,3 5-3 16,0-3-4-16,5 4-6 0,-1-1-30 0,3 0-35 15,3 5-29-15,7 1-13 0,-1 3-33 0,6 2-26 16,-1 3-18-16,3 4-22 0,-1 3-29 0,-5 3-30 15,1 0-50-15,-5 3-278 0,-3-7-641 0,-3 1 284 16</inkml:trace>
  <inkml:trace contextRef="#ctx0" brushRef="#br0" timeOffset="83466.69">3995 9346 106 0,'-5'4'211'0,"4"-1"1"0,0 0-3 0,1-3-6 16,-2 3-9 0,2-3-8-16,0 0-3 0,16-3-15 0,-5 3-16 15,7-6-15-15,10 0-14 0,0 0-11 0,2-1-16 0,-1 0-35 16,-3 0-44-16,1 0-54 0,-6 1-72 0,2 1-82 16,-5-2-149-16,0 1-366 0,-4 1 162 0</inkml:trace>
  <inkml:trace contextRef="#ctx0" brushRef="#br0" timeOffset="83651.78">3984 9264 88 0,'-5'1'345'0,"1"0"-7"0,0 2-29 15,4-3-18-15,-5 1-22 0,5-1-26 0,0 0-21 0,0 0-23 0,0 0-22 0,15-11-17 16,6 4-18-16,9-5-30 0,6 3-48 0,1-1-56 15,16-2-57-15,-16 1-68 0,18 2-74 0,-20-1-244 16,15-3-472-16,-10 4 209 0</inkml:trace>
  <inkml:trace contextRef="#ctx0" brushRef="#br0" timeOffset="83952.02">5166 8920 197 0,'-3'-2'365'0,"3"2"-32"0,-1-5-26 0,1 5-31 0,0 0-23 16,0 0-28-16,-3-5-26 0,3 5-24 0,0 0-28 15,0 0-26-15,0 0-13 0,0 0-10 0,-15 14-8 16,7-4-10-16,-2 5-12 0,-4 2-3 0,-3 4-7 15,-3 1-8-15,2-3-22 0,-2 6-14 0,1-1-11 16,1 2-13-16,0-3-18 16,1 1-20-16,3-3-19 0,0-6-18 0,0-2-18 15,1 0-26-15,4-3-26 0,2-3-27 16,0 1-228-16,3-7-442 0,-1 1 196 0</inkml:trace>
  <inkml:trace contextRef="#ctx0" brushRef="#br0" timeOffset="84252.59">4927 8994 184 0,'2'-16'310'0,"1"3"4"0,-3 4 12 0,2 0-2 16,-2-2 9-16,0 5-9 0,3 1-26 16,-6-1-13-16,6 2-37 0,-3 0-33 0,0 4-23 15,0 0-24-15,0-5-29 0,0 5-25 0,0 0-9 16,0 0-18-16,0 0-15 0,15 12 3 0,-7-3-22 0,5 3-8 16,-3 1-2-16,4 3-3 0,0 1-10 0,3 3-1 15,-4-3 0 1,-2-1 0-16,3-1-7 0,-1 0-4 0,1-1-1 15,-5-2 1-15,0 3 1 0,1-3-3 0,-4 0-9 16,0-2 9-16,-3-1-8 0,1-6 1 0,0 6 6 0,1-4-7 16,-5 0-6-16,1-2 7 0,2-1-1 15,0 2-4-15,-3-4 8 0,2 3-8 0,-2 0 8 16,0-3-6-16,0 0 2 0,0 0-7 0,4 2-17 16,-4-2-12-16,0 0-8 0,0 0-16 0,0 0-14 0,0 0-18 0,0 0-25 15,0 0-132-15,0 0-69 0,-9-10-308 0,9 4-670 16,0 0 296-16</inkml:trace>
  <inkml:trace contextRef="#ctx0" brushRef="#br0" timeOffset="84473.19">5378 8797 161 0,'0'0'216'0,"5"4"-11"0,-1-1-6 16,-2 4-12-16,5 2-2 0,-2 2-8 0,0 4-11 15,0 1-9-15,4 3-6 0,-4 6-18 0,2 1-8 16,-5 3-12 0,1-2-7-16,-6 4-12 0,2-1-10 0,-7 1-6 0,3 3-7 0,-8-4-5 15,3 0-4-15,-8-1-17 0,1-1-23 0,-3-2-32 16,-3 0-38-16,-4-4-59 0,1-1-85 0,-6-4-216 16,-3-2-442-16,3-8 196 0</inkml:trace>
  <inkml:trace contextRef="#ctx0" brushRef="#br0" timeOffset="84784">4886 8690 185 0,'-3'-5'287'0,"1"2"-23"0,2 3-26 0,-8-4-20 0,8 4-34 15,0 0-21-15,-14 7-19 0,6 3-11 16,-6 6-15-16,-2 8-12 0,-3 5-12 0,-7 13-13 16,-2 2-6-16,5 3-8 0,1 3 3 0,1-3-18 0,4 3 0 0,4-1-7 15,4-2-3-15,7-13-1 0,0 0-6 0,6-2 5 16,4-3-4-16,3 0-1 0,3-5-4 0,8-2-3 15,1-3-16-15,5-7-29 0,9-2-44 0,14-1-57 0,10-9-68 16,-4-1-230-16,3-5-451 0,3-3 200 16</inkml:trace>
  <inkml:trace contextRef="#ctx0" brushRef="#br0" timeOffset="85269.3">6023 9003 138 0,'0'0'245'0,"0"0"-9"16,0 0-12-16,-5 0-10 0,5 0-10 0,0 0-13 16,0 0-10-16,0 0-12 0,0 0-9 0,0 0-11 15,0 0-5-15,0 0-9 0,0 0-12 0,0 0-15 16,0 0 1-16,0 0-19 0,0 0-9 0,0 0-10 16,0 0-2-16,0 0-8 0,27-3-7 0,-8 2-7 0,-1-4-3 0,5 4-12 15,5 0-23-15,-6-1-17 0,1 0-26 0,-3 0-26 16,8 1-28-16,-6 1-36 0,-4 0-32 0,5-3-38 15,-4 2-244-15,-6 1-474 0,1-3 210 0</inkml:trace>
  <inkml:trace contextRef="#ctx0" brushRef="#br0" timeOffset="85469.77">6101 9118 250 0,'-2'2'246'16,"-1"1"-22"-16,3-3-10 0,0 5-19 0,0-5-19 0,4 3 1 15,1-2-19-15,9-1-14 0,7-1-14 16,11-2-11-16,6 0-36 0,0 3-64 0,-2-4-102 16,1-2-259-16,-1 2-371 0,-2-3 164 0</inkml:trace>
  <inkml:trace contextRef="#ctx0" brushRef="#br0" timeOffset="88757.61">7429 8811 3 0,'-3'-7'224'0,"3"2"-20"0,0 0-13 0,1-2-15 0,3 2-9 15,-1-2-16-15,2 0-15 0,3 2-14 0,2-5-8 16,0 6-14-16,7-3-7 0,-1 6-12 0,2 0-8 16,4 2-6-16,-3 1-4 0,0 4-6 0,2 3-7 15,3 1-4-15,-1 7-2 0,-8-3-11 0,5 3-4 16,-1 3-5-16,-5 2-2 0,-3 1-5 0,-2-5 1 15,-2 1-1-15,-1 7 0 0,-5-1-3 0,-1-6 1 0,-4 1-2 16,1-1-2-16,-3 0-4 0,-1 0 1 0,-3-2 9 0,2-2 4 16,0 2 3-16,-1-10 7 0,3 3 3 0,0-4 12 15,0 4 1-15,3-7 9 0,-1 0 17 0,2 2 31 16,-3-3 27-16,3 0 26 0,2-2-7 0,0 0-16 16,-1-9-25-16,2-1-8 0,3-1 4 0,5-6-20 15,2-6-9-15,2 0-10 16,4 0 6-16,0-2-24 0,0 1-9 15,2 2 0-15,-2 0-4 0,-3 8-8 0,-4 1 3 16,-2 2-6-16,-2 4-3 0,0 0 11 16,-3 3-21-16,2 0-21 0,-2 2-22 0,1-1-27 0,-4 3 7 0,0 0-1 15,0 0 1-15,1 10 2 0,2 0 4 0,-6 0 5 16,-1 4 6-16,1 5 1 0,0-1 3 0,0 7-23 16,2-6-10-16,2 0-19 0,2 2-16 0,2-3-14 0,0 0-37 15,5 0-31-15,3-5-65 0,1-2-233 0,3-5-516 16,3-3 228-16</inkml:trace>
  <inkml:trace contextRef="#ctx0" brushRef="#br0" timeOffset="89242.93">8663 8398 138 0,'0'-3'249'16,"3"0"-16"-16,-3 3-23 0,0-5-16 0,0 5-24 16,0 0-24-16,-3-5-20 0,3 5-16 0,0 0-12 15,-1 15-7-15,-3-2-13 0,-1 1-8 0,0 13-8 16,-3 4-6-16,-6 15-4 0,5 2-5 0,-3 3-4 0,1 0-1 16,2 1-3-16,1-2-7 0,4-2-2 15,0-13-2-15,1 0-2 0,2-1-3 0,-4-2-1 16,5-3-2-16,0-1 0 0,0-3-1 0,-2-6-2 0,0-3-1 0,1 0-1 15,-2-6 1-15,2-2 7 0,-1-2 14 0,-3 1 5 16,2 0 5-16,-1-6 2 0,-3 3 0 0,-3-1-8 16,-1-3-1-16,-1 0-7 0,-7-3-2 0,6 0-3 15,-1 1-2-15,-1-5-1 0,2 0 1 0,1 2-6 16,-3 0-3-16,2-3-4 0,2 4-4 0,1-1-7 16,1 0-12-16,2 1-28 0,0 0-40 0,0 0-41 0,2 0-50 0,0-1-80 15,2 1-157-15,3 0-440 0,-1-2 196 0</inkml:trace>
  <inkml:trace contextRef="#ctx0" brushRef="#br0" timeOffset="89543.43">8339 8865 281 0,'0'0'284'0,"-8"2"-27"0,8-2-26 0,0 0-23 16,0 0-22-16,0 0-14 0,0 0-17 0,34-3-12 0,-3 1-13 0,2-2-14 15,7 0-12-15,14-2-17 0,-3 0-9 0,-12 0-8 16,-2 3-9-16,2 1-4 0,-6-3-4 0,-5 3-8 16,-7-2-4-16,-2 2-7 0,-8 0-13 0,0 1-8 15,-4 1-13-15,-1 0-9 0,-6 0-5 0,6-1-12 16,-6 1-5-16,0 0-8 0,0 0-12 0,-23 2-19 15,6 1-20 1,-1-1 4-16,5 2-27 0,1-3-36 0,0 1-62 16,-1 1-112-16,3-3-351 0,4 0 156 0</inkml:trace>
  <inkml:trace contextRef="#ctx0" brushRef="#br0" timeOffset="89960">9151 8683 168 0,'8'0'223'0,"0"2"-20"0,-1-2-20 0,3 2-12 16,1 1-17-16,-2 2-14 0,2 2-9 0,-3-1-18 0,2 3-2 0,-3 1-8 15,0 2-9-15,2 2-8 0,-5-2-5 0,1 3-15 16,-4-1 2-16,2 1-3 0,-6 1-8 0,2-5-5 15,1 6-1-15,-5-6 0 0,1 1-3 0,2 0-1 16,-2-4-1 0,2-1 0-16,1-2 0 0,-2 1 4 0,1-2 10 15,2-2 17-15,-4 3 29 0,4-5 35 0,-1 3 30 0,1-3 22 16,0 0 7-16,0 0-21 0,0 0-16 0,0 0-19 16,15-17-13-16,-8 7-14 0,4 0-8 0,3-6-10 15,-1 3-14-15,0 0-9 0,-3-1-9 0,3-1-10 16,0 6-4-16,-7-1-5 0,2 6-8 0,-2-3-6 15,0 2 0-15,-2 2-13 0,0-1-7 0,0 4-8 16,-1-3-23-16,-3 3-7 0,6-2-18 0,-6 2-4 16,0 0-4-16,10 7-3 0,-7-2 0 0,0 4-6 0,3 0-15 0,-3 3-22 15,3 1-20-15,-2-1-16 0,3 3-19 0,-1 1-20 16,0-5-25-16,-3 1-36 0,6-2-46 0,-6-4-271 16,3-1-593-16,-2-1 262 0</inkml:trace>
  <inkml:trace contextRef="#ctx0" brushRef="#br0" timeOffset="90192.02">9636 8688 109 0,'1'-3'242'0,"3"-3"-22"0,-2 5-26 0,-2 1-16 16,4-4-9-16,-4 4-12 0,0 0-12 0,12 8-2 15,-6-2-12-15,2 3-12 0,-2 2-5 0,0 5 1 16,-2 0-14-16,0 4-10 0,0 5-5 0,-4-1-7 0,0 2-8 0,-4-1-8 15,-5 3-4-15,1-5-9 0,-5 1-9 0,2-7-8 16,-4 6-9-16,0-3-19 0,-5-2-21 0,1 0-30 16,0-5-27-16,-4 1-49 0,5-8-61 0,-4-2-201 15,3-1-415-15,3-2 185 0</inkml:trace>
  <inkml:trace contextRef="#ctx0" brushRef="#br0" timeOffset="90461.19">9193 8425 180 0,'-13'5'184'16,"-2"4"-9"-16,-2 3-16 0,-4 7-13 0,1 6-13 0,-7 16-14 15,0-2-11-15,1 9-9 0,1 4-6 0,0 0-6 16,4 2-9-16,4-3-7 0,6-7 24 0,7 3-2 16,6-12-3-16,5 0-9 0,8 8-7 0,2-14-4 0,14 9-1 15,11-4-6-15,5-5-18 0,10-7-30 0,5-6-63 16,30-2-113-16,-31-11-192 0,2-6-383 0,-2-5 169 16</inkml:trace>
  <inkml:trace contextRef="#ctx0" brushRef="#br0" timeOffset="91231.83">7415 8218 154 0,'-4'-5'189'16,"4"0"-3"-16,-3 4-12 0,2-3-19 0,-4 0-14 15,5 4-14-15,-1-2-19 0,1 2-24 0,0 0-16 16,0 0-8-16,-7 7-6 0,1 4-8 0,2 3-7 0,-5 14-6 16,3 1-1-16,-7 20-7 0,3 8 8 0,-8 29 4 15,1 0-5-15,1 2-5 0,-1 1-1 0,0 1-1 16,2-2 0-16,-3 1 1 0,4 0 2 0,-2-3 2 16,3-5-1-16,0-24-4 0,4-2-9 0,4-3 1 0,-3-3 1 15,2-13 1-15,-2-5-2 0,3 1-5 0,-4-5 3 16,0-6 1-16,2-2 1 0,-2-3-3 0,-3-3 6 0,-1-2 8 15,-2 0 3-15,-2-3 8 0,-9-1-5 0,-4-2-2 16,1-1 3-16,-2-4 10 0,3-2 12 0,-1 0-1 16,8-1-3-16,2 1-4 0,0-1-4 0,5 1-7 15,0-3-2-15,1 5-4 0,-1 0-6 0,4 0 1 16,-2 0-7-16,2 3-28 0,0 1-33 0,2 1-24 16,-1 2-34-16,4 1-38 15,2 1-37-15,2-4-219 0,2 5-426 0,7-3 188 16</inkml:trace>
  <inkml:trace contextRef="#ctx0" brushRef="#br0" timeOffset="91565.75">6699 10216 96 0,'-4'6'292'0,"-2"-4"-35"0,3 0-27 0,2 0-22 0,1-2-20 15,0 0-16-15,-4 3-21 0,4-3-11 0,0 0-16 16,0 0-11-16,23-3-4 0,0-1-13 0,3 2-10 31,8-9-14-31,2 5-7 0,2-4-1 0,15 3-3 16,-16-3-12-16,-1 4-1 0,-3 0-5 0,-4 1-5 15,-7 0-6-15,-3 3-1 0,-6-1-3 0,-3 1-7 0,3 0-5 16,-8-1 2-16,3 3 0 0,-3 0-6 0,-1-1-17 0,-4 1-10 16,0 0-7-16,0 0-13 0,0 0-21 0,0 0-36 15,-13 12-39-15,5-10-55 0,-2 2-204 0,1-1-422 16,4-3 187-16</inkml:trace>
  <inkml:trace contextRef="#ctx0" brushRef="#br0" timeOffset="92197.15">7642 10328 4 0,'-1'6'198'0,"1"-6"-1"0,0 0 3 0,0 0 7 16,0 0 6-16,-4 2 4 0,4-2 6 0,0 0 6 15,0 0-10-15,0 0-20 0,0 0-19 0,0-13-17 16,0 4-17-16,0-1-13 0,-1-2-15 0,1-1-14 16,-3-5-8-16,3 2-10 15,0-3-12-15,-1 0-6 0,1 2-6 0,-1 0-8 16,0 5-8-16,-2 1 1 0,3 3 2 0,0 1-11 16,0 2 0-16,0 0-11 0,0 1-9 0,0 4-17 15,0-4-15-15,0 4 3 0,0 0 1 0,-16 9-1 16,4 2 3-16,-5 3 2 0,-6 8 1 0,-1 2 0 15,-12 10-2-15,9-7 5 0,-10 11-4 0,-1-4-3 16,-3 1-4-16,4-1 0 0,-3-4-1 0,12-8 2 0,0-2 1 0,0-3-1 16,5-3 5-16,6-4 0 0,2 0 2 0,2-4-4 15,3 0 14-15,2-4 7 0,2 1 22 0,0-2 13 16,6-1 9-16,-12-7 10 0,7 1 1 0,2-3-4 16,2-4-14-16,1-2-6 0,1-3-1 0,5-2-5 15,2-3-8-15,4-1-4 0,-3 8-4 0,1-1 2 16,0 5-8-16,-2 1 1 0,-3 2-10 0,4 3 1 0,0 0-8 0,4 6 1 15,-3 0 0-15,5 3-1 0,3 5-5 0,8 2 4 16,-2 5-1-16,4 0-24 0,0 4-27 0,3-2-35 16,1 3-42-16,5-3-65 0,-3-1-94 0,0-3-264 15,-2-4-599-15,-11-6 265 0</inkml:trace>
  <inkml:trace contextRef="#ctx0" brushRef="#br0" timeOffset="93521.72">7688 8020 127 0,'0'0'166'0,"-15"-6"-8"15,15 6-10-15,0 0-13 0,-4-6-8 0,3 4-3 16,1-2-6-16,-2-1-6 15,0 1-6-15,2 0-3 0,-1-4-7 0,2 1-1 16,1 0-8-16,0-3-1 0,-1-1-6 16,0-1 1-16,1 1 2 0,0-5 1 0,3 0 4 0,-2-1-6 15,-1 0-3-15,0 0-10 0,0-2-3 0,0 2-4 16,0 2-3-16,-1 0-1 0,-1 2-3 0,0 1-10 16,3 2 0-16,-2-2 1 0,0 3 3 0,-1-1-4 15,-1 5-2-15,2-2-3 0,-1 2-1 0,0 3-10 0,0-5-8 0,0 7-12 16,-2-4-3-16,2 4 0 0,0 0-4 0,-22 12-2 15,-2 4 2-15,1-2-1 0,-4 6 1 16,-5-2 2-16,-13 9-2 0,-1 1 0 0,0-1-3 0,-1 1 3 16,1-2 0-16,0-2-2 0,-1-2 3 0,0 0-3 15,12-7 3-15,-2-3 0 0,1-3-1 0,3 0 2 16,5-4 1-16,5-2 15 0,2 2 0 0,1-5 5 0,2 0 12 16,0-5 11-16,8 2 14 0,-7-3 8 0,7-3 10 0,1 1 4 15,-1-9-13-15,6-1-17 0,-1 0 1 16,2 0 3-16,6-6-20 0,0 0 1 0,0 6-3 15,5-1-1-15,-3 4-4 0,-1 3-10 0,1 1 1 16,3 1-4-16,-3 3-10 0,5 3 9 0,-1-2-21 0,0 6 1 16,5 5-5-1,-1 1 15-15,11 10-10 0,0-1-3 0,1 4 1 16,-3 4 13-16,3-1-14 0,-2 1 4 0,1 1-6 16,-1 0 5-16,-1-4-17 0,1 4 5 0,1-6-22 0,-2-2-15 15,-5-4-12-15,2-3-26 0,-1-1-28 0,-1-2-33 0,4-1-36 16,-2-5-41-16,-1-2-298 0,0-1-568 0,1-2 252 15</inkml:trace>
  <inkml:trace contextRef="#ctx0" brushRef="#br0" timeOffset="94455.09">10483 8935 29 0,'0'0'225'16,"-5"-3"-18"-16,5 3-17 0,-5 0-17 0,5 0-12 0,0 0-3 0,0 0-8 0,0 0-8 0,0 0-4 0,0 0-15 16,-7-1-8-16,7 1-9 0,0 0-12 15,0 0-11-15,0 0-4 0,21-4-7 0,-7 2-3 16,5-1-10-16,1-1-5 0,11 1-4 0,1 1-10 16,-4-2 1-1,4-1-4-15,1 2-2 0,-2 0 0 0,0-2 5 16,-2 3-4-16,-10-1 3 0,4 1-9 0,-9 0-3 15,4-1-4-15,-6 2-1 0,-6 0 0 0,3-1-4 16,-4 1 0-16,1 1-4 0,-6 0 3 0,7-2-10 16,-7 2-11-16,0 0-17 0,0 0-21 0,-27 5-26 0,12-2-25 15,-6 3-25-15,-2-2-25 0,4 1-43 0,-1-1-199 16,2-1-415-16,4 1 184 0</inkml:trace>
  <inkml:trace contextRef="#ctx0" brushRef="#br0" timeOffset="94686.49">10552 9174 168 0,'-2'1'298'16,"2"-1"-28"-16,-2 4-27 0,2-4-24 0,0 0-24 15,19-2-14-15,-1-1-22 0,10-2-18 0,0 0-11 16,7-2-14-16,2 2-12 15,3-5-9-15,-5 4-13 0,6 1-6 0,-4-1-6 16,-5 2-10-16,-1 1-9 0,-10 0-17 0,-3 3-21 16,0-1-29-16,-9-2-35 0,-1 3-35 0,2-1-19 15,-6 1-31-15,-4 0-47 0,0 0-172 0,0 0-384 16,-23 4 169-16</inkml:trace>
  <inkml:trace contextRef="#ctx0" brushRef="#br0" timeOffset="102139.8">13199 8318 181 0,'3'-7'220'0,"-3"-1"2"0,1-1-9 16,2 0-7-16,-2-1 2 0,2 0-9 15,-2 2-15-15,-1-3-7 0,1 5-2 0,2-2-9 16,-2 4-9-16,2-1-17 0,-1 1-16 0,-2 4-16 0,3-6-20 16,-3 6-28-16,0-2-9 0,0 2-7 0,0 0 2 0,-3 15-14 15,-2-4-4-15,5 6 0 0,-4 4-5 0,2 5-3 16,-1 1-3-16,-1 3 11 0,4 4-12 0,-1-4-27 16,-2 4-21-16,2-3-33 0,1 3-22 0,-1-1-33 15,-3-2-40-15,5-3-59 0,-2-9-193 0,1 0-445 16,1-4 197-16</inkml:trace>
  <inkml:trace contextRef="#ctx0" brushRef="#br0" timeOffset="102487.83">12834 8865 179 0,'-6'2'277'0,"-2"0"-20"0,8-2-27 0,-6 0-24 15,6 0-21-15,-7 0-16 0,7 0-14 0,0 0-24 16,0 0-11-16,0 0-12 0,30-4-10 0,0 2-4 16,9-4-14-16,22-1-10 15,30-10-4-15,3 4-5 0,2 2-10 0,10-1-4 16,2-5 2-16,5 2 1 0,5 6 2 0,-2-4-8 15,-2 0 9-15,-11 3-4 0,-3 0 1 0,-34 5-3 16,-1-4-1-16,-6 5 7 0,-5 0-11 0,-16 1-10 0,-6 1-5 16,-6 0-6-16,-7 0 1 0,-5 1 0 0,-4 1-4 15,-1 0-2-15,0 0-5 0,-4-2-16 0,-5 2-24 16,8 0-13-16,-8 0-23 0,0 0-29 0,0 0-29 0,-22 14-43 16,8-7-68-16,-8 1-188 0,2-1-457 0,-6 3 202 15</inkml:trace>
  <inkml:trace contextRef="#ctx0" brushRef="#br0" timeOffset="103158.69">12862 9365 5 0,'0'0'256'0,"0"0"-25"0,3-4-29 0,-3 4-21 0,0 0-29 16,0 0-22-16,0 0-12 0,0 0-17 0,0 0-10 15,4 11-10-15,-4-3-10 0,1 1-4 16,-4 3-6 0,2 3-5-16,-4 4-4 0,-4 7-5 0,0 1-7 0,-1-4 0 15,-3 1-6-15,0 0-1 0,3-2-4 0,-3-4-1 16,4-2-2-16,0-3-3 0,-2 0 7 0,-1-1-2 15,5-5 8-15,2-2 4 0,-1 1 12 0,1-2 6 16,0-2 10-16,-1-1 13 0,-2-1 7 0,2-3 1 16,-1-2 14-16,2-5-1 0,0-1-8 0,-1-5-4 15,1-3-5-15,1-8-7 0,3 1-8 0,2-3-5 16,3 0-4-16,2-2 11 0,2 2-28 0,1 1-5 0,1 2-3 0,0 2-6 16,-1 9-4-16,0 1 1 0,-4 3-9 0,4 2 0 15,-3 0-6-15,3 2-3 0,1 4 2 0,1 0-7 16,-1-1-3-16,3 4 3 0,0 4-2 0,6 0 4 15,-1 1-6-15,0 2 0 0,1 2-2 0,-3 1 7 16,3 0-5-16,-2 1-1 0,2-1 2 0,-2-2 0 16,-2 1 3-16,-2-1 0 0,0-5-2 0,-4 2 3 0,-3-1 7 0,-2-2-6 31,4 1-1-31,-6-2 13 0,-2-1-2 0,12-2 1 0,-6-2-3 0,2-4-3 0,-1 0-5 0,1-2 5 16,-1-5-2-16,-1 3-2 0,1-3-3 0,-1-2-1 15,-1-1 4-15,0 2 1 0,-1-2-15 0,3 2-5 16,-5 7-18-16,1-8-18 0,1 9-20 0,-2 2-36 15,-2 0-51-15,2 2-42 16,-1 2-20-16,-1 2-34 0,0 0-235 0,0 0-527 16,9 9 233-16</inkml:trace>
  <inkml:trace contextRef="#ctx0" brushRef="#br0" timeOffset="103521.11">13442 9341 243 0,'0'0'312'0,"8"0"-34"0,-8 0-32 16,0 0-26-16,0 0-24 0,0 0-25 0,5 1-19 15,-2 3-18-15,-2 0-7 0,2 2-16 0,0 2-12 16,1 1-9-16,1 0-8 0,-1 3-7 0,3 1-7 16,-1 1-3-16,0 3-6 15,-2-2-8-15,5 1-1 0,-1-3-7 0,-3-3-6 16,-2-2-2-16,1 0-3 0,-1-1-4 0,1-2-1 15,-2 0 0-15,0-2 43 0,-1 1 33 0,0-1 39 16,-1-3 42-16,4 3 33 0,-4-3 29 0,0 0 12 16,0 0-25-16,5-8-25 0,-1-1-21 0,-3-3-19 15,3-4-18-15,1-5-15 0,2-2-14 0,-3-5-15 0,1-1-14 16,2-3-15-16,-2-2-20 0,3 0-10 0,-3 3-8 0,0 2-15 16,2 0-22-16,0 3-26 0,-3 7-29 0,0 4-36 15,-4 4-46-15,5-1-40 0,-5 3-38 0,1 2-41 16,2 2-51-16,-3 0-55 0,5 0-66 0,-4 2-223 15,3 2-702-15,-4 1 311 0</inkml:trace>
  <inkml:trace contextRef="#ctx0" brushRef="#br0" timeOffset="103790.49">13709 9101 183 0,'-7'-4'300'0,"7"4"-10"0,-4-3-19 0,4 3-20 16,0 0-23-16,-1-4-23 0,1 4-22 0,16-5-16 0,0-2-15 16,12 1-11-16,6-1-10 0,19-2-9 0,8 0-9 0,30 1-7 15,-2-7-7-15,7 1-6 0,-31 9-5 0,27-7-10 16,0 4-8-16,-31 5-7 0,2-1-8 16,-4-3-1-16,-4 5-5 0,-17-1-11 0,0 2 4 15,-7 1-11-15,-9 0-13 0,-2 0-23 0,-6 0-30 0,-2 0-27 16,-6 1-13-16,-1 1 4 0,-3 0 3 0,-2-2-2 0,-12 11-16 15,-1-7-25-15,-6 3-22 0,-9 1-27 0,1-1-43 16,-1 2-221-16,0-1-459 0,1 0 203 0</inkml:trace>
  <inkml:trace contextRef="#ctx0" brushRef="#br0" timeOffset="104176.24">14045 9235 109 0,'-6'-3'276'0,"6"3"-27"0,-5 0-26 0,5 0-23 15,0 0-21-15,0 0-17 0,0 0-17 0,0 0-15 16,0 0-10-16,28 4-14 0,-18 0-10 0,-1 0-13 15,4-1-7-15,-3 3-10 0,2 1-6 0,-2-1-6 0,0 4-4 16,-1 0-7-16,-2 1-4 0,-2 2-4 16,1 6 0-16,-6 2-9 15,-4-3-1-15,-3 8 1 0,-6 1-4 0,-4 1-3 16,-1-3 1-16,-1 2-13 0,-3-7 2 0,8-1 0 16,-1-4-1-16,2-4 0 0,-1 1 2 0,4-5 1 15,2 1 1-15,3-1-1 0,-1-2-3 0,2 0 4 16,0-4-1-16,2 4 6 0,0-2-1 0,2-3 2 15,0 0 1-15,8 3-1 0,3-3-3 0,6 0-3 0,2-3-15 16,9 0-30-16,0-2-45 0,2 1-47 0,-1 1-56 0,0-3-234 16,-2-2-448-16,2 3 198 0</inkml:trace>
  <inkml:trace contextRef="#ctx0" brushRef="#br0" timeOffset="104534.37">14587 9405 180 0,'0'0'350'0,"0"0"-25"0,4-6-26 0,-4 6-32 16,0 0-30-16,1-2-28 0,-1 2-14 0,0 0-28 31,0 0-21-31,0 0-19 0,0 0-16 0,0 0-10 16,2 9-5-16,-4-4-9 0,0 4-9 0,-4 3-8 0,2-1-8 16,-2 3-10-16,-1 1 0 0,-1 1-4 0,2-5-5 15,-2-1-2-15,3-1-3 0,1 0-7 0,0-4-4 0,3 1 1 16,-3-1 0-16,3-1-1 0,-3-2 4 0,3 3 11 15,-2-3 45-15,3-2 34 0,0 0 23 0,0 0-14 16,0 0-16-16,-1-12-11 0,2 7-7 0,3-3-11 0,1-2-9 16,-1 2 2-16,1-2-16 0,0 0-9 15,-1 3-6-15,0 0-6 0,0 0-12 0,-3 4 3 0,4-1-4 16,-1 0-9-16,0 0-2 0,0 2-8 0,-1 0 1 0,-3 2-4 16,13 2-5-16,-6-2-17 0,2 6-21 0,0-2-11 15,2 3-22-15,1 0-23 16,1 3-25-16,0 2-28 0,0-2-32 0,1 2-36 0,-4-3-39 15,7 2-44-15,-12-3-289 0,4 1-635 0,-4-5 282 16</inkml:trace>
  <inkml:trace contextRef="#ctx0" brushRef="#br0" timeOffset="104692.75">14541 9416 216 0,'-5'-1'417'0,"1"-3"-16"15,3 3-25-15,1 1-26 0,-4-5-30 0,4 5-35 16,1-6-32-16,12 1-39 0,8-2-32 0,17-4-32 0,19-1-61 16,34-2-64-16,-27 3-76 0,28-4-96 0,-28 5-118 15,-4-2-205-15,-1-2-508 0,-6 2 225 0</inkml:trace>
  <inkml:trace contextRef="#ctx0" brushRef="#br0" timeOffset="105346.67">16762 8407 47 0,'0'0'60'16,"0"0"0"-16,-9-2-19 0,9 2-33 0,-6-1-44 15,6 1-39-15,-4-3 17 0</inkml:trace>
  <inkml:trace contextRef="#ctx0" brushRef="#br0" timeOffset="105794.71">16744 8349 30 0,'0'0'235'0,"4"-5"-18"16,0 2-24-16,0-1-13 0,1-1-22 0,0 3-15 0,2-1-11 0,4-1-16 16,0-1-11-16,3 2-9 0,-1 3-11 0,1 0-8 15,5 0-11-15,-1 3-5 0,0 3-6 0,4 0-7 16,-3 3-4-16,-2-1-8 0,1 3 1 0,-6 4-6 15,2-1-1-15,-5 4-6 0,4 4-1 0,-5 2 1 16,-4 3-3-16,-7-3-4 0,2 2 2 0,-3-2 0 16,-5-1-2-16,1-4 0 15,-5 2-1-15,1-1 7 0,-1-6 5 0,-1 1 7 16,-1-3 0-16,2 2 7 0,1-7 3 0,2 3 7 16,5-7 4-16,-4 1 9 0,4 1 19 0,-3-3 21 15,4 1 30-15,0-2 29 0,4-1 35 0,0 0-13 16,0 0-23-16,-7-10-17 0,7 3-16 0,3-3-18 0,5-6 2 15,0-1-21-15,6-3-12 0,0-5-6 0,3 1-12 16,5-3-11-16,-3 3-7 0,4-1-12 0,-5 2-6 0,1-2-2 16,-3 6 2-16,-3 5-5 0,-4 6-6 0,-4 1 5 15,0 2-7-15,2 1-3 0,-5 0-4 0,2 0-26 16,-1 1-30-16,-1 0-27 0,-2 3-4 0,0 0 7 16,0 0 7-16,4 12 7 0,-4-1 3 0,-3 1 9 15,2 5 4-15,1 0 2 0,0 3 4 0,0 5 4 16,0-5 1-16,4 3 3 15,5 1 7-15,-3-7 2 0,6 2-7 0,2-2-13 16,9 0-25-16,1-3-45 0,6-2-64 0,9-8-86 16,1-1-315-16,12-5-622 0,2-2 276 0</inkml:trace>
  <inkml:trace contextRef="#ctx0" brushRef="#br0" timeOffset="106364.04">18086 8508 42 0,'0'0'242'0,"0"0"-11"15,0 0-9-15,0 0-8 0,-10 0-6 0,10 0-14 16,0 0-9-16,0 0-11 0,0 0-8 0,0-4-20 0,0 4-17 0,11-7-9 16,1 5-16-16,3-6-7 0,4 3-14 0,9-3-8 15,-1-3-3-15,1-1-10 0,2 0-7 0,-2-1-4 16,-1 1-6-16,1-1-2 0,-3-3-5 0,-3 2-3 16,-3 4-4-16,-5-5-2 0,4 4-2 0,-5-1 12 15,-3 2 11-15,-2 3 12 0,-2-1 8 0,-2 2-3 16,-1 0-8-16,-1 1-7 15,-7 0-10-15,3 3-5 0,-6 0-9 0,-4 2-4 16,-7 2 1-16,0 1-7 0,-2 3-7 0,-5 4 0 16,0 5-4-16,-1-1 0 0,6 1-4 0,1 2 2 15,4 4-5-15,2 0 3 0,1-4 1 0,5 0-1 16,3 6 0-16,5-4-1 0,4 1 4 0,9 3 6 16,7-5-5-16,6-1-6 0,6-4-11 0,5-2-36 15,16-5-53-15,6-2-73 0,5-6-79 0,-3 0-283 0,2-4-578 16,-3-4 256-16</inkml:trace>
  <inkml:trace contextRef="#ctx0" brushRef="#br0" timeOffset="107636.93">18510 8028 126 0,'-4'1'186'0,"-2"-1"-9"16,6 0-14-16,0 0-11 0,0 0-13 0,-9 0-13 16,9 0-10-16,0 0-11 0,0 0-11 0,0 0-3 15,0 0-8-15,0 0-11 0,0 0-5 0,0 0-5 0,0 0-5 0,0 0-7 16,0 0-3-16,0 0-4 0,0 0 2 0,0 0-9 15,0 0-6-15,0 0 1 0,8-7-2 0,-8 7 2 16,0 0-2-16,0 0-2 0,0 0 3 0,0 0-3 16,0 0-1-16,0 0-1 0,0 0-3 0,0 0 0 15,0 0 5-15,0 0-4 0,0 0 0 0,0 0-3 0,0 0-11 16,0 0 2 0,0 0-1-16,0 0 1 0,0 0 0 0,0 0-3 15,0 0 1-15,12-2 2 0,-1 2-4 0,3 0 6 16,6-6-1-16,10 2 1 0,4 1-5 0,4-1 1 15,15-2 0-15,6 0 8 0,-2 0 1 0,1 0-3 16,0 1 7-16,-1 3-6 0,-18-1-1 0,-2 1-3 16,0 0 3-16,-7 0-3 0,-9 1-1 0,-1 0-1 15,-8 1 0-15,1 0-3 0,-3-1 3 0,-2 1-7 0,-2 0 1 0,-6 0 1 16,9 0 0-16,-9 0-4 0,5-2-4 0,-5 2-13 16,0 0-11-16,0 0-22 0,0 0-9 0,-31 3-17 15,21-2-17-15,-1 1-10 0,1-1-20 0,5-1-28 16,-2 0-204-16,0 2-384 0,7-2 170 0</inkml:trace>
  <inkml:trace contextRef="#ctx0" brushRef="#br0" timeOffset="108300.56">19627 7749 45 0,'6'-4'187'0,"3"-1"-13"0,2 2-18 0,1 1 1 16,1-1-12-16,6 3-10 0,-1 0-13 0,1 0-16 0,3 4-10 16,-4 0-6-16,2 2-15 0,1 2-8 15,-6 1-6-15,2 2-8 0,-4-1-2 0,1 2-10 16,-5 2 0-16,-4 0-2 0,-1 3-3 0,-2 0 0 15,-6 3-4-15,-3 5 3 0,-4 0-1 0,-1-3-3 0,-4 0 0 16,-2-1-1-16,4-6-2 0,-5 5 6 16,5-7 3-16,-1-1 3 0,-1-2 2 0,5-3 1 15,-1 1 0-15,7-3 10 0,-4-3 5 0,4 3 11 0,0-2 12 0,1-1 16 0,0-1 29 16,0 1 27-16,4-2 21 0,0 0 15 16,0 0-26-16,0 0-22 0,0 0-11 0,12-17-17 15,-2 5-7-15,8-3-4 0,1-3-17 0,4-3-19 16,2 0-4-16,0-1 0 0,3 1 0 0,-1-1-19 0,-1 4-1 15,-6-1-7-15,3 1 0 0,-10 5-4 16,2 5-4-16,-7-1-3 16,2 5-2-16,-5-1-6 0,-1 1-6 0,0 0-14 15,0 1-11-15,0 0-25 0,0 1-19 0,-4 2-23 16,0 0-3-16,0 0 10 0,2 8 8 0,-4-2 4 16,-1 6 7-16,-3 3 2 0,-2 3 6 0,-1 7 10 15,0 0 0-15,1-1 6 0,2 1 1 0,2-6 7 16,-1-1 1-16,5 3 2 0,0-4 6 0,6 0 4 0,2-1 0 15,1-3-1-15,13 3-13 0,-3-5-33 0,10 0-55 0,-1-1-63 16,9-5-73-16,-1 0-289 0,-4-5-583 0,3 0 259 16</inkml:trace>
  <inkml:trace contextRef="#ctx0" brushRef="#br0" timeOffset="108716.47">20461 7997 137 0,'-10'1'210'0,"1"-2"-3"0,-1 2-7 16,5-1-6-16,-3 0-5 0,8 0-11 0,-10 0-9 15,10 0-11-15,-6 1-4 0,6-1-9 0,-7 0-2 0,7 0-5 16,0 0-3-16,0 0-5 0,0 0-7 0,-9 0-2 16,9 0-15-16,0 0-7 0,0 0-11 0,12-8-11 15,-3 7-2-15,5-3-4 0,5 0-15 0,3 1-6 16,6-2-11-16,2 3 4 0,6-3-8 0,1 1-3 15,14-1 0-15,-11 1-8 0,0 3-2 0,-5-2-2 0,1 0 1 16,-4 1-2 0,-2 0-4-16,-9-1-2 0,-3 3-13 0,-5-2-4 15,-3 0-27-15,2 1-21 0,-6 0-21 0,-2 1-37 16,-4 0-47-16,0 0-25 0,0 0-48 0,0 0-242 16,-19-5-511-16,10 4 226 0</inkml:trace>
  <inkml:trace contextRef="#ctx0" brushRef="#br0" timeOffset="109355.18">21146 8022 126 0,'-6'3'211'15,"3"0"-28"-15,3-3-19 0,-3 1-18 0,3-1-11 0,-4 6-10 16,4-6-10-16,0 0-16 0,0 0 8 0,-3 1-4 16,3-1 2-1,0 0 2-15,0 0 3 0,0 0 12 16,0 0 13-16,0 0 12 0,0 0 13 0,0 0 15 0,0 0-14 16,0 0-5-16,8-11-5 0,1 1-6 0,0 2 10 15,-2-2-2-15,7-4-4 0,-1-1-3 0,0-2-10 16,4-3-14-16,-2-3-6 0,4 1-14 0,0-2-5 15,-6 2-11-15,0 6 4 0,-3 2-5 0,0 0 1 0,-3 4 1 16,0 2-3-16,-3 1-11 0,1-1-6 0,-2 2-18 16,1 2 1-16,-2 1-15 0,1 2-10 15,-3 1-27-15,2-4-25 0,-2 4-27 0,0 0-4 0,0 0 5 0,7 8 12 16,-6 0-4-16,-1 0-4 16,1 5 17-16,-3 4 4 0,3-1 2 15,1 2 10-15,0 2-4 0,-2-1 2 0,4 0 2 16,-2-2 0-16,0 0 0 0,3-2 2 0,-1-3 4 15,-2-2-5-15,4-2 2 0,-2 0 3 0,1-3 10 0,-1 1-1 16,-1-5-1-16,3 2-6 0,4-3 0 0,-2-3 2 16,1 2 2-16,1-9 0 0,0 1 4 0,2-1-3 15,2-4-4-15,-4-1 6 0,4-1-3 0,2-5 4 16,-3 0-1-16,-2 4-4 0,-1 0 2 0,1 0 4 16,-2 2 1-16,-2 5-2 0,-2 1 16 0,0 0 0 15,0 1 2-15,0 2-2 0,-3 2-4 0,0 1-6 16,1-1 2-16,-1 2-6 0,-2 2-6 0,4-3-18 0,-4 3-3 15,0 0-4-15,0 0 5 0,0 0 2 0,3 12-2 0,-3-5 5 16,0 3-6-16,2 1 6 0,-2 1-5 0,2 5-1 16,0-2 1-16,-2 1-6 0,0 3-1 0,5-2-10 15,-5-2-12-15,1 2-29 0,3-1-26 0,0-4-26 16,1 4-45-16,3 0-46 0,3-4-111 0,2-2-188 16,5-2-565-16,0-5 250 0</inkml:trace>
  <inkml:trace contextRef="#ctx0" brushRef="#br0" timeOffset="109802.65">21948 7573 76 0,'6'9'188'0,"-2"-2"-10"16,3 4-10-16,0 5-7 0,-1 1-9 0,5 10-14 16,-1 2-7-16,-3 2-7 0,0 3-7 0,0 12-10 15,0 2-7-15,-9 0-7 0,-1-12-7 0,-2 11-6 16,-6-14-8-16,-4 2-2 0,-11 8 1 0,-3-4-11 15,-7-3 0-15,-5-4-7 0,-6-1-2 0,-4-6-5 0,-5-2-10 0,-2-3-28 16,-4-2-46-16,-28 3-78 0,26-11-263 0,4-6-410 16,-29 0 181-16</inkml:trace>
  <inkml:trace contextRef="#ctx0" brushRef="#br0" timeOffset="110372.72">19856 7556 62 0,'-3'-4'213'0,"3"4"-28"0,0 0-19 0,0 0-13 0,-18 13-9 16,4 1-12-16,-5 6-5 0,1 6-8 0,-5 6-11 16,-4 13-7-16,3-3-4 0,2 6-8 15,3-1-6-15,3 3-4 0,3-5-1 0,8-10-11 0,5 2-2 16,5-3-3-16,6-3-2 0,7 0-6 0,14 6-1 16,8-6-2-16,7-2-5 0,10-4-1 0,2-6-25 15,34 5-52 1,-29-11-89-16,2-7-264 0,31-2-416 0,-33-1 185 15</inkml:trace>
  <inkml:trace contextRef="#ctx0" brushRef="#br0" timeOffset="111574.32">22062 7354 157 0,'4'-2'228'15,"-4"2"-13"-15,4-6-16 0,0 2-10 0,1 1-12 0,-1 0-13 16,4 1-10-16,-1 0-14 0,1 1-14 0,2-1-11 16,2 1-10-16,-1 2-11 0,1 2-10 0,-2-1-3 15,0 3-18-15,-1 2-9 0,-1 0-7 0,-2 1-4 16,-1 3-5-16,-2 2-3 0,-3 4-6 0,-1-2-4 16,-2 3 1-16,-3 1 1 0,-2-2-5 0,-2 0 1 0,0-1-4 15,-2 0-5-15,-1-3 4 0,3-1-6 0,2-1 2 16,-2-7-2-16,1 4-1 0,5-3 1 0,0 0-6 0,3-1 4 15,-3 0-3-15,3-1 2 0,1-3-1 0,0 0 4 16,5 6-4-16,3-5 4 0,7-1-4 0,3 3-12 16,13-3-22-16,-1 3-35 0,1-2-34 0,2 0-35 15,1-1-49-15,-1-2-215 16,1 0-425-16,-3 4 189 0</inkml:trace>
  <inkml:trace contextRef="#ctx0" brushRef="#br0" timeOffset="111936.9">22774 7536 137 0,'-9'13'175'0,"0"-1"-13"16,-8 10-9-16,-8 3-13 0,-11 16-11 0,-2 0-1 0,-23 25-5 15,-2-3-5-15,-3 3-3 0,-2 0 5 0,4-3-5 0,2-2-12 16,19-16-7-16,0-1-7 0,-2 0-10 0,3-2-7 16,6-2-8-16,6-2-3 0,5-8-3 0,5-5-3 15,1 0-1-15,3-2-4 0,1-1-5 0,6-7-3 16,-4-2-5-16,8-3-2 0,0-4 5 0,1-1-2 16,-1 1 3-16,1 0 0 0,2-2 0 0,0-1-1 15,2-3 1-15,-5 5 0 16,5-5-3-16,-1 5 0 0,1-5-3 0,-2 4 0 15,2-4-4-15,0 0-3 0,0 0-2 0,-2 2-14 16,2-2-9-16,0 0-16 0,0 0-18 0,0 0-47 16,0 0-58-16,0 0-63 0,10-9-246 0,-5 4-482 15,4 0 214-15</inkml:trace>
  <inkml:trace contextRef="#ctx0" brushRef="#br0" timeOffset="112360.37">22520 7981 119 0,'0'0'218'0,"3"-7"-25"0,-1 5-14 0,2 0-20 0,-4 2-16 0,11-2-11 15,-6 2-12-15,6 2-10 0,-1 0-17 0,3 0-5 16,0 5-4-16,2 2-4 0,-2 1-12 0,2 1 0 16,-2 2-8-16,-2 2-6 0,-2 0-8 0,-4 1-3 15,-1 2-3-15,-1 1-7 0,-6-2-1 0,-1 2-1 16,-6 3-3-16,-3 3 0 0,-2-2-11 0,-2-4 6 15,-3-1-3-15,6-5 8 0,-4-1 3 0,4-1 2 0,2-3 4 16,2-1-2-16,0 0 0 0,2-1-3 0,-1-2 4 0,4 0-5 16,1-2 4-16,1 2 14 0,1-2 4 0,2-2-1 15,-6 2-3-15,6-2-7 0,0 0-5 0,20-1-13 16,-2 0-19-16,5-1-35 0,5 1-48 16,4-3-54-16,0-4-61 0,1 1-227 0,-3 0-455 0,-1 0 201 15</inkml:trace>
  <inkml:trace contextRef="#ctx0" brushRef="#br0" timeOffset="112861.83">23173 8065 116 0,'0'0'195'0,"0"0"-15"0,0 0-20 15,0 0-13-15,0 0-22 0,-3 16 1 0,2-11-13 16,-3 4-9-16,3-1-10 0,-7 2-8 0,1 5-3 16,-3-3-3-16,-1 4-9 0,-3 0-6 0,1 1-9 0,-7 1 1 15,1-1-9 1,2-6 0-16,-1 1 2 0,4-5 4 0,3 0-1 16,-2 0 8-16,0-1 5 0,-1-3 3 0,3 2 12 15,2-2 7-15,2-2 3 0,0 2 8 0,0-6 5 16,7 3 5-16,-9-4 5 0,4 1-2 0,-1-2-4 15,3-2 0-15,3-2-5 0,2-2 0 0,0 1-19 16,3-6-10-16,0 1-6 0,6-1-2 0,1-2 0 16,2-3-7-16,4 0-1 0,-8 5-14 0,6 0-1 0,-5 4-10 0,0 4 8 15,-2-1-5-15,1 3-4 0,0-1-8 0,-4 3-6 16,2-1 0-16,0 3-11 0,1 1 21 0,-2 1-21 16,2 0-8-16,1 2-1 0,1 3 10 0,1 0-6 15,-3 0-1-15,0 3-1 0,3 1 2 0,-1-3-1 16,-2 2-1-16,4-2 3 0,-3 3 3 0,-1-3 3 15,0 0-5-15,-1-1 3 0,-3-1-3 0,0-2 6 0,0 1 0 0,0-1-1 32,0-1 14-32,-5-1-16 0,11-1 4 0,-6-2-7 0,1-1 0 0,0 0-5 0,2-3 6 0,0 0-4 31,-1-2 0-31,1 0-10 0,0-2-9 0,0 0-21 0,2-2-19 0,-3-2-32 0,1 1-35 0,0-2-32 16,1 2-41-16,-4 5-41 0,2-8-69 0,-3 6-229 15,1 0-582-15,4 1 258 16</inkml:trace>
  <inkml:trace contextRef="#ctx0" brushRef="#br0" timeOffset="113124.78">23607 7756 208 0,'4'-2'250'0,"-4"2"-18"16,13-1-15-16,-8 1-14 0,4 3-17 0,-1 2-5 0,-2-1-28 15,3 2-9-15,1 2-9 0,-3 2-9 0,-2 1-10 16,1 3-11-16,0 2-5 0,-4 2-7 0,-5 2-9 16,0 1-7-16,-3 3-2 0,-1-1-12 0,-1-5-3 0,-1-2-8 15,3-1-4-15,-1-4 4 16,2 0-11-16,1-3-8 0,4 1-2 0,-4-4-4 16,3 2 3-16,1-2 1 0,0 1 0 0,5-1-3 15,7 1 0-15,8 0-2 0,10 1-11 0,7-3-37 0,0 2-56 16,15-2-81-16,-15-4-143 0,16 1-152 0,-2-3-491 15,1-3 218-15</inkml:trace>
  <inkml:trace contextRef="#ctx0" brushRef="#br0" timeOffset="118085.24">25525 8502 73 0,'0'-5'153'0,"-1"-2"-13"0,-1-1-13 15,-4 4-11-15,-2-4-9 0,-5 2-7 0,0 1-2 0,-6-1-6 16,1 4-3-16,-3-3-3 0,-7 3 0 0,5 4-4 15,-5-2-2-15,-4 5-3 0,2 0-10 0,0 4 3 16,-2-2-6-16,3 3-1 0,1 2-5 0,1-4-3 0,1 4-9 0,10-1-1 16,-1 0-6-16,4-1-6 0,-2 2-2 15,6-3-5-15,3 0-1 0,1 1 1 0,-2-2-5 16,5 4-1-16,2-4 4 0,1 1 12 0,3-2 9 0,5 0 20 16,1 3 3-16,3-8 2 0,7 2 4 0,1 0 1 15,9-7 6-15,-3-2 2 0,-6 3 8 0,7-9 6 16,-1-2 8-16,-1-1 14 0,-1-3 3 0,-4-1 9 0,-3-4-10 0,1-5 0 15,-2 1-15-15,1-3-5 0,-4 2-4 0,0-4-7 16,-1 0-5-16,1-3 1 0,-3 0-2 16,6-11 2-16,-11 14 0 0,3-2-13 0,-1 2-10 15,-2 1-1-15,-1 4 1 0,-1 9 8 0,-2 0-10 0,-1 7-3 16,-1 0-8-16,1 1-8 0,0 2-20 0,-1 2-29 16,2 2-54-1,0 0-42-15,-2 3 8 0,0 0 5 0,0 0 17 16,-7 21 5-16,1-4 6 0,-1 6 2 0,-1 5 6 0,1 3 10 15,1-1 2-15,1-2 9 0,3 4-2 16,-1 2 12-16,4 1-3 0,-1-3 10 16,3 0-14-16,-2-3-17 0,3-1-5 0,0 1-20 0,1-3-20 0,0-9-23 0,-2 3-28 15,-2-5-32-15,0-1-36 0,-1-2-65 0,0-5-225 16,-1-1-543-16,-1-3 240 0</inkml:trace>
  <inkml:trace contextRef="#ctx0" brushRef="#br0" timeOffset="118485.35">25732 8306 18 0,'6'0'213'0,"5"1"-5"0,-1 0-16 16,0 2-19-16,2 0-9 0,-1 3-13 0,1 2-11 15,-2-1-9-15,-1 2-14 0,3 4-10 0,-6-1-8 16,3 2-9-16,-4 3-5 0,-2-2-10 0,-1 5-6 15,-2-4-4-15,-2 3-7 0,-2-4-2 0,1 4-9 16,-2-8-2-16,0 2-3 0,4-4 0 0,-3 0 0 0,0-3 4 0,0-1 4 16,4-2 4-16,-1 1 2 0,0 0 14 0,-2-1 20 15,3-3 29-15,-1 4 34 0,1-4 57 0,0 0 10 16,0 0 0-16,0 0-28 0,0 0-19 0,9-13-21 16,-1 3-14-16,3-5-14 0,4-6-14 0,3 2-13 15,0-1-7-15,3-4-10 0,-1 1-7 0,-1 0-8 16,0 4-5-16,-6 5-6 0,-1-2-1 0,-5 7-3 0,2 1 5 0,-5-1-5 31,2 5-7-31,-2 0-2 0,-1 2-17 0,-1-2-17 0,1 0-26 16,-2 1-26-16,-1 3-18 0,0 0 2 0,0 0 5 15,-1 12 7-15,-4-4 4 0,-2 7 8 0,1 4 3 16,-3 6-1-16,5 0 0 0,4 7-10 0,4-1-14 16,5-1-22-16,9 4-30 0,9 4-52 0,6-3-70 15,5-5-137-15,-4-11-282 0,1-5-705 0,19-4 312 0</inkml:trace>
  <inkml:trace contextRef="#ctx0" brushRef="#br0" timeOffset="119566.83">16561 7652 1 0,'-11'1'103'16,"11"-1"-8"-16,-10 8-8 0,3-2-10 0,-1 4-4 0,-4 15-1 15,-1 0-1-15,-1 6-1 0,-5 18-9 16,1 12 6-16,-9 23 6 15,-2 4-3-15,1 0 0 0,3 8 0 0,-3 0 4 16,5 6 0-16,-5-3 1 0,5 0-1 0,0-4-7 16,0-11-3-16,12-25-7 0,-10 20-5 0,10-24-3 15,0-3-3-15,-1-2-5 0,3 1-1 0,1-20-6 16,1 1 1-16,-1-5-5 0,0-5-8 0,2-5-1 0,-2-3 18 16,2-2 17-16,2-2 22 0,-4-1 4 15,3-3 6-15,-4 0 2 0,3-3 0 0,-6-1-3 0,2 0-3 0,-1-1-8 16,0-2-8-16,-4-1-8 0,2-1-4 0,-5 1-3 15,0 0-11-15,2 0-4 0,-1 0-3 0,2 2-9 16,-3 2-5-16,0 3-12 0,0-1-35 0,4 3-23 16,-4 3-30-16,0 1-35 0,-1 0-50 0,6 1-67 15,-2 0-174-15,5 0-439 0,0-2 194 0</inkml:trace>
  <inkml:trace contextRef="#ctx0" brushRef="#br0" timeOffset="119920.75">15650 9883 160 0,'-7'5'265'0,"-1"-3"-23"15,3-2-27-15,1 3-19 0,0-2-19 0,4-1-20 16,-6 3-16-16,2-1-14 0,4-2-16 0,0 0-8 0,-4 4-9 0,4-4-6 16,0 0-2-16,27-4-4 0,-4 2 0 0,10-5 5 15,6 3-6-15,13-6 0 0,3 3-4 0,-4-1-11 16,-1 3-3-16,-10 1-6 0,-1-1-5 0,1 2-6 0,-6-1 3 16,-3 1-9-16,-11 1-7 0,-2 0-3 15,-4 1-3-15,-3 1-1 0,1 0-5 0,-7 0 0 16,3 0-5-16,-8 0-7 15,9 0-19-15,-9 0-10 0,0 0-22 0,8 0-7 16,-8 0-32-16,0 0-31 0,0 0-45 0,0 0-63 16,0 0-200-16,-21 6-454 0,16-6 200 0</inkml:trace>
  <inkml:trace contextRef="#ctx0" brushRef="#br0" timeOffset="120505.39">16855 10010 104 0,'0'0'160'0,"0"0"5"0,0 0 8 0,0 0 7 16,0 0 11-16,0 0 10 0,0 0 10 0,0 0 0 16,0 0-17-16,0 0-18 0,-1-16-18 0,1 10-16 15,-2-5-14-15,2-1-16 0,-2 1-7 16,0-4-12-16,-1-2-9 0,1 2-7 0,0 2-7 0,2 1-1 15,-4 2 5-15,3-1 9 0,0 5-4 0,0 1-3 16,1-2-8-16,-3 2-12 0,3 2-13 0,-2 0-12 0,2 3-20 16,-3-4-9-16,3 4-12 0,0 0-1 0,-13 7 2 0,3 0-2 15,-7 7 4-15,-6 6-3 0,-3 2 4 0,-13 12 0 16,-2 2 4-16,-3 2 2 0,-1-4-4 16,0-2 2-16,-1 2-1 0,0-5 2 0,3-3 2 0,9-6-4 15,2-3 1-15,-1-4 2 0,5-2 1 0,4-1 2 16,-3-2 0-1,5-5 6-15,3 0 17 0,3-1 22 0,3-5 29 16,-1-1 22-16,1-8 7 0,0 2 11 0,2-4-7 16,3-2-7-16,3-2-9 0,0-2-8 0,4 1-11 0,3-1-11 15,6 2-4-15,1 1-11 0,2 2-5 0,2 2-10 16,1 2 9-16,3 4-35 0,-1 0-6 0,3 2-5 16,9 7-7-16,2 1-4 0,-1 4-18 0,2 2-12 15,2 6-8-15,0-1-33 0,3 3-20 0,-3 1-34 0,2-1-42 16,2 2-58-16,8 2-68 0,-16-6-276 0,-1 2-629 15,-2-8 279-15</inkml:trace>
  <inkml:trace contextRef="#ctx0" brushRef="#br0" timeOffset="121576.36">17080 7377 74 0,'0'0'151'0,"0"0"-13"16,0 0-12-16,0 0-12 0,0 0-7 0,0 0 2 15,0 0-3-15,0 0 4 0,0 0-2 16,0 0 4-16,0 0 9 0,0 0 12 0,0 0-1 0,0 0 12 15,0 0-16-15,-2-3-11 0,2 3-13 0,-2-8-9 16,2-1-13-16,0-1-4 0,0-1-9 0,0-1-4 0,0-5-1 16,0 0-4-16,2-3-3 0,0 0-8 0,-1 2 7 0,2-4-13 15,-2 4-1-15,1 1 0 0,1 3-5 0,-3 3 2 16,3 2 1-16,-3 2-3 0,0 0-9 0,0 1 2 31,1 2-7-31,-1 2-17 0,0 2-23 0,0 0-5 16,0 0-3-16,-13 6 3 0,2 7 5 0,-10 8-1 15,-5 6 5-15,-15 10 3 0,0 0 0 0,-4 3 3 0,-6-1 1 16,-21 15 1-16,19-19-1 0,-24 12 0 0,20-18 2 16,-1-2 3-16,2-2-2 0,0 0 2 0,7-10-1 15,16-4 8-15,1-3 8 0,4-4 7 0,5-1 11 0,5 1 10 0,-2-5 15 0,7 0 19 16,0-2 12-16,0-1 18 0,2-3 16 0,2 0-12 16,1-3-2-16,3-5-17 0,1-1-15 15,7-2-12-15,3 0-1 0,3-4-12 0,5 0-12 16,-2 5 9-16,5-3-7 0,-4 8-6 0,3 0-10 15,-1 3-2-15,0 3-5 0,3 2-3 0,0 4-8 16,4 2 3-16,7 6-4 0,2 4-4 0,3 3-24 16,0 2-20-16,12 9-24 0,-2-1-33 0,-3 7-45 15,0 0-68-15,1-3-60 0,-14-4-315 0,6-3-636 16,-4-8 282-16</inkml:trace>
  <inkml:trace contextRef="#ctx0" brushRef="#br0" timeOffset="124415.72">5150 12400 166 0,'-1'-8'232'0,"1"1"-6"0,-3-1-9 0,1 2-16 15,2 3-17-15,0-1-19 0,0 4-17 0,0-6-26 16,-2 3-32-16,2 3-20 16,0 0-8-16,0 0-7 0,-3 20-7 0,-3-3-4 15,3 1-1-15,-1 8-8 0,-2 1-6 0,3 4 0 16,-6 2-4-16,4 0-1 0,0-4-4 0,2 3-5 16,0-4 4-16,0-1-3 0,-2-8 0 0,4 0-3 15,-2-2-3-15,2-2 2 0,-2-3-3 0,3-2-1 16,0 1 2-16,-1-3-3 0,0-3-26 0,1 0-17 15,-1-1-19-15,2 0-17 0,-1 1-11 0,0-5-4 0,1 4-24 16,0 0-18-16,-1-4-168 0,7 0-321 0,-7 0 142 0</inkml:trace>
  <inkml:trace contextRef="#ctx0" brushRef="#br0" timeOffset="124661.4">5103 12874 98 0,'0'0'183'16,"-2"2"-6"-16,2-2-8 0,-4 3-16 0,4-3-16 15,0 0-13-15,0 0-11 0,0 0-10 0,0 0-9 16,23 0-7-16,-4-5-12 0,8 2-2 0,1-2-7 16,8 0 0-16,-2-1 1 0,3 1-6 0,-2 0-3 0,-2-1-9 0,-4 4-6 15,1-2-9-15,-12 3 1 0,0-1-1 0,-6 2-5 16,0-2-6-16,-5 2-15 0,0 0-24 0,-2 0-18 15,-5 0-10-15,10 2 0 0,-9 0 2 0,-1-2 3 16,-5 8-26-16,-2-4-50 0,-2 0-179 0,-3 0-318 16,2 0 141-16</inkml:trace>
  <inkml:trace contextRef="#ctx0" brushRef="#br0" timeOffset="125284.17">5737 12893 59 0,'0'0'166'0,"0"0"-17"0,0 0-29 0,0 0 4 0,0 0-15 16,0 0-15-16,24-9-2 0,-8 4-17 0,4 0 2 15,4-5-11-15,3 2-9 0,0-4-4 0,-3 1-8 0,2-1-3 16,-2 0-7-16,-6 0-2 0,2-3-5 0,-3 5 3 0,-7-4 0 16,4 0 14-16,-6 4 10 0,-2 0 6 0,-2 1 2 31,0 3-2-31,-4-3-5 0,0 4-11 0,-1-1-1 0,-7 2-12 0,-1 2-6 0,-5-1 1 0,-3 3-3 16,-4 3-4-16,-1-1 0 0,1 3-5 0,-7 5-1 15,3 2 3 1,-3 0-10-16,1 2 6 0,0 1-4 0,3 2-4 15,8-5 1-15,0 0-1 0,3 2-2 0,-1-1-4 16,6-4 5-16,3 3-6 0,3-2 4 0,0 2-4 16,2-4 1-16,6 3 4 0,0-1-3 0,8 0 2 15,4-4 4-15,13 0-3 0,2-4 2 0,5-1 2 16,13-6-6-16,3-3-3 0,-3-1 4 0,-1-4-3 16,1-3 0-16,-4-1 2 0,-1-3-1 0,-14 1 2 0,-1 1 12 0,-3-3 12 15,-1 2 11-15,-3-3 21 0,-6-2 19 0,0 1 16 16,-3-2 4-16,-5-4 9 15,-1 2 11-15,-3 2 7 0,-4-3 4 0,-1 4-1 0,-2 4 4 0,1 3 9 0,0 3-9 16,-2 2-11-16,0 4-14 0,1-1-5 0,1 4-18 16,-1-2-15-16,2 3-37 0,-1 0-34 0,0 4-19 15,0 0 4 1,0 0-4-16,-4 15 5 0,0 2 3 0,0 7 0 16,1 2 3-16,-3 2-3 0,1 3 2 0,3 0 1 15,-1 0 5-15,2 1-1 0,0-3-4 0,-1-3-7 16,2-1-21-16,0-7-11 0,0 0-16 0,-1-4-10 15,0 1-23-15,1-3-18 0,0 0-17 0,0-3-21 16,1-1-24-16,-2-5-18 0,1 2-81 0,0-5-141 16,0 0-454-16,0 0 202 0</inkml:trace>
  <inkml:trace contextRef="#ctx0" brushRef="#br0" timeOffset="125531.77">6193 12705 137 0,'-2'4'144'0,"2"-4"-11"16,-2 5 4-16,2-5-2 0,11 2 18 0,1-1-1 16,6 1 0-16,13-2-9 0,2-2-5 0,8-1-16 15,11-6 1-15,3 4-5 0,-1-1-12 0,-3-2-3 16,-14 2-13-16,-1 1-8 0,-8 1-7 0,-5 1-7 16,-8 0-8-16,-1-1-3 0,-2 4-8 0,-4-1-4 15,-2 0-2-15,-1 1 2 16,0-1 0-16,-5 1-10 0,0 0-4 0,0 0-15 15,0 0-15-15,-19 5-24 0,9 0-23 0,-3-2-25 16,-1 2-42-16,1-1-43 0,1 1-233 0,1 0-420 16,2-1 186-16</inkml:trace>
  <inkml:trace contextRef="#ctx0" brushRef="#br0" timeOffset="126364.18">8235 12272 66 0,'13'-1'160'15,"0"0"-6"-15,4 1-15 0,4 1-9 0,-2 4-15 16,7 6-9-16,-8-2-8 0,7 3-12 0,-2 2-12 16,-1 3-8-16,-8-2-7 0,0 0-11 0,0 8-1 0,-6-7-7 0,2 8-5 15,-5-1 4-15,-6 4-7 0,-1-8 3 0,-4 7 4 16,-5-1 0-16,-2-1 9 0,-1-2 0 0,-3 1-1 15,-2-5 2 1,6-3 10-16,-3-4 3 0,1 0-3 0,4-4 4 0,-4 0 0 0,3 0 8 0,3-4 14 0,4 0 23 16,0 1 14-16,1-2 25 0,-1-2-3 0,5 0-7 15,-5-7-13 1,4 2-19-16,3-6-9 0,6-3-2 16,0-3-17-16,5-7-4 0,2 1-11 0,3-4-3 0,3 1-8 15,2-2-11-15,0-1 0 0,12-7-5 0,-12 11-1 16,0 4-5-16,-3 5-4 0,-8 3-2 15,1 2-4-15,-6 3-6 0,0 4-2 0,-1-1 13 16,-1 1-19-16,0 0-22 0,-4 1-16 0,-1 3-1 0,0 0 4 16,10 8-8-16,-8 0 5 0,-2 1 5 0,0 3 2 0,0 5-4 15,0 2 1-15,0-1 12 0,4 7-3 0,-1-4 3 16,4 4-2-16,-1 0-13 0,6-5-14 0,-2-3-20 0,3 0-27 16,2-3-35-16,10 0-50 0,3-4-70 15,-1 0-218-15,5-8-506 0,0-2 224 0</inkml:trace>
  <inkml:trace contextRef="#ctx0" brushRef="#br0" timeOffset="126687.32">8967 12566 120 0,'-5'3'180'16,"0"-3"-13"-16,5 0 1 0,-8 1-6 0,8-1-5 16,-5 1-3-16,5-1-2 0,0 0-15 0,-7 1-11 15,7-1-11-15,0 0-9 0,0 0-11 0,0 0-9 16,19-3-6-16,-6 1-11 0,4 0-4 0,14-1-3 16,-4 0-9-16,6-3-5 0,3 1-4 0,2 1-6 0,15-3-3 0,-1 0-4 15,-1 3-2-15,-11 0-3 0,-3 0-6 0,1 1 2 16,-3 1-2-16,-5-2-3 0,-8 3-3 0,-4-2 1 15,-5 2-3-15,-2 1-2 0,0 0-1 0,-5 0-2 16,0-3-5-16,-6 3 0 0,0 0-15 0,0 0-25 16,0 0-26-16,0 0-34 0,-20 4-26 0,7-3-35 15,4 1-202-15,0-2-389 16,0 1 173-16</inkml:trace>
  <inkml:trace contextRef="#ctx0" brushRef="#br0" timeOffset="127266.26">9914 12630 119 0,'0'7'158'0,"0"-7"5"0,0 4 17 15,0-4 9 1,1 2 7-16,-1-2 1 0,4 1-9 0,-4-1-8 16,9-1-12-16,-1 0-7 0,2-4-11 0,-1-3-12 15,0 1-8-15,5-7-1 0,0 2-4 0,4-2 1 0,1-4-10 16,0-2 1-16,2 1 2 0,-3-2-14 16,0-1-6-16,0-2-6 0,-1 3-9 0,2-2-2 15,-2 1-10-15,1-2-8 0,-1-2 0 0,-3 6-4 16,-7 3 2-16,1 5-2 0,0 5-6 0,-3-3-6 0,-1 4-6 0,-1 0-2 15,0 1-13-15,0 1-15 0,-2 1-13 0,2 1-30 16,-3 2-8-16,0 0 5 0,0 0 0 0,3 10 2 16,-3 0 8-16,0 1 1 0,0 4 3 0,-1 2 1 0,0 2 4 15,0 0 1-15,-1 1 1 0,1 6-1 16,1-9 2-16,1 1 4 0,1-1 2 0,-1 0 1 16,0-6-4-16,3 1 6 0,-2-2 4 0,3-1-2 0,-1-3 7 0,1-1-3 15,2-2 3-15,2 0 7 0,1-3-6 0,2-4-1 16,1-1 3-16,4-3 9 0,1 1-3 0,-1-3 4 15,-2-2 0 1,-1 1-2-16,4-2 11 0,-4-1-8 0,1-1 5 0,-3 3-4 0,2-1-3 0,-6 2 5 16,-1 6-6-16,2-3 4 0,-4 2-1 0,-2 3-7 15,3-1 1-15,-4 1 3 16,1 1-33-16,-3 2-7 0,6-1-11 0,-6 1-1 16,4 8 4-16,-1 1-2 0,2 2 3 0,-4 5-6 15,3 3-15-15,0 6-37 0,0 4-40 0,-4 2-56 16,1-1-73-16,-2-2-275 0,-2-4-576 0,2-7 255 15</inkml:trace>
  <inkml:trace contextRef="#ctx0" brushRef="#br0" timeOffset="127782.9">8304 13032 115 0,'-11'-1'167'0,"3"-1"-7"0,3 2 0 0,5 0-2 15,-9-1-3-15,9 1-8 0,0 0-7 0,-6-2-10 16,6 2-7-16,0 0-14 0,0 0-4 0,0 0-15 16,-8 0-7-16,8 0-4 0,0 0-13 0,0 0-2 15,0 0-7-15,0 0-5 0,0 0-8 0,0 0-4 16,0 0-1-16,0 0-5 0,0 0-3 0,0 0-5 0,0 0-3 16,0 0 2-16,0 0 7 0,0 0 7 0,24 0 7 0,3 0 5 31,6-3-9-31,25-3-2 0,40 3-5 0,4-2-4 0,16 0-2 0,2-2-3 0,17 0-4 0,-2-3 9 0,15 1 6 15,6-2 5-15,3 5-8 0,-3-4-3 16,-3-1 7-16,2-2 7 0,-3 1 4 0,-7 2 4 16,-10-6 1-16,-11 5 5 0,-16 1 22 0,-13-3-8 31,-32 5 7-31,-6 2 4 0,-17 0 7 0,-6-1 1 0,-3 1 18 0,-9 1 10 16,-7 1 22-16,-1 2 10 0,-5-1 2 0,-1 0 2 15,-2 3-12-15,0-2-16 0,-2 0-30 0,-4 2-43 16,0 0-51-16,2-2-71 0,-2 2-76 0,-22 0-65 15,-1 2-60-15,-4 2-91 0,-2-2-310 16,1 2-723-16,6-4 321 0</inkml:trace>
  <inkml:trace contextRef="#ctx0" brushRef="#br0" timeOffset="130456.13">8974 13371 161 0,'2'-4'203'0,"-1"2"-15"16,2-1-17-16,-2-1-18 0,-1 4-14 0,0 0-22 15,3-3-15-15,-3 3-17 0,0 0-16 0,0 0 3 16,0 0-15-16,0 17-5 0,-3-5 0 0,-1 5-9 16,-2 0-5-16,-5 8-6 15,-1-1 2-15,-3 0-4 0,-2 1 1 16,-2-2-2-16,0 2-8 0,1-2-5 0,-1-1 4 15,0-2-4-15,-2-3-2 0,6-3 8 0,2-1 4 0,-1-3 2 16,3-3 3-16,0-1 9 0,0-1 7 0,6-2 19 16,-3 1 17-16,2-6 5 0,-1 1 4 0,0 0 0 15,-1-6-6-15,3 1 3 0,1-3-2 16,0-1-7-16,0-7-1 0,4 2-5 0,0-3-11 16,3-3-2-16,2-3-5 0,0-3-10 0,4 0-1 0,4 0-4 15,-3 2-11-15,-2-1 16 0,3 2-4 0,-3 4-17 16,1 3-3-16,1 4-1 0,-2 0-6 0,-1 3-1 15,-1 2-4-15,1 0-3 0,-1 2-3 16,0 2-5-16,5-1-3 0,-2 4 2 0,1 1-4 0,3 0 3 16,1 3 1-16,4 1-2 0,1 2 1 15,-1-1-2-15,0 4 3 0,4-1-4 0,2 6 7 16,-5-4 0-16,4 2-1 0,-2-4 4 0,-3 1-2 16,2-1 0-16,0-2-2 0,0-2 5 0,-4 1-3 15,-3-2 2-15,6-3 1 0,-6 0-2 0,1 0 2 16,-3-3-2-16,2-3 4 0,-1 1-5 0,-1-1-1 15,1-3 3-15,-3 0-3 0,1-3 0 0,0 2 3 16,0-3-3-16,-2-1-3 0,1 0 2 0,-3 0-6 0,2-1-8 0,-3 4-6 16,2 2-9-16,-4-3-12 0,1 4-17 0,0 2-19 15,0 1-39-15,-3 1-48 0,2 1-38 0,1 0-34 16,-4 3-207-16,0 0-481 0,6 6 213 0</inkml:trace>
  <inkml:trace contextRef="#ctx0" brushRef="#br0" timeOffset="130809.92">9702 13467 56 0,'0'0'217'0,"0"0"-23"0,0 0-21 16,3-2-22-16,-3 2-17 0,0 0-16 0,6 7-7 15,-2-3-8-15,-2 4-11 0,2 1-6 0,0-1-9 0,2 1-8 16,1 1-9-16,-2 0-4 0,-1 1-5 0,1-1-2 16,-1 1-4-16,1-2-7 0,-1 0 1 15,-2-2-9-15,1-2 1 0,-2 0 4 0,2-2 39 16,-2 1 29-16,1-1 26 0,0-1 33 0,-2-2 32 0,1 3 38 0,-1-3 8 16,0 0-27-16,0 0-25 0,8-12-16 0,-3 1-17 15,-4 1-16-15,4-3-13 0,-2 1-14 0,2-5-11 16,-1-2-10-16,3-5-13 0,0-1-8 0,-1 0-25 15,1-3-6-15,-2 1-36 0,1 0-36 0,3 1-31 16,-3 1-26-16,1-1-29 0,-1 12-29 0,-3 2-35 16,3-1-43-16,-1 4-43 15,0 0-56-15,-1 2-213 0,1 1-582 0,-1 2 258 16</inkml:trace>
  <inkml:trace contextRef="#ctx0" brushRef="#br0" timeOffset="131056.4">9891 13280 199 0,'0'0'237'0,"-4"3"-14"15,4-3-11-15,-2 2-14 0,2-2-18 0,0 0-22 16,0 0-5-16,22-5-16 0,-1 0-16 0,11-2-5 16,7 0-12-16,18-3-11 0,3 1-8 0,4 1 1 15,27-5-17-15,-29 7-6 0,0-1-6 0,0 0-8 16,-7 0-2-16,0 2-3 0,-19 0-6 0,-1 3-3 0,-5-1-7 15,-3 3-12-15,-9-3-8 0,-7 5-16 0,-1-4-18 16,-3 2-12-16,-1 0-14 0,-6 0 2 0,0 0-22 16,-2 5-22-16,-9-2-32 0,-5 4-25 0,-3-2-206 0,-3 2-386 15,-2 1 170-15</inkml:trace>
  <inkml:trace contextRef="#ctx0" brushRef="#br0" timeOffset="131387.94">10438 13404 130 0,'0'0'220'15,"0"0"-13"-15,0 0-17 0,12 5-12 0,-5-4-10 0,2 1-14 16,0-1-13-16,1 2-17 0,2 2-17 0,-1 2-7 15,1-1-10-15,-3 3-15 0,-1-2-8 16,-2 4-9-16,3 4-4 0,-7-3-10 0,2 3-7 0,-4 0 1 16,-4 1-5-16,-2 4-3 0,-3-6-7 15,-3 2 0-15,1 0-1 0,0-2 2 0,-1-2-5 16,2-2 1-16,2-2-3 0,0-1 2 0,2 0-3 16,0-3-3-16,1 1 1 0,2-2-3 0,1 0-3 0,2-3 10 15,2 5-5-15,6-5 2 0,7 0-1 0,13-3-22 16,4 0-38-16,5-2-59 0,0-2-84 15,3-2-176-15,10-2-394 0,-16-3 174 0</inkml:trace>
  <inkml:trace contextRef="#ctx0" brushRef="#br0" timeOffset="131911.59">11909 12700 335 0,'-4'-3'315'15,"4"3"-24"-15,-1-4-35 0,1 4-24 0,1-8-26 16,3 5-18-16,1-1-24 0,5-2-16 0,3 0-22 15,5 1-34-15,0 0-42 0,10 0-49 0,1 0-56 16,-1 1-62-16,3 3-76 0,-3-1-148 0,-9 2-367 0,1 0 163 0</inkml:trace>
  <inkml:trace contextRef="#ctx0" brushRef="#br0" timeOffset="132061.76">12002 12843 42 0,'-6'4'226'0,"1"-1"-9"0,3-1-15 16,-1-1-14-16,3-1-19 0,0 0-17 0,18 0-12 0,-1-3-17 16,13 0-9-16,6-1-15 0,3-1-23 0,15-3-47 15,1 1-64-15,2-5-59 0,-2 5-181 0,-1-4-298 16,-3 0 133-16</inkml:trace>
  <inkml:trace contextRef="#ctx0" brushRef="#br0" timeOffset="132428.21">13134 12171 75 0,'3'-9'293'15,"-1"2"-16"-15,0 3-18 0,0-1-31 16,0 0-29-16,0 1-18 0,-2 3-26 0,0 1-19 0,4-4-13 15,-4 4-21-15,0 0-12 0,6 11-6 0,-2 1-3 16,-1 5-15-16,-1 3-7 0,2 9-4 0,-7 3-7 16,3 1-6-16,-3 3-4 0,-5 10-4 0,3-11-6 15,-3 0-1-15,3-1-4 0,-1 0-2 0,-1-2 0 16,2-3-4-16,0 2 0 0,0-7-2 0,2-4-3 16,1-2-4-16,1-3 1 0,-1-4-1 0,2 1 1 15,0-1 0-15,0-5 0 0,0 1-1 0,2 0 4 16,0-3 0-16,-1 1 3 0,3 1 16 0,1-2-2 15,1-1-1-15,0 0-2 0,5-2 0 0,2 2-2 16,6-3 4-16,-2 1-31 0,2-2-31 0,0-2-38 0,-6 2-61 0,7-5-72 16,-4-1-237-16,3-1-478 0,-3 1 211 0</inkml:trace>
  <inkml:trace contextRef="#ctx0" brushRef="#br0" timeOffset="132760.06">12931 12557 2 0,'-8'0'290'0,"8"0"-2"0,-10 0-21 0,10 0-11 15,-7 2-4-15,7-2-13 0,0 0-6 16,0 0-23-16,-8-2 2 0,8 2-41 0,0 0-17 0,0 0-15 16,24-7-13-16,-5 4-12 0,13-2-12 0,8-1-11 15,14-2-8-15,3 1-12 0,2-1 7 0,0 1-24 16,-3-1-3-16,0 2-5 0,-4 1-8 0,-13 2-9 0,-7-2-10 16,-3 2-13-16,-9 2-15 0,-3 1-16 0,-5-3-20 0,-1 3-26 15,-4 0-33-15,-2 0-23 0,-5 0-34 16,0 0-59-16,0 0-257 0,-21 8-516 0,7-4 228 15</inkml:trace>
  <inkml:trace contextRef="#ctx0" brushRef="#br0" timeOffset="143130.4">14053 13022 137 0,'-3'-6'185'16,"3"6"-19"-16,0 0-18 0,0 0-16 0,0 0-18 0,-9 10-8 16,2-4-11-16,-1 3-11 0,-1 5-7 15,-1-2-6-15,-1 3-8 0,-4 4-21 0,3-2-27 16,-2 8-17-16,2-9-36 0,1 3-45 0,2-4-136 0,-1 0-237 0,6-5 105 15</inkml:trace>
  <inkml:trace contextRef="#ctx0" brushRef="#br0" timeOffset="143679.74">14853 12760 181 0,'0'-5'263'0,"0"-4"-13"0,0 4-12 0,-1 0-13 16,1 0-9-16,0 2-16 0,0 3-22 0,0-8-19 15,0 8-10-15,-1-5-25 0,1 5-17 16,0-3-29-16,0 3-8 0,0 0-11 0,0 0-5 0,2 14-7 0,-1-3-9 16,-1 2-1-16,0 4-5 0,-2 3-2 0,-1 4-4 0,1-2 0 15,-1 4-4-15,0-1-3 0,0 3-1 0,0-1-2 16,0-1-6-16,-1-1 1 0,1-6 3 0,2 1-7 16,-2-3 3-16,2 0-2 0,0-5 1 0,-1 0-1 15,1-3-5-15,0-1 5 0,1-2 6 0,-2 0 3 16,1-1 27-1,1-1 24-15,-1-1 47 0,1-3 24 0,0 0 27 0,0 0-2 16,0 0-6-16,0 0-24 0,-7-18-12 0,5 4-14 16,-1-2-15-16,1-4-7 0,2-7-7 0,3 1-8 15,-1-4-7-15,0-1-11 0,2-2-8 0,1-1 0 16,2 0-5-16,4-14-3 0,-3 14 5 0,2 1-12 16,2 0-4-16,-2 2-1 0,0 4-2 0,1 3-3 15,-3 5-8-15,0 5-7 0,-5 2 6 0,3 2 2 16,0 0-5-16,2 2-12 0,-3-1-26 0,4 3-30 0,4 1-28 0,0 1-27 15,-1 4-19-15,8 1-16 0,-3 3-22 16,1 5-11-16,1 1-15 0,2 7-24 0,-4 2-23 16,4-1-28-16,-12-1-253 0,5 7-570 0,0-1 253 15</inkml:trace>
  <inkml:trace contextRef="#ctx0" brushRef="#br0" timeOffset="143861.87">15019 13194 135 0,'-1'2'183'0,"1"-2"-2"15,0 4-1-15,0-4-7 0,6 3-5 0,2-3-17 16,6 0-13-16,-1-2-15 0,8 2-10 0,10-1-12 0,-12-1-19 0,13 2-35 16,0-2-46-16,0-1-50 0,0-3-45 0,-11 2-179 15,0 0-294-15,-2 1 130 0</inkml:trace>
  <inkml:trace contextRef="#ctx0" brushRef="#br0" timeOffset="144030.71">14933 13022 64 0,'-6'-2'260'0,"0"-1"-16"16,-1 3-22-16,7 0-19 0,-6-1-22 0,6 1-17 15,0 0-19-15,13-4-15 0,2 4-12 0,4-3-15 16,9-1-12-16,4-1-31 0,0 5-37 0,5-2-39 15,-5-1-39 1,5 1-52-16,-2-2-198 0,-3-3-331 0,0 3 146 0</inkml:trace>
  <inkml:trace contextRef="#ctx0" brushRef="#br0" timeOffset="144293.67">16053 12753 283 0,'1'-5'268'0,"-1"5"-20"0,3-2-25 0,-3 2-26 16,0 0-23-16,0 0-19 0,0 0-20 0,0 0-14 16,0 0-12-16,-13 13-11 15,4-4-12-15,0 0-5 0,-3 5-10 0,-1 0-3 16,0 2-9-16,-1-3-6 0,-2 8-3 0,-2 0-20 15,6-6-14-15,-6 3-14 0,1 2-17 0,3-6-10 16,1 2-20-16,-2-3-19 0,2-1-9 0,-1-2-50 16,5-4-50-16,-4 0-163 0,3 0-362 0,3-2 161 15</inkml:trace>
  <inkml:trace contextRef="#ctx0" brushRef="#br0" timeOffset="144493.94">15828 12792 37 0,'4'-5'298'0,"-3"-3"-15"0,-1 1-17 0,1 3-30 15,-1 1-28-15,0-2-24 0,0 5-24 16,0-2-19 0,0 2-16-16,0 0-13 0,0 0-12 0,13 7-3 0,-9 0-13 0,4-2-10 0,1 7-9 0,1-1-6 15,1 2-1-15,5 1-8 0,-3 1-3 0,6 5-3 16,-5-4-5-16,6 2-21 0,-1-1-17 0,-6-3-27 16,1 1-28-16,0-2-35 0,0 0-32 0,-5-3-41 15,0-3-227-15,0 1-422 0,3-4 186 0</inkml:trace>
  <inkml:trace contextRef="#ctx0" brushRef="#br0" timeOffset="144732.34">16380 12642 176 0,'0'0'226'0,"0"0"-17"0,12 2-14 15,-7 3-16-15,4 2-13 0,3 5-14 0,1 2-11 16,1 1-11-16,-1 7-11 0,2 2-13 0,-3 3-8 16,-3-1-8-16,-3 5-11 0,-2-2-7 0,-4 3-6 15,-4-2-5-15,-5 3-26 0,-5 1-15 0,-1-2-9 16,-15 11-7-16,-1-9-24 0,4-10-31 0,-10 8-42 16,5-13-38-16,0-1-209 15,-3-6-369-15,-1 0 163 0</inkml:trace>
  <inkml:trace contextRef="#ctx0" brushRef="#br0" timeOffset="145011.41">15842 12591 18 0,'-9'5'188'0,"-5"2"-8"0,-3 5-15 16,-2 6-13-16,-4 5-5 0,-1 4-18 0,2 4-5 0,-9 8-17 0,2 2-9 15,4 5-7-15,0-5-9 0,12-7-12 0,3 0-4 16,5 1-4-16,4-2-4 0,6 0-3 0,5 1-5 16,4-2-6-16,8-3 4 0,5-2-11 0,13 4 4 15,7-6-4-15,5-4-30 0,1-6-52 0,4-6-74 16,1-2-197-16,-1-2-341 0,-2-5 150 0</inkml:trace>
  <inkml:trace contextRef="#ctx0" brushRef="#br0" timeOffset="145396.51">16942 12872 102 0,'0'0'261'0,"-1"-5"-29"0,1 5-21 0,0 0-24 15,9-5-20-15,0 2-15 0,2 0-18 0,7-1-26 16,2 2-41-16,9-1-48 0,0 0-54 0,-1-1-53 15,-1 2-166-15,1-1-273 0,-5 2 122 0</inkml:trace>
  <inkml:trace contextRef="#ctx0" brushRef="#br0" timeOffset="145533.84">16993 12987 97 0,'-5'2'190'0,"0"1"-13"16,5-3-9-16,0 0-13 0,12 3-22 0,2-3-12 15,13 0-46-15,7 0-79 16,-2-2-182-16,5-1-201 0,0 1 89 0</inkml:trace>
  <inkml:trace contextRef="#ctx0" brushRef="#br0" timeOffset="148000.59">18050 12211 197 0,'0'-7'279'0,"0"1"-14"0,3 0-17 16,-2 3-19-16,-1-1-20 0,1 0-23 0,-1 4-24 16,1-6-19-16,-1 6-31 15,0 0-25-15,0 0-13 0,0 0-7 0,2 12-7 16,-4-1-3-16,2 7-8 0,0 2-3 0,0 8-5 16,2-1-1-16,0 4-6 0,1 1-23 0,-2-1-16 15,1 1-24-15,1-1-29 0,-3 0-30 0,0 0-24 16,-1-4-48-16,-4 0-198 0,1-3-387 0,1-7 172 15</inkml:trace>
  <inkml:trace contextRef="#ctx0" brushRef="#br0" timeOffset="148370.54">17760 12876 100 0,'-4'2'256'16,"4"-2"-16"-16,-5 1-14 0,2 1-18 0,3-2-11 15,-6 1-12-15,6-1-15 0,0 0-18 0,0 0-14 0,0 0-11 16,0 0-18-16,0 0-10 0,0 0-10 0,0 0-9 16,19-3-14-16,-1 0-2 0,4-1-5 0,6 1-7 15,8-2-2-15,20-2-9 0,8 0-7 0,37-3 0 0,5 3-7 0,3-1-1 16,7 4-3-16,0-6 3 0,3 3-1 0,14-3-4 15,2 5 0-15,3-2-2 0,-9 0-2 16,-6 2 0-16,-12 1-1 0,-11-2 2 0,-36 4-3 16,-2-1-4-16,1 3 0 0,-12-4-1 0,-16 4-1 0,-6-2-3 15,-9 2 4-15,-7-1-5 0,-1 1 0 0,-3 0-1 16,-2-2-3-16,-3 2-1 0,0-2-12 0,-4 2-29 0,0 0-25 16,-22 0-40-16,-1 2-34 0,-5 1-47 0,-1-1-242 0,1 1-463 15,1 1 206-15</inkml:trace>
  <inkml:trace contextRef="#ctx0" brushRef="#br0" timeOffset="149103.26">17995 13344 193 0,'-1'-3'251'0,"1"3"-28"16,0 0-31-16,-3-2-26 0,3 2-33 0,0 0-32 15,0 0-6-15,0 0-7 0,-6 12-10 0,2-5-11 0,0 3-4 16,-1 2-10-16,-4 2-3 0,0 1-7 0,0 2-3 15,0 0-4-15,-1-3-6 0,-1 1-4 0,0-3 2 0,-1 2-3 16,0-1-2-16,3-4-4 0,-2 0-1 16,2-1 7-16,2-1-4 0,-4-1 8 0,7-2 10 15,0 0 3-15,-1 0 19 0,3-2 17 0,-2 0 27 16,4-2 25-16,-5 2 10 16,5-2-13-16,0 0-10 0,-12-12-9 0,11 5-13 15,-3-5-18-15,4-7-7 0,0 2-10 0,-1-3-1 16,1-5-5-16,5-1-13 0,0-3-2 0,3 0-2 15,-1 5-6-15,0 5-5 0,-1 2 2 0,3 2-6 16,-3 2 0-16,0 4-4 0,-1-2-3 0,-1 6-5 16,-1-3-2-16,4 6-4 0,-5-2 2 0,5 1-3 15,-1 3-5-15,4 0 1 0,0 1-1 0,2 3 8 0,1 0-8 0,-2 3-1 16,7 1-2-16,0 3 1 0,0-3 5 0,-1 4 10 16,-1-3-14-16,1-1 4 0,-1 0 2 0,-1-1-1 15,-4-2-7-15,-1 0 22 0,0-1-14 0,1-3 4 16,-4-1-1-16,2 0-2 0,0-1 0 0,1-3 3 15,1-3-2-15,1 1-3 0,-3-4 4 0,4-2-3 16,0 1-3-16,-3-2 4 0,3-3 5 0,-3 1-5 0,2 0 1 0,-1 3 1 16,-1 0-2-16,-3 1-2 0,2 2-3 0,-4 0-21 15,-1 4-19-15,-2 1-31 0,2-2-36 0,-1 4-30 16,0 0-36-16,-3 2-17 0,9 2-26 0,-4-1-39 16,-1 1-189-16,0 5-480 0,1-2 213 0</inkml:trace>
  <inkml:trace contextRef="#ctx0" brushRef="#br0" timeOffset="149441.74">18531 13343 33 0,'7'0'283'0,"-7"0"-24"0,0 0-26 15,5 1-26-15,-5-1-21 0,0 0-24 0,0 0-19 0,0 0-15 0,4 4-17 16,-1-2-12-16,-1 2-9 0,0 0-6 0,0 0-12 15,1 4-6-15,-1-3-3 0,3 4-9 0,-3-1-5 16,1 1 0-16,1 0-10 0,-2-3-3 16,0 0 0-16,-1 2-3 0,2-5-3 0,-2 3-4 15,1-1-1-15,0-2 3 0,-2-3 22 0,0 3 36 0,0-3 34 16,4 2 46 0,-4-2 38-16,0 0 26 0,0 0-20 0,0 0-23 15,10-15-21-15,-6 5-14 0,1-5-20 0,0-2-10 16,5-3-17-16,2-4-14 0,-2-1-17 0,3-3-28 15,-3 3-14-15,2-3-25 0,0 1-24 0,0 2-24 16,-1 1-14-16,0 2-24 0,-5 7-31 0,1-1-35 0,-1 6-47 16,-1-2-38-16,0 5-43 0,-1-2-52 0,0 3-232 15,1 2-602-15,1 1 267 0</inkml:trace>
  <inkml:trace contextRef="#ctx0" brushRef="#br0" timeOffset="149711.76">18842 13084 213 0,'0'-4'257'0,"3"-1"-26"0,-2 1-18 15,8-1-14-15,5-3-10 0,4 0-15 0,10-1-5 16,9-1-16-16,14-2 3 0,8 5-25 0,3-3-11 31,0 0-11-31,2 0-11 0,-1 4-11 0,-1 1-3 16,-3-3-8-16,-4 4-6 0,-15 1-11 0,-3-2-5 15,-3 5-5-15,-5-2-6 0,-8-1-6 0,-2 1 4 0,-6 2-13 16,-2-1-7-16,1 0-1 0,-7 1-17 0,0 0-23 0,-5 0-26 16,0 0-24-16,0 0-26 0,0 0-34 0,0 0 0 15,-39 2-30-15,22 3-31 0,-1 0-183 0,0-1-405 16,1-1 180-16</inkml:trace>
  <inkml:trace contextRef="#ctx0" brushRef="#br0" timeOffset="150042.14">19107 13271 83 0,'0'0'241'0,"0"0"-22"0,0 0-25 16,0 0-19-16,0 0-16 0,13 4-14 0,-3-3-16 15,3 1-13-15,-1 0-11 0,1 2-14 0,1 1-8 16,-1 1-5-16,2 4-12 0,-4-3-4 0,3 3-12 16,-5-1-11-16,-3 3-1 0,-1-1-11 0,0 3-4 15,-1 2-9-15,-8 0-2 0,3 0 1 0,-5 1-1 0,-1 0 0 0,-2-2-3 16,-3-1 0-16,1 1-3 0,2-1 2 0,0-5-3 16,3-1 6-16,-2 0 1 0,4-4-5 0,-1 3 0 15,3-2-1-15,-3 0-1 0,2-4 4 0,1 2 0 16,-1 1-1-16,2-2 2 0,1-2 6 0,4 4 3 15,1-1-3-15,5-1-3 0,1 4-10 0,5-5-37 16,2-1-50-16,11 0-76 0,-9-3-190 0,2 2-378 0,0-3 167 16</inkml:trace>
  <inkml:trace contextRef="#ctx0" brushRef="#br0" timeOffset="150391.68">19751 13360 329 0,'0'0'301'0,"0"0"-32"0,1-3-28 0,-1 3-29 16,0 0-21-16,0 0-25 0,0 0-20 15,0 0-13-15,0 0-14 0,-6 10-14 0,2-2-6 16,-1 0-11-16,-3 1-7 0,-1 3-12 0,-3 5-5 16,1-5-5-16,-3 5-4 0,1-5-9 0,2 2-5 0,-1-2-6 15,5-4-1-15,0 1-3 0,0-4 0 0,0 0-4 0,4 0-3 16,0-2 4-16,0-1 11 0,1 1 33 0,-1-1 36 15,3-2 27-15,0 0 17 0,0 0-14 0,0 0-5 16,0 0-18-16,1-10-13 0,3 3-9 0,3 1-10 16,2-2-9-16,-2 0-9 0,1 3-8 0,0-2-8 15,1 2-9-15,-2 2-4 0,0-1-4 0,-1-1-8 16,-1 4-3-16,1-1-24 16,2 2-8-16,0 0-27 0,-2 0-9 0,7 3-8 15,-4 0-21-15,0 3-30 0,4-1-36 0,-3 1-41 16,-1 2-44-16,4-2-55 0,-6 3-289 0,4-6-618 15,-3 5 274-15</inkml:trace>
  <inkml:trace contextRef="#ctx0" brushRef="#br0" timeOffset="150643.75">19557 13358 162 0,'-8'-3'334'0,"4"1"-13"0,-1 0-11 0,0 0-13 0,5 2-24 16,-6-3-24-16,6 3-27 0,0 0-28 16,14-7-23-16,5 1-11 0,10 2-16 0,7-2-14 15,19-3-24-15,1 4 11 0,6 0-24 0,0-2-11 16,2 0-7-16,-4 0-11 0,-2 1-1 0,-19 2-9 0,-2 2-1 16,-5-3-14-16,-4 2 1 0,-12 1 2 15,-5 1-8-15,-2 0-20 0,0 0-28 0,-4 1-33 16,-5 0-32-16,0 0-65 0,0 0-60 0,0 0-70 15,-32 5-240-15,14-2-557 0,-1-1 248 0</inkml:trace>
  <inkml:trace contextRef="#ctx0" brushRef="#br0" timeOffset="162784.01">22235 12677 45 0,'0'0'158'15,"-5"1"-13"-15,5-1-23 0,0 0-10 0,0 0-9 0,0 4-6 16,0-4-13-16,0 0-1 0,0 0-9 0,3 6 1 0,-3-6-2 15,6 2 9-15,-6-2-1 0,5 3 7 0,-5-3 10 16,6 1-4-16,0-1-2 0,-6 0 8 0,12-4-2 16,-5 0-2-16,4 0-2 0,4-3-6 0,1-3-1 15,-1-1-5-15,6-6 1 0,0 1-6 0,1-5-1 16,1-1-7 0,0-1-5-16,0-2 1 0,1-1-1 0,-1-2-2 15,-1 2 0-15,0-3-3 0,-2 2 1 0,-1 1 1 16,-1 0 2-16,-2 4 9 0,-1-1 5 0,-7 8 2 15,-2 4 2-15,2 2 17 0,-5 0-20 0,1 4-9 16,-2 1-11-16,1-3-11 0,-1 5-18 0,0-1-21 16,1 1-26-16,-3 2-13 0,0 0 2 0,0 0 1 15,5 8 1-15,-1 2 4 0,-4 2 0 0,2 4 1 0,0 4 5 0,-2-1-2 16,0 1 7-16,0 0 1 0,0 0 7 0,1-1-11 16,-1-1 4-16,1-1 4 0,0-5 1 0,3 1 0 15,-2-4-3-15,0 0 5 0,-1-1 2 0,-1-1 4 16,2-3 0-16,0-1 18 0,2-1 23 0,-4-2 3 15,14 0 7-15,-5-4 0 16,0 1 2-16,2-6-3 0,2 1 7 0,4-6-8 16,-4 2-4-16,3-8 1 0,-3 8-13 0,4-4-1 15,-6 3-2-15,2-4 1 0,-3 5-9 0,-2 3 17 16,-2 1-4-16,0 3-5 0,-2-3 1 0,0 4-9 16,0-1-4-16,1 1-16 0,-3 3-18 0,0-1-23 15,-2 2 13-15,0 0-12 0,5 7 0 0,-3-2 7 16,1 0-1-16,1 9 6 0,-3 0 1 0,1 2-2 15,0 1-7-15,3 3-8 0,-3-2-12 0,1 4-30 0,5-2-23 0,-2-1-35 16,2-2-40-16,1 0-40 0,4-3-46 0,-3-2-247 16,2-5-554-16,3 1 245 0</inkml:trace>
  <inkml:trace contextRef="#ctx0" brushRef="#br0" timeOffset="163253.04">23483 12436 72 0,'0'0'252'0,"-6"-2"-11"0,6 2-21 15,0 0-15-15,0 0-18 0,0 0-13 0,0 0-17 16,0 0-16-16,0 0-16 16,0 0-10-16,0 0-10 0,0 0-10 0,0 0-7 15,0 0-2-15,0 0 5 0,0 0-5 0,0 0 1 16,0 0 1-16,0 0 0 0,-6-1-4 0,6 1-2 15,0 0-2-15,0 0 10 0,0 0-21 0,0 0-7 16,0 0-7-16,0 0-3 0,0 0-4 0,0 0-5 16,0 0-7-16,0 0-3 0,0 0-7 0,0 0-4 15,0 0 1-15,0 0-2 0,0 0 4 0,0 0-12 0,0 0-2 0,0 0-4 16,0 0 6-16,0 0-2 0,0 0-2 0,0 0-1 16,0 0 2-16,0 0-3 0,0 0 2 15,0 0-4-15,0 0 0 0,0 0 3 0,0 0-3 0,0 0 5 16,0 0-6-16,15-3 2 0,-9-1-5 0,7 3 5 15,5-2 3-15,1-2-2 0,2 2-2 0,8-3-3 16,3-1 0 0,0 0 4-16,6-1 3 0,1 2-3 0,-4 1 5 0,3-2 1 15,-6 0-5-15,1 5-1 0,-4-3 4 16,-6 2 11-16,-3-1-12 0,-4-1-3 0,-3 5-6 16,-4-1-17-16,-2 1-18 0,0-2-21 0,0 2-21 15,-2-2-22-15,-5 2-12 0,0 0-27 0,0 0-20 0,-17 4-26 16,4-3-20-16,-1 0-40 0,-4 4-175 0,0-2-451 15,1 0 199-15</inkml:trace>
  <inkml:trace contextRef="#ctx0" brushRef="#br0" timeOffset="163469.62">23735 12287 242 0,'0'-11'278'0,"0"0"-2"0,1 1-4 15,1 2 3-15,-4-1-6 0,2 6-18 0,2-4-22 0,-2 4-23 16,0-1-23-16,0 4-24 0,1-5-23 0,-1 5-28 15,0 0-13-15,0 0-22 0,0 0-3 0,3 19-12 0,-5-1-5 16,1 5-6-16,1 6 2 0,-1-2-5 16,1 4-2-1,1-2-8-15,-2-1 2 0,1 5-33 0,0-4-37 0,0 3-49 0,-4-3-49 0,3-2-50 0,-2-1-74 16,0-7-212 0,2-4-505-16,0-4 225 0</inkml:trace>
  <inkml:trace contextRef="#ctx0" brushRef="#br0" timeOffset="167007.47">24507 11935 25 0,'0'-9'198'15,"0"5"-10"-15,0 0-2 0,0-1-10 0,0 1-9 0,0 4-12 16,0-5-16-16,0 5-15 0,1-6-17 0,-1 6-14 16,0 0-7-16,0 0-11 0,0 0-7 0,0 0-8 15,-1 20-6-15,0-8-8 0,-2 6-5 0,3 0-1 16,-4 9-4-16,3 1-6 0,-3-2-1 0,0 3-4 16,-1-1-3-16,0 2 2 0,1-4-1 0,-1 3-2 15,1-2-3 1,-1 0-2-16,1-8-5 0,-1 6 3 0,2-7-5 0,1-1 2 15,-3 0 0-15,3-5 0 0,0-2-4 16,2 0 1-16,-2-1 0 0,2-3-4 0,0 0 3 0,-2-1-1 16,1-1-1-16,0 0 3 0,1 1 3 0,0-5-4 15,0 5 2-15,0-5 4 0,0 4 18 0,2-2 5 16,-2-2-1-16,8 3-2 0,-1-2-4 0,1-1-1 16,4 0-4-16,-2 0-19 0,3 0-25 0,0-1-30 0,1-3-42 15,-1 1-51-15,3 0-60 0,-4-4-155 0,2 2-388 16,-1 0 173-16</inkml:trace>
  <inkml:trace contextRef="#ctx0" brushRef="#br0" timeOffset="167207.79">24295 12215 178 0,'0'0'267'16,"-8"-1"-25"-16,8 1-24 0,0 0-21 0,0 0-21 16,0 0-16-16,22-11-18 0,-3 6-13 0,11-1-15 0,2 3-13 15,6-2-9-15,10-4-37 0,6 6-33 0,-3-5-42 16,-2 4-52-16,3-1-60 0,-19 0-180 0,-1-2-337 16,-1 5 149-16</inkml:trace>
  <inkml:trace contextRef="#ctx0" brushRef="#br0" timeOffset="168526.02">25198 12094 2 0,'0'0'191'15,"4"-4"-7"-15,-2 1-15 0,0 1-10 0,-2 2-15 16,3-3-17-16,-3 3-12 0,0 0-12 0,0 0-16 15,0 0-8-15,0 0-4 0,0 0-8 0,0 0-4 16,5 8-9-16,-7-1-9 0,0-1-2 0,-3 5-5 16,0-3 0-16,-2 6-5 0,2 0-7 0,-4 3 1 0,-1 1-4 0,-3 3-2 15,-1 1 1-15,0-2-2 0,0-4-4 0,1 0 2 16,-1-3-6-16,1-1 4 0,0 4-3 0,1-6 4 16,2-2 4-16,1 0 1 0,-4-2-1 0,4-1 3 15,0 1 4-15,0-4 6 0,-1 1 8 0,3-3 11 16,-1 0 8-16,8 0 5 0,-16-3 0 0,8-4 5 15,1-1-7-15,-1-1-4 16,-1-6 4-16,5-2-5 0,0 3-10 0,0-6-1 16,2 3-2-16,4-4-5 0,2-3-4 15,2-1-6-15,0 7-1 0,-1-2-4 0,4 3-1 16,1-2 0-16,-3 5-11 0,-1 3 1 0,2 1-2 0,-1 1-1 16,0 1-4-16,1 0 2 0,-2 4-5 0,4-3 3 15,-1 4-6-15,0-1-1 0,2 3 1 0,1 1-4 16,3 1 2-16,3 1-3 0,1 2 0 0,-2 1 3 0,6 3-3 0,-3 0 2 15,7 1 1-15,-5 3 1 0,-2-5-1 0,1 2 1 16,-2 0-1-16,1-2 3 0,0 2 2 0,-4-3-3 16,0-1 0-16,0-1-1 0,-2-2 0 0,-1 1 1 15,0-3 1-15,-2-3 3 0,2 1-5 0,1-3 0 16,-5-2-4-16,4-1-3 0,-3 1 1 0,-1-3-3 16,4-1-1-16,-2 0-5 0,0-3-2 0,-3 1-4 0,3-1-8 15,-4-2-3-15,-1 6 0 0,2 0-6 0,-3-2-2 0,2 2-9 16,-6 3-11-16,3 0-24 0,-3 2-31 0,3 1-44 15,-1 3-25-15,-3 1-213 0,3-2-429 16,-3 2 189-16</inkml:trace>
  <inkml:trace contextRef="#ctx0" brushRef="#br0" timeOffset="168964.87">25736 12191 44 0,'0'0'203'0,"0"0"-17"0,0 0-24 15,0 0-17 1,0 0-11-16,0 0-20 0,0 0-6 0,9 12-13 0,-5-6-8 0,-3 3-7 0,3 3-2 0,1 1-9 31,0 1 4-31,-1 1-16 0,1 1-4 0,-2 1-4 16,2-1-3-16,-4-5-5 0,2 0-7 0,-2 0-3 15,4-1-3-15,-5-3 0 0,0 0 1 0,0 0 13 0,1-4 14 16,-1 2 26-16,0-1 14 0,3-1 27 0,-3-3 41 16,1 4 28-16,-1-4 41 0,0 0 23 15,0 0 21-15,0 0-30 0,0 0-26 0,4-12-17 16,-3 0-26-16,3-5-18 0,0-3-17 0,1 2-15 0,4-2-8 0,-1-6-16 15,1-3-14-15,1-2-13 0,0 3-15 0,2-3-23 16,0 1-20-16,-1 1-16 0,0 1-12 0,-1 3-8 16,1-1-36-16,-6 9-11 0,1 3-26 0,-1 2-32 0,0 2-25 15,-1 0-33-15,-1 4-40 0,-1 0-35 16,2 1-28-16,1 1-28 0,0 2-280 0,-1 1-638 16,-4 1 282-16</inkml:trace>
  <inkml:trace contextRef="#ctx0" brushRef="#br0" timeOffset="169265.57">25957 11971 36 0,'-5'-1'227'16,"5"1"-7"-16,-8-1-10 0,8 1-14 0,-6-1-10 0,6 1-13 15,0 0-8-15,0 0-12 0,0 0-10 0,0 0-17 0,-7 1-8 16,7-1-12-16,0 0-9 0,0 0-6 0,25-4-13 15,-6 3-10-15,-1-1-5 0,10-1-9 0,4-1-5 16,3 1-4-16,2-2 4 0,2 2-12 16,12-4-4-16,2 3-3 0,-1-3-4 0,-13 4-1 0,12-2 0 15,-17-2-3-15,1 2 0 0,-6 2-4 0,-8-2-4 16,-5 3 1-16,-2 0 1 0,-2 0-6 0,-2 1-2 16,-4-1 2-16,-1 2-7 0,1-2-28 0,-6 2-13 15,0 0-18-15,0 0-11 0,0 0-25 0,-17 5-13 16,6 0-30-16,-2-1-26 0,-3 1-221 0,4 0-413 15,-5 0 183-15</inkml:trace>
  <inkml:trace contextRef="#ctx0" brushRef="#br0" timeOffset="169644.16">26296 12146 278 0,'-3'2'288'0,"3"-2"-28"0,0 0-18 15,0 0-25-15,0 0-21 0,0 0-21 0,0 0-19 16,14 2-17-16,-7-1-14 0,2-1-14 0,-1 3-12 16,3-2-6-1,-5 2-17-15,1 1-9 0,-3 1-7 0,3 0-10 0,-2-1-8 16,-3 5-8-16,-1-2-6 0,0 2-6 0,-3 4-4 15,-2-4-6-15,-4 5 1 0,2-1-5 0,-5 1 6 16,-1 1-4-16,2-3-2 0,1 0 1 0,1-5-5 16,-1 4-1-16,1-6-1 0,2 6 1 0,1-6 1 15,-3-1-1-15,6 1 2 0,-1-2 0 0,-1-1-1 16,4-2 5-16,0 7 18 0,0-7 4 0,9 3 3 0,4-3 0 16,0 2-5-16,7-4-2 0,0 1-1 0,2 0-9 0,5-2-13 15,5-3-23-15,-4 2-32 0,3 0-55 16,0-2-55-16,-3 0-87 0,1-4-175 0,-3-3-458 0,-10 5 203 15</inkml:trace>
  <inkml:trace contextRef="#ctx0" brushRef="#br0" timeOffset="169882.72">26899 11816 13 0,'0'-4'323'0,"0"4"-29"0,0-7-26 16,0 7-29-16,0-3-28 0,0 3-24 0,0 0-12 0,13 8-18 0,-2 4-12 16,6 6-14-16,1 7-9 0,0 2-5 15,-3 4-15-15,4 12-4 0,-1 1-11 0,-8 4-6 16,-5-2-9-16,-5 4-5 0,-5 0-8 0,-5 0 0 16,-8 1-19-16,-6-2-16 0,-4-5-15 0,-7 1-10 0,-3-1-11 15,-8-4-22-15,-6-2-29 0,-22 10-50 0,20-17-59 16,-5-4-276-16,3-4-485 0,1-6 215 0</inkml:trace>
  <inkml:trace contextRef="#ctx0" brushRef="#br0" timeOffset="170599.04">22507 11966 118 0,'0'0'149'0,"0"0"-22"0,-16 10-12 0,5 0-10 15,-10 7 0-15,-1 5 0 0,-2 6-12 0,-10 11 9 16,1 8-12-16,1 5-6 0,-5 21-2 0,10-22-2 16,1 3-5-16,1-1-7 0,6 1-6 0,3 0 3 15,5-5 2-15,7-3-7 0,4-10-4 0,4-2-9 16,4-1 1-16,7-3-6 0,4 1-5 0,6-7-1 0,14 8-13 16,7-6-37-16,8-1-65 0,0-5-116 0,5-3-98 15,-6-7-316-15,1-4 140 0</inkml:trace>
  <inkml:trace contextRef="#ctx0" brushRef="#br0" timeOffset="181305.45">27755 12335 154 0,'0'0'230'0,"0"0"-17"16,-4-3-12-16,4 3-19 0,0 0-10 0,0 0-13 15,0 0-12-15,0 0-10 0,0 0-18 0,0 0-7 16,0 0-14-16,0 0-9 0,0 0-10 0,8-7-8 16,1 4-9-16,1 1-2 0,2-5-9 0,3-1-7 0,2 2-1 0,-1-2-3 15,9-4-4-15,-3-1-4 0,4 2-3 16,-1-4-1-16,1 3-6 0,-3-2 0 0,0-2-7 0,-2-1 2 15,2 3 3-15,-8 0-7 0,-1 0-1 0,-2 1-1 16,0-1-3-16,-7 4 6 0,1 0 4 0,-1 3-3 16,-4 0-2-16,-1 1-5 0,-2 2-4 0,-4-1-2 15,-7 2 2-15,-6 3-7 16,-7 3 3-16,-4 2-3 0,-3 4 3 0,-2 2-6 16,2 4 1-16,-3 1 1 0,2 3-1 0,3 1 1 15,4 2-3-15,-1-1 3 0,8 1-2 16,3 2 3-16,5-1 0 0,6 0 0 0,6-4 3 0,4 0 1 15,7 4-5-15,10-4 1 0,7-5 1 0,7-1-5 16,16 1-28-16,4-9-43 0,-3-2-58 0,7-3-68 16,-7-7-177-16,1 2-412 0,-5-8 183 0</inkml:trace>
  <inkml:trace contextRef="#ctx0" brushRef="#br0" timeOffset="181853.37">28050 11834 24 0,'-5'0'204'0,"-1"0"-9"15,6 0-10-15,-10 2-18 0,10-2-13 0,-8 0-8 16,8 0-14-16,0 0-10 0,0 0-6 0,-6-2-16 0,6 2-5 0,0 0-3 16,0 0-2-16,0 0-11 0,32-3-1 0,-16-2-9 0,7 4-9 15,7-3-4-15,2 1-4 0,2-3-12 0,-2 1-4 16,4 0-3-16,-6 0-3 0,-2 1 0 15,-6 2-5-15,-3 1-4 0,-6 0 0 0,1-1-1 0,-5 2-4 16,0-1-1-16,0 0-2 0,-4 1-2 0,-5 0-4 16,9 0-6-16,-9 0-9 0,0 0 1 0,0 0-10 0,0 0-5 15,0 0-16-15,0 0-13 0,-13 5-21 0,6-3 4 16,-1 0-21-16,0 2-6 0,3-1-12 0,1 0-13 16,-2 0-29-16,2 0-133 0,-1-1-306 0,5-2 135 15</inkml:trace>
  <inkml:trace contextRef="#ctx0" brushRef="#br0" timeOffset="182222.69">28855 11590 50 0,'4'-5'265'0,"-1"0"-10"0,-2 1-13 0,3 0-18 15,-3 1-19-15,2 1-22 0,-3 2-21 0,1-4-19 16,-1 4-16-16,4-3-17 0,-4 3-12 0,0 0-10 16,0 0-1-16,1 13-17 0,-1-1-8 0,-1 0-6 15,-3 6-6-15,0 7-5 0,-1 2-8 0,-3 2 0 16,-2 0-9-16,1 1 0 0,0 2-3 0,-1-1-2 16,1-1-3-16,-2-2-1 15,3-1-1-15,0-5-1 0,3-4-1 0,-1-2-4 16,3-4-2-16,1 0 2 0,0-2-3 0,2 0-4 15,-3-3 6-15,1 0-3 0,1-2 0 0,2 0 2 16,-2 2 0-16,2-4-4 0,4 2 8 0,-3-1 1 16,5-2-4-16,-1 1-1 0,1 1 1 0,3-1-1 15,3-2-4-15,-2 0-8 0,2-2-16 0,0 2-28 16,6-3-29-16,-2 0-32 0,-3 1-31 0,3-3-54 0,-5 1-207 0,-1-1-432 16,-1-3 193-16</inkml:trace>
  <inkml:trace contextRef="#ctx0" brushRef="#br0" timeOffset="182407.68">28675 11889 72 0,'-10'0'287'0,"10"0"-14"0,-4-3-29 0,4 3-25 0,0 0-25 15,13-6-22-15,-3 2-16 0,6-3-16 0,4 3-25 16,7-1-39-16,2 0-45 0,-1 1-49 0,-5 0-56 31,4-4-69-31,-9 3-148 0,4-3-315 0,-4 2 139 0</inkml:trace>
  <inkml:trace contextRef="#ctx0" brushRef="#br0" timeOffset="182824.33">29123 11379 35 0,'7'-4'230'0,"0"0"-23"15,-1 0-19-15,0 4-20 0,0-3-16 0,1 3-20 16,-7 0-8-16,13 3-20 0,-7-3-6 0,1 2-11 15,-2 5-11-15,-1 1-10 0,-2 1-7 0,1 6-6 16,-3-1-5-16,-3 3-1 0,-1 6-9 0,-3-5 1 16,-5 5-5-16,5-6 0 0,-1-1-3 0,-2 3-1 0,1-5 2 0,2-3-5 15,2-1-3-15,0-2-4 0,1 0-2 0,0-1 2 16,2-2-3-16,1-1 0 0,-1 0 0 0,1 0 34 16,2 1 25-16,4-1 15 0,7-2 3 0,2 0-4 15,5-1-8-15,12 1-6 0,-1-4-11 0,2 0-5 16,-1 1-2-16,1 0-4 0,1-2 2 0,-1 1-3 15,-2-1-3-15,-2 0-7 0,-12 2-3 0,-2 1-3 16,-1-3-3-16,-3 2-4 0,-2 0-2 0,-3 1 0 16,-5 0-11-16,9-1-11 15,-3 0-26-15,-6 1-40 0,4-3-53 0,-4 3-46 16,0 0-24-16,0 0-79 0,0 0-187 0,0 0-487 16,0 0 215-16</inkml:trace>
  <inkml:trace contextRef="#ctx0" brushRef="#br0" timeOffset="189337.77">29525 12225 194 0,'0'0'275'0,"1"-4"-22"0,2 1-21 0,-3 3-18 0,4-3-17 0,-4 3-22 0,1-5-20 0,-1 5-15 32,4-2-19-32,-4 2-13 0,0 0-13 0,0 0-11 15,0 0-11-15,11 7-7 0,-6-3-4 0,-2 2-12 16,2 2-6-16,-1 0 2 0,1 3-12 0,-1 1-6 15,0-3 2-15,1 6-5 0,0 2-1 0,-1-2-14 16,1 0 3-16,-1 1-2 0,0-1 3 0,0-4-4 16,0 0-4-16,-2-1 4 0,2-1-2 0,-3-2-3 15,1-4 9-15,-2 4-3 0,2-5 32 0,0 3 35 16,-2-5 38-16,0 5 41 0,0-5 10 0,0 0-8 16,0 0-22-16,14-17-8 0,0 3-17 0,-1-6-18 0,2-1-10 0,2-4-5 15,1-4-19-15,-4-1-1 0,8 0-16 0,-4-2 14 16,6-11-26-16,-9 11-19 0,4 3-4 0,-4-2-9 15,2 1-3-15,0 4 2 0,-6 4-3 0,-2 4 0 16,-1 3-7-16,0 5-10 0,-1 1-14 0,-3 0-18 16,0 2-19-16,0 2-28 0,-3-1-29 0,3 2-37 15,1 1-28-15,0 3-20 0,-5 0-13 0,9 3-31 0,-4-1-234 0,-1 2-532 16,0 0 235-16</inkml:trace>
  <inkml:trace contextRef="#ctx0" brushRef="#br0" timeOffset="189653.69">30034 11965 238 0,'0'0'244'15,"0"0"-11"-15,0 0-14 0,-5-3-16 0,5 3-14 16,0 0-15-16,0 0-16 0,-3-3-12 0,3 3-12 15,0 0-14-15,13-2-13 0,-2-1-11 0,12 1-8 0,9-2-9 16,4-1-9-16,16 0-9 0,2-1-4 0,6-2-7 0,0 2-5 16,31-5-3-16,-35 5-1 0,4-4 6 0,0 3 0 15,-6-5-8-15,-2 7 0 0,-16-2-4 0,-7 2-6 16,1 0 1-16,-12 2-2 0,0-1-5 0,-9 1 2 16,2 2-1-16,-5 0-6 0,1 0-2 0,-3 0-12 15,-4 1-15-15,7 0-18 16,-7 0-26-16,0 0-23 0,0 0-24 15,-19 4-29-15,4 3-21 0,-2-3-44 0,-1 0-212 16,2 3-441-16,-1-1 195 0</inkml:trace>
  <inkml:trace contextRef="#ctx0" brushRef="#br0" timeOffset="190138.61">30373 12085 225 0,'0'0'245'0,"-6"1"-9"0,6-1-22 15,0 0-20-15,0 0-19 0,0 0-22 0,0 0-13 16,0 0-13-16,0 0-14 0,22 1-11 0,-12 0-14 15,3 1-11-15,0 0-3 0,1 0-9 0,-1 2-9 16,6 0-2-16,-3 3-7 16,0-2-10-16,0 1-1 0,-6 0-6 15,3 4-4-15,-4-3 1 0,0 5-11 0,-5 0 0 16,-2 3-3-16,-3 1-3 0,-3 4 4 0,-6 3-2 0,-3 2-1 16,-8-3-1-16,1 0-1 0,-5-1-3 0,1-1 5 15,-1-3-7-15,0-2 1 0,3-1-1 0,4-3-3 16,4-3 3-16,0 0 1 0,3-3-3 15,3-1-2-15,0 0 3 0,3 0 2 0,1-2 19 0,0 1 1 0,1 0 8 0,3-3 3 16,-2 4 11-16,2-4 3 0,9 2 10 16,-2-2 2-16,7 0-3 0,1-1-2 0,3 1-3 15,1-1-3-15,11-3-5 16,-9 1-3-16,7 0-9 0,2 1-3 16,-2 0-4-16,1-1 1 0,-1 0 0 0,-7 2-4 0,-1-1-5 15,-2-2 9-15,-5 4-21 0,0 0-16 0,-2-1-24 16,2 0-23-16,-3 1-41 0,-2-3-40 0,-2 3-43 15,3-1-70-15,-5-3-220 0,0 2-507 0,0 2 225 16</inkml:trace>
  <inkml:trace contextRef="#ctx0" brushRef="#br0" timeOffset="190808.1">31517 12154 93 0,'5'0'171'0,"-5"0"-13"0,0 0-17 16,0 0-20-16,0 0-11 0,0 0-7 0,0 0-13 16,-7 11-5-16,4-4-6 0,-2-3-7 0,0 6 0 15,-4-2-16-15,1 2-7 0,-5 2 7 0,-2 0-3 16,2 1-7-16,-1-1-1 0,-2-1-6 0,-3-2 5 15,2 4 1-15,0-6-2 0,-1 3-7 0,2-5 4 0,-3 2 2 16,7-4-1-16,-1 1 1 0,1-4 3 0,1 3 14 16,0-2 10-16,3 0 13 0,2-1 16 0,-2-2 6 0,3 2 2 15,-4-4 1-15,5-7-2 0,0 2 4 16,-1-3 1-16,3-1-6 0,2-1-10 0,2-1-3 16,2-2-14-16,1 1-6 0,3-1-14 0,3 0 9 15,-2 2-15-15,2 1-9 16,1 0-4-16,-3 3-3 0,0 2-2 0,0 4-10 15,0-2-1-15,0 2 0 0,1-2-10 0,-1 4-1 16,0 0-4-16,-1 2-1 0,2 1-2 0,3 0 10 16,-2 2-11-16,-2 0-1 0,4 1-6 0,1 1 6 15,2-1 1-15,0 4 2 0,-2-2-2 0,1-2 1 16,-2-1 5-16,4 3-8 0,-6-1 10 0,5-1-5 16,-4-3-1-16,1 3 1 0,0-5-8 0,1 1 9 0,1-2 2 0,-4-1-3 15,3 1-2-15,-3-2 0 0,0-2-3 0,1 0 1 16,1-5 4-16,-3 4-6 0,-1 1 14 0,0-2-18 15,-1 1-12-15,1 0-9 0,-3 1-6 0,-2 3 11 16,1 1-25-16,-1-1-34 0,-1 1-45 0,-2-2-47 16,-1 5-34-16,6 0-12 0,-6 0-40 0,0 0-204 15,3 10-497-15,-3-5 221 0</inkml:trace>
  <inkml:trace contextRef="#ctx0" brushRef="#br0" timeOffset="191671.95">32231 12265 122 0,'2'-1'285'0,"-2"1"-17"16,5-6-21-16,-5 6-21 0,1-4-21 0,0 2-18 15,-1 2-23-15,0 0-21 0,-5-5-18 0,5 5-12 0,-14-2-12 0,3 1-10 16,-2 0-9-16,-6 1-12 0,-2-2-5 16,2 5-7-16,-4-2-7 0,4 2-3 0,1 0-4 0,-1-1-5 15,2 0-6-15,-1 5-2 0,6-4-1 0,-1 4-9 16,1-3-4 0,1 6-1-16,3-5-1 0,-1 3-4 0,4 1-2 15,-2 0 2-15,4-1 0 0,2 1-1 0,1-1-2 16,2-2 6-16,1 1-4 0,4 1 7 0,1-2 20 0,2 0 4 15,4-3 3-15,2-1 11 0,2 1 12 16,0-4 7-16,2-3 11 0,-1 1 18 0,-1-4 10 16,8-5-2-16,-9 2 3 0,3-9 2 0,3 0 2 0,-4-3-17 15,-4 1-8-15,2-6-2 0,-2 2-12 16,0-3-9-16,0-3 0 0,-3-3-9 0,1 1-4 0,-3-11-5 16,2 11-8-16,-6-1-7 0,-1 1 0 0,4 6-6 0,-5 0 0 0,0 10 3 15,-4 0-9-15,1 5 0 0,-1 3-5 16,0 1-2-16,1 1-8 0,1 2-22 0,-2 0-34 15,1 1-52-15,-1 4-40 0,0 0 9 0,0 0 13 16,-5 17 12-16,0-1 10 0,2 4 4 0,-6 7 13 0,3 3 10 16,-2-2 6-16,-1 4 4 0,4-2 9 15,1 4 3-15,1-4 8 16,1-1 2-16,2-1 3 0,4 0 3 0,0-3 4 16,0-6 7-16,2-1 4 0,-1-4-4 0,0-3 8 15,3 0 2-15,0-3 8 0,2-1-1 0,-1-2 11 16,2-1 15-16,3-4 12 0,-2-5 17 0,6 0-12 15,-3-2 16-15,0-4 21 0,0-1-14 0,0-2 6 16,2-7-3-16,3 0-4 0,-4-5-9 0,0-2-10 0,-1-1-4 16,-1 0-4-16,1-4-5 0,0 2 5 0,-4-4-3 0,1 3 8 15,-3 4 19-15,-4 3 2 0,0 5-3 0,0 2-3 16,-3 6-13-16,0 0 10 0,-1 4-5 0,2 1-10 16,-2 1-5-16,-1 1-17 0,0 1-32 0,2 1-39 15,-2 3-39-15,0 0-26 0,0 0 9 0,0 0-11 16,-5 16 9-16,3 0 11 0,-3 10 6 0,-3-1 15 15,3 4 6-15,0 0 8 0,-2 0 5 0,2 1 8 0,4 0 2 0,-4-1 6 16,4 3 7-16,-1-4 3 0,2 0-1 0,0-4 9 16,2 3 4-16,-1-1 2 0,0-7 2 0,-1-1 0 15,3 2 5-15,-2-8 1 0,0-1 9 0,0 0-4 16,-1-5 1-16,2 4 2 0,-4-8-1 0,4 3 4 16,-1 3 1-16,-1-6 4 0,1 2 0 0,-1-4-4 15,2 6 3-15,-2-5 15 16,0-1-12-16,0 0 3 0,0 0-4 0,1 6-6 15,-1-6 0-15,0 0-29 0,0 0-48 0,0 0-59 16,6-11-65-16,-2 7-83 0,3-9-181 0,1 4-505 16,-2-3 224-16</inkml:trace>
  <inkml:trace contextRef="#ctx0" brushRef="#br0" timeOffset="191825.66">32619 12064 242 0,'-8'0'306'0,"8"0"-24"16,0 0-31-16,0 0-24 0,0 0-21 0,22-1-25 0,10 1-27 15,6 2-59 1,14 1-74-16,6-3-96 0,-5 1-240 0,4-1-342 16,-18-1 151-16</inkml:trace>
  <inkml:trace contextRef="#ctx0" brushRef="#br0" timeOffset="193155.34">21651 11487 5 0,'-2'-9'208'0,"0"2"-11"0,1 1-16 0,-3-1-11 0,2 3-16 16,0-2-17-16,0 2-13 0,0 0-9 0,1 0-25 0,1 4-12 0,-5-1-14 15,5 1-10-15,-9 5-6 0,3 3-6 0,-5 6-3 16,-3 11-3-16,0 5-8 0,-5 18 1 0,0 5-3 16,-4 29-8-16,0 0-2 0,0 1-4 0,0 4 10 15,1-2-5-15,3 0-1 0,4 4 2 0,-3-3-1 16,5-1-5-16,6-26-3 0,-6 27 2 0,9-27-5 15,-3 1-6 1,-5 22-1-16,5-30 3 0,-2 5 2 0,-1-1 2 0,-1 1-1 16,-6-2 0-16,0-2-4 0,-2-3 0 0,-4-2-2 15,0-6 7-15,2-11 5 0,-10 6 9 16,7-8 5-16,-4-5 5 0,-11 5 5 0,7-9 5 0,-4-4 4 16,-11 4 8-16,11-8-8 0,-1-2 3 0,0-3-3 15,0-3-4-15,-1 1-2 0,2-3-7 0,1-1 0 16,6 1-3-16,1-2-3 0,5 0-8 0,6 0-14 15,3 3-34-15,2-3-36 0,0 0-38 0,4 2-43 16,3 3-53-16,0 0-146 0,4 0-376 0,2 1 167 0</inkml:trace>
  <inkml:trace contextRef="#ctx0" brushRef="#br0" timeOffset="193714.04">20755 14173 100 0,'0'0'224'0,"-10"0"-8"15,6-2-9-15,4 2-14 0,-9 0-12 0,9 0-15 16,0 0-17-16,-7 0-15 0,7 0-15 0,0 0-10 16,0 0-14-16,0 0-7 0,0 0-8 0,28-3-4 15,1-3-7-15,4 2-6 0,8-3-4 0,14 0-6 16,3 0-7-16,-1-5 0 0,4 6-4 0,1-5-4 0,-5 5-1 15,-3 0-5-15,-2 1-2 0,-17 0 1 0,-2 4-9 0,-5 0-2 16,-5 0-3-16,-10-1-3 0,0 2-14 16,-3-1-21-16,-2 1-16 0,-1 0-7 0,-7 0 4 15,3 4-8-15,-3-4-12 0,-13 6-29 0,4 0-25 16,-1 0-33-16,-4-3-56 0,-3 4-123 0,3-2-353 16,3-2 157-16</inkml:trace>
  <inkml:trace contextRef="#ctx0" brushRef="#br0" timeOffset="194377.68">22005 14318 19 0,'0'0'155'0,"0"0"-6"0,0 0 1 16,0 0 3-16,0 0 0 0,-1 6 8 16,1-6 2-16,0 0-4 0,0 0-4 0,0 0-17 15,0 0-9-15,0 0-9 0,-3-13-4 0,1 6-4 16,2 2-16-16,-2-5-1 0,2 0-3 0,0 0-13 16,-1-4-4-16,1-1-5 0,1-2-8 0,1 3-8 0,-1-3-2 15,1 0-8-15,0 5-2 0,-1 0-5 16,-1 2-4-16,1 1-2 0,1 2-3 0,-2 2-4 15,0-2-5-15,1 2-4 0,-1 2-25 0,0 3-15 16,0 0 0-16,0 0 3 0,-9 8-1 0,-1 4 5 16,-2 5 0-16,-3 7 0 0,-7 3 2 0,-1 2 3 15,-10 9 2-15,-3 3 0 0,-9-2 0 0,1 0 2 16,-2 2 2-16,1-3 0 0,-5-1 1 0,3 1 2 16,0-6-1-16,3-2 2 0,7-12 2 15,-6 6-4-15,11-10 4 0,4-3 12 0,2-1 9 0,11-6 17 16,-3 2 18-16,5-5 27 0,0-1 17 0,3-1 11 15,-4-5 4-15,6-3-3 0,-1 0-6 0,2-7-11 16,2-1-9-16,3-1-11 0,4-2-7 0,6-4-12 16,4 0-5-16,3 3-10 0,3 0 1 0,-4 7-5 15,2 1-2-15,0 1-11 0,0 3-5 0,3 1 3 16,0 4-6-16,1 1-3 0,8 6-5 0,3 0 6 0,5 6-11 16,2 0 2-16,12 7 3 0,-1 1 8 0,-1 1-53 15,-2 2-42-15,3 2-64 0,-3-3-74 0,-12-3-100 16,-2-5-244-16,0 3-608 0,-1-9 268 0</inkml:trace>
  <inkml:trace contextRef="#ctx0" brushRef="#br0" timeOffset="195664.59">22143 11248 74 0,'0'0'128'0,"0"0"-7"0,0 0-8 0,0 0-13 15,0 0-7-15,0 0 1 0,0 0 3 0,0 0 6 0,0 0 3 16,0 0 8-16,0 0 3 0,-4-2-9 0,4 2-4 16,0 0-4-16,-1-7-6 0,1 3-1 0,0 4-3 15,0-9-3-15,1 1-7 0,-1 2-4 16,0-2 2-16,3 1-2 0,-3-4-5 0,-3 0-7 16,6-2-6-16,-2-1-6 0,-1 2-7 0,0-2 4 15,0-3-10-15,0 5-2 0,4-3-4 0,-8 1-5 16,4 2-5-16,0 2 1 0,0-2-5 0,0 3 0 15,-1 0-4-15,1 0-2 0,-3 2-5 0,3 0-6 16,-2 2-7-16,-5 0-12 0,2 3-7 0,-4 0 3 16,-5 3 1-16,-5 2 1 0,-7 7 1 0,-4 2 2 0,-6 5 2 0,-11 9 2 15,-2 2-1-15,-3 1 2 0,-6 1 1 0,-21 11-1 32,20-13 2-32,0 2 1 0,2 0 2 0,-25 7 0 15,27-15 4-15,-4 0-4 0,7-4 1 0,15-9 6 16,-1 2 1-16,4-5 4 0,0-1-2 0,3-3 8 0,2-2-1 15,2-6 8-15,5 1 12 0,4 0 11 0,4-4 10 16,-3-1 8-16,4-1 4 0,3-5 1 0,4 1-13 0,4-2 2 16,-1 0-9-16,5-2-2 0,3 0-9 0,6-7-4 15,1 2-3-15,2 0-2 0,1 3-6 0,0 7-1 16,-2-1-2-16,3 6-4 0,0-1-2 0,-4 3-5 16,2 4 2-16,-1 1-7 0,0 4 3 0,5 4-6 15,3 3 1-15,4 5-4 0,2 6 2 0,1-1 1 16,0 3 0-16,2 2 0 0,11 7 5 0,2-2 1 0,3-1-4 0,0-6 0 15,7-1-3-15,-1-5-28 0,-1 0-40 0,3-7-56 16,-15-2-65-16,1-5-293 0,-2-1-525 0,-1-2 232 16</inkml:trace>
  <inkml:trace contextRef="#ctx0" brushRef="#br0" timeOffset="39002.15">7093 15787 81 0,'2'-9'80'0,"-2"6"6"16,2-2-5-1,-4 0 10-15,6-1 2 0,-4 1-2 0,0-3 4 16,1 3-28-16,2-4 43 0,-2 1 2 0,-1 0-1 16,4 0 4-16,-4 0 2 0,1 0-4 0,2-1 3 15,-3 5 0-15,4-2-6 0,-3-1 2 0,-1 3-15 16,0 2-11-16,2-4-12 0,1 2-10 0,-3 4-10 16,0 0-23-16,0 0-11 0,0 0-1 0,0 0-8 15,0 15-2-15,-3-1-1 0,1 5 0 0,-3 8-3 0,1 2-1 0,-5 1-9 16,0 17 9-16,-1-13-2 0,0 0 3 0,-1-1-2 15,-1 13 1-15,0-12-3 0,1 12 1 0,3-14 2 0,-1-1-3 16,4-2 2-16,-3 0-1 0,5-9 0 16,-1-3 1-16,1-5 2 0,2 0-2 0,-3-2 2 15,3-4 2-15,1 0 4 0,-2-2 25 0,1 1 10 16,1-5-1 0,0 0-8-16,0 0-21 0,0 0-14 0,0 0-20 15,9-17-16-15,-6 4-20 0,2-2-25 0,-1-2-33 16,2 2-12-16,-1-10-28 0,0 6-33 0,-2-7-128 0,1 0-337 15,1 3 149-15</inkml:trace>
  <inkml:trace contextRef="#ctx0" brushRef="#br0" timeOffset="39255.94">7055 15695 197 0,'-2'-12'219'0,"2"3"-4"16,-1 0 4-16,1 4-2 0,-1-3-12 0,1 3-7 15,1 0-14-15,-1-1-18 0,3 1-21 0,1 0-13 16,2 1-15-16,3-2-11 0,2 3-11 0,8-1-10 15,9 0-9-15,6 2-9 0,1 0 0 0,5 1-10 16,0 1-3-16,12 0-6 16,-14 3-5-16,2-1-2 0,-3 1-7 15,-1 0 0-15,-6-1-7 0,-3 0-1 0,-5 1-6 16,-12-1-24-16,3-2-19 0,-4 2-25 0,-1 1-2 16,-1-2-5-16,-4 4 4 0,-5 0-9 0,-4 3-11 0,-4 0-15 15,-4 3-14-15,-4 2-11 0,-9 2-2 0,5-1-36 16,-1 0-11-16,7-4-32 0,-2 2-112 15,1-2-329-15,3 1 146 0</inkml:trace>
  <inkml:trace contextRef="#ctx0" brushRef="#br0" timeOffset="39592.75">7091 16220 185 0,'-5'2'205'0,"2"-1"-12"0,3-1-2 0,-3 3-12 15,3-3-8-15,0 0-15 0,0 0-15 0,0 0-12 16,20 0-12 0,-3-1-12-16,6-1-10 0,9-3-9 0,-1 2-12 15,3-3-5-15,3 1-9 0,0-1 2 0,-1 1 0 16,4 0 2-16,-7-2-3 0,0 3 0 0,-6 1-7 15,-7-2-6-15,-2 3-3 0,-5 1-3 0,-3 0-9 16,-1-2-1-16,0 3-2 0,-5-2-5 0,1 0-6 16,-5 2-11-16,9-3-6 0,-9 3-20 0,0 0-16 15,0 0-14-15,0 0-26 0,0 0-13 0,-26 10-32 0,15-10-22 0,-2 1-38 16,-3 0-172-16,3 1-380 0,-5-2 168 0</inkml:trace>
  <inkml:trace contextRef="#ctx0" brushRef="#br0" timeOffset="39950.81">7119 15948 76 0,'0'0'231'0,"-7"0"-20"0,7 0-15 0,0 0-7 0,-6-1-12 0,6 1-14 16,0 0-12-16,0 0-8 0,0 0-8 0,0 0-8 16,25-2-7-16,-6 1-11 0,12 1-9 0,2-1-8 15,2-2-10-15,0 0-8 0,0 0-4 16,2 0-10-16,-5 2-4 0,0-3-3 0,-1 1-8 16,-3 2-2-16,-8-1-4 0,-1 0-3 0,-6 1-4 0,-4 0-2 15,1 1-4-15,-5-2 11 0,0 1 16 0,2 1-5 0,-7 0 0 16,5-1-2-16,1 0 2 0,-6 1-10 0,7-2-11 15,-7 2-8-15,0 0-21 0,0 0-15 0,0 0-16 16,0 0-20-16,0 0-26 0,0 0-23 0,0 0-24 16,0 0-18-16,0 0-25 0,0 0-17 0,0 7-43 15,0-7-120-15,9 2-377 0,-3 0 167 0</inkml:trace>
  <inkml:trace contextRef="#ctx0" brushRef="#br0" timeOffset="40289.28">8590 15798 163 0,'0'0'264'0,"2"-5"-10"0,-1 2-20 0,-1 3-19 16,0 0-21-16,0 0-18 0,0 0-21 0,3-3-19 0,-3 3-18 15,0 0-15-15,0 0-10 0,0 0-8 0,-16 13-12 16,7-3-5-16,-4 0-6 0,-1 3-12 0,2 4-4 16,-7 2-2-16,0 0-4 0,-1 1-4 0,2 2-2 15,-1-3-3-15,0 1-3 0,0 1-24 0,2-1-10 16,4-6-11-16,-3 0-25 0,3 2-19 0,0-5-24 15,3 1-23-15,0-2-14 0,3-3-31 0,0 1-6 0,2-3-15 0,-2-5-123 16,7 0-321-16,-10 0 142 0</inkml:trace>
  <inkml:trace contextRef="#ctx0" brushRef="#br0" timeOffset="40558.75">8290 15886 155 0,'3'-9'276'0,"-3"1"-3"0,0 1-21 0,0 3-20 0,1 0-29 0,-1 0-24 16,3 2-18-16,-3 2-18 0,0 0-11 0,10 0-13 15,-10 0-3-15,12 9-12 0,4 0-3 0,-3 2-9 16,3 3-9-16,6 3-2 0,1 0-4 0,0 1-5 16,0 0-7-16,-4 2-8 0,3-3-3 0,-2 0-4 15,-7-3-7-15,0 0-1 0,1 1-6 0,-3-5 0 16,1 2-7-16,-5-4-5 16,0 1 0-16,-1-1-6 0,0-1-5 0,-3 1-2 15,1-4-5-15,1 1 5 0,-5-3-5 0,4-2 7 16,-4 0-5-16,4 2 2 0,-4-2 1 15,0 0 3-15,1 5 0 0,-1-5-1 0,4 2-4 16,-4-2-3-16,0 0-18 0,0 0-38 0,0 0-64 0,0 0-67 16,4-9-55-16,-3 5-29 0,-1-4-171 0,4 1-473 0,-3-1 209 15</inkml:trace>
  <inkml:trace contextRef="#ctx0" brushRef="#br0" timeOffset="40805.97">8893 15759 57 0,'13'4'210'0,"-8"0"-2"16,3 4-11-16,-1-2-7 0,2 4-9 0,3 1-8 16,-2 6-12-16,0 0-15 0,3 6-8 0,-3 1-6 15,-1 1-12-15,0 4-2 0,-5-3-18 0,-1 4-9 16,-5-4-8-16,-3 0-6 0,-5 4-9 15,0-1-4-15,-6-2-7 0,-3-3-11 0,-2 2-16 0,-5-7-23 0,-2 3-23 16,-4-4-40-16,0-2-47 0,-6-2-49 0,-13-1-237 16,11-5-419-16,-10 1 186 0</inkml:trace>
  <inkml:trace contextRef="#ctx0" brushRef="#br0" timeOffset="41222.53">8355 15555 100 0,'2'-2'225'0,"0"-1"-27"0,-2 3-20 0,0 0-20 0,0 0-16 16,-20 9-2-16,4 2-20 0,2 5-9 0,-6 6-4 16,-13 13-8-16,3 2-8 0,-7 5-28 0,0-1-7 15,0 5-1-15,1-1-8 0,3-1-2 0,4-1-9 16,3-3-3-16,12-9-5 0,0 0 1 0,5 1-1 15,5-3 1-15,4-2 7 0,4 0 3 0,1-8 7 16,9 2 9-16,-1-6 4 16,11 5 3-16,7-6-5 0,3-1-1 0,5-2-7 15,11-1-5-15,3-1-13 0,-14-4-35 0,-2-2-46 16,1-1-53-16,3-2-75 0,-4 0-209 0,-4 0-418 16,-1 0 186-16</inkml:trace>
  <inkml:trace contextRef="#ctx0" brushRef="#br0" timeOffset="41897.43">9634 16012 168 0,'0'0'198'0,"-6"0"-12"0,6 0-8 0,0 0-7 16,0 0-13-16,0 0-12 0,0 0-7 0,-6-2-14 15,6 2-4-15,0 0-7 0,0 0-2 0,0 0-5 0,0 0-5 16,0 0 0-16,0 0-2 0,0 0-7 0,0 0-11 15,0 0-9-15,0 0-7 0,22-3-4 0,-5-1-9 0,4 1-6 16,8 3-7-16,0-2-1 0,2-1-5 0,4 3-2 16,-2-4-2-16,-2 0-5 0,-1 3-2 0,0-2-2 15,-9 3-3-15,1-2 2 0,-4 2 1 0,0-2 3 16,-8 2 1-16,2-1 2 0,-5 0-5 0,-1 1-1 16,0-1-1-16,-6 1-9 0,7 0-19 0,-7 0-19 15,0 0-25-15,0 0-25 16,0 0-26-16,0 0-38 0,-18 5-43 0,6-3-44 15,-2 1-162-15,-4 2-422 0,1-2 187 0</inkml:trace>
  <inkml:trace contextRef="#ctx0" brushRef="#br0" timeOffset="42224.01">9501 16177 132 0,'-6'0'211'16,"6"0"-3"-16,-4 2-5 0,4-2-5 0,0 0-18 16,0 0-15-16,0 0-13 0,32-4-14 0,-11-1-14 31,13 4-11-31,3-3-12 0,13 4-8 0,2-7-11 15,2 1-6-15,-3 2 7 0,-1-1 2 0,-12 0-2 16,-1 3-4-16,-3-1-1 0,-5 1-4 0,-10 2-6 0,-2-3-3 16,-4 3 4-16,-2-1-5 0,-3 1-6 0,-2-3-8 0,-1 2 1 15,-5 1-14-15,10-1-15 0,-10 1-25 0,6-2-36 16,-6 2-46-16,0 0-47 0,0 0-61 0,0 0-70 16,-21 3-142-16,11 2-438 0,2-4 193 0</inkml:trace>
  <inkml:trace contextRef="#ctx0" brushRef="#br0" timeOffset="45900.95">11501 15894 77 0,'0'0'179'0,"0"0"-10"15,0 0-10-15,0 0-17 0,0 0-10 16,0 0-12-16,0 0-16 0,0 0-7 0,0 0-12 16,0 0-10-16,0 0-8 0,0 0-4 0,0 0-3 0,0 0-5 15,0 0 14-15,0 0 0 0,0 0-1 0,0 0-6 16,13-11 1-16,-5 7 4 0,1-4 5 0,4-2 1 0,-1-1 3 16,4-6 3-16,4-4 2 0,-3 0 8 0,4-3-3 15,1-2 1-15,-3 0-7 0,0-6-2 0,6 5 1 16,-5-3-4-16,7-9-5 0,-8 14-3 0,-4 3 1 0,0-2-1 15,-4 10 3-15,-2 5-3 0,-4-1 5 16,1 2-14-16,2 2-4 0,-3 2-6 0,0 0-17 16,-3-2-5-16,-2 6-26 0,2-2-9 0,-2 2 0 0,0 0 1 15,4 11 0 1,-4 0 1-16,0-2-3 0,0 9 5 0,1 1 0 0,-5 1 2 0,4 6-2 0,-1 1-1 16,1-1 2-16,-2-2 1 0,2-5-4 0,2-1 8 15,-2 3 0-15,0-4 1 0,0-5-2 0,1-2-2 16,2-1 2-16,-2 0 4 0,1-3 3 0,0-1 3 15,-2 0 13-15,4-4 3 16,-4-1 5-16,0 0-4 0,15-6 5 0,-6-2 2 16,0-1 8-16,5-3 3 0,-2-3-3 0,-1 1-7 0,1 0 1 15,-2-3 2-15,1 2-3 0,0 5-1 0,-4 1-1 16,-1-1 1-16,0 5-6 0,-1-1-2 16,-1 3-9-16,-2 0-8 0,2-2-21 0,-4 5-19 15,4-1-4-15,-4 1 0 0,5 6 2 0,-1 1 3 16,0 3-13-16,-3 5 6 0,-1 4-14 0,3 2-15 0,0 8-32 0,1-1-36 15,-4 0-53-15,2 0-58 0,-2 0-282 0,0-7-570 16,-2-3 252-16</inkml:trace>
  <inkml:trace contextRef="#ctx0" brushRef="#br0" timeOffset="46364.75">11233 16110 153 0,'-12'-1'200'0,"2"-1"-11"0,3 5-11 0,1-3-9 16,1 2-13-16,5-2-13 0,-10 0-14 0,10 0-16 0,-6 0-4 15,6 0-15-15,0 0-11 0,-7 1-6 16,7-1-10-16,0 0-4 0,0 0-10 0,-6-1-4 15,6 1-3-15,0 0-6 0,0 0-2 0,0 0-5 16,0 0-11-16,0 0 3 0,0 0-2 0,-5 3-4 16,5-3 0-16,0 0-1 0,0 0-4 0,0 0-2 0,0 0-8 0,0 0 6 15,0 0-2-15,34 0 3 0,-2 0 1 0,4-3-1 16,21 1 1-16,10-1-7 0,33-2-1 0,-1 0-2 16,6 3 3-16,2-2-2 0,10 0 8 0,7 2 3 15,-2-6 9-15,-7 3 8 0,-2 1 5 0,-5-3 5 16,-9 2 10-16,-34 0 2 0,-2 0 2 0,-6 0 2 15,-16 2 5-15,-4 1-12 16,-4-5 3-16,-11 5-2 0,-3-1 6 0,-6 1-4 16,-2 1-2-16,-3-1-4 0,-1 2-4 0,1 0-4 15,-3 0-3-15,-5 0-17 0,7 0-19 16,-7 0-29-16,0 0-22 0,-22 6-33 0,5-2-32 16,-8 4-45-16,-1 0-49 0,-4 1-241 0,-1-1-488 15,3-2 216-15</inkml:trace>
  <inkml:trace contextRef="#ctx0" brushRef="#br0" timeOffset="47325.84">11150 16569 59 0,'4'-1'174'15,"-4"1"-16"-15,5-4-15 0,-5 4-16 0,5-3-11 0,-5 3-20 32,0 0-7-32,0 0-4 0,10 5-7 0,-9-3-11 15,3 1-1-15,0 0-10 0,-3 4-3 0,2-2-7 0,-2 2-3 16,-2 0-4-16,1 4-6 0,-3 0 0 0,2 1-2 15,-1 0-4-15,-4 3-2 0,-1 1 2 16,2-5-3-16,-7 3-3 0,2 3 3 0,0-5-2 16,-2 0-2-16,3-3 3 0,0-1 13 0,0-2 3 0,-1-2 12 15,4 3 14-15,-1-3 19 0,1-3 18 0,2-1 11 16,4 0-1-16,-13-5 5 0,8 1 8 0,-5-3-2 0,2-2-6 16,2-5-8-16,-2-1-5 0,2-3-8 0,6-2-13 15,0-4-10-15,4-5-4 0,3 0-7 0,1-1-5 16,6 1-8-16,-5 5-5 0,5 0-2 0,-4 7-10 15,3 2 2-15,1 1-4 0,2 2-8 0,-1 0-5 16,1 4-2-16,5 4-2 0,-2 0-5 0,4 5-2 16,5-1 3-16,3 4-3 15,0 0-3-15,-1 3 0 0,1 1 4 0,-3 1-3 16,0-4-2-16,4 4-1 0,-4-2 6 0,-6-2-1 16,-3 0-3-16,1 0 4 0,0-2 0 0,-2-3-1 15,-5 0 4-15,0-1-3 0,3-3-2 16,-5 1-1-16,0-5 2 0,1 2-1 0,-3-2 3 15,0 0-5-15,-4-1 6 0,4 0-1 0,-1-2-4 16,-6 1-6-16,5 0-9 0,-6 0-6 0,4 2-12 0,-4 1-18 0,3 0-23 16,-1 2-17-16,-3 5-41 0,1-8-39 0,-1 8-56 15,5-7-40-15,-5 7-229 0,0 0-533 0,7-4 236 0</inkml:trace>
  <inkml:trace contextRef="#ctx0" brushRef="#br0" timeOffset="47837.07">11950 16376 97 0,'0'0'176'0,"0"0"-11"0,-3-6-9 0,3 6-13 0,0 0-16 15,0 0-10-15,0 0-13 0,0 0-7 0,0 0-12 16,0 0-8-16,3-5-8 0,-3 5-7 15,0 0-6-15,0 0-5 0,0 0-6 0,0 0-3 16,0 0-6-16,0 0 3 0,0 0-7 0,0 0-7 16,0 0-2-16,0 0-6 15,0 0 4-15,0 0 5 0,0 0-6 0,0 0 6 16,0 0-1-16,0 0 6 0,0 0-5 0,0 0-2 16,0 0-8-16,0 0 4 0,0 0-4 15,0 0-1-15,0 0-5 0,0 0 1 0,0 0-1 0,0 0-2 0,0 0-3 0,0 0 3 16,0 0-3-16,0 0 0 0,0 0-1 0,0 0-3 15,0 0 7-15,0 0-10 0,0 0 8 16,0 0-5-16,0 0 5 0,0 0-3 0,0 0 2 16,0 0-2-16,0 0 0 0,0 0-6 0,0 0-10 15,0 0-26-15,0 0-27 0,0 0-40 0,0 0-34 16,0 0-40-16,0 0-97 0,0 0-300 0,0 0 133 16</inkml:trace>
  <inkml:trace contextRef="#ctx0" brushRef="#br0" timeOffset="48253.5">11919 16636 89 0,'0'0'189'16,"0"0"-16"-16,0 0-19 0,0 0-22 0,0 0-14 16,0 0-3-16,0 0-14 0,13 13-4 0,-12-7-5 15,6 1-14-15,-3 1-1 0,2 1-3 0,-1 0-12 16,4 5-8-16,-4-3-5 0,0-1-5 0,1 1-4 0,-2-1-6 16,1-1 0-16,-2-1-1 0,0 0-3 0,0-3-4 0,0 0 1 31,0-2 28-31,0 2 47 0,-2-3 46 0,1 0 43 15,-2-2 49-15,0 0 2 0,0 0-26 0,0 0-20 16,10-14-22-16,-2 4-14 0,2-5-16 0,-2-1-15 16,1-1-13-16,3-7-11 0,-1-1-11 0,1-1-9 15,1-6-7-15,-3 1-13 0,7-1-3 0,-4 0-16 0,0 1-7 16,1-2 0-16,-3 4-15 0,-1 6-7 0,-2 5-24 16,0 3-15-16,-2 3-26 0,0 2-28 0,-1 1-34 15,-2 3-47-15,2 2-38 0,2-2-34 0,-1 4-29 16,3 2-41-16,-9 0-249 0,0 0-594 0,19 2 262 15</inkml:trace>
  <inkml:trace contextRef="#ctx0" brushRef="#br0" timeOffset="48540.5">12271 16358 223 0,'-8'-2'245'0,"8"2"-12"0,0 0-19 16,0 0-19-16,0 0-15 0,24-8-8 0,-1 4-15 16,10-3-11-16,6 1-9 0,17-5-8 0,3 6-7 15,3-4-6-15,2-2-4 0,28 2-2 0,-28 4-8 16,26-5-9-16,-36 4-6 0,-1-4-8 0,-15 6-6 16,1-2-7-16,-9 1-7 0,0 0-15 15,-9 3 10-15,-8-1-13 0,1 1 1 0,-5 1-14 0,-4 0-19 0,-5 1-31 16,0 0-23-16,13-1-17 0,-13 1-16 0,0 0-21 15,0 0-30-15,-41 12-35 0,21-6-29 0,3 3-31 16,-5-4-152-16,3 4-406 0,0-1 179 0</inkml:trace>
  <inkml:trace contextRef="#ctx0" brushRef="#br0" timeOffset="48942.25">12513 16530 36 0,'0'0'241'0,"0"0"-26"0,0 0-20 0,0 0-15 15,0 0-17-15,0 0-14 0,0 0-12 16,0 0-17-16,28 3 1 0,-15-2-24 0,0 2-7 0,-3 0-9 0,4 1-12 0,-2 1-6 15,0 2-6-15,-3-1-9 0,0 2-2 16,-1 0-6-16,0 0-5 0,-2 1-8 0,-3 4-2 0,-3-1-4 16,-3 4-3-16,-5 1-3 0,-3-2-4 0,-1 2 1 15,-1-1 0-15,-8 2-3 0,-1-1-1 0,7-3 0 16,-3-3-2-16,2 0-3 0,3 0 1 0,1-5 0 16,3 0 1-16,0-1-4 0,3 0 5 0,1-4-3 15,0 4 5-15,0-4 4 0,2 2 11 0,3-3 12 16,-3 2-3-1,3-2 6-15,0 0 4 0,7 6 0 0,4-6-4 16,1 1-10-16,9-1 4 0,0 0-5 0,7 3-19 0,0-3-21 16,-1 0-33-16,1-2-44 0,2 2-62 0,-1-3-75 15,0-1-143-15,-1-1-400 0,-1-2 176 0</inkml:trace>
  <inkml:trace contextRef="#ctx0" brushRef="#br0" timeOffset="49310.03">13081 16584 226 0,'0'0'250'0,"0"0"-27"0,3-3-27 0,-3 3-22 15,0 0-21-15,0 0-10 0,0 0-18 16,0 0-11-16,-3 14-11 16,0-6-8-16,0 1-12 0,-2 1-9 0,-6 5-5 15,5-1-5-15,-3 1-9 0,0-1-2 0,-3 1-8 16,3-1-3-16,3-4-5 0,-2 2-1 0,2-3-6 15,-2-1-1-15,5-3-1 0,1 0 2 0,-3-1-5 16,1 0 32-16,4-1 48 0,-4 0 38 0,4-3 35 16,0 0 7-16,0 0-10 0,0 0-18 0,0 0-3 15,5-15-24-15,3 8-18 0,-3-4-4 0,0 1-15 0,4 0-3 16,0 1-15-16,-4 0-6 0,3 0-6 0,-3 2-6 16,0 1-22-16,-1 1 8 0,2 1-4 0,-2 2-4 15,-4 2-10-15,5-6-15 0,-5 6 8 0,8 0-20 16,-8 0-3-16,11 5 3 0,-6 0-11 0,1 0 3 15,3 2-1-15,-3 1-8 0,3 2-3 0,-3-1-36 0,1 1-29 16,0 2-36-16,2-4-33 0,-2 3-44 0,-1-1-40 0,-2-2-52 16,1-1-278-16,-5 2-617 0,1-6 273 0</inkml:trace>
  <inkml:trace contextRef="#ctx0" brushRef="#br0" timeOffset="49457.07">12907 16623 248 0,'1'-3'315'0,"-1"3"-34"0,10-5-33 16,3 0-24-16,6 0-23 0,13-1-18 0,3 1-22 15,20-1-29-15,3 2-47 0,5-1-64 0,-3 2-90 16,4-2-270-16,-3-4-367 0,-6 1 164 16</inkml:trace>
  <inkml:trace contextRef="#ctx0" brushRef="#br0" timeOffset="52844.37">13598 15644 211 0,'1'-2'208'0,"-2"-6"-1"0,1 4-13 16,0-1-12-16,1 0-11 0,2 1-12 0,-3 1-14 0,0 3-19 0,0-5-9 15,0 5-18-15,1-4-9 0,-1 4-15 0,0 0-18 16,0 0-2-16,8 7-16 0,-7 0-5 0,6 1-3 15,-4 4-3-15,4 6-4 0,-2 0-6 0,1 0 0 16,3 6-4-16,-5-4 1 0,4 3 0 0,-3-4-5 16,0 0 1-16,0-3-1 0,0 2 1 0,-2-8 0 15,-2-1-2-15,3 3 1 0,0-8 1 0,-3 2 9 0,-1-1 54 16,3-1 47-16,-3-4 59 0,1 2-10 0,-1-2-14 16,0 0-17-16,13-16-22 0,-8 4-7 0,1-2-14 15,2-3-1-15,-1-2-10 0,5-5-11 0,0-2-7 16,0 0-11-16,-2-5-2 0,1 2-5 0,0-3-8 0,-2 0-4 15,1 3-6-15,0 1-10 0,0 3-2 16,1-1-14 0,-5 8-19-16,1 2-20 0,-1 1-21 0,-2 5-28 15,1 1-24-15,-1 0-31 0,4 1-27 0,-2 0-19 16,3 2-19-16,1 3-23 0,2 1-14 0,-2 1-30 16,1 1-150-16,0 3-453 0,-1-3 202 0</inkml:trace>
  <inkml:trace contextRef="#ctx0" brushRef="#br0" timeOffset="53116.59">14024 15463 144 0,'0'0'194'0,"-7"0"-7"16,7 0-12-16,0 0-12 0,0 0-20 0,0 0-9 15,0 0-10 1,0 0-14-16,0 0-9 0,0 0-7 0,30-2-9 15,-10-1-11-15,12 0-6 0,2-1-6 0,1 1-5 16,16-1-5-16,-14-2-5 0,3 4 1 0,-2-5-3 16,-1 3 1-16,-1 0-9 0,-5 2 0 0,-11-2-3 15,-2 5-8-15,-4-2 1 0,-1-2-2 0,-3 3-4 16,-5-3-11-16,3 3-8 0,-8 0-25 0,9 0-19 16,-9 0 7-16,0 0-13 0,0 0-9 0,-17 11-35 0,7-5-23 0,-4 0-28 15,-1 0-26-15,-2 1-106 0,5-1-298 0,2 1 133 16</inkml:trace>
  <inkml:trace contextRef="#ctx0" brushRef="#br0" timeOffset="53579.97">14196 15661 164 0,'-2'-3'208'0,"2"3"-15"16,0 0-18-16,5-10-17 0,-5 10-16 0,4-5-17 15,1 4-12-15,0-1-13 0,1 0-11 0,3 2-7 0,3-1-7 16,-1 2-7-16,3 3-3 0,-1-3-5 0,1 3-6 15,4 1-2-15,-5 2-4 0,-2-3-14 0,1 6 2 16,-3-2-5-16,2 6-7 0,-7-4-3 16,4 6-8-16,-5 0 5 15,-4 2-5-15,0-1 1 0,-8-1 0 0,1 2-5 16,-7 5 2-16,2-7 2 0,-1 0 0 0,0-3-7 16,0 1 6-16,-2-2-4 0,3-3-1 0,4 2-1 15,-1-6-3-15,4 0 2 0,1-1-1 0,0 0 1 16,1 0-2-16,-1-1 1 0,4 1-2 0,1-4 8 15,6 5 11-15,-2-4 4 0,5 0-1 0,4-2-1 16,10 2-2-16,4-2-3 0,2 0-2 0,3-4-9 16,0 1-30-16,1 0-30 0,1 0-50 0,-3-1-60 15,0 0-192-15,0-2-382 0,-3-1 169 0</inkml:trace>
  <inkml:trace contextRef="#ctx0" brushRef="#br0" timeOffset="54466.91">15185 15596 36 0,'4'-2'127'0,"-4"2"-11"0,0 0-10 15,0 0-7-15,0 0-9 0,0 0-10 0,9 9-2 16,-9-4-2-16,0 0-11 0,-1 5-6 15,-2-1 0-15,-2 3-4 0,0 4-9 0,-4 0 2 16,1 0-9-16,-7 7 1 0,0-4 4 0,-2 1-3 0,-2 1-5 16,0-5-19-16,-2 3 16 0,6-6-7 0,-2-3-1 15,3 2 1 1,-2-4 7-16,0 1 7 0,6-2 4 0,0-4 7 16,1 2 5-16,-4-1 10 0,8-2 13 0,-3-1 24 15,3-1 16-15,5 0 6 0,-14-3-2 0,10-2-3 16,-1-1-7-16,1-2-3 0,3-4-6 0,1 0-8 15,0-3-11-15,0-6-3 0,5-3 2 0,0 5-24 16,3-6-5-16,3 0-1 0,1 2-5 0,-3 6-9 16,1 0-1-16,2 2-7 0,-3 1-4 0,-2 4 9 0,1 1-18 0,1 1-5 15,0 3-3-15,1 0-4 0,0 1 2 16,-1 1-2-16,5 1-5 0,-1 4 5 0,1-1-2 0,4 3-1 16,1 3-2-16,2-4-1 0,-2 4 5 0,0 0-2 15,3-4-2-15,6 2 2 0,-9 1 2 0,3-5 1 16,-1-1-2-16,6 0 0 0,-5-3 0 0,1-2-1 15,-4 2 1-15,2-4 0 0,-5-1 3 0,2-1-2 0,1 0 10 16,-3 0-6-16,-2-2 2 0,-1 0-8 0,-3 1 0 16,-1 2-6-16,-2-1 1 0,2 1-15 0,-2 3-30 0,-2-1-32 15,-1 1-45-15,-2 1-59 0,2 3-61 16,-4 1-38-16,0 0-174 0,0 0-493 0,0 0 219 16</inkml:trace>
  <inkml:trace contextRef="#ctx0" brushRef="#br0" timeOffset="55845.43">16625 15129 143 0,'0'-8'149'0,"0"2"-6"0,0 0-8 0,0 0 8 16,-2 0-12-16,2 1-21 0,0-1-2 0,2 3-8 16,-4-2-13-16,2 5-10 0,0-7-22 0,0 7-27 0,0 0-18 0,0 0-3 15,0 0 0-15,-8 15 0 0,3-1-6 0,0 10 10 16,-4 7-11-16,-4 13-1 0,-1 9 8 0,1 4-1 15,-2 26-3-15,-8-2 2 0,0 3-1 0,5-5-4 16,4-20-9-16,0-3-8 0,-9 22 12 0,8-24 4 16,-2-3 2-16,-1 1 4 0,5-2-8 0,-2-6 6 15,4-9-5-15,0-2-2 16,-1-2 5-16,-1-5 0 0,1-4-3 0,2-4 13 16,1-3 17-16,0-1 11 0,-1-5 11 0,1-2 2 15,0 1 7-15,-4-6 6 0,3 3-4 0,-3-3 3 16,-1-3-4-16,0 0 5 0,1-2-1 0,1 1 11 15,-2 0 2-15,3-3-2 0,2 1-3 16,2 1-9-16,-1 0-3 0,2 1-9 0,-1 2-4 0,2-2-8 16,0-1-1-16,5 3-11 0,-5-4-10 0,5 4-22 0,-6-1-26 15,6 1-26-15,-7-2-33 0,7 2-33 0,0 0-22 16,0 0-27-16,0 0-175 16,13-7-376-16,-4 5 167 0</inkml:trace>
  <inkml:trace contextRef="#ctx0" brushRef="#br0" timeOffset="56438.73">17064 15828 2 0,'0'0'126'0,"0"0"-15"0,-3-4-4 0,3 4-9 15,0 0-7-15,0 0-8 0,0 0-4 16,0 0-2-16,0 0-9 0,0 0-14 0,0 0-10 16,0 0-1-16,0 0 1 0,0 0-10 0,0 0 8 15,0 0 3-15,0 0 8 16,5-5 3-16,-5 5 4 0,12-3-4 0,-5-1-4 16,5 2 1-16,-1-4-8 0,6 1 0 0,1-3-1 15,0-1 0-15,1-1 9 0,5-4 1 0,0 0-5 16,-2-1 0-16,3 1-3 0,-4-3-2 0,2-1 3 15,-9 4 5-15,4 2-3 0,-4-2 1 0,-1-1-3 16,1 2-8-16,-2-2 6 0,-2 2 0 0,-4 4 3 16,-1-1 7-16,0 0-6 0,-2 3-4 0,1 0-6 0,-3-1-3 0,1 3-11 15,-5 0 0-15,0 1-5 0,-3 0-2 0,-3 4-3 16,-5 0-6-16,-5 6 3 0,-2 2-5 0,-7 3-1 16,0 4-4-16,1 6-1 0,-1 1 1 0,0 5-5 15,5 2 1-15,-5 9-1 0,6-8 4 16,8-1-8-16,-1 1 4 0,7 0-3 0,3-1 2 0,6-2 5 15,7-1 0 1,6-3 0-16,9-2 3 0,6-4-3 0,17 2-24 16,4-9-31-16,8-2-63 0,0-6-75 0,-4-5-197 15,2-6-422-15,-2 1 186 0</inkml:trace>
  <inkml:trace contextRef="#ctx0" brushRef="#br0" timeOffset="60430.85">17472 15363 99 0,'0'0'153'0,"-6"-1"-11"0,6 1-9 15,0 0-7-15,0 0-8 0,-6-1-6 0,6 1-7 16,0 0-9-16,0 0-4 0,0 0-10 0,0 0-1 0,0 0-5 16,0 0-11-16,0 0-2 0,0 0-9 0,0 0-2 0,0 0-7 15,0 0-8-15,0 0-1 0,0 0-6 0,0 0 0 16,-5-2-6-16,5 2 0 0,0 0-7 15,0 0 2-15,0 0-4 0,0 0 1 0,0 0-2 16,0 0-2-16,0 0 3 0,0 0-5 0,0 0-2 16,0 0 2-16,0 0-3 15,0 0 4-15,0 0-3 0,0 0 4 0,0 0 2 16,25 0-3-16,-7 0 0 0,1-2-2 0,4-1 5 16,5-1-4-16,3 2 0 0,-3-1 4 0,-1 2-3 15,-8-1-2-15,0 0 2 0,-1 2-1 0,-4-4-3 16,-1 2 0-16,-2 1-3 0,1 0 0 0,-4 1 4 15,-1-1-4-15,0 0 0 0,-7 1-4 0,9 0-7 16,-9 0-11-16,6 0-23 0,-6 0-8 0,0 0-13 0,0 0-16 0,0 0-24 16,0 0-22-16,-9 10-37 0,9-10-103 0,0 0-285 15,-6 1 127-15</inkml:trace>
  <inkml:trace contextRef="#ctx0" brushRef="#br0" timeOffset="60800.71">18115 15107 7 0,'2'-5'266'0,"-1"-2"-11"0,1 3-11 0,-2 0-21 15,0 4-23-15,4-5-18 0,-4 2-19 0,0-1-20 0,0 4-17 0,0 0-15 0,0 0-18 16,0 0-7-16,0 0-11 0,0 0-11 0,0 0-7 0,0 18-8 15,-4-7-9-15,2 5-1 0,-3 2-7 0,-2-1-2 16,2 8-7-16,1-6 0 0,-1 7-4 0,0-6-2 16,0 5-2-16,-1-1-1 0,2 1 2 0,1-1-1 15,1-5-7-15,1-1 3 0,-2 0-3 0,2-7 1 16,-1 2-2-16,1-2 1 0,1-1 2 0,0 0-3 16,0-5 3-16,0 1-1 0,0 0-4 0,0-1 4 15,0-1 1-15,0-1-2 0,0-3 2 0,0 8 0 16,0-8 0-16,3 3 4 0,-3-3-3 0,2 1 0 15,-2-1 2-15,5 1-8 0,-5-1-15 0,10 0-26 16,-10 0-28-16,11-3-41 0,-5 1-32 0,4-4-47 16,1 1-199-16,-4-2-414 15,2-2 183-15</inkml:trace>
  <inkml:trace contextRef="#ctx0" brushRef="#br0" timeOffset="61001.67">18018 15270 152 0,'0'0'228'0,"0"0"-27"0,0 0-17 16,0 0-23-16,0 0-14 0,0 0-13 16,25-8-16-16,-5 8-15 0,8-4-34 0,-6 1-41 15,7 0-44-15,0-1-53 0,-3-1-53 0,-7 0-98 16,-1 0-238-16,-2 2 106 0</inkml:trace>
  <inkml:trace contextRef="#ctx0" brushRef="#br0" timeOffset="61318.18">18376 14953 96 0,'0'-6'267'0,"1"2"-22"0,1 1-23 15,-2 3-22-15,3-4-19 0,-3 4-24 0,8-3-16 16,-3 3-16-16,-5 0-11 0,13 3-18 0,-3-1-8 16,-1 5-10-16,-4-2-7 0,2 2-9 0,-1 1-4 15,-1 2-7-15,-1 0-8 0,1 2-2 0,-2 0-7 16,-3 4 0-16,0-1-5 0,-4-1 2 0,-1 1-1 0,-2-4-10 0,1 0-3 16,2 0 0-16,0-4-3 0,-1 1 2 15,5-1-6 1,-4-2 3-16,3-1 1 0,-2 1-8 15,2-2 6-15,1-3 0 0,0 5 7 0,1-1 13 16,6-3 3-16,3 0 4 0,9-1-6 0,3-1-3 0,7 1-2 16,2-3-6-16,0 3-22 0,3-1-20 0,-2 0-33 15,3 0-43-15,-5 2-51 0,1 0-59 0,-3-1-188 0,-8 1-427 16,0 1 190-16</inkml:trace>
  <inkml:trace contextRef="#ctx0" brushRef="#br0" timeOffset="62282.95">19265 15588 81 0,'-1'-9'209'0,"-6"0"-15"0,1 1-25 0,-4 0-16 15,-4-1-16-15,-1 1-11 0,-4 1-15 0,-7-2-10 0,-1 4-6 16,4 2-12-16,-4 1-9 0,-1 2-7 0,0 1-8 16,-1 3-7-16,2 4-4 0,1-2-11 0,6 1-2 15,2 1-5-15,-1 1-1 0,2 2-6 16,2-1-2 0,3 2-7-16,2-2 0 0,1 1 4 0,4-1-25 0,0-1 4 15,1 2 4-15,4 1-6 0,0 0 9 0,4-3-2 16,1 0 2-16,5-2 1 0,0 0 5 0,3-3 3 15,8-2 6-15,-1 0 16 0,9-4 4 16,0-3 17-16,-5-4 6 0,4-4 13 0,-2 0 8 16,-1-3 10-16,-2-1 6 0,-1-2-4 0,0-3-5 15,-2-5-1-15,-2 0-7 0,1-3-10 0,3-14-10 0,-3-1-4 0,0 1-8 16,-5 0-2-16,0 12-4 0,-1-2-9 0,0 4 1 16,-7 0 5-16,2 6-10 0,-4 4-2 0,1 3 4 15,-3 1 2-15,0 6 0 0,0 2-9 0,-2 1-4 16,0 2-5-16,3 0-14 0,-3 1-35 0,0 4-16 15,0 0 4-15,0 0 4 0,0 0 2 0,-7 22 1 16,0-3 7-16,-1 0 3 0,-1 8 3 0,0 5 3 16,-1 2 2-16,-3 12-1 15,3 1 4-15,2-1 3 0,7-13 2 0,-3 0 0 0,4-1 3 0,-2-3-3 16,4-1 4-16,3-1 1 0,1-2 2 0,1-9-2 16,-4-3 7-16,0-1-2 0,4-3 6 0,-5 1-1 0,6-5 10 15,-2 0 19-15,2-3 17 0,0-2 16 0,2-2 2 16,0-3 0-16,0 0 4 0,1-6 4 15,1 0-1-15,1-4-5 0,0-2-11 0,1-6 6 16,1-1-8-16,-2-5-3 0,-2-2-9 16,6 1-6-16,-6-2-3 0,1 1 7 0,0 4-16 15,-6-1-7-15,3 4 4 0,-5 8-5 0,1 2-3 0,-4 2-3 16,3 3 2-16,-1 1-4 0,-2 3-3 0,2 0-3 16,-3 1 1-16,1-2-12 0,-1 6-24 0,1-5-19 15,-1 5-6-15,0 0 3 0,0 0 4 0,0 0 5 0,-6 20 3 16,3-10 2-16,-2 4 5 0,1 1 4 0,-1 6 3 15,-4 5 3-15,4 0 2 0,0 0 4 0,1-1 1 16,-1-1 2-16,1-5-1 0,-1-2 3 0,0 1 1 16,5-2 0-16,-4-2 6 0,4 0-2 0,-4-3 0 15,8-2 1 1,-4 0 2-16,0-3 2 0,0 0 6 0,0-2-2 16,0 0 1-16,0 0 2 0,0 0 2 0,0-4 3 0,1 4 2 15,-1-4 2-15,8 0-4 0,1 0-2 0,0-3 3 16,1-1-4-16,3 0-28 0,4-2-27 0,-1-2-36 15,2-1-39-15,3 0-45 0,4-6-61 0,1 3-57 16,-10 2-181-16,2-3-507 0,1 1 225 0</inkml:trace>
  <inkml:trace contextRef="#ctx0" brushRef="#br0" timeOffset="62536.61">19483 15395 166 0,'0'0'268'0,"0"0"-9"0,-6 3-13 0,6-3-20 0,0 0-22 16,0 0-16-16,36-6-25 0,-6 4-11 0,3 0-20 15,4 0-11-15,17-6-18 0,-1-1-29 0,0 2-25 16,-13 2-36-1,-2-2-38-15,-3 2-35 0,-3 3-32 0,-1 0-31 0,-12-2-44 16,-5 3-150-16,-5-3-342 0,-3 3 152 0</inkml:trace>
  <inkml:trace contextRef="#ctx0" brushRef="#br0" timeOffset="74043.39">14567 15201 33 0,'-4'6'54'0,"-5"-1"-8"0,0 6-2 0,-5 8-10 16,-5 4-1-16,-3 6 3 0,-10 9 5 0,-2 9-2 15,-3-2-5-15,1-1 1 0,-5 0-8 0,4 6 1 0,-1-4-1 16,2-2-1-16,1-2-8 0,1-5-4 16,11-10-3-16,0-2-6 0,-3 2 12 0,5-6 6 15,3 1-6-15,-3-4 8 0,8-5-3 0,-1 1 19 0,1-3-15 0,6-2-1 16,-2-2 2-16,1-2 6 0,3-1 1 0,0 2 7 16,1-3 13-16,-1 1-8 0,3-2 11 0,2-2-7 15,-7 5 0-15,5-5-1 0,2 0-9 0,-4 2-7 16,4-2 5-16,0 0-7 0,-5 4-7 0,5-4-1 15,0 0-7-15,-3 2-25 0,3-2-24 0,0 0-26 16,0 0-60-16,-9 1-83 0,-4-1-217 0,3 3 96 0</inkml:trace>
  <inkml:trace contextRef="#ctx0" brushRef="#br0" timeOffset="75778.48">12673 16443 174 0,'-1'-7'185'0,"1"7"-25"16,0 0-11-16,0 0-19 0,0-5-13 0,0 5-15 15,0 0-12-15,1-2-13 0,-1 2-17 0,0 0-32 16,0 0-25-16,0 0 5 0,-6 12-10 0,2 3-1 15,-6 2 4-15,-8 8-1 0,0 2 3 0,-4 2-3 0,-5 12-1 16,-2 1-4-16,-2 0 9 0,1-2-12 0,-1-1 5 16,1 2 6-16,1-2-4 0,10-9 7 0,1 0-4 0,-4-4 5 15,4 0-2-15,3-4 21 0,3-6 0 0,4 0-7 16,-1-2 2-16,2-5-3 0,1 0-1 16,0-4-1-16,2 2-2 0,0-3 10 0,1 1 1 15,1-1 3-15,-1 0 4 0,2-2-2 0,0 1-1 0,1-3 0 0,-3 4 1 16,3-4-6-16,0 0 0 0,-3 3-17 0,3-3-24 15,0 0-32-15,0 0-43 0,-1 4-50 0,0 0-97 16,1-4-258-16,0 0 114 0</inkml:trace>
  <inkml:trace contextRef="#ctx0" brushRef="#br0" timeOffset="76607.83">11486 16169 97 0,'-22'22'104'0,"-3"7"-13"0,-10 8-15 16,1 6 6-16,-5 6-9 0,4 1 5 0,-19 18-4 16,19-20-2-16,-15 18-3 0,14-20-5 0,1 1 4 15,3 0-1-15,-4-2 7 0,2 0-9 0,6-5 3 16,7-12-4-16,3-1-10 0,3-4-5 15,1 1-8-15,2-9-7 0,2 0 1 0,0-2-3 0,1-4 0 16,5 2-3 0,-1-6 23-16,1 1-7 0,0-2-5 0,2 1-1 15,-1-2-5-15,-2-1-1 0,5-2-3 0,-4 7 2 16,3-5-10-16,1-2 1 0,-1 2-14 0,1-2-20 16,0 0-12-16,-3 4-26 0,3-4-15 0,0 0-22 0,0 0-29 0,0 0-24 0,0 0-105 0,-4 2-265 15,4-2 117-15</inkml:trace>
  <inkml:trace contextRef="#ctx0" brushRef="#br0" timeOffset="77613.05">15525 15258 111 0,'3'-3'191'0,"-3"3"-19"15,1-5-18-15,-1 5-18 0,1-3-17 0,-1 3-17 0,0 0-9 32,0 0-15-32,-11 12-7 0,-1 3-11 0,-7 9-7 15,-10 20-5-15,-4 4 3 0,-5 3-15 0,-18 21-2 0,1 3 1 16,3-7-6-16,12-19 3 0,4 0-5 0,-1-3-7 15,4-1 0-15,1-3 0 0,3-3-5 0,7-11-1 16,2-1 0-16,-1-3-1 0,6 2 7 16,-2-6-9-16,5-1 1 0,3-4-4 0,-1-1 0 0,3-3 1 15,1-1-4-15,2-2 3 0,-1 0 1 0,1-5 2 16,1 3 2-16,1-1-6 0,-2-5 4 0,4 0-2 0,-4 4 3 16,4-4-18-16,-2 4-21 0,2-4-62 15,0 0-81-15,0 0-99 0,-16-5-290 0,11 4 129 16</inkml:trace>
  <inkml:trace contextRef="#ctx0" brushRef="#br0" timeOffset="83763.17">16187 16579 84 0,'0'0'129'0,"-10"0"-11"0,10 0-9 0,0 0-6 0,-11 0-7 16,11 0-7-16,0 0 2 0,0 0-18 0,-13 0-1 16,13 0-6-16,0 0-1 0,0 0-1 0,0 0-2 15,0 0-8-15,0 0 1 0,-8 2 7 0,8-2-10 16,0 0 4-16,0 0-2 0,0 0 0 15,0 0-5-15,0 0 0 0,0 0-5 0,24-8-2 16,-6 5 1-16,12-1 2 0,3-1-11 0,6-1 1 0,0 2-1 0,0-3-3 16,0 3-4-16,-2 1-1 0,-3 1-1 0,-6-3-6 15,-5 3 4-15,-4 0-3 0,-1 1-7 0,-5 0 2 16,-3 1-8-16,-2-1-3 0,-3 0-8 0,0-1-14 16,-5 2-18-16,0 0-3 0,0 0-19 0,0 0-1 15,0 0-22-15,-13 8-21 0,-1-6-15 0,1 1-20 16,1 1-120-16,-1-4-279 0,0 1 123 0</inkml:trace>
  <inkml:trace contextRef="#ctx0" brushRef="#br0" timeOffset="84481.86">17000 16667 37 0,'0'0'209'0,"0"0"-23"16,0 0-7-16,0 0-18 0,0 0-13 0,0 0-13 15,0 0-8-15,0 0-12 0,0 0-8 16,0 0-8-16,0 0 0 0,0 0-1 0,0 0-2 0,0 0-9 0,6-6-9 16,-6 6-11-16,2-6-5 0,-2 6-7 0,2-6-4 15,1 1-7-15,-1-2-3 0,2 1-4 16,0-5 1-16,0 2-12 0,-2-2 0 16,1 1-5-16,-1 1 3 0,1-2-4 0,1 0-3 0,1 1-1 0,-3-1 0 15,1 1-4-15,-1 2 1 0,0 3-6 16,0-2 4-16,0 3-2 0,0 0-3 0,-2 0-10 0,0 4-8 0,-2-5-2 0,2 5 0 15,0 0 2-15,-20 14 3 0,5-1-2 0,-8 6 1 16,-2-2-4-16,-5 5 5 0,1 0-4 16,-11 9 4-16,8-11-1 0,-9 11 3 0,-2-4-1 15,11-6-6-15,1 1 6 0,2-3 2 0,-2-1 2 16,2-1 0-16,2-4 0 0,10-3-1 0,1-2 3 0,5-1 1 16,1-2-2-1,5 0 13-15,-1-2 28 0,1-1 31 0,1 1 30 16,0-3 16-16,4 0-15 0,-9-6-20 0,9 1-4 15,5-6-8-15,-2 2-10 0,6-4-4 0,0-2-4 16,5-2-8-16,-3 2-3 0,4-1-5 0,-2 4-7 16,4-1-3-16,-4 4 1 0,2-3-5 0,-2 7-3 15,-2-1-2-15,2 2-7 0,0 2 3 0,6 2-6 16,-2 0 1-16,3 5-1 0,2 1-10 0,4 2-18 0,2 1-32 0,0 1-40 16,-2 3-56-16,5-1-82 0,-7 1-252 0,3-2-524 15,-5-2 232-15</inkml:trace>
  <inkml:trace contextRef="#ctx0" brushRef="#br0" timeOffset="85750.6">17071 14662 120 0,'0'0'114'16,"0"0"-5"-16,0 0-4 15,0 0-17-15,0 0-5 0,0 0-7 16,0 0-1-16,0 0-4 0,-5-10 6 0,5 10 0 15,0 0 6-15,0 0 10 0,0 0 3 0,0 0-12 16,2-5-9-16,-2 5-9 0,0-6-7 0,2 2-3 0,-2-3-1 16,0 3-4-16,4-3-7 0,-4 1-1 15,2-3 1-15,2-1-10 0,0-1 1 0,1 1-7 16,-1 1 10-16,0-2-1 0,-3-1-3 0,3 1 2 0,1 2-1 0,-4 0 4 16,3-2-1-16,-3 5-2 0,3-2-4 0,-4 1-3 15,3 5-3-15,-2-3-2 0,-1 1-6 0,0 1-7 16,0 3-6-16,0 0 0 0,0 0 0 0,-19 4-4 15,4 5 2-15,-11 3-3 0,1 4 2 0,-5 3-5 0,-11 9 6 16,-2 1 1-16,-1-1-1 0,3-1-5 0,-2-1 3 16,11-4 2-1,-1-1-4-15,2-3 0 0,-1-1 1 0,4 3 0 16,-3-6-1-16,6-2 17 0,7-3-3 0,0-1-2 16,0-1 3-16,7-3 9 0,-1-2 27 0,1-1 3 15,3 1 8-15,-2-5 0 0,1 1-1 0,0-5-2 16,4 2 0-16,-3-4 0 0,6 0-4 0,0-4-4 0,-3-3-5 15,9 1-4-15,-1-2-6 0,0 0-3 0,5 2-5 16,-3-2-3-16,5 3-1 0,-2-1-6 0,1 8 0 0,-4 0-7 16,7 3 3-16,-2-2-5 0,3 4-5 0,5 4-1 15,1-1 2-15,0 5-4 0,8 1-1 0,-2 6 2 16,6-1 0-16,-3 0 3 0,0 3-25 0,2 1-27 16,0 1-31-16,-2 1-23 0,-3-1-83 0,-1 0-73 15,2-3-185-15,-6-2-479 0,-2-4 212 0</inkml:trace>
  <inkml:trace contextRef="#ctx0" brushRef="#br0" timeOffset="87029.27">21435 15583 119 0,'-9'0'146'0,"0"1"-9"16,0-1-9-16,9 0-13 0,-9 0-10 0,4 2-12 0,5-2-5 15,-9 1-10-15,9-1-11 0,-5 0-3 0,5 0-5 16,0 0-11-16,0 0 0 0,-6 1-2 16,6-1 5-16,0 0 1 0,0 0 1 0,0 0 12 15,0 0-6-15,0 0 0 0,0 0-2 0,0 0-3 16,0 0-1-16,0 0-1 15,0 0 0-15,0 0-7 0,0 0-4 0,0 0-1 16,0 0-1-16,0 0-6 0,0 0-3 0,0 0-2 16,0 0-5-16,0 0 0 0,0 0-1 0,0 0-10 15,0 0 5-15,0 0-3 0,0 0-2 0,0 0 3 16,0 0-5-16,0 0-2 0,0 0 5 0,0 0-3 16,0 0-5-16,0 0 3 0,0 0-5 0,0 0-1 15,0 0 1-15,0 0-3 0,0 0 4 0,0 0 0 0,0 0-1 0,0 0 0 16,0 0-1-16,0 0-1 0,18-4 1 0,-18 4-4 15,11-1 2-15,3 0-2 0,-1-1 2 0,6-1 3 16,0 1-2-16,12-2-3 0,2 0 4 0,4-1-1 16,2 1-2-16,14-1-1 0,4-3 2 0,-4 3 3 15,0-2-3-15,-14 4-2 0,-3-1 4 0,2-2 0 16,-6 2 1-16,-1 0-3 0,-11 2 4 0,2 0-5 0,-3 1 4 16,-6-2 1-16,-4 1-3 0,-1 0 0 0,-1 1-2 15,-3 1-12-15,1-2-13 0,-5 2-9 0,3-3-27 16,-3 3-22-16,0 0-8 0,-19-2-21 0,19 2-13 15,-25 1 6-15,6-1-4 0,1 0-21 0,-2 1-105 16,0-1-272-16,0-1 121 0</inkml:trace>
  <inkml:trace contextRef="#ctx0" brushRef="#br0" timeOffset="87241.54">21679 15441 32 0,'0'-3'273'0,"-1"-5"-7"0,1 4-7 16,0-1-10-16,0 0-18 0,0 5-23 0,0-7-22 0,0 7-25 16,-3-4-24-16,3 4-16 0,0 0-17 0,-1 12-14 15,-3 0-7-15,0 5-8 0,-6 12-11 0,1 3-7 16,-2 2-5-16,-6 16-19 0,2-4-20 0,-3 3-40 16,4-3-37-16,-3-1-46 0,8-10-59 15,-5-2-219-15,4-2-419 16,1-3 185-16</inkml:trace>
  <inkml:trace contextRef="#ctx0" brushRef="#br0" timeOffset="106903.12">23275 14937 126 0,'-1'-4'128'16,"1"-3"-9"-16,0 1 3 0,0 2-6 0,-1-3 1 15,1 2 5-15,0 0-10 0,0-2-4 0,-2 2-6 16,2 1-7-16,-1-2 0 0,1 6-2 0,0-4-6 15,0 4-5-15,0-5-6 0,0 5-7 0,0-6-4 16,0 6-8-16,0-4-7 0,0 4-9 0,0 0-5 16,4-3-6-16,-4 3-4 0,10 2-3 0,-2-1-3 15,1 3-6-15,0 2-4 0,1-1-3 0,3 4-4 0,-4-1 2 16,4 3 1-16,-1 4-1 0,-3-2-2 0,0 3-1 16,-3 1-1-16,0-3-1 0,-3 4 0 0,0 0-2 0,-6-1-1 15,0 0 3-15,-3 2 0 0,0-5-3 0,-3 2 1 16,0-2 1-16,-3 1-2 0,1-2 3 15,3-4-4-15,-2 0 8 0,3-1-4 0,-1-1 0 16,0 0-3-16,1-1 3 16,2-2-2-16,1 1 1 0,0-3 1 0,1 1-5 15,1 1 7-15,-1-1-1 0,3-3 1 0,0 0 0 16,0 0 4-16,9 5-1 0,0-2 4 0,4-3 3 16,5 0-3-16,3 0 2 0,8-1 0 0,0 1-3 15,-1-2 1-15,0 0-3 0,-6 2-1 0,-2 0-2 0,2 0-17 16,-2-3-28-16,2 3-28 0,-4 0-42 0,0 0-38 15,-4 0-161-15,-1 0-336 0,-2-2 149 0</inkml:trace>
  <inkml:trace contextRef="#ctx0" brushRef="#br0" timeOffset="107448.27">24223 14980 13 0,'-5'4'97'15,"-6"3"-8"-15,1-1-10 0,-1 2-1 0,-4 3-15 16,1 2-1-16,-3 0-11 0,1 2 6 0,-2-3-15 0,-4 2 2 15,4-2-7-15,4-2 3 0,-3 0 2 0,-2 0 3 16,5-2-2-16,0-3 1 0,3 1-1 16,-2-2 8-16,5 0 13 0,2-1 12 0,1 0 17 15,-2-3 22-15,7 0-1 0,-10 0 0 0,6-5-2 0,0-1-12 0,3 0-5 16,1-3-8-16,3-2-8 0,2-5-10 0,3 1-6 16,3-2-6-16,4-6-4 0,2-2-4 0,-2 3-5 15,4-2-7-15,3 4-4 0,-4-1-3 0,4 3 0 16,-6 5-5-16,-3 2-2 0,0 1-1 0,-2 1 1 15,2 4-7-15,0 0-4 0,-1 1-1 0,-1 2-3 16,3 2-2-16,0 1-3 16,-4 1 0-16,1 4 1 0,0-1-3 0,-1 3-1 15,1 0 3-15,0 1-2 0,-2-1 3 0,-3 2-3 16,2-2 2-16,2-1 2 0,-5-2 0 0,4 2-2 16,-5-2 1-16,5-2 1 0,-1-1-1 0,2 0 1 15,0-4 1-15,2-1-1 0,-1-2 0 0,7-2 4 16,-2-3-6-16,-1 1 1 0,0 0-2 0,-1-3 2 15,0 3-1-15,-1-2-4 0,-4 3 2 0,1 0 3 0,-2 1-4 16,-2 2-5-16,-1 0-21 0,-1 3-33 0,1 0-37 0,-1 0-14 16,-4 2-17-16,0 0-16 0,7 6-35 0,-10 2-162 15,-2 0-367-15,-3 1 163 0</inkml:trace>
  <inkml:trace contextRef="#ctx0" brushRef="#br0" timeOffset="107833.53">23072 15550 123 0,'0'0'151'0,"0"0"-9"16,-10 0-14-16,10 0-2 0,0 0-24 0,0 0-3 0,18-8-14 15,1 4-10-15,13-4-3 0,4 2-10 0,21-6 7 16,7-1 3-16,33-5-1 0,5 5 4 0,3 0 4 16,2-6 8-16,2 4 4 0,3 2 4 0,2-3-5 15,-9 4-11-15,-10 2-8 0,-33 6-7 0,-3-2-4 0,-1 3-8 16,-23 0-4-16,2 1-8 0,-2 0 6 0,-15 1-13 15,1-1-4-15,-10 2-10 0,1-2-6 0,-5 2-7 16,0 0-10 0,-1-1-7-16,-6 1-7 0,0 0-19 0,0 0-24 15,0 0-16-15,-32 4-29 0,12-2-21 0,-10 0-29 16,2 3-154-16,-6 0-336 0,4-1 150 0</inkml:trace>
  <inkml:trace contextRef="#ctx0" brushRef="#br0" timeOffset="108218.9">23453 15729 93 0,'0'0'141'0,"0"0"-12"0,19 12-3 0,-9-8-10 16,0 4-15-16,3 2-5 0,4 3-3 15,1 4-11-15,2 1-10 0,1 2-9 0,-5-1-7 16,3 0-6-16,-6-4-2 0,1-1-6 0,-1 0-7 16,0-1-4-16,-4-4 3 0,-2 0 5 0,0-3-12 0,0 0-6 0,-3 0 34 15,0-2 45-15,-1-3 36 0,2 2 4 0,-5-3-14 16,6-7-13-16,-1-1-14 0,-1-1-8 0,0-2-9 15,0-3-8-15,0-3-10 0,-2-3-4 0,1 2-1 16,7-11-11-16,-5 4-7 0,5-2-7 0,-5 1-16 16,5-3-7-16,-2 3-19 0,-1 2-12 0,-1 6-11 0,2 1-25 15,-1 6-19 1,-3 1-32-16,1 1-35 0,-1 3-36 0,1 2-45 16,3-2-112-16,-2 3-362 0,1-1 160 0</inkml:trace>
  <inkml:trace contextRef="#ctx0" brushRef="#br0" timeOffset="108487.93">23854 15637 212 0,'5'-8'208'0,"7"1"-11"0,7-2-12 0,8-3-10 15,6 2-8-15,19-4-11 0,2-1-7 0,11 3-12 16,21-8-10-16,-25 9-10 0,4 2-12 0,-4-1-10 15,-7 3-7-15,-17 5-10 0,-5-5-10 0,-1 5-7 0,-12-3-10 0,-1 3-12 16,-5 2-18-16,-1-2-14 0,-3 1-20 0,-3-1-15 16,-6 2-4-16,0 0-10 0,0 0-14 0,0 0-7 15,0 0-14-15,-34 9-20 0,19-5-9 0,-5 3-18 16,-1-2-16-16,3 2-138 0,-5-1-301 0,4-2 134 16</inkml:trace>
  <inkml:trace contextRef="#ctx0" brushRef="#br0" timeOffset="108866.53">24150 15725 176 0,'6'-1'173'0,"1"-1"-15"0,6 2-12 16,-2 2-13-16,1 0-13 0,-1 1-13 0,0 1-16 16,-2 4-13-16,2 0-8 0,-2 1-6 0,-4 5-3 15,3 1-12-15,-7-2-7 16,-1 3-4-16,-5 1-4 0,0 3-3 16,-3-2-9-16,-6-1 4 0,3 0-4 0,-3-2-6 15,-2-1-3-15,2 0 0 0,0-1-4 0,4-3 5 16,-1 0-3-16,3-4-6 0,1 2 6 0,1-5 2 15,1-1-1-15,1 3-2 0,-1-2 3 0,1 1 5 0,2-1 13 16,2-3 0-16,-3 2 5 0,3-2-1 0,0 0-3 16,0 0 0-16,8 4-7 0,0-6-2 0,2 2 3 0,1 0-6 15,0 0-2-15,4 0-5 0,-2-2 2 0,6 2 0 16,0-1-4-16,0 0 0 0,5 1-2 0,-5-3-14 16,3 3-13-16,0 0-24 0,6 0-34 0,1 0-40 15,-7 0-52-15,-5-2-126 0,2-3-317 0,-6 2 142 16</inkml:trace>
  <inkml:trace contextRef="#ctx0" brushRef="#br0" timeOffset="109336.18">24759 15776 202 0,'0'0'200'0,"1"-4"-21"0,-1 4-14 0,3-4-24 0,-3 4-18 15,0 0-12-15,0 0-10 0,0 0-14 0,0 13-13 16,-3-4-4-16,-6 0-4 0,4 3-11 0,-4 1 1 15,-5 1-3-15,1 2-8 0,0-1-10 16,-1 0-1-16,0-1-7 0,2-1 1 0,1-2-2 0,2-3-5 16,2-1-1-16,0-2-3 0,3 0 1 0,1-2 4 15,-1 1 20 1,1-2 37-16,2 2 33 0,1-4-5 0,0 0-7 16,0 0-16-16,0 0-6 0,11-18-10 0,-3 10-6 15,5-4-5-15,-4 3-8 0,7 0-2 0,-8 0-8 16,1 2-3-16,0 1-6 0,1 0-6 0,-1 0-2 15,0 3-5-15,1 1-3 0,-1-1-8 0,2 3-3 16,0 3-2-16,-2-2-5 0,1 3-4 0,0 2-6 16,-1 0-8-16,0 0-14 0,1 5-20 0,1 1-19 0,-4-1-27 0,7 1-33 15,-5 1-39-15,-2-4-49 0,-5-3-145 0,2 1-397 16,-4 2 175-16</inkml:trace>
  <inkml:trace contextRef="#ctx0" brushRef="#br0" timeOffset="109483.11">24774 15787 129 0,'0'-6'243'0,"7"1"-25"0,4 1-21 0,4-4-13 15,12 0-17-15,8 3-19 0,18-2-16 16,6 1-33-16,1 1-48 0,4 3-64 0,-4-3-90 16,-9 1-139-16,-15-1-263 0,-3-3 117 0</inkml:trace>
  <inkml:trace contextRef="#ctx0" brushRef="#br0" timeOffset="110206.95">26448 14826 129 0,'-1'-1'122'0,"1"1"-16"0,-3-4-10 16,3 4-15-16,0 0-15 0,-9 15-8 0,5 1-6 0,-6 7-3 15,-1 10 0-15,-2 14-4 0,-6 3-3 0,0 6 1 16,1 2-7-16,-5 21 5 0,7-20-6 0,1 26 11 0,5-27-8 16,0 0-7-16,2 0-3 0,0 2-2 0,-2-5-14 15,0 0-4-15,2-4 0 0,-1-7-1 16,0-13-3-16,0 2 7 0,-2-6-2 0,-1-1 9 16,3-8 1-16,0-2 11 0,-2-1 0 0,-1-2 8 0,3-4 3 0,-3 0 1 15,-2-1 7-15,-4-3 1 0,-1-1 0 0,-2-4 3 16,-2-1-9-16,1 0 4 0,-6-5-1 0,0 2 3 15,8 0-9-15,1 1-5 0,2-4-4 0,2 4-1 16,3 2-5-16,2-2-1 0,4 2-14 0,-2 1-38 16,0 0-24-16,8 0-23 0,-10 2-11 0,6 1-24 15,3 0-49 1,-2 5-107-16,6-4-285 0,-2-2 126 0</inkml:trace>
  <inkml:trace contextRef="#ctx0" brushRef="#br0" timeOffset="110692.78">25782 16377 171 0,'0'0'187'0,"0"0"-10"16,-1 2 1-16,1-2-11 0,0 0-14 0,0 0-18 16,24-3-9-16,-3 2-15 15,8-4-9-15,3 2-10 0,4 1-2 0,0-5-4 0,-1 5 1 0,2-4-3 0,-5 2-7 16,-2 2-7-16,-10-1-6 0,-1-1-5 0,-6 4-8 15,-1-3-2-15,-5 3-9 0,0-1-4 0,-7 1-7 16,14-1-24-16,-14 1-28 0,6-1-31 0,-6 1-32 16,0 0-7-16,0 0-32 0,0 0-44 0,0 0-144 15,-18 6-339-15,9-4 150 16</inkml:trace>
  <inkml:trace contextRef="#ctx0" brushRef="#br0" timeOffset="111341.25">26746 16358 73 0,'0'0'101'0,"0"0"3"0,0 0 4 16,0 0 18-16,0 0 18 0,0 0 11 0,0 0 13 16,0 0 21-16,0 0 11 0,5-8 14 0,-5 8-20 15,0-6-19-15,0-1-17 0,1-1-16 0,1-4-11 16,-1 1-20-16,4-5-10 0,-3 0-9 16,2 1-8-16,-1-1-11 15,1 6-5-15,-2-1-6 0,-1 2-6 0,2 1-2 16,-2 3-12-16,1-1-5 0,-1 3-9 0,-1 3-26 15,0-7-33-15,0 7-21 0,0 0 5 0,0 0 4 16,-10 15 6-16,-2-3-1 0,-7 7 7 0,-1 3 4 16,-2 2 1-16,-5 2 3 0,-10 11 2 0,-3-1 3 15,2 0 3-15,-2-3 0 0,2 0 1 0,11-9 2 16,0-3 1-16,-2-1 3 0,3-3 0 0,2 0 1 0,6-7 0 16,4-1-1-16,4-1 5 0,0-3 2 0,6-1 15 15,-4-1 44-15,4-1 41 0,-3 0 20 0,7-2-10 16,-8-9-10-16,8 2-12 0,3-2-10 0,-2-2-8 15,5 0-4-15,3-6-11 0,4 4-4 0,1 1-9 16,-4 2-5-16,5-2-8 0,1 4 0 0,-6 3-8 0,5 1-1 16,2 2-13-16,-3 7-9 0,5-1-15 0,4 4-22 0,4 3-26 15,-4 2-32-15,4 0-51 0,-3 1-49 0,2 0-82 16,-6-4-207-16,-1-5-525 0,-2-1 233 0</inkml:trace>
  <inkml:trace contextRef="#ctx0" brushRef="#br0" timeOffset="112419.43">26989 14553 61 0,'0'0'141'0,"0"0"-17"16,1-5-2-16,-1 5-19 0,0 0-2 0,0 0-13 15,0 0 7-15,0 0-6 0,0 0 9 0,0 0 2 0,0 0 11 16,0 0 7-16,0 0-5 0,0 0-6 0,1-3-16 16,-1 3 2-1,1-6-1-15,-1 6-5 0,0-6-8 0,2-1-8 16,-4 0-2-16,2-3-6 0,2 2-3 0,-1-2-6 15,0-1-1-15,-1 1-7 0,3-2 0 0,-3 1-3 16,3 1-8-16,-1-2-5 0,0 4-2 0,0-2-5 16,-1 4 1-16,2-4-2 0,-3 7-5 0,1-1 0 15,0-1-6-15,-1 0-3 0,0 5-16 0,-1-3-11 16,1 3 0-16,0 0 1 0,-15 8 1 0,0 1 0 0,-9 8 5 0,-4 3-1 16,-1 2-1-16,-15 9 4 0,0 3-2 0,-3 0 5 15,5 2-3-15,-4-2 2 0,7-3-5 0,9-6 9 16,-10 5-2-16,9-9 0 0,1-2 2 0,5-2 2 15,0-3 2-15,6-4 0 0,2-2 1 0,1-2 5 16,2 0 10-16,3-4 13 0,0 0 12 0,-1-4 14 16,3 0 11-16,2-4 2 15,-1 0 2-15,1-5 0 0,3 0-4 0,2-7-6 16,2 1-5-16,3-2-5 0,5-6-9 16,5 2 0-16,-3 7-5 0,1 2-3 0,2 0-6 0,-4 7-2 15,3-2-5-15,-1 4-9 0,0 0-3 0,1 4-2 16,6 6 7-16,4 1-9 0,2 7-10 0,4 3-20 15,-1 3-18-15,-1 5-35 0,2 2-42 0,6 11-42 16,3-1-49-16,-11-9-252 0,2 0-502 0,1-4 222 0</inkml:trace>
  <inkml:trace contextRef="#ctx0" brushRef="#br0" timeOffset="114479.71">27481 15269 49 0,'2'-6'195'0,"4"0"-3"0,-4-1-3 0,0 2-9 16,3-3-9-16,-3 1-22 0,4 1-13 0,-5 1-6 16,5-3-13-16,-3 4-10 15,2-1-11-15,-1 1-6 0,0 0-11 0,-4 4-11 16,1-4-9-16,3 4-7 0,-4 0-17 0,0 0-9 16,0 0-9-16,0 0-1 0,0 8-3 0,-1 2 1 15,-3 6-4-15,-4 2 3 0,-2 10-6 0,-1 0 0 16,0 4 3-16,-4 0-5 0,2 1-1 0,-1 1 3 15,0-1-20-15,0-1 4 0,4 1 0 0,0-5 2 16,2 0 3-16,2-3-1 0,2-8 1 0,0 1-1 0,3-5 2 16,-2-3 3-16,3 2-2 0,0-7 10 0,0 7-4 0,7-7 5 15,0-1-1-15,5 0-5 0,4-3-3 0,5-1-12 16,-1 0-19-16,3-4-28 0,8-1-35 0,-2-1-38 16,1-5-49-16,-5-1-104 0,1 1-307 0,-2-2 136 15</inkml:trace>
  <inkml:trace contextRef="#ctx0" brushRef="#br0" timeOffset="114684.71">27284 15468 191 0,'0'0'262'0,"-7"0"-14"0,7 0-17 0,0 0-23 0,0 0-22 15,0 0-20-15,0 0-22 16,32-6-29-16,-1 3-25 0,2-1-31 0,4 3-34 0,2-2-61 0,14-1-28 0,-2 1-66 16,-11 2-153-16,-3-4-306 0,0 1 135 0</inkml:trace>
  <inkml:trace contextRef="#ctx0" brushRef="#br0" timeOffset="115332.68">28171 15512 101 0,'0'0'133'0,"0"0"-2"0,0 0-1 15,0 0-1-15,2-8-2 0,-2 8-8 0,0 0-10 16,0 0 2-16,0 0-9 0,0 0-3 0,0 0-6 16,0 0 5-16,0 0-4 0,0 0-6 0,0 0-4 15,0 0-11-15,5-5-6 0,4 1-6 0,-4 2-7 0,7 1-5 0,-2-5-7 16,5 2 0-16,3-3-9 0,0-3-3 15,2 3 3-15,6-3-6 0,-3-1 5 0,-4 3-7 16,8-6 8-16,-10 4-3 0,2 0 3 0,-4 1 1 16,2-2 8-16,-5-1-5 0,-2 6-2 0,-4-2 4 15,-1 3 2-15,-1-2-7 0,-1 2-10 0,-1-1-11 0,-7 3-9 16,0-4-4-16,-7 2 1 0,-7 3 0 0,0 2-2 0,-8 4-2 16,0 1-2-16,-1 2 0 0,-4 5-1 0,3 0 6 15,2 1-10-15,0 4 4 0,4-1-1 0,4 1 2 16,-1 3-4-16,5 1 5 0,4-5 0 0,3 5-4 15,4-4 7-15,4 0-1 0,4 4 2 0,7-7 1 16,5 3 2-16,8-2 1 0,6-1-4 0,4-1-14 16,16-1-34-16,3-6-31 15,0-2-57-15,1-8-58 0,-4 1-169 0,0-5-394 16,-15-2 174-16</inkml:trace>
  <inkml:trace contextRef="#ctx0" brushRef="#br0" timeOffset="115732.87">28440 15083 188 0,'-9'0'202'0,"9"0"0"0,0 0-13 15,-9 0-18-15,9 0-17 0,0 0-13 16,0 0-13-16,0 0-20 0,36 0-8 0,-8 0-9 0,3 0-8 15,3 0-10-15,3 0-7 0,0-1-6 16,18 1-9-16,-16 0-1 0,14-2-7 0,-21 0-6 16,3 0-3-16,-7 0-4 0,-6 2-2 0,-6-3-2 0,-3 3-10 0,-3-1-9 0,-1 0-10 0,-1 1 0 15,-4 0-12-15,-4 0-15 0,5-3-15 0,-5 3-6 16,0 0-5-16,-14-4-24 0,14 4-9 0,-12-3-8 16,5 3-18-16,-2-1-17 0,1 0-129 0,-5-2-282 15,7 3 125-15</inkml:trace>
  <inkml:trace contextRef="#ctx0" brushRef="#br0" timeOffset="116102.45">29218 14732 11 0,'2'-5'244'0,"0"1"-26"0,-1 1-23 0,-1 3-21 0,4-2-23 16,-4 2-16-16,0 0-9 0,0 0-22 0,4 7-9 15,-1 5-12-15,-3 0-6 0,-2 5-12 0,1 9-8 16,-5 1-4-16,-1 4-5 0,-2-2-1 0,2 5-5 16,-2-2-6-16,0-1-4 0,1 1-7 0,2-3 2 15,-3-1-6-15,3-5-4 0,3-4 0 0,-2-2 2 16,4-4 0-16,-2-2-7 15,2 0 5-15,-1-1-8 0,1-3 3 0,1 0-1 16,0 0 3-16,0-2-4 0,0 1-1 16,0-3 3-16,1 1 2 0,1 0 1 0,2-3-1 0,1 2-4 15,3 0 1-15,0-3-2 0,3 0-1 0,1-3-7 16,0 3-10-16,1-3-36 0,1 2-13 0,-3-3-39 16,8 0-31-16,-2-2-53 0,-6 1-121 0,1-1-326 15,-3 0 144-15</inkml:trace>
  <inkml:trace contextRef="#ctx0" brushRef="#br0" timeOffset="116302.45">29115 15016 8 0,'0'0'295'15,"1"-4"-34"-15,-1 4-29 0,9-7-24 0,3 3-18 0,4-1-33 16,3 2-29-16,13-2-32 0,-2 1-41 0,3 2-50 16,-1-1-51-16,0-1-52 0,-5 0-151 0,-6 0-269 15,1-1 119-15</inkml:trace>
  <inkml:trace contextRef="#ctx0" brushRef="#br0" timeOffset="116849.52">29552 14509 43 0,'1'-2'243'0,"-1"2"-11"0,1-6-14 0,-1 6-14 16,2-1-20-16,-2 1-17 0,0 0-19 0,0 0-13 0,0 0-15 15,3-3-14-15,-3 3-10 0,0 0-12 16,0 0-9-16,0 0-8 0,0 0-10 0,0 0-8 16,7 5-5-16,-4 0-5 0,-2-3-4 0,-1 5-5 15,2-1-3-15,-2 1-4 0,2-1-1 0,-2 0 2 0,-2 3-10 0,1-4 1 16,-1 5-2-16,0-3-2 0,0 2 0 0,-2 0-2 15,0-3-3-15,-4 2 5 0,5-1-5 0,-1-2 2 16,1 0-2-16,-1 0-5 0,0-1 6 0,2 0-5 16,-1 0 2-1,1 0 0-15,0-1 1 0,2-3-2 0,-3 5 0 0,3-5 0 0,0 2 3 0,0-2 1 0,11 6 2 32,-2-2 4-32,13-2 0 0,6 1-2 0,-1 1 5 0,7 0-2 15,-2-3-4-15,4 2 7 0,0-3-6 0,1 0 12 16,2 3-4-16,-5-3-3 0,0 1 7 15,-2-1-4-15,-5 2 6 0,-7-2-2 0,-3 0 12 16,-5-3 3-16,-1 3 7 0,-5 1 6 0,2-1-3 16,-3 0-4-16,-5 0-5 0,12 0 1 0,-12 0-11 0,5-1-1 15,-5 1-6-15,0 0-22 0,0 0-37 0,8 0-41 0,-8 0-44 16,0 0-44-16,0 0 9 0,0 0-28 0,-4 9-44 16,4-5-160-16,-2 1-422 0,4-2 186 0</inkml:trace>
  <inkml:trace contextRef="#ctx0" brushRef="#br0" timeOffset="118635.88">30487 15446 14 0,'-9'-5'115'0,"-1"0"-11"15,-4 1-13-15,-3-2-14 0,-2 2-14 0,-2 1-4 16,-9 0-4-16,3 2 0 0,8 2-10 0,-12 0-5 16,5 3 5-16,-1 4 0 0,5-3-15 0,4 2-12 15,-1 0-4-15,1 3 7 0,-1-2-11 0,2 2 2 16,5 4-5-1,1-2 7-15,1 1 0 0,1 2-11 0,1-4 1 0,3 5 1 16,0-2 0-16,5-2 7 0,2 3-1 16,3-2 3-16,0-2 7 0,1-1 22 0,3 0 0 15,1-3 22-15,3 0-6 0,5-1 11 0,-3-2 6 16,3-1 12-16,0-3 7 0,1-3 9 0,0-1 5 0,-1-2 10 16,7-7 4-16,-8 0-1 0,5-4-4 0,-4-3-6 15,0-1-10-15,0-1-11 0,-2-2-11 0,1-8-5 0,0 2-9 16,3-14-1-16,1 2-12 0,-10 7-7 0,2 4 0 15,-4-5-7-15,1 5 3 0,-2-2 0 0,1 7-2 16,-5-1-1-16,1 9 0 0,-1 2-3 0,-1 3 3 16,-2 3-8-16,1 0-5 0,-2 4-3 0,2 0-5 15,-2 2-25-15,0-2-34 0,0 6-24 0,0 0 2 16,0 0 7 0,0 0 3-16,-10 17 7 0,3-1 3 0,-1 2 5 0,-2 6 6 15,-2 3 2-15,4 2 3 0,1 3 8 0,1 0-4 16,3 0 4-16,2 0 1 0,1 1-2 15,6 0 3-15,-2-4 6 0,2-2-1 0,1-3 5 16,3-1 0-16,1-8-1 0,-2 0 5 0,2-2-2 16,3-2 4-16,2-1-1 0,3-5 0 0,-2 0 2 15,-3-6 3-15,4 0 6 0,-1-4 14 0,2-3 9 0,-4-1 10 0,5-9-3 16,1 0 1-16,-2-2 6 0,0-7-2 0,-1 0-2 16,-3-2-3-16,3-2-5 0,7-10-4 0,-9 9-5 15,7-11-3-15,-7 11 2 0,4-11 1 0,-6 11 9 16,-1 3 3-16,-2 3 8 0,-2-3 6 0,1 5-1 15,-2 4 0-15,-3 5-1 0,-1 3-4 0,2 0-6 16,-2 4-3-16,-4 3-7 0,4-2-3 0,-3 2-12 0,-1 1-16 0,4 2-29 16,-4-1-24-16,0 3 2 0,0 0-1 0,-1 12 9 15,-2 1 7-15,-2 4 0 0,0 9 4 16,-8 3 3-16,6 2 2 0,-7 0 3 0,1 14 6 16,4-11-5-16,-2 0 5 0,2 2 0 0,1 10 6 15,-2-12 0-15,3 11 0 0,3-15 0 0,1-1 5 0,-3-3 0 16,4-3-1-1,-1-5 2-15,2-1 2 0,0 1 33 0,-2-7-6 16,2 0 0-16,0-2-3 0,0-1-4 0,1-2 4 16,0-1-3-16,0 1-3 0,0-2 5 0,0 0-2 15,-2-1 2-15,2-3 0 0,2 5 0 0,-2-5-2 16,0 5 5-16,0-5-3 0,1 2 0 0,-1-2-1 16,0 0 1-16,0 0-4 0,9 0-14 0,-9 0-25 15,14-2-29-15,-5-1-37 0,3-1-62 0,6-5-88 0,0 0-244 0,8-3-525 16,-3 0 232-16</inkml:trace>
  <inkml:trace contextRef="#ctx0" brushRef="#br0" timeOffset="118820.59">30813 15398 207 0,'0'0'349'0,"0"0"-35"0,0 0-30 16,0 0-31-16,23-6-37 0,8 5-41 0,7 2-48 15,18 0-64-15,8 4-78 0,3-3-120 0,-7-2-172 0,1 0-332 0,-5 0 148 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6-14T07:08:39.21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5461 2120 90 0,'0'-11'340'0,"0"3"-16"0,0-4 4 0,0 3-11 16,0-2-9-16,3 2-3 0,-2 0-20 0,-1 4-10 15,1-2-15-15,-1 2-31 0,1 1-18 0,-1-1-22 16,-1 1-20-16,2 0-22 0,-1 4-36 0,0 0-46 16,2-4-57-1,-2 4-56-15,0 0-61 0,0 0-7 0,0 18 11 16,0 2 10-16,-3 11 19 0,-2 17 4 0,-3 2 12 16,-1 1 6-16,-1 1 9 0,4-1 7 0,-2-1 3 15,3-14 4-15,0-1 7 0,1-4 4 0,0 1 1 16,0-6 0-16,4 0 8 0,-1-8-3 0,0-6 4 15,-2-3 3-15,3 1 4 0,-1-3 3 0,1-2 12 16,0 1 24-16,-3-2 15 0,1-1 14 0,2-3-1 0,0 4 2 0,0-4-11 16,0 0-54-16,0 0-44 0,-4-14-50 0,3 5-51 15,1-9-49-15,-4 1-64 0,0 1-172 0,1-9-464 16,2-1 206-16</inkml:trace>
  <inkml:trace contextRef="#ctx0" brushRef="#br0" timeOffset="297.5">5361 1992 59 0,'-2'-4'276'0,"-1"3"-20"0,3 1-16 0,-1-6-17 15,1 6-22-15,-4-3-15 0,4 3-18 0,0 0-13 16,0 0-17-16,0-5-13 0,0 5-14 0,18-3-11 16,2 2-10-1,11-2-8-15,6 0-9 0,18 2-7 0,1-2 0 16,8 3 8-16,0-2-7 0,1 1 3 0,-5-1-7 15,-1 2-5-15,-18-3-7 0,-4 3-3 0,-2-2-4 16,-6 1-9-16,-10 1 4 0,-6-2-9 0,1 2 2 0,-6-1-1 16,-2 1-8-16,2-1-6 0,-8 1-14 15,6 0 1-15,-6 0-11 0,0 0-10 0,-19 7-14 16,2-1-17-16,-11 5-19 0,-3 0-18 0,5 0-28 0,-3 1-20 16,4 0-41-16,-1 4-32 15,4 0-199-15,-3 1-437 0,10-6 195 0</inkml:trace>
  <inkml:trace contextRef="#ctx0" brushRef="#br0" timeOffset="602.2">5461 2672 8 0,'-7'5'242'0,"0"-2"-27"0,4-2-3 15,-3 0-8-15,2 2-4 0,4-3-10 0,-5 2-4 16,4 0-5-16,1-2-1 0,0 0-6 0,0 0-9 16,0 0-8-16,38-7-9 0,-9 2-20 0,5 0-12 15,4-4-10-15,3 4-7 0,15-7-3 0,-5 5-12 16,-11 2-9-16,-2-3 3 0,-5 2-11 0,-2 3-11 16,-12-1 0-16,0 0-10 0,-6 3-5 0,-4 0-3 0,-1-1 1 15,-2 2-9-15,-6 0-12 0,13-2-18 16,-11 1-17-16,-2 1-26 0,0 0-27 0,0 0-32 0,0 0-26 0,-44 3-33 31,25 0-28-31,-3-1-39 0,0 2-222 0,3-2-487 16,0-4 216-16</inkml:trace>
  <inkml:trace contextRef="#ctx0" brushRef="#br0" timeOffset="918.04">5507 2360 18 0,'0'0'324'0,"0"0"-27"0,0 0-26 15,-4-1-30-15,4 1-21 0,0 0-19 0,0 0-5 16,19-3-5-16,-6 0-8 0,8 2-8 0,0 0 0 0,10-2-15 0,1 1-17 16,1 0-14-16,0 0-10 0,1 1-12 15,-4-2-11-15,-3 1-12 0,-4 0-10 0,-4 3-10 16,2 0-1-16,-2-2-4 0,-6 1-10 0,-3-1-11 15,-1 1-10-15,-9 0-6 0,11 0 1 0,-4 0-9 0,-7 0-7 16,0 0-1-16,12 1-13 0,-12-1-10 0,0 0-8 16,0 0-9-1,0 0-15-15,9 0-4 0,-9 0-8 0,0 0-18 16,0 0-24-16,0 0-16 0,0 0-25 0,0 0-33 16,-5 9-15-16,5-9-16 0,5 4-34 0,-1-1-137 15,4-2-408-15,-8-1 181 0</inkml:trace>
  <inkml:trace contextRef="#ctx0" brushRef="#br0" timeOffset="1203.26">6905 2118 173 0,'2'-2'381'0,"2"1"-37"16,0-2-32-16,-4 3-22 15,4-5-25-15,-4 5-25 0,0 0-27 0,5-1-29 16,-5 1-19-16,0 0-23 0,0 0-16 0,-5 14-8 16,1-6-16-16,-6 2-5 0,-2 9-14 0,-3 5-2 15,-3 4-10-15,-2-1-7 0,2 2-6 0,-3-4 0 16,4 2-3-16,-1-1-9 0,4-2 2 0,-2-4-7 16,1 2-1-16,5-7-9 0,2 1-3 0,-1-1-17 15,0-3-9-15,1-3-25 0,3-1-20 0,0 0-22 0,-1-4-24 16,3 1-12-16,0-1-4 0,3-1 3 0,-3-1-15 0,3-2-56 15,0 0-62-15,-8-8-235 0,6 2-508 0,0-1 225 16</inkml:trace>
  <inkml:trace contextRef="#ctx0" brushRef="#br0" timeOffset="1503.86">6629 2252 215 0,'0'-13'336'0,"1"4"11"16,-1 2 5-16,-1 2-23 15,1 0-25-15,0-2-23 16,1 3-36-16,-1 0-24 0,0 4-22 0,2-4-30 0,-2 4-17 0,0 0-14 0,0 0-20 15,0 0-8-15,19 15-3 0,-5-4-5 0,5 10-16 0,0 2-17 16,3-2 18-16,0 3-4 0,-2 2-6 16,4-1-2-16,-3 2-5 0,3-1-5 15,-2-1-10-15,-1 1-6 0,-3-3 1 0,1-2-5 16,-7-4-6-16,1-5-8 0,-2 2 7 16,-4-8-8-16,-1 2-22 0,-1 0 20 0,0-3-1 0,-1 0 4 15,-1-1-14-15,-1-3 7 0,-1 2 0 0,2-1 3 0,-3-2 15 0,3 5 4 16,-3-5 3-16,2 3 2 0,-2-3 0 0,0 0-7 15,5 2-3-15,-5-2-7 0,0 0 1 16,0 0-5-16,0 0-5 0,0 0-24 0,0 0-49 16,0 0-40-16,0-15-45 0,-4 12-48 0,2-6-47 0,-1 2-55 15,3-6-81-15,-1 3-300 0,2-2-720 16,1-5 319-16</inkml:trace>
  <inkml:trace contextRef="#ctx0" brushRef="#br0" timeOffset="1735.84">7207 2051 239 0,'7'0'229'0,"-7"0"-16"16,8 5 0-16,-3 3-7 0,0 3-9 0,2 5-5 16,3 9-2-16,-3 1-7 0,1 6-12 0,-4 2-1 15,5 11-18-15,-8 2-15 0,-4 1-5 0,-3-12-13 0,-5 15-4 16,-4-6-17-16,-4-2-6 0,-1-12-9 0,-2 0-4 15,-10 4-7-15,5-9-18 0,-2-5-16 0,-2-1-41 16,1-1-46-16,-15 5-46 0,8-13-75 0,0-2-80 16,-3-2-219-16,1-6-506 0,3-2 224 0</inkml:trace>
  <inkml:trace contextRef="#ctx0" brushRef="#br0" timeOffset="2036.35">6752 2013 2201 0,'-9'-6'222'15,"1"0"-61"-15,3 2-43 0,1 0-31 0,-2 2-25 16,2-1-18-16,-1 3-12 0,5 0-8 0,-16 4-3 15,6 2 1-15,-7 6-6 0,-6 5-3 0,4 7 1 16,-1 2-3-16,-7 18 0 0,4 4 2 0,1 1 0 0,7-1 0 16,1 0 1-16,9-2-2 0,1 1 2 0,4-13 15 0,5 4 1 15,8-7-9-15,1 1 22 0,8-3-6 0,2-2 4 16,5-6-4-16,16 3-13 0,-12-11-22 16,22 1-58-16,-2-4-88 0,7-10-127 0,-4 0-218 0,-1-7-529 15,-3-2 234-15</inkml:trace>
  <inkml:trace contextRef="#ctx0" brushRef="#br0" timeOffset="2723.2">7814 2310 141 0,'0'0'225'0,"0"0"-9"0,0 0-5 0,-4 3-2 0,4-3-6 15,0 0-2-15,0 0-7 0,0 0-11 0,-3 4-1 16,3-4-19-16,0 0-15 0,0 0-11 16,0 0-12-16,0 0-15 0,0 0-8 0,0 0-12 15,0 0-11-15,0 0-4 0,22 0-7 0,-12-3-8 0,10 3-18 0,3-1 6 16,8 0-2-16,1-4-10 0,3 3-21 0,-1 2-32 15,-2-4-35-15,4 0-38 0,-4 0-38 0,-3-1-45 16,-2 0-52-16,-8 1-213 0,-1-1-474 0,-5 1 210 16</inkml:trace>
  <inkml:trace contextRef="#ctx0" brushRef="#br0" timeOffset="3362.85">7846 2542 29 0,'-4'0'253'0,"4"0"-16"15,-4 2-12-15,4-2-11 0,-4 3-12 0,4-3-9 16,0 0-4 0,-4 2-11-16,4-2-4 0,0 0-13 0,0 0-15 0,0 0-13 15,0 0-4-15,0 0-16 0,-3 3-12 0,3-3-12 16,0 0-10-16,0 0-5 0,0 0-9 0,0 0-5 16,0 0-2-16,0 0-12 0,0 0 0 15,0 0-3-15,0 0-9 0,0 0 1 0,0 0-9 16,0 0 3-16,0 0-9 0,0 0 0 0,0 0-3 15,0 0 2-15,0 0-7 0,0 0 4 0,0 0-4 0,0 0 2 0,0 0-3 16,0 0 3-16,0 0-8 0,0 0-2 0,0 0 0 16,0 0 1-16,0 0-1 0,0 0 2 0,0 0 1 15,0 0-4-15,0 0-2 0,0 0 2 0,0 0-3 16,0 0 0-16,0 0-3 0,0 0 2 0,0 0-1 16,0 0 1-16,0 0 2 0,0 0 0 0,0 0-2 15,0 0 1-15,0 0 0 0,0 0-3 0,0 0 6 0,0 0 2 16,0 0-5-16,0 0-2 0,0 0-7 0,0 0 15 15,16 0-6-15,-9 0 5 0,4-1-1 0,4-1-3 0,8 0 2 16,6-1 1-16,6-2 2 0,3 3-4 0,12-3-1 16,0 3-1-16,1-5 0 0,0 2 2 15,3-3-9-15,-2 6 17 0,-16-1 15 0,2-1 1 16,2 1-1-16,-4 1 1 16,-7 0-13-16,-8 1 17 0,-4-1 5 0,-5 2 2 15,1-2 5-15,-7 2-3 0,1-1 2 0,-1 1-3 16,-6 0-7-16,10 0-3 0,-5-1-14 0,-5 1-16 0,0 0-32 15,0 0-21-15,0 0-41 16,0 0-55-16,-27 6-75 0,16-1-92 0,-3-2-208 0,-5-2-569 0,6-1 252 0</inkml:trace>
  <inkml:trace contextRef="#ctx0" brushRef="#br0" timeOffset="7930.32">8971 2592 100 0,'-4'10'161'0,"3"-7"-12"16,1-3-10-16,1 4-7 0,-1-4-4 0,0 5-9 15,0-5-8-15,2 5-9 0,-2-5 1 0,0 0 0 16,0 0 8-16,0 3 0 0,0-3 22 0,0 0 17 15,0 0 25-15,0 0 12 0,0 0 0 0,0 0-10 16,15-9-11-16,-7 1 1 16,3-6-6-16,3-1-2 0,3-7-9 15,2-1-4-15,1-2-8 0,2-1-6 0,-4-2-5 0,11-10-14 16,-10 8-10-16,0-1-2 0,0 0-12 0,0-1-4 16,-1 1 0-16,-2 6-1 0,-2 0 0 0,-1 8 4 15,-4 2-4-15,-4 5-12 0,0 1 2 0,-1 1-10 16,1 1-5-16,-1 2-9 0,-4 2-11 15,1-1-21-15,-1 4-29 0,7-7-33 0,-6 6-23 0,-1 1 4 0,0 0-13 16,0 15 28-16,-4-1 9 0,3 3 2 0,-3 0 4 0,0 10 8 16,-2-1-4-16,3 1 10 0,2-3-1 15,0 3 0-15,2-3 9 0,-1-5-5 0,0-2 3 16,1 2 8-16,3-4-6 0,1-5 17 0,-2 4-12 16,-2-11 3-16,3 6-10 0,-3-4 30 0,2-2 18 15,-2-1 13 1,8-2 5-16,1-2-3 0,3-3-7 0,6-5-1 15,2-6 8-15,2 1 7 0,-2-2 0 0,0 1-6 0,-1-4-2 16,2 0 0-16,-3-2-13 0,-2-1 8 0,-7 6 3 16,7-3 5-16,-6 3 3 0,0 3 3 0,-2 1 4 15,-2 1-2-15,-2 5 4 0,0 1-1 0,-1 0-9 16,-2 2-7-16,1 0-2 0,0 0-7 16,-1 1-6-16,1 1-9 0,-3 2-18 0,1-4-18 15,-1 4-25-15,0 0-26 0,0 0 7 0,0 0 10 0,0 0 2 0,-3 23 8 16,0-10 1-16,-3 11-11 0,0 0 21 0,-3 2 1 15,4-3 4-15,0 3-8 0,0-2 16 0,1-5-3 16,3 1 4-16,-2-2 0 0,1 2 2 0,4-5 0 16,-2 1-2-16,0-8 8 0,0 2-1 0,3 0 7 15,0-1 6-15,0-1 4 16,3-1 9-16,5-2 3 0,7-1 1 0,3-1-2 16,12-3-6-16,21-4-32 0,-1-2-68 0,2-3-92 15,-1-4-126-15,0-6-185 0,-4-2-263 0,1-6-812 16,-4-6 360-16</inkml:trace>
  <inkml:trace contextRef="#ctx0" brushRef="#br0" timeOffset="9070.14">10650 2447 75 0,'0'0'227'15,"7"-1"-24"-15,-7 1-22 0,0 0-15 0,-3 9-2 16,0-2-20-16,0 3-8 0,-4 2-12 0,-3 5-10 16,0-1-10-16,-7 6-11 0,3 3-7 0,-5-1-6 15,-2 1-6-15,-2-2-18 0,-2 1-42 0,-3 0-56 16,-1-2-75-16,-5-3-197 0,6-1-340 0,0-4 150 15</inkml:trace>
  <inkml:trace contextRef="#ctx0" brushRef="#br0" timeOffset="9987.79">13206 2064 70 0,'4'-8'302'0,"-4"0"-8"0,1 2-11 0,-1 2-13 0,0-3-20 15,0 5-16-15,0 2-27 0,0-7-26 0,0 7-16 16,1-3-28-16,-1 3-26 0,0 0-11 0,0 0-13 16,-1 12-8-16,1 5-8 0,-4 0-8 15,0 10-7-15,0 1-6 0,2 5 0 0,-7 2-5 16,5 11-3-16,3-12-5 0,-3-1-5 0,2 0 1 0,-2-4-5 16,2 0-3-16,1-1-2 0,-2-10 1 0,3 1-6 0,0-5 4 15,-1-1-7-15,1-5 2 0,-2 1-2 0,0-2 3 16,2-2 36-16,0-3 50 0,0 2 32 0,0-4 39 15,0 0-22-15,0 0-14 0,-6-13-13 0,4 3-13 16,-1-6-14-16,0-2-9 0,2-9-11 0,-3-2-3 16,4 0-12-16,2-2-3 0,0-6-7 0,-1-8-5 15,3-2-1 1,1 14-11-16,2-3-5 0,0 3-3 0,-1-1-1 0,1 1-3 16,-2 4 4-16,3 5-6 0,-3 5 2 0,0 4-1 15,-1-1-4-15,0 5-3 0,0 2-5 0,-2 2-1 16,3-1 0-16,2 0-7 0,3 2-16 0,0 3-10 15,8-2-15-15,-3 3-19 0,6 4-27 16,6 1-35-16,2 2-37 0,-3 4-39 0,-1 3-30 0,-6-2-43 16,3 8-23-16,-8-4-72 0,3 3-236 0,-5-1-646 0,0-3 286 15</inkml:trace>
  <inkml:trace contextRef="#ctx0" brushRef="#br0" timeOffset="10188.5">13180 2587 129 0,'-1'1'246'0,"-3"3"-13"16,2-1-14-16,2-3-8 0,0 0 1 0,6 6-17 16,1-6-7-16,5-1-22 0,6 0-17 0,12 1-16 15,2-4-11-15,-2-1-25 0,1 3-41 0,0-1-50 16,2-4-57-16,-5 0-74 0,0-1-88 0,-9 0-117 0,1 1-356 15,-8 0 159-15</inkml:trace>
  <inkml:trace contextRef="#ctx0" brushRef="#br0" timeOffset="10372.73">13142 2411 163 0,'-6'0'318'0,"6"0"-20"0,-9 2-22 0,9-2-27 15,0 0-25-15,0 0-23 0,0 0-18 0,20-7-19 16,-1 2-19-16,12-2-28 0,2 2-45 0,4-3-50 16,0 4-56-16,16-3-77 0,0 0-80 0,-14 0-159 0,-3-1-378 15,-1 1 167 1</inkml:trace>
  <inkml:trace contextRef="#ctx0" brushRef="#br0" timeOffset="10635.59">14338 2092 50 0,'0'0'372'0,"0"-5"-28"0,0 5-35 0,0 0-41 0,0 0-20 15,0 0-28-15,-4-5-38 0,4 5-7 0,0 0-17 16,0 0-18-16,-5 16-22 0,1-10-6 0,-1 10-10 15,-4-5-12 1,3 5-8-16,-3 1-9 0,-4 8 0 0,-1 0-11 16,1 0-30-16,-1 5-25 0,0-6-23 15,-1 3-28-15,1-1-22 0,0-4-30 0,2-5-13 16,-2 0-32-16,4-1-34 0,-3-6-44 0,-1 2-174 16,5-5-424-16,0-2 189 0</inkml:trace>
  <inkml:trace contextRef="#ctx0" brushRef="#br0" timeOffset="10836.13">14132 2198 309 0,'3'-7'346'0,"-3"1"-24"0,1 1-37 15,-1 0-27-15,0 1-33 0,3 2-20 0,-3 2-29 16,0 0-12-16,0 0-14 0,0 0-21 0,11 15-12 16,-4-3-10-1,4 2-6-15,1 3-7 0,2 7-11 0,1-1-4 0,4 3-10 16,-1-1-31-16,1-2-24 0,-1-1-28 0,-4-1-48 15,4-3-41-15,-5-3-54 0,-3-1-65 0,1-5-231 16,-2-3-489-16,1-1 216 0</inkml:trace>
  <inkml:trace contextRef="#ctx0" brushRef="#br0" timeOffset="11274.59">14559 1884 178 0,'0'-4'347'15,"3"1"-20"-15,-3 3-25 0,0 0-32 0,1-5-27 16,-1 5-27-16,0 0-26 0,4-3-20 0,-4 3-20 16,0 0-14-1,10 7-13-15,-6-2-16 0,0 0-9 0,2 5-9 0,-1-1-6 0,-1 3-7 0,-3 2-8 0,3 3-9 16,-4-1-3-16,-1 3-5 0,-2-1-6 0,-2 0-8 15,0-1-1 1,-2-1-4-16,-3 0 3 0,4-4-8 0,1-1 0 16,-4-1-1-16,5 1-7 0,-1-3-2 0,1 1-4 15,-1-1 3-15,1-7-3 0,4 6 4 0,-4-4 0 16,4-3 3-16,0 0 5 0,-1 7 15 0,1-7 6 16,0 0 0-16,25-2 4 0,-6-1-15 0,1-1 0 15,8-4-2-15,-1 5-4 0,1-3-3 0,0 0-6 16,-5 3-5-16,4-2 7 0,-8-1-10 0,-1 6 1 0,-3-2-2 15,-3 1-1-15,-2 1-2 0,0-2 2 0,-3 2-3 16,-2-2-6-16,0 2 7 0,0-1-2 0,-5 1-2 16,0 0-15-16,10 0-8 0,-10 0-20 0,0 0-13 15,0 0-23-15,0 0-28 0,0 0-38 0,0 0-36 16,0 0-41-16,-20 2-28 0,20-2-57 0,0 0-175 16,-13-2-517-16,13 2 229 15</inkml:trace>
  <inkml:trace contextRef="#ctx0" brushRef="#br0" timeOffset="11506.26">15048 1814 115 0,'2'-2'312'0,"0"-1"-32"0,-2 3-33 0,0 0-23 15,0 0-32-15,0 0-19 16,9 11-10-16,-5 0-15 0,1 8-15 0,3 7-10 15,-2 5-3-15,1 3-11 0,-3 17-7 0,-2 5-5 16,-4 2-9-16,-2 3-3 0,-3-3 0 0,-9-1-16 16,-1-3-4-16,-3-3-13 0,-3-1-18 0,-2-6-16 0,-3-3-22 0,-4-4-31 0,4-11-43 15,-1-4-46-15,-3 0-76 0,-5-7-233 0,1 0-467 16,0-6 207-16</inkml:trace>
  <inkml:trace contextRef="#ctx0" brushRef="#br0" timeOffset="11991.75">14113 1719 180 0,'0'-5'340'0,"0"1"-33"16,0 4-35-16,3-5-26 15,-3 5-37-15,0 0-35 0,0 0-22 0,0 0-18 16,-8 16-11-16,-1 7-14 0,-5 7-7 0,-8 16-14 15,-2 3-10-15,-2 7-8 0,-10 24-7 0,2 2-2 16,10 1-2-16,6-28-5 0,4 5-5 0,9-6 4 16,6 1 2-16,3-2-1 0,10-6 3 0,0-2 7 15,5-14 12-15,3 1-14 0,2-5-1 0,3-2 0 16,1-4 0-16,3-2 1 0,1 0-9 0,-1-7-2 0,-1 1-1 16,0-3-9-16,-2-1-3 0,-8-7 2 0,-1 5-6 15,-6-4 5-15,-3-1 18 0,-1-1 18 0,-1 1 1 16,-8-2 9-16,10 1-6 0,-10-1-1 0,10 0-7 0,-10 0-9 15,0 0-5-15,0 0-10 0,0 0-12 0,8-4-43 16,-8 4-47-16,0 0-42 0,0 0-28 16,0-7-38-16,0 7-45 0,0 0-55 0,-4-11-77 0,7 6-218 0,2-5-604 15,3 4 268-15</inkml:trace>
  <inkml:trace contextRef="#ctx0" brushRef="#br0" timeOffset="12477.51">15508 2188 239 0,'0'0'250'0,"0"-4"20"0,0 4-13 0,0 0-18 16,0 0-11-16,0 0-15 0,0 0-10 0,0 0-10 16,0 0-10-16,0 0-17 15,0 0-12-15,0 0-10 0,0 0-11 0,0 0-10 16,0 0-20-16,0 0 4 0,0 0-3 0,0 0-9 15,0 0-3-15,0 0-8 0,0 0-28 16,8 0 21-16,1-3-15 0,5 3 0 0,5-1 0 16,7 0-16-16,5-1-4 0,1 1-8 0,2 0-2 15,-1 1 3-15,2-1-10 0,-1-1-2 0,-6 2-2 0,-1 0-3 16,-6 0 7-16,-2 0-5 0,-5-1-8 0,-1 2-13 0,-3-1 13 16,-1 0-1-16,-4 0-8 0,1 0 3 0,-1-1-30 15,-5 1-18-15,7-1-25 0,-7 1-2 0,0 0-20 16,0 0-22-16,0 0-34 15,-27 6-24-15,10-3-31 0,2-1-26 16,-3 1-80-16,2-1-164 0,0 4-508 0,2-4 225 0</inkml:trace>
  <inkml:trace contextRef="#ctx0" brushRef="#br0" timeOffset="12724.94">15478 2534 385 0,'-3'2'398'0,"3"-2"-38"15,0 0-35-15,0 0-32 0,18-5-28 0,0 1-31 16,4 4-18-16,7-5-22 0,7 1-15 0,-3-1-4 16,6 2-22-16,-6-1-30 0,-1 3 11 0,-2-3-20 15,-3 4-14-15,-8 0-11 0,-3-3-5 0,-5 3-1 16,-2-2-31-16,0 2-18 0,-5 0-29 0,4 0-33 0,-8 0-42 15,10 0-46-15,-10 0-39 0,0 0-37 0,0 0-56 16,0 0-283-16,0 0-576 0,0 0 255 0</inkml:trace>
  <inkml:trace contextRef="#ctx0" brushRef="#br0" timeOffset="18837.48">17190 2569 213 0,'0'0'248'0,"0"0"-15"0,-2 1-13 16,2-1-14-16,0 0-9 0,0 0-13 0,0 0-11 0,0 0-8 0,0 0-6 15,0 0-16-15,0 0-13 0,0 0-14 0,0 0-11 16,15-16-13-16,-7 8-7 0,4-3-7 0,4-1-7 16,0-6-8-16,6-1-6 0,-2-3-5 15,3 1 4-15,-1-2 1 0,4-3-4 0,1-1 9 16,-4-1-3-16,1 1 8 0,-2 0-1 16,-1-4 3-16,0 4 2 15,-2 1 2-15,-4 0 0 0,-1 3 5 0,-1 6 10 0,-4 2 0 16,0-1-13-16,-1 6 5 0,-6 2-2 0,3 2-9 15,-1 0-16-15,-3 1 4 0,2 0-17 0,1 1-26 0,-3 2-32 16,-1 2 3-16,0 0-10 0,1 11 1 16,-1 1 0-16,-1 4 10 0,-1 3-2 0,-2 7 3 15,1 3 6-15,3 2 4 0,-1-1 10 0,1 3-14 16,0-3 3-16,1-1-3 0,0-5 7 0,2 3 5 16,2-13-5-16,-1 3-1 0,0-4 2 0,1-6 5 15,-1 4-1-15,0-7 7 0,-1 4 15 0,4-5-7 16,2-2 11-16,1-2-7 0,3-2-1 0,3-6 1 15,2 0 6-15,0-2-4 0,5-5-2 0,-9 3 3 0,9-8-5 16,-1 2-7-16,-3-2 1 0,0 0 1 0,-1 0-1 0,-5 4-3 16,0 2-5-16,-2 1 2 0,-3 4 8 0,-2 5 1 15,-1 0-4-15,0-2 10 0,-1 5-18 0,-3-2-7 16,-1 4-9-16,8-4-17 0,-8 4-2 0,0 0 4 16,9 8-5-16,-5 1 3 0,1 1 3 0,-4 2-1 15,3 5 12-15,1 2-16 0,-1-1-15 0,0 1-18 0,1-1-23 16,-1 7-24-16,2-8-32 0,1 2-27 0,-5-4-31 31,2-3-32-31,0 0-51 0,1-6-251 0,-1 2-576 16,-3-4 255-16</inkml:trace>
  <inkml:trace contextRef="#ctx0" brushRef="#br0" timeOffset="19188.88">18141 1792 247 0,'1'-5'284'0,"-1"3"-39"0,0 2-25 0,0-5-26 16,0 5-18-16,0 0-21 0,0 0-14 0,14 4-12 16,-5 1-4-16,1 2-14 0,3 6-10 0,1-2-5 15,-2 6-11-15,-2-2-5 0,3 8-7 0,-7-4-4 0,3 5-10 16,-5 0-2-16,0 3-4 0,-4-8-5 0,-5 0-7 15,0 5 5-15,-2-9-7 0,-2 2-1 16,0 0-6-16,0-5 1 16,3-1-9-16,-1-2 4 0,1-1-4 0,2-2-4 15,3 1 0-15,-3-3 3 0,0-3 3 0,3 4 16 16,1-5 6-16,0 5-1 0,0-5-6 0,18 0 3 16,1-2-1-16,13-1-8 0,6-2-15 0,2-2-23 15,12-3-47-15,-16 8-52 0,1-2-69 0,16-7-94 16,-19 5-214-16,1-3-518 0,-3 0 229 0</inkml:trace>
  <inkml:trace contextRef="#ctx0" brushRef="#br0" timeOffset="19469.68">18947 2377 67 0,'-5'0'273'0,"1"3"-15"15,0-1-12-15,0 0-8 0,4-2 2 16,-7 3-3-16,7-3-16 0,-4 2-13 0,4-2-20 0,0 0-20 16,0 0-21-16,23-4-6 0,-1 1-17 0,7-2-12 0,6 4-23 15,0-7-3-15,18 0-4 0,-2 0-9 0,-13 4-8 16,1-2-10-16,0 2-14 0,-3-3-25 0,-2 2-33 15,-8-2-29-15,-4 2-31 0,-8 3-30 0,-3-3-38 16,-2 1-51-16,-3 1-70 0,-3-2-155 0,-6-2-454 16,3 7 201-16</inkml:trace>
  <inkml:trace contextRef="#ctx0" brushRef="#br0" timeOffset="19683.77">19158 2213 327 0,'-3'-3'376'0,"3"3"-10"16,0-7-7-16,0 7-17 0,-1-5-40 16,1 5-26-16,-2-2-42 0,2 2-23 0,0 0-28 15,0 0-29-15,0 0-17 0,-4 17-11 0,0 0-16 16,0 4-5-16,-3 4-15 0,0 6-1 0,3 1-16 0,-1 2 3 16,0-1-27-16,0-1-34 0,5 4-33 0,4-5-39 15,-3-2-56-15,0-2-60 0,6 0-71 0,-3-8-323 16,1-7-612-16,0-2 271 0</inkml:trace>
  <inkml:trace contextRef="#ctx0" brushRef="#br0" timeOffset="20222.43">20032 2155 133 0,'0'0'260'0,"1"-3"-28"0,-1 3-28 0,0 0-21 16,0 0-15-16,0 0-17 0,4 11-10 16,-5-5-12-16,0 2-13 0,-1 4-7 0,-2 4-12 0,1 2-7 0,-4 0-10 15,1-2-4-15,-4 10-8 0,-2-9-5 0,-4 5-7 16,-2-2-4-16,-3-2-5 0,-1 2-1 0,2-4-6 15,7-3-1-15,-6-2-4 0,2 0 2 0,1-4 2 16,2 4-3-16,1-8 6 0,4 2 7 0,-1-2 16 16,1 0 14-16,4-3 20 0,-3 0 4 0,8 0-7 15,-9-6 28-15,2 1 8 0,4-1-4 0,3-2-8 0,0-4-7 0,0-5-12 16,6 2-2-16,-2-3-10 0,4 1-4 16,5-8-9-16,1 1-28 0,-1-1 12 0,3 6-7 15,-3 4-5-15,-2 0-9 0,-2 6 6 0,0 1-11 16,-1 2 0-16,0 1-12 0,-1 0 1 0,2 0-7 0,-5 3-12 15,6 2 10-15,-1 0-5 0,4 0-1 16,-3 2 3-16,2 3-8 16,-2 1 2-16,3-2 4 0,-4 2-4 0,5-1 1 15,-5 1-20-15,1-1 25 0,0-1-1 0,-1-1 0 16,0 1-5-16,-2-3 6 0,1-2 3 0,4-1-1 16,-2 0 0-16,3-3-6 0,0-5 4 0,-1 5-3 15,2-7 3-15,0 3-7 0,-1-4 1 0,-1 1-1 16,-1 0-7-16,2 0-13 0,-3-2-29 0,0-1-31 15,1 1-34-15,-1-1-48 0,-2 2-36 0,-1-4-56 0,2 1-87 0,-3 2-290 16,0-3-678-16,1 2 301 0</inkml:trace>
  <inkml:trace contextRef="#ctx0" brushRef="#br0" timeOffset="20523.3">20507 1735 301 0,'0'0'264'0,"0"0"-24"16,0 0-26-16,0 0-26 0,0 0-20 0,0 0-12 15,0 0-13-15,12 13-16 0,-10-6-8 0,0-2-9 0,4 8-8 16,-5-1-10-16,3 5-7 0,1 1-8 16,-5 2-3-16,-5 0-6 0,4 0-4 0,-2-2-10 15,0-1 1-15,0 0-11 0,-2 0 3 0,2-9-12 16,3 4-2-16,-2-5-6 0,0 1 3 0,2-2-2 15,2 1 3-15,0-1 31 0,5 1 25 0,4 0 23 16,16 1-10-16,5 1 0 0,23-4-20 0,0-1-13 16,6-1 0-16,-1-1-31 0,0-2-28 0,0 3-39 15,-1-6-49-15,-4 1-56 0,-17 4-58 0,-2-4-98 0,-2 4-202 16,-6-4-534-16,-8 2 236 0</inkml:trace>
  <inkml:trace contextRef="#ctx0" brushRef="#br0" timeOffset="21841.35">7995 4750 136 0,'0'-10'267'0,"6"1"-9"0,-2-1-10 15,-3 0-5-15,3 1-6 0,3 0 0 0,-6 4-17 16,0 0-12-16,3 0-22 0,-1 0-21 0,-2 3-18 15,-1 2-19-15,6-3-13 0,-6 3-19 0,7 10-6 0,-1 0-7 16,2 7-14-16,2 9-6 0,1 2-2 0,0 5-5 16,3 13-8-16,-1-2-1 0,-5-10-7 0,1 3-3 0,0 8-3 15,-1-11 0-15,2-2-6 0,-3-1-3 0,0-1 4 16,1-2-6-16,-2-4-3 0,-1 1-1 0,-1-8 2 16,-2-8-6-16,1 1-2 0,0-3 3 0,-3 0 30 15,4-2 34-15,-4-1 47 0,0-4 40 0,1 5 50 16,-1-5 42-16,5 1-6 0,-5-1-29 0,14-18-18 15,-1 4-25-15,1-10-17 0,4 0-15 0,0-4-21 0,1-3-10 16,5-14-11-16,6-1-16 0,-3 0-8 0,2-5-12 16,-1 1-11-1,0 1-17-15,3 4 4 0,-7 2-4 0,-5 13-7 16,-3 3-8-16,-1 2-2 0,-1 1-7 0,-5 10 4 16,-2 2-4-16,-1 2-2 0,0 3-16 0,-2-1-25 15,-2 5-39-15,2-1-42 0,-1 1-42 0,2 2-41 16,-5 1 10-16,5 7-14 0,-5 0-7 0,5 5-24 0,-1 2-21 15,0 6-22-15,0 6-21 0,-3 1-33 0,5-2-61 16,-2 1-282-16,1-7-719 0,-1-1 318 0</inkml:trace>
  <inkml:trace contextRef="#ctx0" brushRef="#br0" timeOffset="22257.6">9112 4976 16 0,'-4'-5'344'16,"0"-4"-22"-16,0 4-15 0,-1-1-23 0,0-3-23 0,1 5-20 16,-2-2-18-16,-2 2-14 0,0 0-34 15,-2 1-10-15,0 2-25 0,0 1-8 0,-3 1-23 16,0 3-9-16,-3 3-12 0,-1 2-9 0,-1 1-10 15,3 0 12-15,-3 3-23 0,4 1-11 0,-5 3-3 16,6-2-5-16,0 0 0 0,4 1-4 0,-4 1-2 0,7 1 0 16,0-2-8-16,4-4-3 0,1 0-4 0,1 0 7 0,3-3-4 15,0 2 1-15,0-4 6 0,6-2 2 0,1-2 2 16,3 0-2-16,1-3-2 0,4-2 0 0,0-2 15 16,0 2-17-16,0-2 6 0,-2-1 10 0,-3 3 5 15,-1-3-1-15,1 0-2 0,-1 1 0 0,-1 2-1 16,1-1-8-16,-7 0-10 0,4-1 6 0,-4 1-5 15,-5 3-3-15,9-4-5 0,-4 4-9 0,-5 0 1 0,4-3-13 0,-4 3-14 16,8 0-13-16,-8 0-27 0,10 3-31 0,-10-3-37 16,9 2-43-16,-9-2-47 0,9 3-58 0,-9-3-319 15,6 2-641-15,-6-2 284 0</inkml:trace>
  <inkml:trace contextRef="#ctx0" brushRef="#br0" timeOffset="22626.26">9234 4961 47 0,'4'-4'300'0,"0"-2"-24"0,1 1-28 0,0 4-19 0,0-3-20 16,3 3-16-16,-1 1-8 0,1 1-13 0,0 0-12 16,2 4-14-16,2 2-8 0,-1 2-12 0,0-1-14 0,3 6-8 15,-4 1-10-15,1-1-9 0,-2 1-6 0,-4 2-8 16,1 0-2-16,-1 0-6 0,-4 2-7 0,-1-2-9 15,0 1-2-15,-1-2-2 0,-7-2-6 0,5-5-4 16,1 0 1-16,0-2 0 0,1 0 9 0,0-4 13 16,1 2 33-16,0-5 37 0,-1 7 34 0,1-7 28 15,0 0-13-15,0 0-20 16,0 0-6-16,-6-15-15 0,9 3-6 16,-2 2-12-16,3-6-13 0,1-1-8 0,3 0-13 15,3-10-8-15,1 4-10 0,2-3-5 0,0 0-7 0,-1 4-3 16,0 6-8-16,-3-1-1 0,-1 1-10 0,1 6 0 15,-4 1-3-15,1 1-14 0,-2 3-18 16,0-1-20-16,-1 4-25 0,-2-2-56 0,2 1-28 0,0 2-40 0,-4 1-33 16,9 1-27-16,-5 2-34 0,2 1-44 0,1 1-52 0,-2-1-275 15,0 1-693-15,1 0 306 0</inkml:trace>
  <inkml:trace contextRef="#ctx0" brushRef="#br0" timeOffset="22873.6">10328 4811 57 0,'4'-6'372'16,"-3"2"-20"-16,3-1-13 0,-3 1-26 0,3 3-34 16,-4 1-35-16,1-4-32 0,-1 4-24 0,0 0-20 15,0 0-17-15,0 0-15 16,-13 14-18-16,6-4-9 0,-4 4-11 0,-2 2-9 15,1 0-13-15,-4 8-1 0,-1-2-21 0,1 0-23 16,0 2-24-16,0-2-24 0,0-2-30 16,1 3-29-16,2-8-24 0,0 2-34 0,3-2-43 15,1-1-38-15,-1-3-236 0,0-5-488 0,2 2 217 0</inkml:trace>
  <inkml:trace contextRef="#ctx0" brushRef="#br0" timeOffset="23095.55">10137 4860 266 0,'0'-5'384'0,"0"-2"-29"16,2 1-28-16,-2 3-35 0,0-1-39 0,0 4-32 15,1-4-19-15,-1 4-22 16,0 0-10-16,0 0-12 0,18 7 1 0,-10 1-16 16,5 3-10-16,1 3-12 0,-1 0-13 0,6 7-6 15,-6-7-16-15,4 7-2 0,0-1-11 0,1 0 1 16,-7-4-32-16,5 0-22 0,-5-4-14 0,3 2-18 15,-4-2-13-15,-2-2-35 0,1-3-32 0,-3 0-27 16,1-3-35-16,-6 2-24 0,3-3-24 0,0 0-72 16,-4-3-201-16,0 0-512 0,0 0 227 0</inkml:trace>
  <inkml:trace contextRef="#ctx0" brushRef="#br0" timeOffset="23329.5">10622 4620 287 0,'0'0'263'15,"0"0"-18"-15,0 0-10 0,9 8-14 0,-2-1-6 16,0 8-6-16,2 2-4 0,4 5-16 0,0 7 3 16,-3 3-27-16,2 2-5 0,-4 3-12 0,0 9-22 15,-3 3-16-15,0-2-9 0,-7-3-1 0,-6-6-11 16,-4 5-13-16,-2-10-22 0,-6 13-26 0,-7-6-33 0,-1-2-32 0,-7-2-45 15,-3-4-48-15,9-9-72 0,-12 4-292 0,9-9-535 16,-4-7 236-16</inkml:trace>
  <inkml:trace contextRef="#ctx0" brushRef="#br0" timeOffset="23796.17">10070 4555 181 0,'0'-5'297'0,"0"0"-12"0,-1-2-19 0,1 7-23 0,0-4-26 16,0 0-23-16,0 4-25 16,0 0-15-16,0 0-17 0,-10 8-19 0,-2 7-9 0,-3 4-10 0,-3 8-14 0,-1 2-5 15,-8 14-10-15,-4 7-1 0,4-2-11 0,6 2 20 16,-2 1-5-16,4-2-9 0,4-5-4 0,8 6-4 16,0-18-3-16,7 1 6 0,3-4 3 0,3 0 5 15,2-1 2-15,6-5 14 0,5-1 2 0,4-3 3 16,0-2 6-16,4-3 8 0,6-2-6 0,-1-5-6 15,-1-2-8-15,-1 0-12 16,-1-2 10-16,-9-1-20 0,3-3-3 0,-5 2 7 16,-8-1 5-16,3 0 9 0,-3-1-4 0,-6 1 6 15,5 0-1-15,-4-1-6 0,-5 1-4 0,10 0-5 16,-10 0-7-16,7 0-6 0,-7 0-13 0,0 0-14 16,0 0-12-16,7 1-20 0,-7-1-36 0,0 0-52 15,0 0-51-15,0 0-56 0,6 0-63 0,-6 0-75 16,0 0-357-16,0 0-756 0,10-4 334 0</inkml:trace>
  <inkml:trace contextRef="#ctx0" brushRef="#br0" timeOffset="24260.28">11337 4936 97 0,'0'0'259'16,"0"0"-7"-16,0 0-11 0,0 0-6 0,-4-1-8 15,4 1-7-15,0 0-12 0,0 0-8 0,0 0-2 16,0 0-1-16,0 0-22 0,0 0-15 0,0 0-5 16,0 0-1-16,0 0-4 0,0 0 21 0,0 0-18 0,0 0-10 0,0 0-12 15,0 0-5-15,12-3-11 0,-4 1-17 0,5 2-6 16,7-2-12-16,10 2-9 0,3-3-8 0,0 2-9 16,3 1-3-16,2-3-7 0,2 0-1 0,-4 1-14 15,-2-1 6-15,-2 3-3 0,-4-4-3 0,-6 3-4 16,-4 0-2-16,-5 0-4 0,-2 1 1 0,-3-2 0 15,-1 1-6-15,-1 1-3 16,0-1-13-16,-6 1-15 0,9-1-23 16,-9 1-14-16,0 0-28 0,0 0-33 0,0 0-30 15,-21 5-34-15,4 0-37 0,-1 2-45 0,1-4-62 0,-1 1-242 16,4 1-611-16,1-3 271 0</inkml:trace>
  <inkml:trace contextRef="#ctx0" brushRef="#br0" timeOffset="24544.29">11394 5185 309 0,'-4'4'311'16,"2"-3"-13"-16,2-1-1 0,-2 4 11 0,2-4-13 0,14 2-11 15,4-2-16-15,3-2-24 0,13-1-26 0,5-1-23 16,12 2-15-16,-13-1-20 0,0 0-3 0,16-3-13 15,0 1-9-15,-15 2-15 0,1 0-9 0,-4 0-9 16,-5-1-12-16,0 3-11 0,-13-1-7 0,-4 2-15 16,-4 0 19-16,2-2-4 0,-6 2-9 0,1 0-1 15,-3-3-14-15,-4 3-11 16,7 0-17-16,-7 0-29 0,0 0-34 0,0 0-57 16,0 0-47-16,-16 5-60 0,3-3-69 0,0 2-104 15,3-2-229-15,1-2-659 0,9 0 292 0</inkml:trace>
  <inkml:trace contextRef="#ctx0" brushRef="#br0" timeOffset="26864.1">13120 4596 200 0,'0'-6'230'0,"2"0"1"0,-4-1-11 0,5 1-8 0,-3-1-12 0,0 0-7 16,0 3-10-16,0 1-17 0,1-1-14 0,-1 4-20 15,0-8-16-15,0 8-11 0,1-2-14 0,-1 2-12 16,0 0-16-16,0 0-7 0,0 0-7 0,9 14-6 15,-9-4-3-15,-2 5-3 0,2 3-3 0,-4 9-3 16,1 2 17-16,1 0-6 0,-2-1-2 0,-2 2-7 16,2 3 0-16,0-1-5 0,-1 0-2 0,1-5-3 0,0-2 2 0,2 1-5 15,-2-1 3-15,0-7-5 16,1-1-1-16,1-3-2 16,0 1 2-16,1-6-6 0,-1-1 1 0,2-1 1 0,0 0 25 0,-2-4 29 0,1 0 40 15,1-3 40-15,-2 7 19 0,2-7 45 0,-2 4 26 16,2-4-13-16,0 0-16 0,-2-13-24 0,2 3-15 15,0-2-19-15,-4-6-16 16,4-2-14-16,0-8-14 0,3 2-8 0,-1-6-13 0,3-1-10 16,-1-2-10-16,5-11-2 0,-3 13-10 0,6-14-8 15,-1 1-8-15,-2 10 0 0,3 3-11 16,-2 3 4-16,0-2-4 0,0 6-10 0,-1 1 4 16,-1 8-9-16,-3 3 6 0,0-1-1 0,4 4-1 15,-1 3-4-15,-3-2-5 0,3 2 1 0,3 0-14 0,-2 3-11 16,5-2-12-16,3 2-13 0,2 1-28 0,0 4-18 0,3 0-27 15,0 4-27-15,-1-1-34 0,-2 3-24 0,7 2-24 16,-7 1-17-16,-1 1-25 0,-1 2-25 0,-4 2-26 16,0-3-41-16,-2 2-264 0,-2 1-675 0,-4-3 299 15</inkml:trace>
  <inkml:trace contextRef="#ctx0" brushRef="#br0" timeOffset="27095.53">13156 5039 171 0,'-2'2'271'0,"0"1"-6"0,2-3-2 0,-2 5-11 0,2-5-8 16,0 0-20-16,0 0-22 0,7 2-20 0,2-2-18 15,4-2-17-15,6-2-10 0,9-1-13 0,-1 0-20 0,2 2-19 16,-3-4-29-16,1 2-44 0,-7 2-39 0,2 0-45 15,-3-4-56-15,0 4-56 0,-1-1-232 16,-6-4-449-16,-2 4 198 0</inkml:trace>
  <inkml:trace contextRef="#ctx0" brushRef="#br0" timeOffset="27295.79">13156 4868 187 0,'-6'0'339'16,"6"0"-20"-16,0 0-20 0,-11 0-21 0,11 0-20 0,0 0-32 15,0 0-29-15,18-8-25 0,4 3-15 0,6 0-16 16,8-3-15-16,3 4-37 0,15-4-51 0,1 2-44 16,-4 0-64-16,3-1-65 0,-3 0-84 0,-13 3-181 15,-2-4-432-15,1 0 191 0</inkml:trace>
  <inkml:trace contextRef="#ctx0" brushRef="#br0" timeOffset="27549.34">14278 4545 139 0,'5'-4'365'0,"-4"1"-21"0,-1 3-27 15,5-7-32-15,-5 7-15 0,0 0-34 0,3-3-30 16,-3 3-24-16,0 0-23 0,0 0-23 0,0 0-16 16,0 0-5-16,0 0-14 0,-8 20-11 0,2-6-7 15,-3 3-8-15,1 0-9 0,-6 7-6 0,4-2-2 16,-8 4-8-16,3-1-24 0,1-1-23 0,0 0-22 0,-3-2-30 16,3 3-24-16,-1-2-29 0,5-4-31 0,-2-2-32 15,2-2-37-15,1-2-55 0,1-4-158 0,0-2-449 0,2-2 199 16</inkml:trace>
  <inkml:trace contextRef="#ctx0" brushRef="#br0" timeOffset="27752.14">14085 4693 56 0,'1'-12'327'0,"3"2"1"16,-4 0 5-16,3 4-6 0,-2 1-20 0,-1 0-26 15,0 1-27-15,4 0-32 0,-4 0-26 0,0 4-15 0,0 0-41 0,0 0-6 0,11 9-11 16,-7-2-12-16,5 1-6 0,2 6-5 0,1 3-25 15,7 2 5-15,-3 2-6 0,1 0-9 16,1 0-22-16,0 1-28 0,-2-2-31 0,-5-4-37 16,3 2-45-16,-1-4-51 0,-3 0-44 0,2-3-64 0,-5-1-262 15,-3-3-561-15,1-1 248 0</inkml:trace>
  <inkml:trace contextRef="#ctx0" brushRef="#br0" timeOffset="28119.65">14462 4352 212 0,'1'-3'342'0,"4"-1"-21"0,-3 0-20 0,0 1-20 16,2 0-27-16,-1 1-21 0,0-1-23 0,-3 3-17 15,14 0-18-15,-6 2-20 0,0-1-8 0,-2 0-32 16,4 6-4-16,-2-1-4 0,1 2-15 0,-4 3-10 16,-1-1-9-16,0 6-6 0,-8 0-2 0,4 1-8 15,-4 3-4-15,-1-2-2 0,-4 4-6 0,-5 2-6 16,6-9 0-16,-1 2-5 0,3-3 0 0,-3-1-7 0,1-4-2 0,5 0-1 16,0-3-8-16,-1-2 5 0,0 1-7 0,4-2 11 15,-2 1-11-15,2-1 39 0,0-3 5 0,0 0 7 16,6 5-1-16,-1-5-8 0,8-3-8 0,6 1 1 15,-1 0-2-15,4-3-11 0,0 2-3 0,-2-2-19 16,8 0-35-16,-7 1-36 0,0 1-43 0,0-2-42 16,-2 0-50-1,-4 4-54-15,2-4-71 0,-7 1-267 0,-5-2-633 0,3 0 281 16</inkml:trace>
  <inkml:trace contextRef="#ctx0" brushRef="#br0" timeOffset="28335.8">14854 4282 137 0,'0'0'255'0,"0"-3"-28"0,0 3-27 15,0 0-17-15,0 0-7 0,3 13-7 0,-2-1-7 16,3 7-7-16,0 5-5 0,-2 7-5 0,1 4-6 16,1 13-13-16,-6 3-7 0,2 1-14 0,-6 0-4 15,-3-1-11-15,-1-1-9 0,-2-4-5 0,-4-2-2 16,3-12-25-16,-4 1-20 0,-2-2-32 0,-5-2-24 0,-3-4-38 0,-14 9-49 15,10-18-77-15,-2 2-234 0,0-6-461 0,-1-1 205 16</inkml:trace>
  <inkml:trace contextRef="#ctx0" brushRef="#br0" timeOffset="28627.18">14044 4290 95 0,'0'-5'247'16,"0"5"-31"-16,0 0-17 0,0 0-17 0,-18 11-11 0,11 0-5 0,-7 5-7 16,-2 11-2-16,-3 4-7 0,-6 17-12 0,0 6-8 15,2 4-11-15,-6 21-9 0,11-24-8 0,9 2-11 16,2-3-3-16,7-2-9 0,8-3-5 0,6-3-8 15,4-12-2-15,12 4-4 0,2-3-1 16,-2-12-5-16,15 2-13 16,1-4-22-16,6-5-50 0,3-3-75 0,0-9-102 15,0-1-241-15,4-6-486 0,-2 2 215 0</inkml:trace>
  <inkml:trace contextRef="#ctx0" brushRef="#br0" timeOffset="28851.71">15396 4751 169 0,'0'2'362'0,"-4"1"-40"0,4-3-21 15,-1 2-25-15,1-2-24 0,0 0-23 0,13 3-23 16,6-3-22-16,8 0-11 0,7-2-23 0,7 1-30 0,14 0-46 15,-1-2-46-15,-3-2-94 0,0-2-125 16,-15 2-241-16,-2-3-467 0,-3-1 206 0</inkml:trace>
  <inkml:trace contextRef="#ctx0" brushRef="#br0" timeOffset="29467.7">16564 4440 286 0,'0'0'340'0,"0"0"-30"0,-4-4-39 15,4 4-31-15,0 0-27 0,0 0-26 0,0 0-20 16,0 0-16-16,0 0-17 0,-4 13-12 16,6-5-13-16,0 1-10 0,-6 8-7 0,3 1-11 0,-1-1-8 0,0 10-3 15,0-8-5-15,0 6-6 0,0-1-3 0,1-3-10 16,-1-3-1-16,0 1-6 0,-2-1-6 0,1 0 0 16,1-2-4-16,-1-5-1 0,2-2-1 0,-1 1-5 15,2-4 2-15,-2 1 2 0,1-3 30 0,0 0 27 16,-2 0 34-16,3-4 37 0,0 2 24 0,0-2 21 0,0 0-6 15,0 0-21 1,-5-11-18-16,1 1-14 0,0-3-14 0,4-2-14 16,-1-3-8-16,5-2-10 0,-4-5-6 0,4-5-8 15,1-2-7-15,1-1-11 0,3 1-6 0,0-2-6 16,1 2-3-16,4-1-6 0,-1 5-3 0,-3 2-3 16,4 4-8-16,-5 6 4 0,1-1-9 0,-1 4-2 15,0 0-4-15,-1 2-2 0,4 4-9 0,-1 0-16 16,3 3-10-16,4-1-28 0,4 0-24 0,-2 4-30 0,9 4-39 0,2 1-48 15,-4 4-34-15,-4-2-30 0,0 5-36 0,0 3-39 16,-5-3-68-16,-3-1-267 0,-3 5-719 0,-2-1 318 16</inkml:trace>
  <inkml:trace contextRef="#ctx0" brushRef="#br0" timeOffset="29652.47">16515 4903 122 0,'-6'4'225'0,"2"0"-1"0,-1-2-4 0,4 3-8 16,-3-2-2-16,4-3-10 0,10 4-10 0,0-4-19 16,10 0-20-1,0-1-12-15,10 0-16 0,2-4-21 0,3 0-30 0,-3 3-43 16,4-2-42-16,-4-1-57 0,0-1-77 0,-4 0-213 16,-9 0-390-16,0-3 172 0</inkml:trace>
  <inkml:trace contextRef="#ctx0" brushRef="#br0" timeOffset="29821.69">16481 4705 106 0,'-4'0'333'0,"4"0"-33"0,0 0-31 0,0 0-30 16,0 0-26-16,22-10-22 0,-3 3-24 15,12 7-28-15,5-7-39 0,0 4-37 0,14-2-42 16,4 3-44-16,-2-2-57 0,2 1-70 0,-1-4-165 0,-13 2-341 15,-4 2 151 1</inkml:trace>
  <inkml:trace contextRef="#ctx0" brushRef="#br0" timeOffset="30068.6">17660 4437 111 0,'0'0'277'0,"0"0"-28"0,-1-3-28 0,1 3-26 16,0 0-18-16,0 0-17 0,0 0-14 0,-10 9-10 15,5-3-8-15,0 3-17 0,-2 0-9 0,-2 7-11 16,-1 2-8-16,-3 4-6 0,-2 2-7 0,2-1-3 16,-1-2-9-16,0 4-3 0,2-3-3 0,-1-1-5 0,2-2-22 15,-1-2-31-15,0-2-23 0,2 0-28 0,-2 0-33 0,3-2-29 16,2-5-42-16,-3 0-202 0,3-3-393 0,1-1 174 15</inkml:trace>
  <inkml:trace contextRef="#ctx0" brushRef="#br0" timeOffset="30269.3">17446 4556 59 0,'0'-6'351'0,"0"2"-21"0,1-1-32 16,0 2-27-16,1-1-32 0,0 1-22 0,-2 3-30 15,0 0-17-15,0 0-23 0,0 0-12 0,0 0-14 16,10 7-11-16,-1 3-9 0,0 3-9 0,3-1-5 16,4 4-8-16,2 2-8 0,4 0-17 0,-7-2-38 0,1-5-41 0,0 3-37 15,5 3-48-15,-7-7-63 0,0 0-89 0,-3-3-156 16,-2-2-451-16,-1-2 200 0</inkml:trace>
  <inkml:trace contextRef="#ctx0" brushRef="#br0" timeOffset="30823.7">17953 4364 8 0,'0'0'371'0,"1"-3"-39"0,-1 3-41 16,4-4-32-16,-4 4-29 0,0 0-26 0,0 0-21 16,0 11-19-16,3-1-18 0,-3 3-13 0,3 6-13 15,0 7-8-15,1 4-5 0,-2 5-17 0,1 11-5 16,-3-9-5-16,-3 7-8 0,1-9-9 0,-6-1-22 16,-1 0-26-16,-3 1-19 0,1-6-17 0,-7 0-12 15,-2-3-22-15,-1 2-27 0,-4-5-55 0,-2-5-39 16,-2-2-257-16,-2-6-470 0,-1 2 208 0</inkml:trace>
  <inkml:trace contextRef="#ctx0" brushRef="#br0" timeOffset="31086.41">17292 4371 78 0,'0'0'251'0,"0"0"-29"0,-2 0-22 0,2 0-22 16,0 0-16-16,-8 17-12 0,1 0-9 0,0 2-7 16,-2 10-9-16,2 2-10 15,-4 16-10-15,2 1-10 0,2-2-6 0,2 3-7 16,5-1-8-16,3-1-3 0,5-12-2 0,4-1-12 15,5-4-15-15,5 0-17 0,1-4-41 0,1-4-71 16,7-4-90-16,-3-4-188 0,-1-4-394 0,1-7 175 16</inkml:trace>
  <inkml:trace contextRef="#ctx0" brushRef="#br0" timeOffset="31602.25">17612 3875 301 0,'2'-8'349'0,"1"1"-16"15,3 0-13-15,-2 0-15 16,0 4-25-16,0-3-19 0,1 0-43 0,-1 3-10 16,2-1-26-16,0 2-3 0,0 2-38 0,-6 0-10 15,15 5-23-15,-7-1-12 0,-1 5-1 0,-2 0-15 16,3 5-10-16,-3 6-8 0,2-2 0 0,-5 2-3 16,-1 5-14-16,-1 0 0 0,-1 0-19 0,-1-5 2 15,0-2 12-15,-1-1-4 0,0 0-10 0,0-4 6 16,2-2-9-16,-4 0 0 0,5-3-7 0,-1-1 4 0,-1-2 11 0,4 0-14 15,-2-1 0-15,0-4 5 0,-2 6 10 0,5-3 34 16,3-2 17-16,8 0-1 0,7 1 4 0,12-5-17 16,-1 1-3-16,4-4-8 0,0 1-7 0,1-1 1 15,1 0-2-15,3 0-4 0,9-6 1 0,-12 8-9 16,0-2 7-16,-2 1-14 0,-4 0 0 0,-10 3-8 16,-4-1-1-1,-7 2-4-15,1-1 4 0,-3-1-3 0,-2 3-5 16,-2 0 1-16,1-1-16 0,-6 1-8 0,7-1-15 15,-7 1-18-15,0 0-40 0,8 0-28 0,-8 0-29 0,0 0-38 16,-5 8-73-16,2-4-60 0,-1 1-33 0,1 0-302 16,-1 1-698-16,2 0 309 0</inkml:trace>
  <inkml:trace contextRef="#ctx0" brushRef="#br0" timeOffset="31903.09">19107 4484 340 0,'-1'3'417'16,"1"-3"-22"-16,0 0-44 0,0 0-37 0,0 0-34 15,0 0-34-15,20-7-32 0,2 5-21 0,-2-3-34 16,11 0-36-16,-3 3-50 0,4-1-49 0,-1 1-56 16,-2-1-65-16,-1 1-87 0,-7-1-286 0,-1-1-508 15,-1 1 225-15</inkml:trace>
  <inkml:trace contextRef="#ctx0" brushRef="#br0" timeOffset="32056.37">19175 4657 157 0,'3'2'259'16,"3"0"-22"-16,4 0-21 0,4-2-24 0,9 0-19 15,6 1-38-15,3 1-52 0,4-5-84 0,0-1-101 16,-3 0-124-16,0-2-243 0,-5-2 108 0</inkml:trace>
  <inkml:trace contextRef="#ctx0" brushRef="#br0" timeOffset="33125.67">20598 4592 87 0,'0'0'247'0,"0"0"-16"0,0 0-25 16,0 0-23 0,0 0-17-16,0 0-14 0,0 0-23 0,-4-3-13 0,4 3-13 0,0 0-9 0,0 0-10 15,0 0-10-15,0 0-7 0,0 0-6 0,0 0-6 16,0 0-7 0,0 0-3-16,0 0 11 0,0 0 16 0,0 0 21 15,0 12 23-15,0-12 34 0,0 0 27 0,0 0 15 16,0 0-24-16,14-11-16 0,-6 1-14 0,6-2-10 15,0-3-13-15,5-7-5 0,2-3 8 0,2 2-9 16,2 1-7-16,2-2-7 0,-4-1 31 0,0 1-10 0,3-3-9 16,-3 0-16-16,0 4 0 0,-4 3-7 0,-6 6-1 15,-6 4 0-15,1 1-7 0,1 3-8 0,-4 0-11 16,-1 2-10-16,2 0-11 0,-3 1-22 0,-1 1-33 16,-2 2-17-16,0 0 0 0,9 5 11 0,-9 0-6 15,0 5 8-15,0-1-1 0,-3 4 7 0,1 3 5 16,2 2-6-16,-5 1-5 0,5-2 15 0,-1 0 1 0,3 0-4 0,-2-1 6 15,2-3-6-15,0-1 7 0,-2-4-6 16,2-1-5-16,1-1 7 0,-3-1 5 0,0 1 4 16,4-4 6-16,1 1-1 0,-5-3 2 0,23-7 1 0,-6 3 5 15,-2-5 0-15,2 1-4 0,7-4 5 0,-6 1-2 16,-3 0-3-16,4 2 0 0,-4-2 3 0,1-1-5 16,0 0 1-1,-4 7-2-15,-3-3 9 0,0 3-28 0,-2 2 1 16,1-2 8-16,-2 3-9 0,-3-1-9 0,1 3-17 0,-4 0 5 15,8 4-6-15,-2 2-4 0,-2 2 8 16,0 3-2-16,0 1 4 0,-3-2-7 0,4 7-21 16,-2-3-26-16,-2 1-35 0,5 2-46 0,-6-2-46 15,3 3-68-15,1-2-75 0,-3-4-226 0,3-2-631 16,0-1 280-16</inkml:trace>
  <inkml:trace contextRef="#ctx0" brushRef="#br0" timeOffset="33551.3">21526 4013 172 0,'4'-12'371'0,"1"2"-31"15,1 0-38-15,-1 3-29 0,0 3-28 0,1 1-27 16,3-1-19-16,2 4-16 0,-1 3-18 0,9 3-8 16,-5 1-17-16,2 3-16 15,-1 1-11-15,-1 5-11 0,-5 0-10 0,0 1-8 16,0 1-13-16,-4 6-2 0,-1-1-5 0,-4-3-4 15,-4 0-9-15,0 0 1 0,-5 3-7 16,4-4-9-16,-5-4 1 0,-3 2-1 0,0-4 1 16,3 0 5-16,1-3 0 0,0-3-4 0,3 1 6 15,-1-1-2-15,4-2 0 0,-2-3 17 0,2 1-9 16,-1-1 18-16,3 1 18 0,1-3 16 0,-4 4 23 16,4-4 2-16,-3 3 0 0,3-3-3 0,0 0-3 15,0 0-17-15,20-3-8 0,7-1-12 0,8-1-8 16,14-4-9-16,3 1-5 0,6-1-7 0,4 1-7 0,1-1-3 0,2 0-4 15,27 2-8-15,-28 5-9 0,0-5 4 0,25 2-6 16,-34 1 2-16,-1 3 6 0,-17-2 2 0,-2 3 0 16,-1-2 4-16,-11-1 4 0,-5 1 11 0,-5 1 8 15,-3-1 9-15,-1 2-6 0,-3 0-6 0,1 0-3 16,-2-1-8-16,-5 1-28 0,10 0-18 0,-10 0-34 16,0 0-46-16,6 0-69 15,-6 0-90-15,0 0-122 0,0 0-129 0,0 0-361 16,0 0-922-16,0 0 409 0</inkml:trace>
  <inkml:trace contextRef="#ctx0" brushRef="#br0" timeOffset="57362.01">3644 7103 106 0,'-23'17'141'0,"-4"-1"-11"0,-4 2-12 15,2 0-8-15,0-1 3 0,2 1-6 0,-3-4-3 0,2 3-6 16,3-2-8-16,6-5 1 0,1 1-5 0,0 0-11 0,1-1-1 16,3-2-6-16,0 2-6 0,5-5-9 0,1 1-6 15,1 1 0-15,3-2-5 0,-1 1-10 0,1 1-4 16,4-2 4-16,3 1 6 0,2 1 0 15,1 0 2-15,3 1 0 0,5 0-2 0,0 5-3 16,5-8-4-16,-3 4-5 0,3 2 3 0,-3-2-4 16,2 3-2-16,-1-3-4 0,-3 1-3 0,-1 3-5 15,-2-4 3-15,-3-2-3 0,-3 3-1 0,-1 1-4 16,-3-5 9-16,-2 6-2 0,-4-3 0 0,-4 2-3 16,-8-2 1-16,-7 4-1 0,-2-4 0 0,-2 3 3 15,-1-3-2-15,-1-1 0 0,1-2-1 0,1 0 1 0,0-3-1 0,6-1-1 16,2 0 2-16,0 1-7 0,0-2 10 0,7-1-8 15,1-1 2-15,1 1 1 0,4-2 6 0,3 2-1 0,4 0-13 16,-9-5-29-16,9 2-29 0,0 3-31 0,11-6-24 16,2 1-43-16,7-1-196 0,1-3-379 15,3-2 167-15</inkml:trace>
  <inkml:trace contextRef="#ctx0" brushRef="#br0" timeOffset="59217.86">3985 7224 76 0,'3'-5'335'0,"-2"-3"-10"16,0 4-22-16,3-1-22 0,-3 3-27 0,0-3-33 16,-1 5-24-16,3-5-17 0,-3 5-26 15,3-1-27-15,-3 1-11 0,0 0-11 0,0 14-15 16,1-2-8-16,-5 4-11 0,3 3-3 0,-3 6 0 0,-1 3-13 15,0 1-4-15,1 0-4 0,-1 1-7 0,0 2-2 16,1-1-4-16,0-1-1 0,-2-1-2 0,2-2-1 0,1-9-7 16,1 3 2-16,-2-4-3 0,3 1-8 0,-3-4 4 15,2-3-2-15,1-1-4 0,0-3-6 0,0-1 3 16,-3 0-5-16,4-3 0 0,0 0 5 0,0-3-5 16,0 0-12-16,0 0-15 0,0 0-8 0,-14-9-8 15,9 1-8-15,-2 1-8 0,1-3 1 0,1 2-4 16,-4-7 4-16,1 5 4 15,2-1 8-15,-2 0 5 0,-1 1-2 0,0-2 7 16,-1 5 4-16,-2-1-1 0,-1-1 6 0,1 6-3 0,0-4 4 0,-3 2 4 16,2 3-1-16,-1 1 6 0,1 1 0 15,-4 0-1-15,4-1 3 0,0 2 0 0,3 0 4 16,2 1-6-16,3-4 8 0,-1 4-4 0,2 1 8 0,4-3 7 16,-3 8 1-16,3-8 3 0,9 4 1 0,4-3-1 15,14 3 3-15,3 0-5 0,5-2 0 0,19 0-2 16,8-5 2-16,5-1-1 0,26-1 2 0,-28 4-3 15,32 1-2-15,-6-8-1 0,-27 6 3 0,0 0-9 16,-3-3 5-16,-7 2-1 0,-13 0 2 0,-4 0 1 16,-1 0-1-16,-15 0 4 0,-4 2 0 0,-4-2 9 15,-2 2 21-15,-2 1 18 0,-3 0-1 0,1 0-1 16,-7 0-4 0,0 0-8-16,0 0-3 0,0 0-7 0,-39 1 10 0,17 0-13 15,-7 5-5-15,-1 0 2 0,-2-1-3 0,1 2-2 16,2 1-6-16,-2 4 3 0,6-3-4 0,5-1-4 15,2 2-1-15,2-2-1 0,3 3 2 0,3-3-1 16,0-2-5-16,2 3 4 0,3-4-1 16,1 4 0-16,0-4-1 0,4 4 2 0,0-5 6 0,4-1 0 15,4 1 1-15,-2-3-1 0,7-1-2 0,0-1 2 0,6-2-3 16,-3 1 2-16,4-4-1 0,-5 0 0 0,4-2 3 16,-1 2 3-16,-4-2 7 0,4 2 8 0,-8-2 1 15,3 1 3-15,-3 0 19 0,-1 1 1 0,-5 2-3 16,2 0 5-16,-3 1 6 0,4 1-8 0,-3-1-4 15,-4 3-2-15,5-2-16 0,-5 2-3 0,4-5-18 16,-4 5-20-16,0 0-19 0,0 0 7 0,0 0-9 0,5 7 7 0,-3-2 1 16,0 0-5-1,0 0 0-15,4 2 0 0,0 0 2 0,2 3-3 16,6-2-4-16,1 0-3 0,3 1-8 0,0-1-10 0,5-1-2 16,4 0-3-16,-9 0-3 0,4-4 2 0,-2 2 3 15,3-2 9-15,-2-6-2 0,-1 0 7 0,-1 0 4 16,-1-2 7-16,1 0 15 0,-6 0 23 15,-3 1 26-15,3-1 40 0,-4-1 33 0,-4 2 6 0,4-1 36 16,-4 3 8-16,0-2 13 0,-1 1-1 0,0 0-11 16,2 3-17-16,-3-3-16 0,-3 3-17 0,6-1-13 15,-6 1-17-15,0 0-20 0,4-3-21 16,-4 3-21-16,0 0-1 0,0 0-8 0,1 7-2 0,-2 0 3 16,0 0-1-16,-2 3 8 0,2 0-12 0,-3 2 2 15,1 1-1-15,-2 3-1 0,-1-2-4 0,3 4-13 0,1-8-7 16,-2-1-8-16,4 0-9 0,-4-2-5 0,4-2 3 15,0 0 2-15,-1-2 9 0,0 2 28 0,1-5 14 16,0 4 28-16,0-4 3 0,0 0 0 0,0 0-8 16,11-8-3-16,-3 2 3 0,-1 1-10 0,2-5-2 15,-1 1-5-15,5-4 1 0,-3 0-5 0,0 2-3 16,2-3 0-16,-3 5-5 16,-2 0 1-16,1-2-4 0,-2 4 1 0,0 2 3 15,-3-1-5-15,0 2 1 0,0 1-6 0,0-1-11 16,0 1-19-16,-3 3-5 0,5-3-10 0,-5 3-20 15,0 0-19-15,0 0 9 0,0 0 9 0,10 6-2 16,-6-2 14-16,4 0 9 0,-2 5 5 0,7-2 1 16,4 2 4-16,8 2 1 0,7 3-4 0,5-6-3 15,14 1-5-15,3-1-5 0,-1-1-2 0,-3-2-13 0,4-1-1 0,1-3 1 16,-18-1 5-16,17-3 3 0,-20 3 1 0,2-3 7 16,-4-1 6-16,0-2 3 0,-5 0 4 0,-8-2 10 15,-2 1 28-15,-5 2-2 0,-3-4 22 0,-1 2 13 16,-1-2 4-16,-3-1-5 0,-2-1-2 0,-5 0-3 15,-1 0-1-15,-3 4-9 0,-2-4-1 0,-9 3 7 16,4-1-9-16,-4 4-2 0,-8-3 4 0,3 5-4 0,-5 1 1 0,0 2-8 16,0-2 3-1,6 6-3-15,3-1 3 0,0 4-4 16,0-5-1-16,2 5-5 0,-1 1-9 0,5 1 11 16,7 1-3-16,-4-3 12 0,2 1-19 0,3 2-4 0,1-1-2 15,4 1 2-15,0-3-7 0,4 1 7 0,1 1 4 0,4-1-3 16,4-3 10-16,2 3 0 0,6-4-4 0,-1-3 1 15,9-1 7-15,-7-1-3 16,5-5 2-16,0-3-1 0,-7 4-2 0,-2-4 5 16,1-1 8-16,3-6 35 0,-4-1-9 0,4-2 10 0,-4-4 0 0,-2 1 1 0,-1-4 1 15,0 1 1-15,-1-8-1 0,-2 3-1 0,0-2 8 16,2-2 7-16,-4 4 0 0,-1-1 19 0,0 1 7 16,-4 6 0-16,-1 7 10 0,0 0 1 0,0 7-1 15,-3 0-4-15,-1 4-12 0,0-2-9 0,3 4-15 16,-2 1-20-16,-1-2-30 0,0 5-38 0,1-3-23 0,-1 3 5 15,0 0 4-15,-9 18 7 0,4-7 1 0,-4 6 6 16,-5 6 2-16,3 3 5 0,-5 0-4 16,3 1 6-16,1 2 1 0,-1 0 5 0,1 0-2 15,1-3-23-15,3 0-14 0,6-1-5 0,-1 0-5 0,4-4 5 16,2-3 3 0,2-1 11-16,5-3 1 0,2 2 5 0,3-3 4 15,9-2 5-15,7 1-1 0,1-6 19 0,8-1 3 16,-3-4-16-16,2-2 2 0,15-1 1 0,-16-2 8 15,2-2-6-15,1-4 0 0,-5 1 4 0,-2-2 14 16,-1-1-13-16,-2-2 1 0,-7-1 8 0,2 4 7 16,-12 0 20-16,2-1 13 0,-5 6 16 0,-1-4 11 0,-4 2 11 0,-1 3-1 15,-1-1-5-15,-1 0-7 0,-2 2-15 0,-5-1-8 16,-1 0-2-16,-5 3-8 0,-4-1-4 0,-2 4-8 16,-1 3 2-16,-5 1-4 0,4 0 0 0,-4 2-1 15,-2 7 0-15,1-4-5 0,-1 4-5 0,6-1-11 0,1 1 0 16,5 0-15-16,-1-1-13 0,0 2-22 15,7-4-4-15,-1-3-8 0,2 2 12 0,4-3 4 0,-3-1 0 16,4 0 18 0,0 0 12-16,8-2 5 0,-3-2 9 0,5 1 8 15,3-2 9-15,3-1-5 0,3-1 13 0,-1 1-9 16,2-5 1-16,1 4 5 0,-1-3-10 0,-3 1 2 16,2 1-2-16,-6 1-1 0,4-3 14 0,-7 4-1 0,3-1-10 0,1 1-9 15,-5-3-2-15,1 2 3 0,2 0 22 0,-3 0-18 16,-3 0-3-16,-6 1-19 0,17-2-22 15,-11 2-38-15,-6 0-40 0,15 0-54 0,-15 0-77 16,14-1-84-16,-6 1-270 0,-8 0-660 0,15-3 292 0</inkml:trace>
  <inkml:trace contextRef="#ctx0" brushRef="#br0" timeOffset="59988.58">6861 7481 311 0,'3'-3'285'0,"0"-1"-22"15,-3 4-37-15,6-2-24 0,-6 2-22 0,5 0-18 0,-5 0-18 32,6 3-16-32,-3 1-8 0,2 2-13 0,-4-1-7 15,2 5-9-15,-3 0-13 0,1 0-3 0,-2 1-6 16,1 1-9-16,-3 5-1 0,2-4-7 0,-4 4-5 16,2-8-2-16,-2 6-6 0,0-4-1 0,0-2-5 0,3 0 1 15,-1-3-1-15,3-1-4 0,-3-2-1 0,2 2 0 16,-1-3 6-16,2-2 25 0,-2 6 8 0,2-6 2 15,0 0-15-15,0 0-8 0,23-10-7 0,-9 1-14 16,7 1-7-16,3-1-10 0,8 0-12 0,4-3-9 16,1 1-17-16,0 3-10 0,14-4 0 0,-1 0-2 15,-1 0 8-15,-14 6 0 0,6 2 4 0,-4-1 3 0,-1 1-2 0,0 0 7 16,-4-2 1-16,-3 4 2 0,-7-1 2 0,-2 0 4 16,-10 3 15-16,2-1 12 0,-3 0 17 0,-4 1 1 15,0-1 3-15,-4-3-4 0,-1 4 9 0,0 0-11 16,-11-4-5-16,11 4-4 0,-33 0 2 0,11 3-4 15,-9 0 1-15,1 1-5 0,-1 0-3 0,0 1 1 16,3 2 1-16,0-2-4 16,3 6-1-16,7-5 1 0,0 1-5 0,1 2 0 15,4 0-1-15,4 0 3 0,1-1 2 0,1 3-5 16,5-4-1-16,2 0 2 0,1 3 9 0,3 0-9 16,4-4-2-16,3-1 1 0,6 2-4 0,0-3-1 15,5-3 0-15,-1-2-3 0,13-3-1 0,-7 1-3 16,0-5 5-16,0-1 6 0,-1-3 4 0,0-3-9 15,-5-1 2-15,0-1 5 0,-2-3 5 0,-1-3 3 0,-3 2 4 16,2-8 2-16,-3 2 2 0,0-3 19 0,-1 0 1 0,-4-2 11 16,4 0 25-16,-3-1 29 0,-4 6 19 0,2 1 4 15,-3 8 24-15,-1 0 3 0,-2 3-9 0,0 2-3 16,0 3-6-16,0 4-14 0,-1 0-13 16,-1 2-14-16,1-2-10 0,0 3-18 0,-1 3-19 0,0-5-39 15,0 5-35-15,0 0 1 0,0 0 3 0,-1 14-1 0,-3-3 5 16,-2 5-5-16,-1 4 9 0,-1 6 2 0,-3 3 1 15,1 0 2-15,-3-1 2 0,2 2-4 0,-2 0 0 16,-1-1 6-16,0-1-1 0,5-2-6 0,0-2 5 0,5-6 2 16,-5-1 5-16,4-1-4 0,4-3 5 15,-3-5-2-15,1 3-2 0,2-1 5 0,-1-5-2 16,-1 0 3-16,3-1 8 16,0-4 9-16,-3 8 10 0,2-4 15 0,1-4 16 15,0 5 11-15,0-5 13 0,0 3 8 0,0-3 6 16,0 4 2-16,0-4-2 0,0 0-9 0,0 0-9 15,13 1-9-15,6-5-9 0,2 2-27 0,13 0-63 16,6-4-101-16,17-2-114 0,7-2-159 0,0-2-512 16,24-9-987-16,-32 1 437 0</inkml:trace>
  <inkml:trace contextRef="#ctx0" brushRef="#br0" timeOffset="60990.66">9169 7153 143 0,'0'-7'333'0,"0"2"-24"0,2 1-33 16,-2 1-32-16,0 3-26 0,0-5-35 0,0 5-17 0,0 0-18 15,0 0-19-15,-6 20-8 0,2-4-13 0,-1 8-11 0,-2 1-12 16,0 1-11-16,-4 1 2 0,-2 2-12 0,4 0-5 16,0-2-9-16,-1 2-4 0,1-3-2 0,1-1-5 15,-1-1-2-15,3-8-4 0,1-2-4 0,1-3 0 16,-1-1-2-16,2 2-1 0,2-7-4 0,-3-2 3 15,3 3 9-15,-2-3 30 0,3-3 14 0,0 0-1 16,0 0-6-16,0 0-1 16,-2-17 8-16,4 5-1 0,6 0-3 0,-7-5-5 15,5 0-4-15,0-8-6 0,0 6-8 0,4-8 7 16,2 4-12-16,2-6-8 0,-1 4-8 0,-3-2 7 16,-1 8 21-16,-1 5 3 0,-2-1-3 0,-2 5-5 15,1 2-5-15,-1-2-8 0,-2 4-6 0,1 4-11 16,1 1-15-16,-4 1 2 0,9 3-7 0,-3 3 0 15,3 4-2-15,1 3 3 0,2 2-5 0,4 4 5 0,1 2-5 0,1 2-7 16,1-1-25-16,-1-2-4 0,4 4-14 0,1-5-6 16,-4 2-11-16,5-3-4 0,-2-3 6 0,-3-2 7 15,-4-3 0-15,3-1 4 0,-5-6 7 0,0 0 8 16,2-3 6-16,-3-2 4 0,-1-2 17 0,1-3 16 16,-2 0 23-16,3-5 21 0,-3 1 20 0,-2-2 13 15,0-4 16-15,1 2-13 16,-2-3 4-16,2-3 4 0,-3-2 11 0,2 0 9 15,-2 4 7-15,-2 2-1 0,2 1 1 0,1 2 15 16,-5 1-10-16,2 5-13 0,-2 1-11 0,0 3-13 16,-2-3-11-16,0 4-19 0,1-1-42 0,-1 4-40 15,0 0-45-15,0 0 2 0,0 0 4 0,0 0 4 16,-1 21 3-16,-1-5 10 0,0 4-1 0,-3 3 11 16,1 2 9-16,0 3 2 0,1-2-2 0,0 2 5 0,1-3 7 15,-1-7 4-15,3 3 6 0,-1-3-4 0,1 0 4 0,-2-5-19 16,4-2-12-16,-2 2-8 0,5-5-19 0,-5-3-5 15,1 7-16-15,-1-8-8 0,1 0-3 0,-1 4-2 16,2-6-12-16,-1 1-33 0,-1-3-54 0,11 1-59 16,-2-3-69-16,0-3-262 0,5-1-637 0,3-2 281 15</inkml:trace>
  <inkml:trace contextRef="#ctx0" brushRef="#br0" timeOffset="61324.48">10250 7371 106 0,'0'0'257'0,"-10"-2"-18"16,2 2-9 0,-2 1-11-16,-1 0-20 0,-2-1-16 0,0 3-11 0,-5 4-14 15,-1 1-16-15,1 1-15 0,0 0-12 0,-6 4-16 16,6-1-7-16,2 1-8 0,0 0-9 16,2 0-7-16,0 0-6 0,4 0 0 0,2 0-11 15,3-2 5-15,1 3-3 0,4-6-2 16,0 1 3-16,4-3-1 0,1 1 3 0,7 2 7 0,-2-4 8 0,8-2-13 0,1-2-8 15,3 2-2-15,-1-6-8 0,-1-1 6 0,1-1-11 16,-4 1 3-16,2-6 7 0,-1 2-4 0,-1-4-4 16,-2 0-1-16,-4-3-5 0,0 1-7 0,0-2-2 15,-3 0 0-15,-2 2-3 0,-3-2-1 0,-2 3-5 16,-1 1 2-16,-1 0-6 0,-2 2 0 0,-2-2-6 16,-3 4-10-16,-3-2 1 0,1 2-6 0,-5 2-16 15,2 0-15-15,0 4-34 16,-8 0-30-16,8 1-35 0,0 2-32 0,2 2-37 15,6-2-69-15,1 1-182 0,1 1-500 0,3-3 222 16</inkml:trace>
  <inkml:trace contextRef="#ctx0" brushRef="#br0" timeOffset="61669.87">10512 7339 253 0,'9'0'298'0,"-4"-1"-26"16,0-1-34-16,-1 1-29 0,-4 1-21 0,9 1-17 0,-3 2-15 15,-2 1-13-15,4 0-13 0,-2 3-9 0,1 1-14 16,-1 2-8-16,-2 3-4 0,1 2-11 0,-1 0-5 16,-3 2-10-16,-1 0-6 0,-1 0-5 0,-3 7-5 15,-1-7-6-15,-2 3-2 0,0-3-7 0,-1-1 0 0,3 2-5 0,0-4 0 16,0-4-3-16,0-4-5 0,2 1 6 0,2-2 27 16,-1 0 37-16,0-2 60 0,2 1 40 15,0-4 45-15,-4 2 20 0,4-2-32 0,0 0-20 0,6-11-22 16,-3 3-20-16,5-1-15 0,2-5-16 0,-1 1-12 15,9-8-14-15,-4 2-14 0,8-1-11 0,-5 1-8 16,4-2-9 0,1 0-14-16,-2 5-14 0,-3 3-17 0,-2 1-20 0,-1 1-23 15,-2-1-27-15,-2 4-24 0,-1 0-40 0,0 2-44 16,1 2-40-16,-6 2-47 0,1-4-51 0,0 6-55 16,-1-3-77-16,-4 3-247 0,0 0-729 15,9 0 323-15</inkml:trace>
  <inkml:trace contextRef="#ctx0" brushRef="#br0" timeOffset="62810.37">11062 7393 46 0,'6'-3'354'0,"-6"3"-22"0,0 0-38 15,5 0-25-15,-5 0-29 16,0 0-26-16,4 0-24 0,-4 0-11 0,0 0-31 15,0 0-10-15,4 8-12 0,-3-3-18 0,-1 0-7 16,0 4-13-16,-1 3-10 0,0-1-6 0,-6 4-3 16,3 2-8-16,-2-1-10 0,2 0-3 0,-1 1 1 15,1 1-10-15,-1-8 0 0,4-1-2 0,-2 3-6 0,2-3-2 16,-2-2 1-16,3-1 1 0,-1 1 25 16,1-4 32-16,0-3 41 0,0 0 30 0,0 4 28 0,0-4-6 0,0 0-17 15,0 0-13-15,14-7-19 0,-6 2-14 0,2-2-10 16,2 2-11-16,0-5-8 0,4-4-10 0,-1 6-7 15,3-3-12-15,-2-1-5 0,0 4-3 0,-1-1-7 16,-5 1-6-16,1 2-5 0,-3 0-3 0,0 5-6 16,-4-4-6-16,1 4-4 0,-1-1-22 0,-4 2-11 0,10 1 1 15,-10-1-3 1,5 6 1-16,-1-2 2 0,0 1-2 0,-3 2 1 16,3 3 0-16,0 0 3 0,1 2 0 0,0 0 7 15,0-2 2-15,-1 2-4 0,0 4 6 0,1-6-2 16,-1 1 4-16,1-3-1 0,0-2 3 0,-2 1 2 15,0-2 4-15,3-3 4 0,0 1-2 0,4-3 8 0,0-2 0 16,2 0 6-16,6-4 4 0,-7 0-4 0,7-2 3 16,-4 0 2-16,2-4-4 0,-1 0-1 0,3 0-1 0,-5-1-3 15,3-1-1-15,6-2-4 0,-11 3-3 0,2 1-1 16,-4 0-1-16,-1 5-4 0,0-2 6 0,-3 3 0 16,1 2-9-16,-2-2 1 0,0 3-6 0,0 0-15 15,-2 0-25-15,2 0-18 0,-4 3-34 0,4-2-13 16,-4 2 4-16,10 0 4 15,-4 2 1-15,3 2 1 0,9 2 2 0,10 2-4 0,-1 1-9 0,4-3-14 0,3 1 1 0,1-1 1 16,-1 1 11-16,2-2 5 0,0 1 10 0,-1-3 13 16,-1-2 9-16,-5 1 7 0,-7-2 3 0,-3-2 23 15,-5 1 24-15,0-1 38 0,-3 2 32 0,-4-1 10 16,2-3 8-16,-8 1-17 0,3 0 5 0,-5-1 1 16,1 4-6-16,-8-6-10 0,-1 4-1 0,-1-2 0 15,-8 3 4-15,-1 0-20 16,0 2-1-16,-3 2 1 0,2 1-12 0,-8 2 1 15,2 5-4-15,3-4 0 0,0 3-4 16,5 2 0-16,-1 0-1 0,2-3 0 0,3 1 0 16,3 1-1-16,3-2-3 0,1 0-3 0,-1-2-1 0,4-2 9 15,1 0 6-15,3-2 9 0,0 1 18 0,0-4 2 16,12 2-4-16,-1-6 4 0,1 1 1 0,6-1-6 16,-2-1 12-16,2-2 0 0,-1-1 4 0,2 0-8 0,-1 0-4 0,1-2-3 15,-1 1 0-15,0 1-6 0,0-1-9 0,-3-1 7 16,-2 5-6-16,-3 1 3 0,2 0-6 15,-6-1 1-15,0 4-6 0,0-2-3 0,-1 2-4 16,2 1-5-16,-7 0-7 0,13 1-6 0,-6 3 3 0,2-1-1 16,3 4 0-16,-3-1-8 0,4 3 5 0,0-2-10 15,1 3 10 1,1-2-6-16,-2 1 0 0,1-4 4 0,-1-1-3 16,1 0 5-16,-1-1-3 0,1 0 3 0,-2-3-2 0,1-3 4 15,1-1 1-15,-1-3 6 0,-3 0-3 16,3-4 4-16,1-2 5 0,-4-2 2 0,2 2 17 15,-3-3 13-15,0-1 18 0,-3-1-3 0,4-5 11 16,-1-2 3-16,1 4 8 0,3-4 6 0,-3 0-5 0,-2 0-5 16,1 0-7-16,1-1 1 0,-1 4-11 0,-2 2-4 0,-3 2 11 15,2 3 8-15,0 5-6 0,-3 3-8 0,1 0-5 16,-2 1-7-16,-1 2-8 0,2-1-17 0,-3 2-26 16,0 3-26-16,1-4-34 0,-1 4-25 0,0 0 13 0,0 0 6 15,-4 12 7-15,3-1 9 0,-8 7 2 0,-1 7 9 16,-3 1 6-16,-3 3 8 0,0 1-4 15,-1 2 5-15,0-3 5 0,-1 1 7 0,4-1-2 0,-3-3 0 0,7-1 8 16,-3-1-1-16,7-12 1 0,2 2 11 0,0-4-10 16,-1 0 5-16,5-1 5 0,-4-3 1 0,4-2 23 15,0 1 14-15,-2 0 26 0,2-5 28 0,0 4 17 0,3 1 0 32,5-5 0-32,1 4-15 0,10-1-3 0,12 0-14 15,2-3-5-15,21 1-30 0,-16-4-69 0,13-1-84 16,-1-4-105-16,-12 3-127 0,1-7-170 0,-1 3-350 0,-2-1-937 15,1-8 415-15</inkml:trace>
  <inkml:trace contextRef="#ctx0" brushRef="#br0" timeOffset="63395.25">14164 7090 1 0,'1'-6'356'0,"2"0"-21"0,0 0-28 0,-3 5-38 15,2-4-25-15,-1 3-37 0,-1 2-32 16,0 0-20-16,0 0-17 0,0 0-14 0,-1 14-12 15,-3-3-11-15,2 6-22 0,-6 6-8 0,3 3-3 16,-1 3-10-16,0-3-5 0,0 4-4 0,0 0-2 16,1-4-10-16,-3 1-25 0,4-1-27 0,3-6-20 15,-2-4-22-15,2-1-29 0,-3-3-24 0,4-1-34 16,-1-5-59-16,-3-2-189 0,4-1-423 0,0-3 187 16</inkml:trace>
  <inkml:trace contextRef="#ctx0" brushRef="#br0" timeOffset="63696.15">14125 6999 82 0,'-3'-11'321'0,"3"2"-16"0,0 1-23 15,0 2-23 1,-1 1-30-16,1-1-27 0,0 2-24 0,0 4-17 16,0 0-15-16,0 0-16 0,18 7-13 0,-8 1-9 0,12 6-13 15,1 3-8-15,2 4-9 0,3 1-9 0,12 9-3 16,-2-1-12-16,-11-2-3 0,9 7-6 0,-14-10 7 15,-3 2-19-15,-1-2-2 0,-3-2 4 0,-4 0-14 16,-7-4-8-16,0-2-3 0,-4 0 4 0,-5-4 2 16,-3 4-5-16,-7-4 6 0,-8 4-4 15,-5-3 0-15,-5-3-1 0,-2 0 1 0,2-2-5 16,-3-1 2-16,4-2-2 0,2 1 9 0,3-2-13 16,6-2 4-16,5 2-3 0,-1-4-2 0,7 1-12 0,2-1-24 15,1 0-26-15,3 0-25 0,4-1-43 0,0 0-41 16,0 0-34-16,42-5-68 0,-13 0-144 0,7-1-448 15,1-1 199-15</inkml:trace>
  <inkml:trace contextRef="#ctx0" brushRef="#br0" timeOffset="63896.84">14733 7313 160 0,'18'-10'303'16,"-4"1"16"-16,-4 1 21 0,-2 1 6 0,-1 0 5 16,-1 2 1-16,0 0-9 0,-1 1-20 0,-2 2-32 0,-1-1-27 15,1 0-28-15,1 1-27 0,-4 2-26 0,3-3-26 16,-3 3-30-16,0 0-28 0,0 0-14 0,0 0-11 0,8 8-2 15,-10-1-13-15,4 3-2 0,-4-1-10 0,0 3-1 16,1 1-3-16,0 0-9 0,-2 3 8 0,2 2-22 16,-2-1-31-16,2-7-13 0,0 3-12 0,-1 2-18 15,1-4-25-15,-1 1-12 0,0-2-31 0,1 0-23 16,-2-1-23-16,1-2-23 0,0-1-16 0,-2-3-46 16,4-3-98-16,-6 0-191 0,6 0-587 0,-6-7 259 0</inkml:trace>
  <inkml:trace contextRef="#ctx0" brushRef="#br0" timeOffset="64044.18">14799 7146 180 0,'3'-17'335'16,"-2"5"-14"-16,2 1 3 0,-2-1-40 0,2 2-27 15,-2 0-23-15,1 5-20 16,0-2-22-16,0 1-30 0,2 2-22 0,1 2-35 16,3 0-38-16,-1 1-40 0,-7 1-41 0,15 4-48 15,-5-1-47-15,1 2-67 0,-2 2-238 0,1-2-448 16,2 1 199-16</inkml:trace>
  <inkml:trace contextRef="#ctx0" brushRef="#br0" timeOffset="64397.81">15353 7165 219 0,'0'0'283'0,"3"-2"-28"0,-3 2-30 0,0 0-16 15,0 0-21 1,0 0-21-16,0 0-13 0,-10 11-14 0,3-6-20 16,0 5-9-16,-1 1-10 0,-3-1-10 0,-2 4-11 0,-1 1-8 0,1-1-6 0,-1 0-7 15,-2 1-3-15,4-1-9 0,-2 1-1 0,4-2-2 16,1 2-10-16,0-1 0 0,4 0-4 0,1-4-10 16,4 2-2-16,0-2-2 0,0-1 1 0,4 3-4 15,6-3-1-15,-1-1 7 0,0 1-12 16,8 0 9-16,-3 0-9 0,2-1 0 0,-5-2-1 15,-2-1-2-15,-2 2-4 0,-2-5-6 0,2 2-10 0,-3 0-2 16,-2-2 0-16,-1 0-3 0,-1-2 7 16,-7 3 1-16,-2 0 3 0,-4-2 2 0,-5 1-2 15,-5-1 5-15,0-1-20 0,3-1-19 0,-1-1-22 16,2 2-26-16,1-1-38 0,4-2-42 0,1-1-216 0,-1 0-420 16,5 0 186-16</inkml:trace>
  <inkml:trace contextRef="#ctx0" brushRef="#br0" timeOffset="64676.39">15707 6965 47 0,'1'-11'355'15,"1"3"-22"-15,0-2-28 0,-2 3-31 0,0 2-32 16,1 2-31-16,-1 3-19 0,0 0-26 0,0 0-15 15,0 0-12-15,-6 18-17 0,2-1-9 0,-1 2-13 16,-3 10-13-16,0 4-9 0,-1 0-6 0,-1 12-7 16,2-8-3-16,0-4-7 0,0 3-4 0,0 0-5 0,3-2-4 0,-4-3-3 15,4-1-2-15,1-4-5 0,-1-1-14 0,0-8-23 16,-2 2-14-16,5-5-24 0,-3-3-23 0,1 0-27 16,-1-1-28-16,2-3-23 0,2-3-57 0,-3-1-256 15,4-3-496-15,0 0 220 0</inkml:trace>
  <inkml:trace contextRef="#ctx0" brushRef="#br0" timeOffset="64853.68">15451 7321 206 0,'-6'-1'282'0,"-1"-2"-5"0,1 2-25 15,1 0-11-15,5 1-12 0,-8-2-15 0,8 2-22 16,0 0-19-16,0 0-17 0,18-5-14 0,0 4-20 0,10 0-7 0,5 1-9 15,0 0-22 1,8 1-28-16,-1-1-43 0,0 1-35 0,-2-1-44 0,-4-1-59 16,3-2-77-16,-6 1-206 0,-13-1-441 0,1-4 195 15</inkml:trace>
  <inkml:trace contextRef="#ctx0" brushRef="#br0" timeOffset="65364.21">16026 7204 121 0,'5'-2'329'0,"3"2"-28"0,-2-3-34 16,-1 3-20-16,7-4-10 0,2 4-22 0,-4 0-14 0,4 4-25 16,4-1-16-16,-1 2-19 0,-2 3-7 0,1-1-16 15,1 4-9-15,-3 0-13 0,-5-2-6 0,2 3-13 16,-4-2-2-16,2 2-10 0,-4 3-9 0,-1-4-7 15,-4 0-11-15,0 1 1 0,0-1 11 0,-4 2-17 16,0-2-8-16,-1 1 3 0,-4-5-3 0,4 3-2 16,0-2-1-16,-3-3 1 0,4-1-6 0,-2 1 11 0,2-2-11 0,3 1 8 15,-3-1 17-15,4-3 33 0,-4 0 8 0,4 0-12 16,0 0-9-16,0 0-5 0,8-15-6 0,-1 6-1 16,3 1-7-16,5-6-10 0,-1 0 0 0,4-5-2 15,6 1-5-15,-1 0-2 0,-1 0-1 0,1 1-6 16,0 0 0-16,1 2 2 0,-8 4-12 0,0 1 5 15,-7 2 3-15,1 4 1 16,-5-2 2-16,2 2-7 0,-2 1-8 0,0 1 3 16,-2 1-3-16,-3 1-9 0,0 0 13 15,10 2-11-15,-9 2-2 0,0 0 3 0,2 5-7 0,-2 2 9 0,-2-2-6 0,1 4 13 16,-3-1-16-16,2 6 7 0,1-2 3 0,-4 1-10 16,3 0 11-16,-4-1 0 0,4 2 2 15,-2-8-1-15,-1 2-2 0,3 1-3 0,-2-7-14 0,2 3-11 16,0-2-14-16,-2-2-8 0,3 1-7 0,-4-2-8 15,3-1-1-15,1 1-1 0,0-4-19 0,-2 3-55 16,2-3-98-16,0 0-115 0,0 0-188 0,-7-16-587 16,7 8 259-16</inkml:trace>
  <inkml:trace contextRef="#ctx0" brushRef="#br0" timeOffset="65499.82">16553 7052 297 0,'-2'-7'394'0,"4"1"1"0,-4 1-14 0,2-1-27 0,0 1-26 16,0 2-32-16,0 3-32 0,2-7-28 0,-2 7-18 16,-2-3-48-16,2 3-52 0,0 0-50 0,0 0-44 0,14 3-57 15,-14-3-67-15,9 7-87 0,-7-4-351 0,0 1-581 16,-1 1 257-16</inkml:trace>
  <inkml:trace contextRef="#ctx0" brushRef="#br0" timeOffset="66532.35">16749 7519 143 0,'0'0'248'0,"-2"2"-17"0,2-2-9 16,0 0-9-16,0 0-9 0,0 0-7 0,0 0-6 15,0 0-17-15,0 0-20 0,9-8-14 0,-3 2-11 16,5 1-10-16,4-5-4 0,1-3-1 0,3-3-8 15,6-3-4-15,-4-2 4 16,1 0-2-16,4-7-2 0,-3 3 0 0,0-4-10 16,3-12-6-16,0 1-9 0,-3 0-6 0,-4 7-7 15,2-10-2-15,-6 10 2 0,-5-1 2 16,3 2 10-16,-5 0 6 0,-2 5 8 0,2 0 9 0,-6 9 7 0,2 0-2 0,-4 5-4 16,3 1 3-16,-2 3 0 0,-1 2-15 0,1 0-9 15,-1 2-25-15,0 2-31 0,0-1-22 0,0 4-13 16,0 0 0-16,-5 11 4 0,0-3-4 0,-5 8 8 15,1 2 0-15,-3 8-3 0,2 3 4 0,-3 0-7 16,2 3 8-16,1 2-5 0,1 2 16 0,-3 8-14 16,7-8-1-16,1-5 9 0,2 1-6 0,3 1-1 15,2-4 2-15,2-2-5 0,2 0 6 0,0-10 1 16,0 3 3-16,2-6 2 0,4 1-2 0,-4-6-1 16,0 0 3-16,1-1 9 15,-1-4 4-15,-1 2 22 0,1-3 7 0,-3-2 16 16,-1-1 9-16,3-1 5 0,0-3-25 0,-2 2-3 15,-1-4-4-15,1 2-6 0,-2-3-1 0,-1 2-8 16,0-6-11-16,-1 1-15 0,-2 0-18 0,-2-2-24 0,-1 5-14 16,-5-4-23-16,2 1-19 0,-8-1-12 0,0 4-8 15,-3-3-27-15,-1 5-11 0,0 0-22 0,2 3-18 0,-3 1-27 16,3 2-35-16,6-2-44 0,-2 2-288 0,6-1-633 16,0 2 280-16</inkml:trace>
  <inkml:trace contextRef="#ctx0" brushRef="#br0" timeOffset="67433.47">17510 7285 241 0,'2'-6'411'0,"-1"4"-27"16,2-2-35-16,-2 1-34 0,-1 3-38 0,4-3-28 15,-4 3-34-15,0-4-23 0,0 4-21 0,0 0-22 16,0 0-16-16,0 0-8 0,0 16-14 0,-5-5-7 15,2-1-13-15,0 3-9 16,-4 2-8-16,2 2-5 0,-3-2-13 16,3-1-9-16,1 1-5 0,1-4-10 0,0 0-1 15,0-2-9-15,2-2-2 0,-1-2 7 0,1 2-1 0,-1-2 3 16,2-3 31-16,0-2-12 0,6 3-4 0,-6-3 4 16,12-3-9-16,-2-1 1 0,0-2 16 0,2 2 6 15,1-4 3-15,2-1-1 0,-1 1-3 0,3-1-3 16,-3-3-12-16,1 3 6 0,-5 3 0 0,2-3 1 0,-2 4-1 0,-2 0 0 15,-2 4-2-15,0-5-6 0,0 3-6 0,-1 1-1 16,1 1-3-16,-3-2-17 0,-3 3-22 16,7-1-3-16,-7 1-12 0,0 0-2 0,14 5-5 0,-6-2-7 15,-3 1-2 1,4 2 0-16,1-2 6 0,2 6-9 0,5-6-16 16,0 3-16-16,0 1 8 0,1-4-4 0,-1 2 3 15,0-2-2-15,1-1 16 0,1-3-3 0,-6 0 4 0,3-1 20 16,0-7-13-16,-4 3 11 0,3-3 6 0,-1-3 6 15,-5-2 17-15,0-1 15 0,1 0 13 16,-2-2 2-16,-3-2 11 0,4-2 11 0,-3-5 7 16,1-1-2-16,-1 2-6 0,-1-4 2 0,0 1-10 0,-1 2-5 15,2 1 2-15,-2 6 5 0,-1 6 4 0,-2 0 7 16,1 3-11-16,0 2-7 0,-2 3-8 0,0-2-25 0,0 2-34 16,3 2-7-16,-3 2 0 0,0 0 9 0,-5 15 6 0,2-4-1 15,-2 6-5-15,-3 6 10 0,-3 4-8 0,-1 0 9 16,3 3 8-16,-5 1-8 0,5 1 8 15,-2-5-1-15,0-1-5 0,5-1-15 0,0-6 3 0,-1-2-4 16,6-6-4-16,-3 0 3 0,0-1-8 0,3-2 11 16,-1-6 11-1,0 5 2-15,0-3 10 0,0 0 12 0,2-4 0 16,0 0 7-16,0 0-2 0,0 0-7 0,-12-15 5 16,9 10-8-16,-1 0 0 0,2-5 3 0,-2 0 0 15,1 2 4-15,-1 0-6 0,1-2 4 0,0 3 2 0,-1-1-6 16,4-1 7-16,-1 3 8 0,1 0-10 15,4-1 2-15,0 1-8 0,5-1 1 0,2 2-10 16,8-2 10-16,8 0-1 0,1 3-14 0,7-2 6 0,-2 2 1 0,4-1-2 16,2 4 0-16,1-1 1 0,0 0 5 0,-2 2-7 15,0-1 4-15,-3-1 4 0,-4 2 0 0,-2 0 2 16,-11 0 5-16,-7-1 16 0,2 1 1 16,-3 0 9-16,-2 0 9 0,-3-1-2 0,-5 1-3 0,9 0-3 0,-9 0-1 0,9 0-3 15,-9 0-4-15,5 1-4 0,-5-1-9 0,5 1-1 16,-2 2 0-16,-2 1-4 0,-1 1 8 0,0 3-5 15,-1-1-4-15,1 0 6 0,0 5-3 16,-1 0-5-16,1 0 3 0,0-2 1 0,-2 6 2 0,2-5 7 16,-1 1-19-16,0-3-17 0,2 1-6 0,-2 0-17 15,2-2-15-15,-1-4-18 0,0 3-13 0,-1-1-14 16,1-4-9-16,0 3-5 0,0-5 0 0,-2 4-4 16,2-4-37-16,0 0-56 15,0 0-60-15,0 0-288 0,0 0-609 0,0-18 271 16</inkml:trace>
  <inkml:trace contextRef="#ctx0" brushRef="#br0" timeOffset="67564.45">18566 7117 231 0,'0'-11'284'15,"0"0"0"-15,0 2 3 0,0 1-16 0,0 1-7 16,0 2-17-16,0-2-26 0,2 4-23 0,-2 3-25 0,0-6-14 0,1 3-23 16,0-1-28-16,-1 4-24 0,0 0-34 0,0 0-32 15,18 8-39-15,-8-6-41 0,-1 2-46 0,0 4-60 16,5-3-96-16,-5-1-135 0,0 4-432 0,5-4 191 15</inkml:trace>
  <inkml:trace contextRef="#ctx0" brushRef="#br0" timeOffset="67918.81">19076 7161 204 0,'-5'-2'226'0,"-3"2"-12"0,2-2-14 15,-8 2-14-15,2 2-11 0,2 0-14 0,-4 2-15 16,-4 1-14-16,2 3-8 0,-1 1-17 0,0 3-11 0,0-4-8 0,1 6-10 16,1 1-5-16,2-1-8 0,-1 1-3 0,8-2-10 15,-5 0-3-15,6-1-4 0,4-2 14 0,-3 1-1 16,5 1 2-16,3-2 3 0,0 0-1 0,5 0 2 16,0-5-6-16,8 2 1 0,2 1-7 0,0-4-8 0,1-3 1 15,2-1 8-15,0-1-9 0,-3 0 11 0,1-2 7 16,-3-2 1-16,2-2 10 0,-3 2 6 0,-5-3 4 0,-2 0-8 15,0 0 8-15,1-2-23 0,-3-1-3 0,-2 0-5 16,-1-6-8-16,-2 0-8 0,0 1-2 0,-5 1-5 16,-1 0-2-16,0 3-8 0,-1-2 2 0,-5 2-20 15,1 4-5-15,-1-1-14 0,-7 2-9 0,-1 1-21 16,2 2-28 0,4-1-21-16,-2 3-33 0,3 1-40 0,0 1-46 0,4 1-67 15,7-1-232-15,-8 1-558 0,8-1 248 0</inkml:trace>
  <inkml:trace contextRef="#ctx0" brushRef="#br0" timeOffset="68234.73">19319 7188 152 0,'6'-3'337'0,"-6"3"-25"0,0 0-34 0,4-1-25 15,-4 1-29-15,0 0-25 0,0 0-23 0,0 0-18 16,0 0-12-16,4 6-17 0,-4 3-16 0,-4-4-2 15,3 5-19-15,-2 0-11 0,-3 2-6 0,2 1-10 16,-1 1-9-16,-1 2 2 0,-1-4-4 0,3-1-6 16,1-2-4-1,0 1-6-15,-1-3-2 0,4-1-1 0,-1-1-1 0,1-2 29 16,-3 1 12-16,2 1 22 0,1-5 11 0,5 1 3 16,-5-1-3-16,0 0 7 0,14-5-11 15,-6 1 14-15,1 1-8 0,2-3-7 0,0 1-6 16,-1 0-7-16,1 1-14 0,1 0-6 0,-1 1-7 0,1-2-11 15,-2 1-7-15,0 0-16 0,4 3-15 0,-1 1-31 16,1 0-30-16,4 0-50 0,1 3-43 0,-1-1-54 0,0 1-65 16,9 3-102-16,-8-3-279 0,0 1-693 0,2-2 307 0</inkml:trace>
  <inkml:trace contextRef="#ctx0" brushRef="#br0" timeOffset="68381.73">19802 7389 12 0,'-2'4'354'0,"2"-4"10"0,-2 3 11 0,2-3-9 15,0 0-13-15,0 0-8 0,0 0-17 0,0 0-25 16,0 6-32-16,0-6-31 0,0 0-35 0,0 0-73 16,0 0-81-16,0 0-79 0,7 0-90 0,-7 0-128 15,0 0-306-15,0 0-597 0,0 0 265 0</inkml:trace>
  <inkml:trace contextRef="#ctx0" brushRef="#br0" timeOffset="70307.55">3998 8557 77 0,'4'-3'122'0,"-4"3"-13"16,7-4-17-16,1 4-7 0,2-3-5 0,0 2 0 0,2 0-14 0,2 1-6 15,0 0-5-15,4 0-3 0,4-2 3 0,-3 2-9 16,3 2 1-16,0-2 0 0,5 1 0 0,-5-1-6 16,5 1 8-16,5-1-6 0,-4 1-4 0,4-2 8 15,3 2-12-15,0-1-4 0,1 2-6 0,1 0 0 16,0-1 5-16,2-1-9 0,1 0 8 0,10 1-2 16,4-3 6-1,-17 3-4-15,21-1 5 0,-4 1-3 0,0 2 2 16,2-2 1-16,-1 4-3 0,0-3-4 0,1 2 3 0,2 1-5 15,1 0-1-15,-3-2-2 0,1 1 0 0,5 0-4 16,-5-1-2-16,4 2 0 0,2-2-5 16,4-1 3-16,-2-2-2 0,31 0 5 0,-34-2-10 15,5 0 3-15,22-1-7 0,-26 0 8 0,-1 2-7 0,3-1 0 16,-3-2-2-16,-3 2 0 0,1-1 1 0,-3 2-1 0,4-2 3 16,-1 3-2-16,1-1 1 0,-1 0-2 0,-4 0 0 15,2-2 6-15,-1 4-7 0,-1-4 3 0,2 2-2 0,-1 0-2 16,-2-1 4-16,-1 1 3 0,3-2 6 0,2-1 5 15,0 2 8-15,-3 0 7 0,5-1 2 0,-1 0-2 16,2 1 4-16,-2-1 2 0,1-1-3 16,-1 3-1-16,4-3-2 15,-2 0-1-15,4 1-3 0,23 1-4 0,-28 1-3 16,29-6 0-16,-22 6 1 0,28-3-7 0,-2 0 3 16,-3-1-2-16,2 4-3 0,-25-1-2 0,29 0-1 15,-6-1-2-15,-23 1-3 0,31 1 0 0,-4-3 6 16,-2 4 4-16,2-2 10 0,-3-1 1 0,1 2 5 15,-4-2 8-15,-23 3 0 0,0 0 0 0,0 0 4 16,0 2 0-16,-4-2 0 0,-4 1-4 0,-8-1-4 0,-12-1-1 0,-4 1-3 16,-3 0-4-16,-3-2 6 0,-10 2 9 0,1 2 2 15,-7-2 0-15,-2 0-6 0,-2-2 1 0,-1 2-4 16,0 0-3-16,-7 0-6 0,10 0 0 0,-6 2-10 16,-4-2-19-16,0 0-40 0,9-2-37 0,-9 2-40 15,0 0-54-15,6 2-76 0,-6-2-250 0,0 0-540 16,0 0 240-16</inkml:trace>
  <inkml:trace contextRef="#ctx0" brushRef="#br0" timeOffset="71583.56">11109 8418 123 0,'0'0'179'16,"0"0"-19"-16,0 0-16 0,0 0-16 0,-4-3-7 0,4 3-17 15,0 0-12-15,0 0-11 0,0 0-3 0,0 0-16 16,0 0-2-16,0 0-8 0,0 0-6 0,0 0 5 0,16 5-16 16,-8-3 19-16,4 0-3 0,6-1 0 0,1 0-3 0,12 0 1 15,-1-1 1-15,10-1-5 0,10 1-6 0,2-1 2 16,3 0-4-16,1-1 3 0,4 4-3 15,7-8 2-15,26 1 1 0,-2 4 1 0,2-3-6 0,4 3 1 16,3-1-6-16,1-1-2 0,-3 2-4 0,-3 0 0 16,1-2-4-1,1 3 1-15,1-1-3 0,2 0 0 0,0 3-6 16,4-1 0-16,-2-2-8 0,-2 4 8 0,-4-1 0 0,1 3 0 16,-1-7 6-16,2 4 1 0,1-1-1 15,-7-2-2-15,1 1 6 0,-2 0-8 0,-25 0-4 16,29 0 5-16,-30 0 6 0,28 0-1 0,-3-2 2 15,-28 2-3-15,33-1-2 0,-33-2-2 0,30 0 0 0,-25 5-1 16,0-4-1-16,29 8-4 0,-29-8 1 0,25-2-1 0,-29 3 0 16,-1 0 2-16,6 0-2 0,25 1 4 0,-29 0 2 0,27-5-1 15,-25 8 2-15,24-4 2 0,-30 1 3 16,2-2-3-16,2 5-2 0,3-3 5 0,23 2-1 16,1-1 2-16,-28 0 0 0,1 0-8 0,29 1 1 15,-29 2 1-15,29 0-3 0,-2-1 0 0,-27-3-2 0,2-1-2 16,25 4 2-1,-30-2-5-15,4 2 0 0,3 2 1 0,24-1 1 16,-27-1-4-16,3-1 10 0,0 0-6 0,26 1-3 0,-32 2 2 16,4-2-3-16,-2 2 6 0,1-3-5 0,-2 3-1 15,2-5 1-15,0 3 0 0,-1-2-3 0,-2-2 3 16,5 1 1-16,-3 2 4 0,-1-3 7 0,-1 0 4 16,2 1 4-16,-3 0-6 0,3-3 3 0,1 3-2 15,-1 3-6-15,-2-3 5 0,-1 0 3 0,-1 2-10 0,0-2 0 16,-3 4-1-16,1-1 0 0,-3-3 2 0,-3 2-2 15,-12-2-3-15,-2 0 0 0,-2 0 0 0,1 0 3 0,-4 0-3 16,-3 0-3-16,-1-2 14 0,-10 2 11 16,1-3-2-16,1 3 9 0,-3-2-9 0,-5 0-1 15,0 0-8-15,1-1 0 0,-4 3-3 0,3-3 2 16,-2 3-6-16,-2-2 1 0,-1 2-2 0,-2 0 2 0,-6 0-6 0,11-2 1 16,-6 2 1-16,-5 0-1 0,0 0 0 0,10-1-4 15,-10 1-1-15,6 0-4 0,-6 0-15 0,0 0-30 16,0 0-41-16,0 0-59 0,5 3-66 0,-5-3-103 15,0 0-201-15,0 0-558 0,0 0 248 0</inkml:trace>
  <inkml:trace contextRef="#ctx0" brushRef="#br0" timeOffset="79281.7">8094 9789 83 0,'0'0'152'0,"0"0"-3"0,0 0-2 0,0 0 0 0,0 0 1 0,3-3-3 15,-3 3-1-15,0 0-1 0,0 0 0 0,1-4-4 16,-1 4-1-16,0 0-4 0,3-4-1 0,-3 4 0 15,0 0-7-15,0 0-2 0,0 0-13 0,0 0-10 16,0 0-9-16,0 0-13 0,2-2-13 0,-2 2-7 16,0 0-12-16,0 0-4 0,-3 13-3 0,-3-1 4 0,-4 4 0 15,-5 9-7 1,-5 6 0-16,-11 13 0 0,0 4-7 0,-2-2 0 16,1 3-4-16,0-1-2 0,-2-1-3 0,3 1 0 15,-1 0-15-15,1-3 0 0,7-5-1 0,-3 1 2 16,8-13-1-16,1 0-2 0,-1-5-2 0,4-1 6 15,2-3-2-15,5-5 0 0,-1-1 0 0,-1-3-4 16,5-1 0-16,1-3-7 0,-1 0-7 0,1-1-4 16,4-3 1-16,-4 1 4 0,3 2 1 0,1-5-5 0,0 0-4 0,0 0-19 15,0 0-20-15,0 0-23 0,0 0-24 0,10-13-21 16,-6 6-43-16,3-1-37 0,-2-2-211 0,1 0-450 16,-1-1 199-16</inkml:trace>
  <inkml:trace contextRef="#ctx0" brushRef="#br0" timeOffset="79613.34">7764 9972 5 0,'2'-5'352'0,"-2"-3"-32"16,1 5-29-16,-1 0-32 0,3 0-26 0,-3-2-30 16,0 5-20-16,0 0-23 0,9 6-12 0,1 2-17 15,-1 4-12-15,4 11-9 16,5 2-6-16,-1 5-5 0,8 12-13 0,1-1-9 15,-1 3-6-15,-2 2-7 16,1-1-4-16,-1-1-5 0,2 0-7 0,-2-4-4 0,-8-6 0 0,5-3-7 16,-3-1-1-16,-3-1-3 0,-1-2-5 0,0 1-5 15,-6-5 3-15,1-6-6 0,-2-5 3 0,-2-2 1 16,0-1-9-16,1 3-4 0,-4-7 5 0,1 2 10 16,-1-2 15-16,2-2 8 0,-1 1 1 0,-2-2-6 0,0-2-3 15,0 0-7-15,0 0-4 0,0 0 13 0,0 0-15 0,0 0-6 16,0 0-8-16,0 0-13 0,0 0-20 15,-11-9-13-15,9 4-14 0,2 5-27 0,-1-5-29 16,1 5-33-16,1-7-34 0,1 1-33 0,0-1-59 16,1 2-230-16,1-1-531 0,2-3 235 0</inkml:trace>
  <inkml:trace contextRef="#ctx0" brushRef="#br0" timeOffset="79898.72">8641 10239 301 0,'0'0'333'0,"-2"-6"-10"16,2 6-9-16,-4-2-17 0,4 2-14 0,-1-4-22 15,1 4-21-15,0 0-27 0,0 0-22 0,0 0-16 0,5-5-20 0,0 5-17 16,4-5-20-16,4-1-20 0,6 2-19 0,3-1-31 16,7-3-26-16,-1 2-47 0,0-1-41 0,0 2-36 31,-6 0-42-31,0 1-51 0,-2 1-48 0,0-2-226 16,-1 0-509-16,-7 5 225 0</inkml:trace>
  <inkml:trace contextRef="#ctx0" brushRef="#br0" timeOffset="80051.87">8704 10377 103 0,'-10'5'256'0,"5"2"-23"15,-3-5-4-15,4 0-3 0,-1 1-20 0,4 0-13 16,1-3-1-16,0 0-17 0,13 2-11 0,1-4-18 16,6-2-11-16,11 0-17 0,2-3-18 0,2 1-40 0,4-3-37 0,-2 2-51 15,2-2-47-15,14-1-67 0,-14 1-244 16,0 1-418-16,1-1 185 0</inkml:trace>
  <inkml:trace contextRef="#ctx0" brushRef="#br0" timeOffset="81054.42">8180 9922 92 0,'-37'-3'161'0,"-13"3"-3"0,-2 0 0 0,1 5 1 0,0 4-2 16,-2 2-4-16,0 4-2 0,-1 4-11 0,-1 4 2 16,6 4-9-16,1 2-7 0,3 5-10 0,-2 2-14 0,10 5-6 15,4-2-12-15,4 3-6 0,12-9-9 0,8-1 4 16,5 2 5-16,6-4-4 0,7 3-3 0,12-4-5 15,17 4-3-15,11-5-6 0,12-5-4 0,32-5-3 16,2-3-6-16,-2-11-14 0,3-5-14 0,-1-8-8 16,2 0-4-16,0-9-3 0,-3 1 0 0,-3-6-1 0,-27 6 3 15,-3-6-5 1,3 1-4-16,-9-2-5 0,-1 0-7 0,-12-3-7 16,-14 3-4-16,-2 0-5 0,-5-3-3 0,-8-2-9 15,-4-3 4-15,-5 2 6 0,-8-1 2 0,-9 2 8 16,-6-1 16-16,-4 1 7 0,-9 7 16 0,-13-4 12 15,-3 11 11-15,-5 3 7 0,2 6 4 0,-2 7 0 16,1 5 0-16,0 7 1 0,-4 9-6 0,2 0 0 16,2 10-6-16,6 3-2 0,0 4-2 0,4 3-5 0,5 1-12 0,6 0-1 15,8-1-1-15,10-8-4 0,7 0 2 0,11-3-2 16,4 1 1-16,11-3 3 0,17 4-5 0,9-5-6 16,12-9-15-16,33 0-7 0,-27-11-22 0,29-4-12 15,0-7-5-15,-1-7 3 0,-1-4 4 0,-27 0 3 16,-2-4 6-16,1 0 4 0,-9-3 5 0,-5-1 2 15,-14 4 4-15,-7-4 2 16,-2 0-9-16,-7-4-1 0,-5-1 0 0,-5-4-3 16,-8 2-2-16,-6 0 3 0,-4-2 8 0,-9 5 14 15,-4 4 16-15,-2 2 11 0,-7 3 14 0,-3 7 13 16,-2 1 11-16,-6 6 5 0,-10 3-2 0,-1 8-1 16,-2 6-5-16,4 8-4 0,1 6-4 0,3 2-2 15,0 6-5-15,3 2-3 0,7-1-5 0,0-1 4 16,18-5-4-16,1-3-6 0,9-2-1 0,4 3-1 0,10-11 2 0,4-1 0 15,17 1-2-15,6-4 3 0,20-6-10 0,4-6-6 16,7-7-10-16,-1-3-1 0,2-7-2 0,22-16 3 16,-27 10-2-16,-9-2 2 0,-2-5 2 0,-20 7 2 15,3-6-4-15,-11 0-11 0,-3-2-5 0,-3-2 5 16,-10 0 3-16,-8 1-4 0,-10 1 6 0,1 4 0 16,-10 2 3-16,-1 7-1 0,-8 1 1 0,0 3 1 0,-2 4-5 0,-5 3-27 15,1 5-30-15,2 7-44 0,4-1-77 0,-2 3-213 16,7 1-439-16,11-1 195 0</inkml:trace>
  <inkml:trace contextRef="#ctx0" brushRef="#br0" timeOffset="82567.64">11808 9744 78 0,'0'-7'194'16,"0"1"-9"-16,-3-4 0 0,5 3-2 0,-4-2-3 16,2 1-6-16,0 3-12 0,-1-2 4 0,1 3 0 15,-1 0-14-15,-1 0-10 0,2 4-16 0,-2-5-14 16,2 5-12-16,-3-3-12 0,3 3-13 0,0 0-11 0,0 0-8 0,0 0-2 16,-14 10-5-16,12-5-6 0,1 0-4 0,-1 3-5 15,1 1-2-15,0 3-2 0,1-3-4 0,1 3-2 16,3-3-5-16,4 7 4 0,2-4-7 0,0 2 2 15,4-2-3-15,3-2 1 0,2 0 0 0,5 0-1 16,-2-3-1-16,-2 1-1 0,3-2-4 0,-2-3 2 16,-1 1-5-16,-1 0-1 0,-1-3-1 0,-1 2 0 0,-6 1 3 0,0-3-5 31,-4 1 2-31,0-2-1 0,-1 2 0 0,-1 1-3 16,-4-1 0-16,2 1 1 0,-7 4 6 0,-4 2-1 15,-6 5 0-15,-6 9-2 0,-6 1 2 0,-11 7-2 16,0 6 1-16,-4-3 0 0,0 7-1 0,-2 0-3 0,1-2 9 15,0 2-7-15,1 4-3 0,1-5 4 16,3 0-1-16,2-4-2 0,9-8 2 0,4-1 0 0,-1-4-2 0,5-3 0 16,0 0 3-16,8-7-1 0,2-3 2 0,2-2-2 15,2-1 5-15,0-2 4 0,3 0 5 0,1 1 10 16,0-3-3-16,1 0 10 0,-1-3 2 0,14 1-8 16,-6-2 0-16,6 0 6 0,0-1-11 0,4 0 0 15,1-3-5-15,2 2-2 0,4-2-1 0,2 2-2 16,1-2 2-16,-5 4-4 0,5 0-2 0,-1-3-1 0,5 3 4 0,-1 0-7 15,-2 1 1-15,2-1 0 0,-2-1-3 0,-2 2 2 16,-9 2-5-16,1-2 5 0,0 0-5 16,-6 1 4-16,0 0-2 15,-2-1-1-15,0 0 2 0,-5 1-1 0,0-1 2 0,-6 0 1 0,10 0-1 16,-10 0 0-16,8-1-7 0,-5-1-12 0,-3 2-24 16,1-4-34-16,-1 4-34 0,-5-8-35 15,1 4-37-15,0-1-46 0,-2 1-62 0,-4-3-153 16,1 3-476-16,2-2 211 0</inkml:trace>
  <inkml:trace contextRef="#ctx0" brushRef="#br0" timeOffset="82943.28">11537 10207 147 0,'-12'0'283'0,"4"0"-13"0,3 0-24 0,-2-1-17 16,7 1-19-16,-9-1-13 0,9 1-19 0,0 0-15 15,0 0-16-15,0 0-7 0,0 0-7 0,0 0-13 16,32 2-9-16,-4-3-10 0,7 1-11 0,3 0-9 15,18 0-10-15,2 1-4 0,3-1-9 0,-1 0-5 16,4 0-6-16,-1 0-6 0,-5 0-3 0,-4 3-2 0,-13-2-2 0,-5 0-4 16,-4-1-3-16,-11 0-5 0,-1 0-2 0,-8 2 0 15,-1-2-1-15,1 0-6 0,-4-2 2 0,-3 4 5 16,-5-2-2-16,9 0-2 0,-9 0 0 0,0 0-6 16,0 0-5-16,0 0-2 0,0 0-6 0,0 0-14 15,0 0-20-15,-24 1-25 0,19 0-25 0,5-1-33 16,-10 1-39-16,10-1-52 0,0 0-66 0,0 0-152 0,0 0-465 15,0 0 206-15</inkml:trace>
  <inkml:trace contextRef="#ctx0" brushRef="#br0" timeOffset="84045.62">13161 10251 44 0,'0'0'206'15,"-9"0"-4"-15,9 0-2 0,-4 2 0 0,4-2-5 16,0 0 2-16,0 0 1 0,0 0-6 0,0 0-4 0,0 0 0 0,0 0-6 0,0 0-9 0,0 0-6 15,0 0-15-15,0 0-18 0,0 0-12 0,0 0-11 16,0 0-12-16,0 0-9 0,23-8-14 16,-6 7-7-16,5 0-8 0,1-2-3 0,5 2-9 15,4-1-3-15,-3-2-13 0,3 4-8 0,0 0-11 0,0-1-22 16,1 1-23-16,-3-1-26 0,-10 1-27 0,-1 0-35 16,-1 1-29-1,-5 0-56-15,0 1-47 0,-7-2-211 0,1 1-500 16,-4 0 222-16</inkml:trace>
  <inkml:trace contextRef="#ctx0" brushRef="#br0" timeOffset="84224.32">13258 10393 230 0,'-6'3'223'16,"0"0"-10"-16,2 1 0 0,0 0 0 0,1-1-4 15,3-3-4-15,4 8-8 0,5-8-13 0,5 4-16 0,6-3-21 16,10 1-15-16,10 0-3 0,-1 0-41 15,16-3-43-15,-3 1-58 0,1-1-72 0,1-3-95 16,-1 1-207-16,-13 1-419 0,-1-3 187 0</inkml:trace>
  <inkml:trace contextRef="#ctx0" brushRef="#br0" timeOffset="85078.39">15240 9518 218 0,'4'-3'241'0,"1"-1"2"0,-1-1-3 16,0 2-1-16,0 0-8 0,-1-1-2 15,1 0-7-15,-2 1-13 0,0 0-11 0,-2 3-20 0,4-3-20 16,-4 3-14-16,3-2-16 0,-3 2-17 0,0 0-12 16,0 0-10-16,0 0-9 0,-15 17-1 0,3-5 0 15,-6 8-14-15,-5-1-3 0,-4 4-3 16,0 0-9-16,-3 4-8 0,-6 4-2 0,-1 1 0 0,9-10-7 16,-2 2-2-16,2-1 3 0,1-5-12 0,3 6-11 15,-1-3-19-15,0-3-20 0,1 1-20 0,7-7-21 0,1 3-28 16,-1-7-29-16,7 2-31 0,1-2-35 0,1-1-38 0,3-2-262 15,1-5-532-15,4 0 235 0</inkml:trace>
  <inkml:trace contextRef="#ctx0" brushRef="#br0" timeOffset="85294.47">14881 9604 57 0,'3'-19'307'0,"-1"0"3"0,0 5 1 0,1 2-14 15,-2 3-16-15,-1 1-21 0,3 3-28 0,-3 0-26 0,1 0-23 16,1 1-19-16,-2 4-23 0,2-1-11 0,-2 1-14 15,9 6-13-15,-4 3-3 0,8 3-1 16,1 7-2-16,4 6-6 0,0 1 1 0,4 3-7 16,-1-2-17-16,13 11 2 15,-4 0-13-15,4 2 5 0,-3-4-14 0,-5-9-26 16,-2-1-28-16,2 3-44 0,-4 0-48 0,-3-3-53 16,-4 0-67-16,2-4-108 0,-10-5-198 0,1-3-566 15,-2-7 250-15</inkml:trace>
  <inkml:trace contextRef="#ctx0" brushRef="#br0" timeOffset="85711.51">15681 9827 177 0,'0'0'304'0,"-10"-1"-23"0,6 0-19 0,4 1-28 0,-5-2-17 0,5 2-12 16,0 0-8-16,0 0-18 0,0 0-14 0,0 0-11 15,0 0-6-15,0 0-10 0,0 0-15 0,37 2-12 16,-9-1-10-16,4-1-12 0,5 1-12 0,1 0-3 16,14 3-8-16,0-3-9 0,-12 1 0 0,12-2-5 15,-15 0-9-15,1 2-5 0,-7-1-2 0,-1 0-6 16,-9 0-2 0,-2-2-2-16,-8 1-4 0,1-1 3 0,-4 2-5 0,-2-1-4 15,1-1-9-15,-7 1-13 0,0 0-8 0,0 0-21 16,0 0-24-16,0 0-22 0,0 0-22 0,-27-5-33 15,15 5-39-15,2-1-42 0,0 1-70 16,2 0-154-16,1 0-478 0,1-2 211 0</inkml:trace>
  <inkml:trace contextRef="#ctx0" brushRef="#br0" timeOffset="88567.15">16560 9945 137 0,'-6'-2'236'0,"6"2"-12"15,0 0-16-15,0 0-9 0,-4-2-12 0,4 2-6 16,0 0-4-16,0 0 2 0,0 0-4 0,0 0 1 16,0 0 0-16,0 0-8 0,0 0-1 0,0 0-7 15,0 0 1-15,0 0-31 0,-1-5-9 0,1 5-14 16,5-7-8-16,-1 2-13 16,2-2-7-16,2-3-10 0,-1 5-1 0,5-9-8 15,-1 2-5-15,2-3-11 0,1 1 10 0,4-7-4 16,1 1-10-16,-1 0-1 0,-1 0-3 0,1-1-3 15,-3 2-8-15,4-1 4 0,-9 3-4 0,3 1 11 16,-3 2 5-16,1 1 8 0,-4 3-6 0,-2-1 5 16,0 5-2-16,-1 1-3 0,0-2-7 0,0 4-5 0,-3 1-16 15,1-2 6-15,0-1-19 0,-2 5-20 0,5-3-19 0,-5 3 34 16,0 0-9-16,0 0-1 0,0 14 1 0,-1-3 1 16,-3-2 2-16,2 4-2 0,-1 6 3 0,0-4 14 0,0 2-15 15,0 0 4-15,2 1 2 0,-1-1 2 16,4 0-5-16,-4-5 5 0,5 1-1 0,-3-4 4 15,3 1 0-15,-2-2-3 0,-1-2-1 0,1-3 9 16,0 2 10-16,1 0 19 16,-1-1 21-16,-1-4-7 0,13-4-7 0,-7 1-5 15,4-4-4-15,7-2 3 0,-2-4-8 0,2 0 11 16,3-5-16-16,-4 3 2 0,1-4 0 0,0-1 3 16,-2 1-9-16,1-3 4 0,-3 6-3 0,-2 1 13 15,-2 0 4-15,-1 6 9 0,-1-1 4 0,-3 5-1 16,0-2-3-16,1 2-5 0,-1 2-9 0,0 0 0 15,-2-1-17-15,-2 2-10 0,0 2-17 0,0 0-17 0,0 0 0 0,0 0 6 16,2 12 3-16,-6-1 1 0,0 5 3 0,-2 2 4 16,1 0 0-16,-3 7 8 0,0 1-10 0,3 0 0 15,3 0 2-15,0-2 1 0,4-3 3 0,1 2 7 16,4-3-8-16,4 3-17 0,0-5-35 0,5 3-36 16,-2-6-32-16,4-2-42 0,-4-4-51 0,8 1-62 15,2 2-105-15,-5-7-242 16,-1-2-681-16,1-4 303 0</inkml:trace>
  <inkml:trace contextRef="#ctx0" brushRef="#br0" timeOffset="89289.46">14980 10391 84 0,'-20'0'181'0,"4"3"-16"0,4-2-18 16,-3 2-4-16,6-2-2 0,1-1 0 0,3 1-3 16,-2-1 3-16,7 0-8 0,-9 1-6 0,9-1-7 15,-7 2-11-15,7-2 0 0,0 0-9 0,-6 0-7 16,6 0-11-16,0 0-6 0,0 0-9 0,-8 1-5 16,8-1-3-16,0 0-7 0,0 0 2 0,0 0 2 15,0 0-1-15,0 0-2 16,0 0-2-16,0 0 0 0,0 0-9 0,0 0-2 15,-6 0-5-15,6 0-7 0,0 0 0 0,0 0-1 16,0 0-4-16,0 0-6 0,0 0-1 0,0 0 4 16,0 0 3-16,0 0 7 0,11 7 0 0,-6-7 9 15,2 1-2-15,4 1 1 0,8-1 1 0,9 2 1 16,7-3-4-16,21 2-4 0,4-2 7 0,39-2 6 16,4-3 2-16,7 2 1 0,15 3-2 0,7-5-3 0,6 5 7 0,6 0-8 15,11 2-1-15,5-1-5 0,4 1-6 0,-4-2 2 16,-5 3 1-16,-11-3 3 0,-6 1-5 0,-6-1-7 15,-13 0 4-15,-13 0-10 0,-13-1-3 0,-35 1 1 16,-2-2-1-16,-19 1-2 0,-5-1 3 0,-1-2 0 16,-11 1 6-16,-3 1 10 0,-3-2 0 0,-5 0-1 15,2-2-10-15,-6-1-2 16,0 1 1-16,-3-1-3 0,-4 2-29 0,1-4-18 16,-3 2-28-16,0 1-31 0,-5-1-36 0,3 2-50 15,-2 0-65-15,-4 0-118 0,3 0-189 0,0 3-591 16,-2 0 262-16</inkml:trace>
  <inkml:trace contextRef="#ctx0" brushRef="#br0" timeOffset="90408.37">16048 10790 36 0,'2'-2'186'0,"-2"2"-19"0,4-3-19 16,-4 3-15-16,0 0-12 0,7-1-11 0,-7 1-8 15,0 0-2-15,0 0 0 0,5 6 3 0,-4-3 4 16,-1 2-2-16,-1 0-4 0,-2 2-2 0,-2 2-6 0,1 4-2 15,-2 3-6-15,-6-2-6 0,2 3-8 0,-6 1-3 16,0 3-4-16,-2 1-6 0,-2-2-1 0,-2-1-6 16,-1-1-5-16,1 0-3 0,3-1-1 0,0-2 1 15,6-3 0-15,-2-3-2 0,2-1 0 0,4-1 3 16,-1-1-1-16,2-2 2 0,1 0 3 0,-1-1 9 16,2-2 14-16,-1 0-2 0,7-1 5 0,-10-4 2 0,7 2-7 0,-3-5-1 15,2-2 2-15,3-3-2 0,0 3-4 0,1-8-9 16,2 0-9-16,1-3 0 0,2-7-11 0,1 2 3 15,3-2-4-15,0-2-3 0,1 0-2 0,3 0 0 0,-3 1-2 16,4 3 9-16,-1 3 12 0,-4 5 1 16,0 3 9-16,-4 5-15 0,2-1-1 0,-2 3-12 15,1 0-7-15,-2 2 0 16,2 2-9-16,2 3 3 0,3 0-9 16,0 1-4-16,3 2 4 0,2 7-3 0,5-3 0 0,3 8 4 15,3-1-7-15,0 1 11 0,0-1 3 0,1 0-5 16,0-1 7-16,1-4-2 0,2-1-7 0,-1-4 4 15,2-1-6-15,3-6 4 0,0 2 3 0,0-5-10 16,0-1 3-16,-3-2-2 0,-2-1-6 0,-4-3-7 16,-2-1-7-16,-6 2-2 0,-1-3-13 0,-2 1-10 0,-1-1-9 15,-1 1-9-15,-4-1-12 0,0 1-10 0,-2 5-18 16,-3-2-21-16,-1 5-36 0,-1 0-49 0,1 1-78 0,-3 0-270 16,0 5-598-16,1-1 264 0</inkml:trace>
  <inkml:trace contextRef="#ctx0" brushRef="#br0" timeOffset="91600">21122 6803 79 0,'0'-4'303'0,"0"4"-12"15,-1-8-15-15,1 8-17 16,-2-5-18-16,0 3-22 0,2 2-21 0,0 0-19 16,-3-5-17-16,3 5-22 0,0 0-14 0,0 0-22 0,0 0-14 15,-14 15-10-15,1 6-9 0,-7 10-9 0,-7 13-2 16,-5 9-5-16,-10 19-9 0,1 7-13 16,3-6 4-16,11-18-11 0,3 1-3 0,-4 22 1 15,11-26-3-15,4 5-2 0,8-1 4 0,5 1-4 0,10-4 2 16,7-2-3-16,7-1-4 0,11-7-14 0,2-3-14 0,8-3-31 15,8-7-48-15,4-5-68 0,31-1-100 0,-27-12-197 16,2-3-496-16,-3-10 220 0</inkml:trace>
  <inkml:trace contextRef="#ctx0" brushRef="#br0" timeOffset="92047.61">22432 7059 172 0,'1'-7'310'0,"0"2"-14"0,2-2-14 0,-2 4-25 15,2 0-24-15,-3-3-28 0,1 3-22 0,-1 3-27 16,0 0-18-16,0 0-11 0,0 0-17 0,-11 14-19 15,0-1-8 1,-7 6-9-16,-2 5-5 0,-3 1-6 0,-10 9-11 0,-3 2 0 16,0 1-7-16,3-3-6 0,-3 1 1 0,-1-3-4 15,9-7-3-15,-3-1-5 0,3 2-7 16,3-4-18-16,-2-1-7 0,1-1-13 0,1-1-18 16,3-5-23-16,3-3-24 0,-4 1-22 0,6-5-35 0,5-1-48 0,1-5-242 15,-3-1-465-15,5-1 206 0</inkml:trace>
  <inkml:trace contextRef="#ctx0" brushRef="#br0" timeOffset="92342.14">21895 7167 39 0,'9'-25'300'15,"-4"7"4"-15,-1 4 7 0,-3 2-7 0,6 2-3 16,-6 3-33-16,0 0-26 0,2 2-27 0,-3 1-22 16,1-2-29-16,-1 4-17 0,0 2-14 0,9 0-16 0,-9 0-12 0,9 11-13 15,-4-1-5-15,5 6-11 0,4 7-3 0,2 2 0 16,3 4-8-16,10 10-10 0,-8-9-2 0,9 9-5 15,-8-7 2-15,14 6-11 0,-6-1-4 0,-6-8 3 16,8 8-5-16,-8-11-5 0,1-2 1 0,-2-2-6 16,3-1 2-16,-7-1-2 0,0-3-6 0,-6-4-3 15,-2-5 3-15,-3 0 3 16,0-1-9-16,-3-2-2 0,1 0 4 0,-2-1 1 16,-1 0-3-16,-1-1-10 0,1-2-1 0,-3-1 2 15,0 0-9-15,0 0-12 0,0 0-11 0,0 0-15 16,0 0-8-16,-19-2-12 0,14-1-12 0,1 0-18 15,0 2-23-15,4 1-33 0,-7-3-39 0,6-2-64 16,1 0-266-16,-2 1-561 0,2 4 249 0</inkml:trace>
  <inkml:trace contextRef="#ctx0" brushRef="#br0" timeOffset="93381.31">23022 7461 18 0,'0'0'242'0,"0"0"-15"0,0 0-17 0,-6 0-9 15,6 0-14-15,0 0-9 0,0 0-2 0,0 0-11 16,0 0 2-16,0 0-7 0,0 0-5 0,0 0-7 0,0 0-2 15,0 0-9-15,0 0 1 0,-4-5-7 0,4 5 4 0,0 0-10 16,-1-4-3-16,1 1 16 0,0-2-7 0,0 0 1 16,1-2-7-16,0-5-7 0,2 0-8 15,2-3-2-15,1-1-8 0,1-1 0 0,3-8-6 16,3 3-11-16,-1-1-9 0,1 0-3 0,4 1-8 0,-2 1-7 16,2 1-8-1,-1 6-3-15,-5 2-7 0,-2 2-10 0,3 3-1 16,-3-1-6-16,-1 1-2 0,-3 5-3 0,5-3-6 15,-3 5-4-15,-1 2 3 0,6 1 0 0,-5 2-7 0,5 1 3 16,-3 2-12-16,5 7 3 0,-4-1 0 16,3 0 3-16,-4 1-1 0,0 0-3 0,1 2-2 15,-1-3-7-15,-3-2 0 0,-1 0-6 0,1-4 3 0,-3 0-10 16,2 0 9-16,-1-3-1 0,-1-1 5 0,-1 0 5 0,2-1 3 16,0-2 3-16,-4-1 5 0,11-4-6 0,-2-1 6 15,0-1 4-15,5 0 6 0,-1-5 0 0,0 1 4 0,0-3 2 16,0 1-7-16,1-3 2 0,-2 3-5 0,0-2 6 15,-1 4-11-15,-2 0 3 0,1 5 2 0,-1-4-4 16,-1 4-1-16,-1 1-32 0,0 0-26 0,0 0-26 16,0 3-24-16,2 0-28 0,1-2-20 0,-2 6-43 0,1-2-41 15,5 0-63-15,-4 1-302 0,2 1-651 0,2 0 288 16</inkml:trace>
  <inkml:trace contextRef="#ctx0" brushRef="#br0" timeOffset="93648.62">24283 7068 281 0,'4'-4'317'16,"-4"-1"-27"-16,4 3-32 0,-4 2-26 0,3-4-28 15,-3 4-18-15,0 0-24 0,0 0-22 0,0 0-11 16,1 16-14-16,-5-8-9 0,4 4-9 0,-4 5-8 0,-1 1-9 0,1 2-4 15,-6 4-9-15,2 3-2 0,-1-1-8 0,2 1-8 16,-1-3-3-16,-1 0-2 0,1-5-9 0,3-1-15 16,-5 1-19-16,4-2-19 0,1-3-22 0,-2 2-20 15,2-4-28-15,-2-3-23 0,1 0-34 0,3-3-40 16,-3-1-232 0,3-3-451-16,-1 1 199 0</inkml:trace>
  <inkml:trace contextRef="#ctx0" brushRef="#br0" timeOffset="93851">24200 7137 39 0,'4'-9'321'15,"-1"-2"-6"-15,0 2-15 0,1 4-26 0,-2-2-31 16,0 2-23-16,1 2-25 0,-1-1-21 0,3 4-17 0,-5 0-16 0,18 2-17 16,-9 2-6-16,4 2-8 0,2 4-12 0,11 5-10 15,-2 0-7-15,1 4-8 0,1 0-5 0,3 2-14 16,-3 2-15-16,1-3-23 0,0 2-24 0,-3-3-23 15,-3 2-23-15,2-4-21 0,-2 0-24 0,-6-5-22 16,0-2-27-16,-4-4-29 0,1 1-50 0,-6-4-158 16,1-1-417-16,-2-2 185 0</inkml:trace>
  <inkml:trace contextRef="#ctx0" brushRef="#br0" timeOffset="94051.5">24670 7250 90 0,'3'-18'186'0,"0"-8"7"0,-1 7 10 0,3-5 13 15,-1 6 5-15,0 0 7 0,2 2 8 0,-3 4 8 16,-1-1 8-16,2 5 3 0,-4-1 5 0,3 1-25 15,-2 3-30 1,3 1-20-16,-3 3-21 0,-1-3-26 0,0 4-20 0,3-4-11 16,-3 4-15-16,1 10-9 0,-1 1-13 0,0 3 5 15,0 7-20-15,-4 4-5 0,3 4-1 16,-3 3-3-16,4 2-6 0,0 0-5 0,0-1-32 16,0 1-37-16,1-2-39 0,-2-3-42 0,1-2-51 0,4 1-57 15,-3-10-94-15,-1-2-251 0,3-5-615 0,-2-6 272 16</inkml:trace>
  <inkml:trace contextRef="#ctx0" brushRef="#br0" timeOffset="94599.07">25646 6754 57 0,'-4'-2'255'0,"0"0"-25"0,-4 2-26 0,2 4-16 0,-6 3-15 16,-3 6-14-16,-8 6-15 0,-1 5-9 16,-10 12-6-16,4 3-7 0,-1 7-1 0,-2 0-3 0,5 7-5 15,2 1 0-15,3 4-18 0,4-4-2 0,6 1-5 16,8 0-3-16,5-1-7 0,7-4-18 0,8-3-19 0,8-4-32 15,5 0-40-15,3-8-59 0,-1-12-79 0,1-3-251 16,2-2-455-16,-1-3 201 0</inkml:trace>
  <inkml:trace contextRef="#ctx0" brushRef="#br0" timeOffset="95231.69">25661 7417 109 0,'0'0'286'0,"0"0"-20"16,-3 3-18-16,3-3-20 0,0 0-14 0,0 0-3 0,0 0 0 16,0 0-5-1,0 0-3-15,0 0 0 0,0 0 3 0,0 0-10 16,0 0-27-16,0 0-10 0,17-13-16 0,-11 5-18 16,3-2-11-16,5-2-13 0,2-3-14 0,3-2-5 0,1-3-6 15,-2-1-7-15,5 0-10 0,3-1-1 16,-3-1-1-16,0-4-10 0,1 4-1 0,-1 0 5 15,-4 3 9-15,-1 2 10 0,-3 6 14 0,-7 3 16 16,-2 2-18-16,0 1-7 0,1-1-10 0,-2 3-8 0,-1 0-12 0,-4 0-11 16,5 2-18-16,-5 2-20 0,0 0 12 0,0 0-13 15,4 9-5-15,-4-4 5 0,0 5 0 0,-1 2-5 16,1 3 6-16,-3 1 3 0,3 0 7 0,-1 2-1 16,2-1-8-16,-2 0-1 0,1-4 3 0,1-1 1 15,2-4-1-15,-2 2 3 0,-1-2 7 0,0-1-8 16,1-2 5-16,-1-1 14 0,4 0 9 0,0-3 1 0,-4-1 2 0,17-4-5 15,-7 1 4-15,3-4-4 0,1-1 10 0,4-3 6 16,-3 1-1-16,2-4 2 0,3-4 2 0,-3 6-4 16,4-5-2-16,1 1 3 0,-10 3 1 0,3 1 2 15,-1-1 1-15,-8 5 6 0,2 1-3 0,-3 1-6 16,0 1-5-16,0 1-3 0,-2 1-13 0,-2 1-5 16,3-1-25-16,-4 3-21 15,0 0-9-15,0 0 0 0,0 0 2 0,6 10-3 16,-4-3-7-16,-2 1-5 0,0 4-19 0,0 0-17 15,1 5-38-15,0 0-26 0,-2 1-32 0,1 0-34 16,-1 0-38-16,1 0-46 0,0-3-99 0,-3-3-231 16,2-2-682-16,0 0 302 0</inkml:trace>
  <inkml:trace contextRef="#ctx0" brushRef="#br0" timeOffset="95416.37">26570 7279 264 0,'2'4'290'0,"-2"-4"-31"0,0 0-19 31,-1 5-15-31,1 2-14 0,-3-2-17 0,2 3-17 0,-4 4-19 16,0 0-17-16,-1-2-11 0,-1 5-12 0,-1 2-11 16,-1-1-30-16,1 2-39 0,0-1-43 0,-1-2-56 15,0 0-67-15,-4-4-279 0,5-2-438 0,-1 0 193 16</inkml:trace>
  <inkml:trace contextRef="#ctx0" brushRef="#br0" timeOffset="96248.89">27101 7178 134 0,'1'-6'288'0,"2"4"-9"0,-3 2-15 0,1-5-14 0,-1 5-18 16,1-2-19-16,-1 2-23 0,0 0-20 0,0 0-17 16,0 0-18-16,0 0-14 15,0 0-16-15,0 0-10 0,0 0-11 16,0 0-5-16,0 0-22 0,-1 14-4 0,-3-7-1 16,3 2-1-16,-8 2-5 0,4 2 5 0,-4 1-9 0,-3-1-9 15,-3 1 2-15,2 2-8 0,-4-2 4 0,1-2-4 16,1 1 1-16,1-3-4 0,-2 0-1 0,5-4 1 15,0 0-3-15,3 0 2 0,1-4 0 16,0 2 4-16,-1-1-3 0,4-3 12 0,4 0 8 0,-10 0 5 0,5-4 16 16,1 0-3-16,1-2 13 0,-1-1-4 0,2-4 25 15,1 0-3-15,2-4-3 0,-1-2 3 0,5-1-7 16,0 1-4-16,-1-1-10 0,5-7-2 0,0 3-5 0,5-2-9 16,-2 2-6-16,-1 6-2 0,-1 1-4 0,1 2-5 15,-4 4-4-15,0 1-7 0,-1 1-2 0,-3 2-9 16,2 1-6-1,-1 1 5-15,2 1-14 0,-6 2 8 0,9 2-2 16,-1 1-8-16,-1 1 8 0,3 1-12 0,-1 2 11 0,0 1-2 16,5 0-1-16,-1 4-1 0,1-3 3 15,-1 1-6-15,1 1 8 0,0-1-3 0,0-2 0 16,4-1 1-16,-1-2 2 0,-6-1-7 0,2-2 8 0,2-1 3 16,1-2 2-16,-2-1-6 0,-2-1 1 0,6-3-7 15,-4-2 3-15,4-1-3 0,-5-1 4 0,2 0-2 0,-2-1-2 16,1 1 6-16,-2-3-13 0,0 1-7 0,-4 4-1 0,1-3-7 15,0 4-10-15,-1-2-14 0,-2 4-18 16,-1 0-22-16,0-1-27 0,-1 1-24 0,0 3-37 16,2-2-43-16,-4 3-55 0,3-3-58 0,-3 2-289 15,2-1-666-15,1 1 295 0</inkml:trace>
  <inkml:trace contextRef="#ctx0" brushRef="#br0" timeOffset="96505.7">27754 6638 268 0,'1'-2'254'0,"-1"2"-28"0,10 0-19 16,-10 0-14-16,13 9-8 0,4 4-13 0,-6 3-5 15,10 12-4-15,4 10-6 0,1 10-8 0,-2 5-10 16,6 25-7-16,-10 2-5 0,-6-1-3 0,-5-20-12 15,-8 23-8-15,-6-23-10 0,-1-2-7 0,-6 1-11 16,-7-5-5-16,-4-2-4 0,-4-4-6 0,-7-1-6 0,-4-8 1 0,-10-3-19 16,-9-3-24-16,-24 5-55 0,20-16-70 0,-30 4-81 15,29-14-333-15,-4 0-568 0,-26-7 252 0</inkml:trace>
  <inkml:trace contextRef="#ctx0" brushRef="#br0" timeOffset="100277.93">11887 12154 28 0,'-5'-1'214'0,"5"1"-16"0,-9-2-20 0,9 2-22 0,0 0-24 0,0 0-17 15,-9 4-11-15,9-1-18 0,0-3-6 0,1 12-9 16,3-6 0-16,4 5-9 0,3 0-12 0,5 5-5 0,7 3 2 16,1 2-1-16,5-3-3 0,-1 3-4 15,3-1-7-15,-2-1-5 0,-1 0 1 0,-3-1-5 16,-2 1-3-16,-4-2-1 0,-6-1-2 0,0 0-3 15,-6 1-4-15,-5 1-2 0,-2-1-2 0,-8 7-1 16,-6 0-2-16,-5 1 5 0,-4-1-5 0,-4-1 3 16,-13 7 1-16,10-6-1 0,-11 5 1 0,9-9-7 15,1-1-1-15,2 0 5 0,-2 1-3 0,3-3 4 16,4 0-7-16,1-3 2 0,2-4-2 0,3 0 3 16,6-1-2-16,0-3 0 0,3 0 4 0,3-1-2 15,1-2 3-15,1 0 4 0,1 1 7 0,2 0 5 0,1-4 11 0,5 5 6 16,7-2-4-16,5-2-2 0,4 0 0 0,7 2-4 15,4-3-3-15,1-2 0 0,4 2-4 0,-1 0 1 16,4-1-5-16,-3 0 1 0,1 0-1 0,-5-1-6 16,-1 1 1-16,-5 0 0 0,-9 1-5 0,1-1 5 15,-9 1-5-15,2-2-2 0,-5 2-6 0,-3-1-33 16,2-1-45-16,-6 2-39 16,2-5-40-16,-2 5-185 0,-6-6-372 0,0 3 165 15</inkml:trace>
  <inkml:trace contextRef="#ctx0" brushRef="#br0" timeOffset="100765.73">11648 12633 118 0,'-6'0'186'0,"6"0"-17"16,-10-2-17-16,10 2-16 0,-7 0-11 0,7 0-11 16,0 0-16-16,0 0-5 0,0 0-9 0,-8 0-9 15,8 0-7-15,0 0-1 0,0 0-13 0,0 0-8 0,0 0 7 16,0 0 1-16,0 0-2 0,0 0-2 0,-7 2-2 15,7-2-6-15,0 0-3 0,0 0-5 0,0 0-3 0,0 0-5 16,0 0 4-16,0 0-5 0,0 0 0 0,0 0 3 16,0 0-2-16,0 0 0 0,0 0-1 0,0 0 4 15,0 0-2-15,38 0-1 0,-10-2-2 0,8 1 0 16,4 1 0-16,15-3-4 0,3 1 0 0,8 2-9 16,28-3 9-16,-29 2 3 0,-2 1 3 0,1 0-1 15,-7 1-5-15,1-1-1 0,-21 0-3 0,0 0 0 0,-6 0-1 0,-11 0-1 16,-1 0-2-16,-8 0 0 0,1 0 4 0,-3 3 11 15,-4-3 5-15,3 0 5 0,-2 0-4 0,-6 0-2 16,8 0-1-16,-8 0-4 0,0 0-7 0,9-3-5 16,-9 3-4-16,0 0-24 0,0 0-34 0,0 0-34 15,0 0-39-15,-13 8-48 16,13-8-50-16,-5 3-155 0,5-3-406 16,0 0 180-16</inkml:trace>
  <inkml:trace contextRef="#ctx0" brushRef="#br0" timeOffset="102315.14">13295 12661 71 0,'0'0'130'15,"0"0"-14"-15,-9-1-6 0,9 1-2 0,0 0 6 0,0 0-7 0,0 0-4 16,0 0-5-16,0 0-9 0,0 0 0 0,-8 0 3 16,8 0-5-16,0 0-3 0,0 0-1 0,0 0-5 15,0 0-6-15,0 0-4 0,0 0 1 16,0 0-5-16,0 0-4 0,0 0 0 0,0 0 0 0,0 0-8 15,0 0-2-15,0 0 2 0,0 0-6 0,0 0-3 16,0 0-9 0,0 0 1-16,0 0-6 0,0 0-1 0,0 0-1 15,0 0-6-15,0 0-1 0,0 0-3 0,0 0 1 0,0 0-2 16,0 0 3-16,0 0 1 0,0 0-2 0,0 0-2 16,0 0-2-16,0 0 0 0,0 0-2 15,0 0-1-15,0 0 2 0,0 0-7 0,0 0-2 16,0 0 4-16,0 0-3 0,0 0 1 0,0 0-1 0,0 0-1 15,0 0 3-15,0 0-3 0,0 0-1 0,0 0 2 0,0 0-2 16,0 0 0-16,0 0-1 0,0 0 2 0,0 0-2 16,0 0 1-16,0 0-2 0,0 0 1 0,0 0 0 15,0 0-1-15,0 0 2 0,0 0-1 0,0 0 4 0,0 0-3 16,0 0-1-16,0 0-2 0,0 0 3 0,0 0-1 16,0 0-4-16,0 0 4 0,0 0-3 0,0 0 2 15,0 0 0 1,0 0-1-16,0 0 1 0,0 0-2 0,0 0 1 15,0 0 0-15,0 0-1 0,0 0 1 0,0 0-1 16,0 0 3-16,0 0-7 0,0 0 5 0,0 0 5 16,0 0-6-16,0 0-3 0,0 0 3 0,0 0 2 15,0 0 0-15,0 0-2 0,0 0 1 0,0 0-2 16,0 0 1-16,0 0 2 0,0 0-1 0,0 0 0 16,0 0 1-16,0 0 0 0,0 0 1 0,0 0-2 15,0 0 3-15,0 0 1 0,0 0 3 0,0 0-9 0,0 0 7 0,0 0 1 16,0 0-4-16,0 0 10 0,0 0-2 0,0 0-3 15,0 0 2-15,0 0-1 0,0 0 0 0,0 0-3 16,0 0 2-16,0 0-2 0,0 0 6 0,0 0-11 16,0 0 3-16,0 0-2 0,0 0 1 0,0 0 2 15,0 0 1-15,0 0-3 16,0 0-2-16,0 0 1 0,0 0 0 0,0 0 1 16,0 0 5-16,0 0 2 0,0 0 5 0,0 0-1 15,0 0-2-15,0 0 1 0,0 0-1 0,0 0 0 16,0 0-1-16,0 0-1 0,0 0 0 0,0 0 1 15,0 0-3-15,0 0-2 0,0 0-1 0,0 0 0 16,0 0 0-16,0 0 0 0,0 0 1 0,0 0-2 0,0 0 0 16,0 0 2-16,0 0 20 0,0 0-2 0,0 0 9 0,0 0 7 15,0 0 17-15,0 0 13 16,0 0 12-16,0 0 23 0,0 0-8 0,0 0-17 0,8-11 8 16,-4 5-18-16,1 2-4 0,0-8-12 0,2 5-2 15,2-5 9-15,2-3-21 0,0 3-5 0,1 0 1 16,1-2-5-16,0 1-2 0,2 1-5 15,-1 0 2-15,-4 3-2 0,2 1-6 0,-2-1-5 0,-1 4 13 0,0-2-20 0,-2 2-5 0,0 2 4 16,-1 3-5-16,2 0-5 0,0 0 5 0,2 3 2 16,3 2-1-16,-2 4 3 0,5 3-1 0,-1 1-8 15,-2 3-2-15,0-1-2 0,3 6 5 0,-2 0 1 16,0-3-2-16,-2-1 1 0,-1-2 9 0,-2 2-14 16,0-5-1-16,0-2 2 0,0-2 1 0,-3 1 3 15,2-5 4 1,0 1-6-16,-1-3 5 0,4-2-1 0,1 0 1 15,0-4 7-15,6-1 3 0,-3-2-14 0,4-3 6 0,-2 0-3 16,-2-3-1-16,2-1 8 0,3-5-6 0,2 5 9 16,-8-1-2-16,0 2 4 0,0 0-3 15,-2 1 2-15,-2 4-5 0,-2 3 14 0,-3-1-17 16,0 2 6-16,-1 0-9 0,1 1-3 0,-3 0 5 16,2 0-6-16,-4 3-1 0,9 0-7 0,-9 0-30 0,13 6-21 0,-5-1-29 15,1 0-32-15,0 4-40 0,1-1-53 0,1 4-82 16,2-6-236-16,1 4-582 0,0-1 258 0</inkml:trace>
  <inkml:trace contextRef="#ctx0" brushRef="#br0" timeOffset="103084.53">14744 12441 80 0,'0'-4'309'16,"3"1"-21"-16,-2 0-27 0,2 1-25 0,-3 2-17 0,0-5-18 0,0 5-14 15,1-4-24-15,-1 4-21 0,0 0-17 0,0 0-11 16,0 0-11-16,0 0-12 0,-4 14-11 0,-1-5-9 16,1 3-6-16,-5 4-3 0,3 0-7 0,-3 1-6 15,-5 6-1-15,1 0-8 0,-1-1-5 0,0 2 0 16,2 0 0-16,-1-3-8 0,1-4 0 0,1 0-5 15,3 0-2-15,-1-2-3 0,-1 0-6 0,2 0 0 0,2-4-13 16,0-1-19-16,0-2-17 0,1-2 0 0,3-2 2 16,-1 2 4-16,2-4 3 0,-2 1-1 0,3-3-5 0,0 0 1 15,-4-12 4-15,7 5 2 0,-2-3 5 0,3-7 3 16,-1 2 2-16,4-11-4 0,1 1 10 0,-2-3 10 16,3 1 5-16,0-2 16 0,0-1 13 15,-1 2 16-15,-1 0 21 0,3 2 16 16,-3 7 13-16,-1 2 17 0,1 3 8 15,-2 1 16-15,-1 5-9 0,-1 0-9 0,-1 1-15 16,0 1-9-16,0 1-10 0,0 3-16 0,-1-3-10 16,2 1-21-16,-3 4 18 0,0 0-23 0,11 6-5 0,-3-1-7 15,1 3-4-15,0 2-1 0,3 4 0 0,4 4-3 16,2 4-6-16,5-1 3 0,-2 3 7 16,2 2-11-16,1-3 2 0,0 1-5 15,7 0-3-15,-8-4-4 0,0 1-11 0,0-3-7 0,0-1-14 0,-7-5-9 0,4-1-9 16,-1-3 1-16,-1 0 4 0,-1-4 3 0,0 0 5 15,-3-4 2-15,0-2 4 0,1-1 9 0,-3-4-1 16,2 0 4-16,-1-4-1 0,-4-2 4 0,5-3 5 16,-5-2 0-16,-1-2-1 0,4-4 3 0,-3 0 8 15,0 0 6-15,1 1 12 16,-5 5 13-16,1 1 16 0,-1 0 7 0,-1 5 14 16,-2 2-10-16,2-2 4 0,-2 3 7 0,0 2-19 15,-1 1-3-15,0 1-6 0,1 1-7 0,-2-1-16 16,1 2 3-16,-1 3-12 0,1-4-19 0,-1 4 4 15,0 0-2-15,0 0 1 0,-5 17 18 0,2-6-15 16,-2 4 0-16,0 2-8 0,0 10 9 0,-4-3-2 16,1 2 2-16,0 0 1 0,2-1-4 0,3-6 10 0,-1 1-8 0,1-3 0 15,-2 2 2-15,5-3 3 0,0-4 5 0,0-3 0 16,0 2-5-16,-1-5 4 0,1 0-1 0,0-1 1 16,-3 0 4-16,3-2-1 0,0-3-2 0,0 7 11 15,0-7 8-15,0 3 4 0,0-3 6 0,0 0-6 16,0 0-13-16,3 4-22 0,-3-4-31 0,0 0-39 15,0 0-41-15,6-14-55 0,-5 10-59 0,2-2-99 0,1-3-260 0,0 1-643 16,1-2 284-16</inkml:trace>
  <inkml:trace contextRef="#ctx0" brushRef="#br0" timeOffset="103500.98">16169 12233 36 0,'0'0'194'0,"0"-5"-19"15,0 5-8-15,-3-3-24 0,-1 1 0 0,4 2-18 0,-11 7-6 16,4 0-12-16,-7 6-7 0,-1 1-10 0,-7 8-4 15,-4 2-6-15,-6 14-4 0,0 2-6 0,-6 4-8 16,1 1-5-16,2 4-2 0,2-5-3 0,1 2-7 16,10-2 0-16,3-10-6 0,8-2 1 0,3 0 13 15,4 2 42 1,4-3 13-16,5-2 4 0,9 1 5 0,-1-4 1 16,6-1 3-16,4 0-2 0,3-3-2 0,-1-2-4 0,4-4-9 0,-3 0-8 0,1-5-7 15,-4-6-7-15,-5 1 0 0,1-2 1 0,-2-1 6 0,-4-3-5 16,-3 0 12-16,-1 0-6 0,-3 0-7 0,2-1-8 15,-2-1-11-15,2-2-7 0,-3 0-3 16,-1 0-1-16,0 1-33 0,-2-3-34 16,2 1-51-16,-1-1-36 0,-3 0-39 0,2 0-51 15,-3 1-68-15,2 1-81 0,-1-4-222 0,3 3-608 16,-3-2 268-16</inkml:trace>
  <inkml:trace contextRef="#ctx0" brushRef="#br0" timeOffset="104017.48">16670 12466 121 0,'0'-3'181'0,"0"3"-10"0,-1-5-8 0,-2 2-8 0,3 3-17 15,-4-2-16-15,1-1-12 0,3 3-4 16,-7-4-4-16,2 1-6 0,-3 3-9 0,1-2-4 16,-2 2-11-16,-3 2 2 0,2 1-8 0,-3-1-4 0,1 3-7 15,-1 0-6-15,0 0-1 16,-4 4-3-16,1 3-4 0,2-2 0 0,-3 4-5 0,0-1 1 0,1 4-4 15,3-1-5-15,-1 0 3 0,1 0-3 0,2 1-6 0,2 2 1 16,2-4 0-16,2 2-1 0,0 0 1 0,5-2 18 16,-1 3 6-16,5-2 1 0,-1 0 9 0,5-1 4 15,3-1 1-15,5-3 2 16,-1 2-1-16,11-5-3 0,1 1 6 0,1-5-14 16,1-1-5-16,1-3-1 0,2-2-2 0,-2-5-3 15,-2 0 0-15,2-1-4 0,-3-5-2 0,-2-1-3 16,-2-2-6-16,-1 0-3 0,-2-3 0 0,-3-4-5 15,-2-2-2-15,-2 1-3 0,-3-2-3 0,-2 2 6 16,-6 5-7-16,1-1 0 0,-3 5 5 0,-5-2-11 16,-2 0-3-16,-3 5-5 0,-2-2-15 0,-4 3-6 0,0 2-16 0,-2 4-21 15,-2 1-20-15,1 1-25 0,2 3-24 0,-3 3-41 16,5 0-35-16,2 2-252 0,2-4-498 0,-1 7 221 16</inkml:trace>
  <inkml:trace contextRef="#ctx0" brushRef="#br0" timeOffset="104318.24">17108 12787 153 0,'0'0'246'0,"0"0"-20"0,0 0-15 16,0 0-14-16,0 5-20 0,-5-3-16 0,4 5-16 16,-4-2-12-16,-2 2-14 0,1 3-12 0,-4-1-8 0,-3 4-10 15,0-1-15-15,-3 1-7 0,-7 3-54 0,1-1-68 0,0 2-103 16,-2-3-176-16,5-4-363 0,5-5 161 15</inkml:trace>
  <inkml:trace contextRef="#ctx0" brushRef="#br0" timeOffset="105053.49">17621 12348 242 0,'2'-7'292'0,"-2"3"-4"0,2-2-15 0,-2 1-20 0,0 1-19 0,1 3-23 0,-1 1-22 16,1-6-18-16,-1 6-22 0,3-5-16 0,-3 5-16 16,0 0-14-16,0 0-3 0,0 0-16 0,4 15-7 15,-4-3-9-15,1-1-4 16,1 9-1-16,-2-2-12 0,2 8-6 0,-2 0-6 0,0-2-14 0,-2 5-5 0,2-2-4 16,-2-1 3-16,2-1-4 0,-1-1 0 0,-1-5-3 15,2 0-1-15,-1-3-1 0,1 2-1 0,0-6 1 16,-1 0-3-16,1-3-1 0,0-3 3 0,-2 2-5 15,4-3 2-15,-2 0 1 0,0 1 2 0,0-3-2 16,0 0 1-16,0-3 1 0,1 7 19 16,-1-7 6-16,0 3-5 0,0-3 1 0,0 0-6 15,1 4 10-15,-1-4-15 0,0 0 0 0,0 0-3 16,0 0-2-16,0 0-14 0,0 0-10 0,0 0-12 16,0 0-18-16,0 0-25 0,0 0-47 0,0 0-50 15,0 0-53-15,0 0-74 0,0 0-180 0,14-4-508 0,-6 1 225 16</inkml:trace>
  <inkml:trace contextRef="#ctx0" brushRef="#br0" timeOffset="105847.3">17751 11860 54 0,'9'3'148'0,"-1"-1"-20"0,3 5 6 0,5 2-20 16,0 2-17-16,6 8 2 0,2 5-3 0,0 3-3 15,10 11 0-15,0 5 3 0,-2 5-2 0,0 4 1 16,10 26-4-16,-12-2-3 0,-16-17-6 0,0 24-4 16,-12-21-7-16,-3 19-7 0,-7-24-11 0,-3 1-4 15,-3-6 2-15,-9 3-7 0,-3-7-4 0,-3-4-6 16,-7 1-1-16,0-6 0 0,-4-2 0 0,-3-4-4 0,0-5 1 0,7-10-2 15,4-3 0-15,3 1 9 0,4-5-1 0,2-2 15 16,4-4 14-16,4 0 0 0,-3 0 22 0,5-3-6 16,3 0 8-16,1 1 9 0,4-1 3 0,-3 0 1 15,3-1-1-15,0 1 5 0,5-2 7 0,-4 0 4 16,4 0 5-16,0 0 0 0,-9 2 3 0,9-2-3 16,0 0-12-16,0 0-7 0,-5 1-8 0,5-1-12 0,0 0-6 0,0 0-22 15,0 0-15-15,0 0-17 0,8-12-55 0,-3 9-49 31,0-2-43-31,0 1-47 0,3-3-52 0,-2 2-71 16,1-3-324-16,-2 3-668 0,1-3 297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3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4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6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9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8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1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1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4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BF4C7-231E-4C13-9C4C-53E0AF716C36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724C-F4F2-4567-A22A-89458D50D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4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29.png"/><Relationship Id="rId4" Type="http://schemas.openxmlformats.org/officeDocument/2006/relationships/customXml" Target="../ink/ink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73" y="666205"/>
            <a:ext cx="11297081" cy="55909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75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104" y="365124"/>
            <a:ext cx="906562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68" y="292750"/>
            <a:ext cx="8804365" cy="614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8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88" y="76486"/>
            <a:ext cx="8948057" cy="66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4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29" y="401961"/>
            <a:ext cx="6298474" cy="612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7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992" y="313509"/>
            <a:ext cx="6617045" cy="628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5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886" y="267518"/>
            <a:ext cx="6399439" cy="591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9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692936"/>
            <a:ext cx="6541770" cy="578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5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60" y="932785"/>
            <a:ext cx="9993084" cy="50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29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4883" y="365125"/>
            <a:ext cx="1988917" cy="98796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73136" y="3889776"/>
            <a:ext cx="580664" cy="2287187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2840" y="564120"/>
              <a:ext cx="8348760" cy="4838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3480" y="554760"/>
                <a:ext cx="8367480" cy="48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608720" y="4770000"/>
              <a:ext cx="5871960" cy="1054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9360" y="4760640"/>
                <a:ext cx="5890680" cy="10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222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90640" y="1192275"/>
              <a:ext cx="9390240" cy="4787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1280" y="1182915"/>
                <a:ext cx="9408960" cy="48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227480" y="1086840"/>
              <a:ext cx="5386680" cy="1040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8120" y="1077480"/>
                <a:ext cx="5405400" cy="10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262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1560" y="465840"/>
              <a:ext cx="11388600" cy="5670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200" y="456480"/>
                <a:ext cx="11407320" cy="56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180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92320" y="770400"/>
              <a:ext cx="6248520" cy="560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2960" y="761040"/>
                <a:ext cx="6267240" cy="57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2892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441" y="1049960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1769" y="3436435"/>
            <a:ext cx="1632031" cy="274052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30160" y="577080"/>
              <a:ext cx="10807200" cy="5070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800" y="567720"/>
                <a:ext cx="10825920" cy="50889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E710673-E2B7-EDCC-A5FF-7979C7254992}"/>
              </a:ext>
            </a:extLst>
          </p:cNvPr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2883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73240" y="692280"/>
              <a:ext cx="11799360" cy="6030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880" y="682920"/>
                <a:ext cx="11818080" cy="60490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963000A-9833-2228-E09D-3A6045FBD734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4234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26CC-B531-44E2-E8BF-9AAEE32C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CEDC-3FE3-8B60-9F83-298BF03A9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62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2170-B7F3-D928-1C73-4954BFC5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5FCDF-AADE-EEA6-07E8-1AB9F217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1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B9C2-BC05-FB18-DA75-9CA20276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9CC9B-E6B9-D18C-0467-B2AEC480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0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71120" y="516960"/>
              <a:ext cx="10804680" cy="5561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1760" y="507600"/>
                <a:ext cx="10823400" cy="55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6004440" y="3492360"/>
              <a:ext cx="5704560" cy="2704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5080" y="3483000"/>
                <a:ext cx="5723280" cy="27230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4C9F828-F820-26D2-FC2B-A290223524B3}"/>
              </a:ext>
            </a:extLst>
          </p:cNvPr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14201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58320" y="628560"/>
              <a:ext cx="10962360" cy="5302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960" y="619200"/>
                <a:ext cx="10981080" cy="53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677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1320" y="511920"/>
              <a:ext cx="10081800" cy="5177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960" y="502560"/>
                <a:ext cx="10100520" cy="51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3584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9618" y="114340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04040" y="714240"/>
              <a:ext cx="9116640" cy="3202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4680" y="704880"/>
                <a:ext cx="9135360" cy="32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95320" y="4306320"/>
              <a:ext cx="10984320" cy="1301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960" y="4296960"/>
                <a:ext cx="11003040" cy="132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0212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7040" y="615240"/>
              <a:ext cx="9201600" cy="4488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680" y="605880"/>
                <a:ext cx="9220320" cy="45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0620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11840" y="721800"/>
              <a:ext cx="8007120" cy="3820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" y="712440"/>
                <a:ext cx="8025840" cy="38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573560" y="4142520"/>
              <a:ext cx="8761680" cy="18579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4200" y="4133160"/>
                <a:ext cx="8780400" cy="18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023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5920" y="417600"/>
              <a:ext cx="10380240" cy="1542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60" y="408240"/>
                <a:ext cx="10398960" cy="15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29080" y="2372400"/>
              <a:ext cx="10500480" cy="2870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9720" y="2363040"/>
                <a:ext cx="10519200" cy="28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9947880" y="4641480"/>
              <a:ext cx="147240" cy="1123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38520" y="4632120"/>
                <a:ext cx="165960" cy="13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8229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914760" y="515160"/>
              <a:ext cx="9695160" cy="6012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400" y="505800"/>
                <a:ext cx="9713880" cy="603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5506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1400" y="622800"/>
              <a:ext cx="10235160" cy="3733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040" y="613440"/>
                <a:ext cx="10253880" cy="37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70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2339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14240" y="590040"/>
              <a:ext cx="11484000" cy="5913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880" y="580680"/>
                <a:ext cx="11502720" cy="59324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07CB28-EAAF-3D87-0AE4-E1D308D1B5A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23039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E507-5CA8-F10E-7F8B-F964362D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0317-B1E2-5535-D048-D27174D36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48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06040" y="759240"/>
              <a:ext cx="10745640" cy="4239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6680" y="749880"/>
                <a:ext cx="10764360" cy="425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465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91400" y="580680"/>
              <a:ext cx="7041240" cy="2690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2040" y="571320"/>
                <a:ext cx="7059960" cy="27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513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/>
              <a:t>1) The chances of catching cold by workers working in an ice factory during winter are 20%. What is the probability that out of 5 workers, 4 or more will catch cold?</a:t>
            </a:r>
          </a:p>
          <a:p>
            <a:pPr marL="0" indent="0">
              <a:buNone/>
            </a:pPr>
            <a:r>
              <a:rPr lang="en-US"/>
              <a:t> 2) A die is thrown 5 times. If getting an odd number is a success, what is the probability of getting </a:t>
            </a:r>
            <a:r>
              <a:rPr lang="en-US" err="1"/>
              <a:t>i</a:t>
            </a:r>
            <a:r>
              <a:rPr lang="en-US"/>
              <a:t>) 4 successes ii) at least 4 successes?   </a:t>
            </a:r>
          </a:p>
          <a:p>
            <a:pPr marL="0" indent="0">
              <a:buNone/>
            </a:pPr>
            <a:r>
              <a:rPr lang="en-US"/>
              <a:t> </a:t>
            </a:r>
          </a:p>
          <a:p>
            <a:pPr marL="0" lvl="0" indent="0">
              <a:buNone/>
            </a:pPr>
            <a:r>
              <a:rPr lang="en-US"/>
              <a:t>3) The probability that an evening student will graduate is 0.8. Determine the probability that out of 5 students </a:t>
            </a:r>
            <a:r>
              <a:rPr lang="en-US" err="1"/>
              <a:t>i</a:t>
            </a:r>
            <a:r>
              <a:rPr lang="en-US"/>
              <a:t>) none ii) one iii) at least one will graduate.</a:t>
            </a:r>
          </a:p>
          <a:p>
            <a:pPr marL="0" indent="0">
              <a:buNone/>
            </a:pPr>
            <a:r>
              <a:rPr lang="en-US"/>
              <a:t> </a:t>
            </a:r>
          </a:p>
          <a:p>
            <a:pPr marL="0" lvl="0" indent="0">
              <a:buNone/>
            </a:pPr>
            <a:r>
              <a:rPr lang="en-US"/>
              <a:t>4) A lot of manufactured items contain 20% defectives. A sample of 10 items from this lot is chosen at random. What is the probability the sample contains at most 3 defective items?                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89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46640" y="806040"/>
              <a:ext cx="11157840" cy="5475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280" y="796680"/>
                <a:ext cx="11176560" cy="54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0945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64800" y="510840"/>
              <a:ext cx="10012320" cy="4250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5440" y="501480"/>
                <a:ext cx="10031040" cy="426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56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77400" y="605160"/>
              <a:ext cx="9225360" cy="4631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8040" y="595800"/>
                <a:ext cx="9244080" cy="46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3139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57600" y="524520"/>
              <a:ext cx="10851120" cy="5311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240" y="515160"/>
                <a:ext cx="10869840" cy="533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109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18960" y="705240"/>
              <a:ext cx="9417240" cy="3488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9600" y="695880"/>
                <a:ext cx="9435960" cy="350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7653240" y="753120"/>
              <a:ext cx="2259360" cy="7272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43880" y="743760"/>
                <a:ext cx="2278080" cy="74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5391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6680" y="532080"/>
              <a:ext cx="1683360" cy="294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320" y="522720"/>
                <a:ext cx="17020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10360" y="424080"/>
              <a:ext cx="11220120" cy="3038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000" y="414720"/>
                <a:ext cx="11238840" cy="30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1839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49160" y="474480"/>
              <a:ext cx="10502640" cy="5551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800" y="465120"/>
                <a:ext cx="10521360" cy="55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2083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Some examples where Poisson distribution can be applied:</a:t>
            </a:r>
            <a:endParaRPr lang="en-US"/>
          </a:p>
          <a:p>
            <a:pPr lvl="0"/>
            <a:r>
              <a:rPr lang="en-US"/>
              <a:t>The number of defective material in a packing manufactured by a good concern.</a:t>
            </a:r>
          </a:p>
          <a:p>
            <a:pPr lvl="0"/>
            <a:r>
              <a:rPr lang="en-US"/>
              <a:t>Number of faulty blades in a packet of 100.</a:t>
            </a:r>
          </a:p>
          <a:p>
            <a:pPr lvl="0"/>
            <a:r>
              <a:rPr lang="en-US"/>
              <a:t>Number of printing mistakes at each page of the book.</a:t>
            </a:r>
          </a:p>
          <a:p>
            <a:pPr lvl="0"/>
            <a:r>
              <a:rPr lang="en-GB"/>
              <a:t>Number of telephone call received at a particular exchange in some unit of time 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42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72360" y="629280"/>
              <a:ext cx="9834120" cy="4785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000" y="619920"/>
                <a:ext cx="9852840" cy="48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684640" y="4443120"/>
              <a:ext cx="3100320" cy="864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75280" y="4433760"/>
                <a:ext cx="3119040" cy="8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26100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97560" y="514440"/>
              <a:ext cx="7250400" cy="4971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8200" y="505080"/>
                <a:ext cx="7269120" cy="498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2783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It is given that 3% bulbs are defective. Find the probability that in a sample of 100 bulbs (</a:t>
            </a:r>
            <a:r>
              <a:rPr lang="en-GB" err="1"/>
              <a:t>i</a:t>
            </a:r>
            <a:r>
              <a:rPr lang="en-GB"/>
              <a:t>) no defective (ii) at least 1 defective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96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22680" y="324000"/>
              <a:ext cx="10944000" cy="5826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3320" y="314640"/>
                <a:ext cx="10962720" cy="584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978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08080" y="613800"/>
              <a:ext cx="8963640" cy="4131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8720" y="604440"/>
                <a:ext cx="8982360" cy="41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02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/>
              <a:t>Example</a:t>
            </a:r>
            <a:endParaRPr lang="en-US" sz="36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GB"/>
              <a:t>X is normally distributed with mean = 9 and </a:t>
            </a:r>
            <a:r>
              <a:rPr lang="en-GB" err="1"/>
              <a:t>sd</a:t>
            </a:r>
            <a:r>
              <a:rPr lang="en-GB"/>
              <a:t> = 3. Find the probability (</a:t>
            </a:r>
            <a:r>
              <a:rPr lang="en-GB" err="1"/>
              <a:t>i</a:t>
            </a:r>
            <a:r>
              <a:rPr lang="en-GB"/>
              <a:t>) X &gt;= 15 (ii) X&lt;=15 (iii) 0&lt;=X&lt;=9</a:t>
            </a:r>
          </a:p>
          <a:p>
            <a:pPr marL="514350" indent="-514350">
              <a:buAutoNum type="arabicParenR"/>
            </a:pPr>
            <a:endParaRPr lang="en-GB"/>
          </a:p>
          <a:p>
            <a:pPr marL="514350" indent="-514350">
              <a:buAutoNum type="arabicParenR"/>
            </a:pPr>
            <a:r>
              <a:rPr lang="en-GB"/>
              <a:t>In a normal distribution 12% items are under  30 and 85% are under 60. Find mean and standard distribution.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30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1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63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7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BD79A0-3CD2-461A-974B-FC60FF0A7C10}">
  <ds:schemaRefs>
    <ds:schemaRef ds:uri="96e9f518-c301-41c8-a9ae-26c5061bc2d5"/>
    <ds:schemaRef ds:uri="b4284549-3b77-42f0-9bd8-21963f31e47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B56A15-2AED-4226-9A07-B6615F8AE2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EFBFFD-A11E-452A-B9C0-E1B0059775C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17</cp:revision>
  <dcterms:created xsi:type="dcterms:W3CDTF">2022-06-06T08:55:22Z</dcterms:created>
  <dcterms:modified xsi:type="dcterms:W3CDTF">2022-07-16T18:57:50Z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